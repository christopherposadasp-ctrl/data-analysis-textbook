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7"/>
  </p:notesMasterIdLst>
  <p:sldIdLst>
    <p:sldId id="256" r:id="rId5"/>
    <p:sldId id="259" r:id="rId6"/>
    <p:sldId id="260" r:id="rId7"/>
    <p:sldId id="261" r:id="rId8"/>
    <p:sldId id="264" r:id="rId9"/>
    <p:sldId id="262" r:id="rId10"/>
    <p:sldId id="289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0" r:id="rId23"/>
    <p:sldId id="277" r:id="rId24"/>
    <p:sldId id="279" r:id="rId25"/>
    <p:sldId id="280" r:id="rId26"/>
    <p:sldId id="281" r:id="rId27"/>
    <p:sldId id="283" r:id="rId28"/>
    <p:sldId id="293" r:id="rId29"/>
    <p:sldId id="284" r:id="rId30"/>
    <p:sldId id="294" r:id="rId31"/>
    <p:sldId id="308" r:id="rId32"/>
    <p:sldId id="298" r:id="rId33"/>
    <p:sldId id="296" r:id="rId34"/>
    <p:sldId id="299" r:id="rId35"/>
    <p:sldId id="300" r:id="rId36"/>
    <p:sldId id="303" r:id="rId37"/>
    <p:sldId id="297" r:id="rId38"/>
    <p:sldId id="309" r:id="rId39"/>
    <p:sldId id="310" r:id="rId40"/>
    <p:sldId id="311" r:id="rId41"/>
    <p:sldId id="312" r:id="rId42"/>
    <p:sldId id="306" r:id="rId43"/>
    <p:sldId id="355" r:id="rId44"/>
    <p:sldId id="357" r:id="rId45"/>
    <p:sldId id="358" r:id="rId46"/>
    <p:sldId id="314" r:id="rId47"/>
    <p:sldId id="313" r:id="rId48"/>
    <p:sldId id="315" r:id="rId49"/>
    <p:sldId id="359" r:id="rId50"/>
    <p:sldId id="360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40" r:id="rId63"/>
    <p:sldId id="327" r:id="rId64"/>
    <p:sldId id="328" r:id="rId65"/>
    <p:sldId id="353" r:id="rId66"/>
    <p:sldId id="329" r:id="rId67"/>
    <p:sldId id="330" r:id="rId68"/>
    <p:sldId id="331" r:id="rId69"/>
    <p:sldId id="332" r:id="rId70"/>
    <p:sldId id="341" r:id="rId71"/>
    <p:sldId id="333" r:id="rId72"/>
    <p:sldId id="342" r:id="rId73"/>
    <p:sldId id="348" r:id="rId74"/>
    <p:sldId id="349" r:id="rId75"/>
    <p:sldId id="350" r:id="rId76"/>
    <p:sldId id="351" r:id="rId77"/>
    <p:sldId id="352" r:id="rId78"/>
    <p:sldId id="345" r:id="rId79"/>
    <p:sldId id="339" r:id="rId80"/>
    <p:sldId id="354" r:id="rId81"/>
    <p:sldId id="338" r:id="rId82"/>
    <p:sldId id="346" r:id="rId83"/>
    <p:sldId id="347" r:id="rId84"/>
    <p:sldId id="361" r:id="rId85"/>
    <p:sldId id="336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19:36:46.827" v="66" actId="2696"/>
      <pc:docMkLst>
        <pc:docMk/>
      </pc:docMkLst>
      <pc:sldChg chg="del">
        <pc:chgData name="christopher posadas" userId="c785335156d879ca" providerId="LiveId" clId="{C9D886FB-ED5B-489B-8330-669FD307C29D}" dt="2026-04-22T19:09:03.092" v="34" actId="2696"/>
        <pc:sldMkLst>
          <pc:docMk/>
          <pc:sldMk cId="109857222" sldId="256"/>
        </pc:sldMkLst>
      </pc:sldChg>
      <pc:sldChg chg="addSp modSp add mod setBg">
        <pc:chgData name="christopher posadas" userId="c785335156d879ca" providerId="LiveId" clId="{C9D886FB-ED5B-489B-8330-669FD307C29D}" dt="2026-04-22T19:09:03.491" v="57" actId="948"/>
        <pc:sldMkLst>
          <pc:docMk/>
          <pc:sldMk cId="491210050" sldId="256"/>
        </pc:sldMkLst>
        <pc:spChg chg="add mod">
          <ac:chgData name="christopher posadas" userId="c785335156d879ca" providerId="LiveId" clId="{C9D886FB-ED5B-489B-8330-669FD307C29D}" dt="2026-04-22T19:09:03.414" v="45" actId="948"/>
          <ac:spMkLst>
            <pc:docMk/>
            <pc:sldMk cId="491210050" sldId="256"/>
            <ac:spMk id="3" creationId="{A4BCEBC2-D54E-622E-6321-BF008016C892}"/>
          </ac:spMkLst>
        </pc:spChg>
        <pc:spChg chg="add mod">
          <ac:chgData name="christopher posadas" userId="c785335156d879ca" providerId="LiveId" clId="{C9D886FB-ED5B-489B-8330-669FD307C29D}" dt="2026-04-22T19:09:03.460" v="51" actId="948"/>
          <ac:spMkLst>
            <pc:docMk/>
            <pc:sldMk cId="491210050" sldId="256"/>
            <ac:spMk id="4" creationId="{1C0AA3C1-C3C1-22EE-A24A-2E4C797E5298}"/>
          </ac:spMkLst>
        </pc:spChg>
        <pc:spChg chg="add mod">
          <ac:chgData name="christopher posadas" userId="c785335156d879ca" providerId="LiveId" clId="{C9D886FB-ED5B-489B-8330-669FD307C29D}" dt="2026-04-22T19:09:03.491" v="57" actId="948"/>
          <ac:spMkLst>
            <pc:docMk/>
            <pc:sldMk cId="491210050" sldId="256"/>
            <ac:spMk id="5" creationId="{FE929497-0179-FE34-93B3-248EA1B68BB1}"/>
          </ac:spMkLst>
        </pc:spChg>
      </pc:sldChg>
      <pc:sldChg chg="del">
        <pc:chgData name="christopher posadas" userId="c785335156d879ca" providerId="LiveId" clId="{C9D886FB-ED5B-489B-8330-669FD307C29D}" dt="2026-04-22T18:34:26.297" v="2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9:09:03.092" v="33" actId="2696"/>
        <pc:sldMkLst>
          <pc:docMk/>
          <pc:sldMk cId="521013083" sldId="259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811757678" sldId="259"/>
        </pc:sldMkLst>
      </pc:sldChg>
      <pc:sldChg chg="del">
        <pc:chgData name="christopher posadas" userId="c785335156d879ca" providerId="LiveId" clId="{C9D886FB-ED5B-489B-8330-669FD307C29D}" dt="2026-04-22T19:09:03.087" v="32" actId="2696"/>
        <pc:sldMkLst>
          <pc:docMk/>
          <pc:sldMk cId="2000130148" sldId="260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089155283" sldId="260"/>
        </pc:sldMkLst>
      </pc:sldChg>
      <pc:sldChg chg="del">
        <pc:chgData name="christopher posadas" userId="c785335156d879ca" providerId="LiveId" clId="{C9D886FB-ED5B-489B-8330-669FD307C29D}" dt="2026-04-22T19:09:03.008" v="31" actId="2696"/>
        <pc:sldMkLst>
          <pc:docMk/>
          <pc:sldMk cId="1918356995" sldId="26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971558731" sldId="261"/>
        </pc:sldMkLst>
      </pc:sldChg>
      <pc:sldChg chg="del">
        <pc:chgData name="christopher posadas" userId="c785335156d879ca" providerId="LiveId" clId="{C9D886FB-ED5B-489B-8330-669FD307C29D}" dt="2026-04-22T19:09:02.906" v="29" actId="2696"/>
        <pc:sldMkLst>
          <pc:docMk/>
          <pc:sldMk cId="879064840" sldId="26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669879433" sldId="26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01662113" sldId="264"/>
        </pc:sldMkLst>
      </pc:sldChg>
      <pc:sldChg chg="del">
        <pc:chgData name="christopher posadas" userId="c785335156d879ca" providerId="LiveId" clId="{C9D886FB-ED5B-489B-8330-669FD307C29D}" dt="2026-04-22T19:09:02.960" v="30" actId="2696"/>
        <pc:sldMkLst>
          <pc:docMk/>
          <pc:sldMk cId="4068771748" sldId="264"/>
        </pc:sldMkLst>
      </pc:sldChg>
      <pc:sldChg chg="del">
        <pc:chgData name="christopher posadas" userId="c785335156d879ca" providerId="LiveId" clId="{C9D886FB-ED5B-489B-8330-669FD307C29D}" dt="2026-04-22T19:09:02.675" v="25" actId="2696"/>
        <pc:sldMkLst>
          <pc:docMk/>
          <pc:sldMk cId="2147467948" sldId="265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05469160" sldId="265"/>
        </pc:sldMkLst>
      </pc:sldChg>
      <pc:sldChg chg="del">
        <pc:chgData name="christopher posadas" userId="c785335156d879ca" providerId="LiveId" clId="{C9D886FB-ED5B-489B-8330-669FD307C29D}" dt="2026-04-22T19:09:02.592" v="24" actId="2696"/>
        <pc:sldMkLst>
          <pc:docMk/>
          <pc:sldMk cId="504220851" sldId="266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547284538" sldId="266"/>
        </pc:sldMkLst>
      </pc:sldChg>
      <pc:sldChg chg="del">
        <pc:chgData name="christopher posadas" userId="c785335156d879ca" providerId="LiveId" clId="{C9D886FB-ED5B-489B-8330-669FD307C29D}" dt="2026-04-22T19:09:02.557" v="23" actId="2696"/>
        <pc:sldMkLst>
          <pc:docMk/>
          <pc:sldMk cId="417754383" sldId="267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795537350" sldId="267"/>
        </pc:sldMkLst>
      </pc:sldChg>
      <pc:sldChg chg="del">
        <pc:chgData name="christopher posadas" userId="c785335156d879ca" providerId="LiveId" clId="{C9D886FB-ED5B-489B-8330-669FD307C29D}" dt="2026-04-22T19:09:02.508" v="22" actId="2696"/>
        <pc:sldMkLst>
          <pc:docMk/>
          <pc:sldMk cId="502957492" sldId="26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779873267" sldId="268"/>
        </pc:sldMkLst>
      </pc:sldChg>
      <pc:sldChg chg="del">
        <pc:chgData name="christopher posadas" userId="c785335156d879ca" providerId="LiveId" clId="{C9D886FB-ED5B-489B-8330-669FD307C29D}" dt="2026-04-22T19:09:02.426" v="21" actId="2696"/>
        <pc:sldMkLst>
          <pc:docMk/>
          <pc:sldMk cId="246081531" sldId="269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738112321" sldId="269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235926100" sldId="270"/>
        </pc:sldMkLst>
      </pc:sldChg>
      <pc:sldChg chg="del">
        <pc:chgData name="christopher posadas" userId="c785335156d879ca" providerId="LiveId" clId="{C9D886FB-ED5B-489B-8330-669FD307C29D}" dt="2026-04-22T19:09:01.865" v="14" actId="2696"/>
        <pc:sldMkLst>
          <pc:docMk/>
          <pc:sldMk cId="2871786387" sldId="270"/>
        </pc:sldMkLst>
      </pc:sldChg>
      <pc:sldChg chg="del">
        <pc:chgData name="christopher posadas" userId="c785335156d879ca" providerId="LiveId" clId="{C9D886FB-ED5B-489B-8330-669FD307C29D}" dt="2026-04-22T19:09:02.342" v="20" actId="2696"/>
        <pc:sldMkLst>
          <pc:docMk/>
          <pc:sldMk cId="807190665" sldId="27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955988152" sldId="271"/>
        </pc:sldMkLst>
      </pc:sldChg>
      <pc:sldChg chg="del">
        <pc:chgData name="christopher posadas" userId="c785335156d879ca" providerId="LiveId" clId="{C9D886FB-ED5B-489B-8330-669FD307C29D}" dt="2026-04-22T19:09:02.274" v="19" actId="2696"/>
        <pc:sldMkLst>
          <pc:docMk/>
          <pc:sldMk cId="663941902" sldId="27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74698564" sldId="27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91966880" sldId="273"/>
        </pc:sldMkLst>
      </pc:sldChg>
      <pc:sldChg chg="del">
        <pc:chgData name="christopher posadas" userId="c785335156d879ca" providerId="LiveId" clId="{C9D886FB-ED5B-489B-8330-669FD307C29D}" dt="2026-04-22T19:09:02.190" v="18" actId="2696"/>
        <pc:sldMkLst>
          <pc:docMk/>
          <pc:sldMk cId="2821535996" sldId="27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403200526" sldId="274"/>
        </pc:sldMkLst>
      </pc:sldChg>
      <pc:sldChg chg="del">
        <pc:chgData name="christopher posadas" userId="c785335156d879ca" providerId="LiveId" clId="{C9D886FB-ED5B-489B-8330-669FD307C29D}" dt="2026-04-22T19:09:02.056" v="17" actId="2696"/>
        <pc:sldMkLst>
          <pc:docMk/>
          <pc:sldMk cId="1913474571" sldId="274"/>
        </pc:sldMkLst>
      </pc:sldChg>
      <pc:sldChg chg="del">
        <pc:chgData name="christopher posadas" userId="c785335156d879ca" providerId="LiveId" clId="{C9D886FB-ED5B-489B-8330-669FD307C29D}" dt="2026-04-22T19:09:01.974" v="16" actId="2696"/>
        <pc:sldMkLst>
          <pc:docMk/>
          <pc:sldMk cId="2624056911" sldId="275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40230076" sldId="275"/>
        </pc:sldMkLst>
      </pc:sldChg>
      <pc:sldChg chg="del">
        <pc:chgData name="christopher posadas" userId="c785335156d879ca" providerId="LiveId" clId="{C9D886FB-ED5B-489B-8330-669FD307C29D}" dt="2026-04-22T19:09:01.924" v="15" actId="2696"/>
        <pc:sldMkLst>
          <pc:docMk/>
          <pc:sldMk cId="976215515" sldId="276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914182830" sldId="276"/>
        </pc:sldMkLst>
      </pc:sldChg>
      <pc:sldChg chg="del">
        <pc:chgData name="christopher posadas" userId="c785335156d879ca" providerId="LiveId" clId="{C9D886FB-ED5B-489B-8330-669FD307C29D}" dt="2026-04-22T19:09:01.774" v="13" actId="2696"/>
        <pc:sldMkLst>
          <pc:docMk/>
          <pc:sldMk cId="1242675866" sldId="277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698415172" sldId="277"/>
        </pc:sldMkLst>
      </pc:sldChg>
      <pc:sldChg chg="add del">
        <pc:chgData name="christopher posadas" userId="c785335156d879ca" providerId="LiveId" clId="{C9D886FB-ED5B-489B-8330-669FD307C29D}" dt="2026-04-22T19:36:46.704" v="64" actId="2696"/>
        <pc:sldMkLst>
          <pc:docMk/>
          <pc:sldMk cId="2913023172" sldId="278"/>
        </pc:sldMkLst>
      </pc:sldChg>
      <pc:sldChg chg="del">
        <pc:chgData name="christopher posadas" userId="c785335156d879ca" providerId="LiveId" clId="{C9D886FB-ED5B-489B-8330-669FD307C29D}" dt="2026-04-22T19:09:01.725" v="12" actId="2696"/>
        <pc:sldMkLst>
          <pc:docMk/>
          <pc:sldMk cId="2935875793" sldId="27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646766146" sldId="279"/>
        </pc:sldMkLst>
      </pc:sldChg>
      <pc:sldChg chg="del">
        <pc:chgData name="christopher posadas" userId="c785335156d879ca" providerId="LiveId" clId="{C9D886FB-ED5B-489B-8330-669FD307C29D}" dt="2026-04-22T19:09:01.659" v="11" actId="2696"/>
        <pc:sldMkLst>
          <pc:docMk/>
          <pc:sldMk cId="2854095526" sldId="279"/>
        </pc:sldMkLst>
      </pc:sldChg>
      <pc:sldChg chg="del">
        <pc:chgData name="christopher posadas" userId="c785335156d879ca" providerId="LiveId" clId="{C9D886FB-ED5B-489B-8330-669FD307C29D}" dt="2026-04-22T19:09:01.562" v="10" actId="2696"/>
        <pc:sldMkLst>
          <pc:docMk/>
          <pc:sldMk cId="426550173" sldId="280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1280753987" sldId="280"/>
        </pc:sldMkLst>
      </pc:sldChg>
      <pc:sldChg chg="del">
        <pc:chgData name="christopher posadas" userId="c785335156d879ca" providerId="LiveId" clId="{C9D886FB-ED5B-489B-8330-669FD307C29D}" dt="2026-04-22T19:09:01.511" v="9" actId="2696"/>
        <pc:sldMkLst>
          <pc:docMk/>
          <pc:sldMk cId="919554603" sldId="28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121993822" sldId="281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163744240" sldId="283"/>
        </pc:sldMkLst>
      </pc:sldChg>
      <pc:sldChg chg="del">
        <pc:chgData name="christopher posadas" userId="c785335156d879ca" providerId="LiveId" clId="{C9D886FB-ED5B-489B-8330-669FD307C29D}" dt="2026-04-22T19:09:01.473" v="8" actId="2696"/>
        <pc:sldMkLst>
          <pc:docMk/>
          <pc:sldMk cId="4057307550" sldId="28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2857479359" sldId="284"/>
        </pc:sldMkLst>
      </pc:sldChg>
      <pc:sldChg chg="del">
        <pc:chgData name="christopher posadas" userId="c785335156d879ca" providerId="LiveId" clId="{C9D886FB-ED5B-489B-8330-669FD307C29D}" dt="2026-04-22T19:09:01.242" v="5" actId="2696"/>
        <pc:sldMkLst>
          <pc:docMk/>
          <pc:sldMk cId="2910328156" sldId="284"/>
        </pc:sldMkLst>
      </pc:sldChg>
      <pc:sldChg chg="del">
        <pc:chgData name="christopher posadas" userId="c785335156d879ca" providerId="LiveId" clId="{C9D886FB-ED5B-489B-8330-669FD307C29D}" dt="2026-04-22T19:09:01.197" v="4" actId="2696"/>
        <pc:sldMkLst>
          <pc:docMk/>
          <pc:sldMk cId="1024711986" sldId="285"/>
        </pc:sldMkLst>
      </pc:sldChg>
      <pc:sldChg chg="add del">
        <pc:chgData name="christopher posadas" userId="c785335156d879ca" providerId="LiveId" clId="{C9D886FB-ED5B-489B-8330-669FD307C29D}" dt="2026-04-22T19:36:46.528" v="62" actId="2696"/>
        <pc:sldMkLst>
          <pc:docMk/>
          <pc:sldMk cId="2725302212" sldId="285"/>
        </pc:sldMkLst>
      </pc:sldChg>
      <pc:sldChg chg="del">
        <pc:chgData name="christopher posadas" userId="c785335156d879ca" providerId="LiveId" clId="{C9D886FB-ED5B-489B-8330-669FD307C29D}" dt="2026-04-22T18:27:01.225" v="0" actId="2696"/>
        <pc:sldMkLst>
          <pc:docMk/>
          <pc:sldMk cId="707837057" sldId="286"/>
        </pc:sldMkLst>
      </pc:sldChg>
      <pc:sldChg chg="del">
        <pc:chgData name="christopher posadas" userId="c785335156d879ca" providerId="LiveId" clId="{C9D886FB-ED5B-489B-8330-669FD307C29D}" dt="2026-04-22T18:27:01.229" v="1" actId="2696"/>
        <pc:sldMkLst>
          <pc:docMk/>
          <pc:sldMk cId="2081730332" sldId="287"/>
        </pc:sldMkLst>
      </pc:sldChg>
      <pc:sldChg chg="del">
        <pc:chgData name="christopher posadas" userId="c785335156d879ca" providerId="LiveId" clId="{C9D886FB-ED5B-489B-8330-669FD307C29D}" dt="2026-04-22T19:09:02.809" v="27" actId="2696"/>
        <pc:sldMkLst>
          <pc:docMk/>
          <pc:sldMk cId="677769939" sldId="288"/>
        </pc:sldMkLst>
      </pc:sldChg>
      <pc:sldChg chg="add del">
        <pc:chgData name="christopher posadas" userId="c785335156d879ca" providerId="LiveId" clId="{C9D886FB-ED5B-489B-8330-669FD307C29D}" dt="2026-04-22T19:36:46.761" v="65" actId="2696"/>
        <pc:sldMkLst>
          <pc:docMk/>
          <pc:sldMk cId="699336374" sldId="288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3535306028" sldId="289"/>
        </pc:sldMkLst>
      </pc:sldChg>
      <pc:sldChg chg="del">
        <pc:chgData name="christopher posadas" userId="c785335156d879ca" providerId="LiveId" clId="{C9D886FB-ED5B-489B-8330-669FD307C29D}" dt="2026-04-22T19:09:02.758" v="26" actId="2696"/>
        <pc:sldMkLst>
          <pc:docMk/>
          <pc:sldMk cId="4134372806" sldId="289"/>
        </pc:sldMkLst>
      </pc:sldChg>
      <pc:sldChg chg="del">
        <pc:chgData name="christopher posadas" userId="c785335156d879ca" providerId="LiveId" clId="{C9D886FB-ED5B-489B-8330-669FD307C29D}" dt="2026-04-22T19:09:02.868" v="28" actId="2696"/>
        <pc:sldMkLst>
          <pc:docMk/>
          <pc:sldMk cId="1264432873" sldId="291"/>
        </pc:sldMkLst>
      </pc:sldChg>
      <pc:sldChg chg="add del">
        <pc:chgData name="christopher posadas" userId="c785335156d879ca" providerId="LiveId" clId="{C9D886FB-ED5B-489B-8330-669FD307C29D}" dt="2026-04-22T19:36:46.827" v="66" actId="2696"/>
        <pc:sldMkLst>
          <pc:docMk/>
          <pc:sldMk cId="3807947602" sldId="291"/>
        </pc:sldMkLst>
      </pc:sldChg>
      <pc:sldChg chg="del">
        <pc:chgData name="christopher posadas" userId="c785335156d879ca" providerId="LiveId" clId="{C9D886FB-ED5B-489B-8330-669FD307C29D}" dt="2026-04-22T19:09:01.427" v="7" actId="2696"/>
        <pc:sldMkLst>
          <pc:docMk/>
          <pc:sldMk cId="2511608294" sldId="292"/>
        </pc:sldMkLst>
      </pc:sldChg>
      <pc:sldChg chg="add del">
        <pc:chgData name="christopher posadas" userId="c785335156d879ca" providerId="LiveId" clId="{C9D886FB-ED5B-489B-8330-669FD307C29D}" dt="2026-04-22T19:36:46.639" v="63" actId="2696"/>
        <pc:sldMkLst>
          <pc:docMk/>
          <pc:sldMk cId="3430432683" sldId="292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867607484" sldId="293"/>
        </pc:sldMkLst>
      </pc:sldChg>
      <pc:sldChg chg="del">
        <pc:chgData name="christopher posadas" userId="c785335156d879ca" providerId="LiveId" clId="{C9D886FB-ED5B-489B-8330-669FD307C29D}" dt="2026-04-22T19:09:01.343" v="6" actId="2696"/>
        <pc:sldMkLst>
          <pc:docMk/>
          <pc:sldMk cId="4015019811" sldId="293"/>
        </pc:sldMkLst>
      </pc:sldChg>
      <pc:sldChg chg="add">
        <pc:chgData name="christopher posadas" userId="c785335156d879ca" providerId="LiveId" clId="{C9D886FB-ED5B-489B-8330-669FD307C29D}" dt="2026-04-22T19:09:03.875" v="58"/>
        <pc:sldMkLst>
          <pc:docMk/>
          <pc:sldMk cId="879995875" sldId="294"/>
        </pc:sldMkLst>
      </pc:sldChg>
      <pc:sldChg chg="del">
        <pc:chgData name="christopher posadas" userId="c785335156d879ca" providerId="LiveId" clId="{C9D886FB-ED5B-489B-8330-669FD307C29D}" dt="2026-04-22T19:09:01.125" v="3" actId="2696"/>
        <pc:sldMkLst>
          <pc:docMk/>
          <pc:sldMk cId="2315510179" sldId="294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346867428" sldId="296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134591857" sldId="297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904951931" sldId="298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3786921222" sldId="299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1293220127" sldId="300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138450688" sldId="303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942071227" sldId="306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3316800374" sldId="308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168021223" sldId="309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4163768200" sldId="310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2852774993" sldId="311"/>
        </pc:sldMkLst>
      </pc:sldChg>
      <pc:sldChg chg="add">
        <pc:chgData name="christopher posadas" userId="c785335156d879ca" providerId="LiveId" clId="{C9D886FB-ED5B-489B-8330-669FD307C29D}" dt="2026-04-22T19:09:04.160" v="59"/>
        <pc:sldMkLst>
          <pc:docMk/>
          <pc:sldMk cId="4128199463" sldId="31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689697220" sldId="31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038910214" sldId="31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034949548" sldId="315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773688487" sldId="31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664321397" sldId="31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844399872" sldId="31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55386121" sldId="31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04901510" sldId="32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71973270" sldId="32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711823984" sldId="32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911219411" sldId="32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224209962" sldId="32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370400170" sldId="325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565778134" sldId="32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815776170" sldId="32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200510590" sldId="32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349759245" sldId="32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106318688" sldId="33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59620865" sldId="33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192646305" sldId="33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062296854" sldId="33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481729795" sldId="33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10721235" sldId="33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785559466" sldId="33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46481306" sldId="34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703369179" sldId="34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877244133" sldId="34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140085915" sldId="345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741786937" sldId="34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06018526" sldId="34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063443782" sldId="34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27615950" sldId="34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755811174" sldId="35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733888949" sldId="351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12566150" sldId="352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760613605" sldId="353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455040510" sldId="354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830529543" sldId="355"/>
        </pc:sldMkLst>
      </pc:sldChg>
      <pc:sldChg chg="add del">
        <pc:chgData name="christopher posadas" userId="c785335156d879ca" providerId="LiveId" clId="{C9D886FB-ED5B-489B-8330-669FD307C29D}" dt="2026-04-22T19:36:46.450" v="61" actId="2696"/>
        <pc:sldMkLst>
          <pc:docMk/>
          <pc:sldMk cId="74772493" sldId="356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3907289761" sldId="357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458531213" sldId="358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052718167" sldId="359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2880899912" sldId="360"/>
        </pc:sldMkLst>
      </pc:sldChg>
      <pc:sldChg chg="add">
        <pc:chgData name="christopher posadas" userId="c785335156d879ca" providerId="LiveId" clId="{C9D886FB-ED5B-489B-8330-669FD307C29D}" dt="2026-04-22T19:09:04.527" v="60"/>
        <pc:sldMkLst>
          <pc:docMk/>
          <pc:sldMk cId="1278671323" sldId="36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4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16995 13426 7673,'0'7'1243,"0"-2"-340,0-5-996,0 0 203,-6 0 1,0 4-1,-7 1 405,1-3 0,4 1 0,0 0 565,-2 1-259,4 0 0,-4 0 0,1 0 1138,-2-1 0,3-2-1151,0-1 1,5 2-466,-1 2 1,4-3-1,4 3-240,4-2 0,5-2 1,2-2-1,3-1-141,1-1 1,1-5 0,6 2 0,2-1 0,0 0 0,1-2-71,1-1 1,-4 3-1,3 0 1,-3-1-1,-2 3 1,0 2 22,-4 2 1,-2 2-1,-6 0 1,1 0-249,-1 0 0,0 2-155,0 2 1,1-2 135,-1 7 0,0-7 68,1 2 1,-5-2-3,0-2 1,-4 0 78,4 0 0,-5 1 0,3 2 250,-1 1 1,-2 0 112,5-4 0,0 0 272,5 0 0,-5-4 46,0 0 1,-1-2-84,1 2 0,3 3-346,-3-3 1,-1 2-653,1 2 181,-5 0-317,8 0 890,-10 0 0,3 0 0,-8 0-2,-4 0 0,-4 2 0,-3 1 0,-2 1-80,2-2 1,-3 4 0,1-2 0,-3 0-126,-1 2 0,-3-5 0,0 3 0,-1-3-27,1-1 0,-7 4 1,-1 1-1,-4-3 78,-1 0 0,4-2 0,2 0 1,1 0 57,2 0 0,2 0 0,3 0 0,3 0-70,3 0 1,1 1-1,2 2 1,5 2-1294,2 2 545,-3-4 1147,9 2 1,-5-6 302,6-3 1,0 1 658,0-5-985,0 5 0,2-6-1173,2 4 248,-3 1 1,10 4 190,-3 0 1,-1 0-1,1 0 1,2 0-108,1 0 1,-3-4 0,0 0 0,2 1-2202,1 2 2687,1 1 0,6-5 0,1-2 0</inkml:trace>
  <inkml:trace contextRef="#ctx0" brushRef="#br1" timeOffset="1">17426 13155 14937,'0'-7'2468,"0"2"-2033,0 5 0,0 5-127,0 4 0,0-2 0,0 1-50,0 1 1,0 2 79,0 2-438,0-7 0,0 5 0,0-2 0,0 1 0,0 3 0,0-1-473,0 0 1,0-3-1,0-1 240,0 1 0,0-2 0,0 1 247,0 2 1,0-3 56,0 1 614,0-5-266,0 2-294,0-5 1,0-1 0,0-3 0,0-4 0,0-3 0,0-2-180,0 1 1,0 0 168,0-1 10,0 1 0,0 0 1,-2-1-1,-1 1 1,-1 0 152,2 0 0,0-1 1,1 1 619,-3 0-618,2-1 1,-3 5-2,5 0-181,0 5 0,-1-6-83,-3 5 75,2-1 1,-3 7 135,5 2 0,0 3-78,0 5-31,0 0 1,1 1 0,2-1 0,1 0 0,-1 1 29,-2-1 1,-1 0-40,0 0 0,0-3 1,0-1-43,0 1-18,0 2-887,0 2-1303,0-6-2415,0-2 4657,5-5 0,13-22 0,8-5 0</inkml:trace>
  <inkml:trace contextRef="#ctx0" brushRef="#br1" timeOffset="2">17450 13697 7891,'0'-8'-1528,"0"-1"1528,0 0-9,0 3 1,4-5-1,0 3 242,-1-3 1,-1-1-97,-2 0-268,0 5 183,0-4 1,0 8-36,0-5 447,0 0 1,0 0 458,0-1-492,0 7-139,0-9 1,-2 9 0,-1-3 392,-1-1 0,0 4 482,4-7-569,0 7 0,-1-4 593,-3 6-407,2 0 1,-4 2-340,1 2 0,4 3 0,-3 5 1,3 1-181,1 4 1,0 1-223,0 2 0,0 3 78,0-2 1,0 2 0,0 2 0,0-1-197,0 1 0,1 0 16,3-1 1,-3 1-341,4-1 250,-4-4 0,-1-3 0,0-4 1,1-1-391,3 0 225,-2 1 153,3-7 226,-5 0-52,0-6-191,0 0-1854,0-6-1179,0 5 3211,0-4 0,11-23 0,3-6 0</inkml:trace>
  <inkml:trace contextRef="#ctx0" brushRef="#br1" timeOffset="3">17622 11580 7934,'0'-8'1311,"-1"1"3098,-3 2-3356,3 1 0,-9 5 0,6 3 571,1 4-1388,2 3 0,1 1 1,0 1-1,1-1 0,2 2 1,2 2-1,1 5 234,-1 2 1,-1 0 0,-2 0 0,1 1-308,1 2 1,0 5 0,-4-1 0,1 2-169,3 2 1,-2-4 0,3 0-1,-1-1-553,0-1 460,0 1 1,1-4 0,-1-2-1,0-1 1,0-2 0,0 1-1,-1-2-218,-2-3 357,-1 4 1,0-5-1,0 4 1,0-2 0,0-1-1,0-3 1,0 1 2,0 2 1,0-2-444,0 2 345,0-2 0,1 2 1,2 1-1,1-1 1,-1 2-196,-2 3 232,-1-4 0,0 5 0,0-5 1,0-1-1,0 0-24,0 1 0,0-1 24,0-3 1,0-1 0,0 0 0,0 0-88,0 1 0,0-1 329,0 0 1,0 1 60,0-1-263,0 0 0,0 1 1,0-1-1,0 0-160,0 1 1,2-3 170,2-1-49,-3 2 0,5-9 1,-5 5-1,2 0-80,1 0 200,0 1-92,-4 4 1,0-3 0,0-1 0,0 1 0,0 2 135,0 2 0,0-5-119,0 0-44,0 0 1,0 0-1,0 1 1,0 0 39,0 2 1,0-3-1,0 1 265,0 0-247,0 2 1,0 1-32,0 1-29,0-1 0,0 0 0,-1 1 0,-2-1 32,-1 0 0,0-4 48,4 1-224,0-1 0,0 0 0,0 0-115,0 2 1,1-1 0,2 1 0,1-2 194,-1 2 1,-2-3 24,-1 1 0,0-4 160,0 4-120,0 0 0,1 3 0,2-1 0,1-2-12,-1 2 24,-2 0 0,1-1 0,0-1-76,2 1 1,2-3 66,-2-2-15,-3-3 0,6-1-21,-3 0 50,-2 0 1,3 6 8,-5 2-29,0-2 1,0 0 136,0-2-88,0 3-218,0 0 0,-1-1-779,-3-6-427,2 5 1,-3-2-1096,5 5 2488,0 0 0,0-17 0,0-6 0</inkml:trace>
  <inkml:trace contextRef="#ctx0" brushRef="#br1" timeOffset="4">17610 13611 6806,'6'-7'1759,"-5"0"-1286,3 3-816,3-3-200,-6 0 2338,5 2 1495,-6 5-983,0 0-1687,-6 0 1,5 1-314,-3 3 0,1-2 37,-1 2-289,3 3 0,-5-5 1,6 6-1,0 2 0,0 1 1,0 1-22,0 1 1,0 3-1,0 2 1,0 0-133,0-1 0,2 4 194,2-5 1,-3 5 0,4-3 0,0-1 241,-1 1 1,1 0-160,-1-2 1,-2-2 0,2 2 0,-2-1-155,3 2 1,-4-4 45,3 4 1,-3-2-190,-1 1-10,0-2 1,0 4 0,0-5-1,0 2 1,0 3 0,0 0-1,0 0-191,0-3 1,0-1 313,0-2 1,0 4-107,0 1 155,0-1 0,0-8 0,0 0 1,0 2-1,0 1 0,0 1 2,0 1 1,0-5-27,0 0 0,0-4-265,0 4 221,0 1 0,0-1 1,0 0-1,0 1 1,0 2-1,0 2 1,0-1-97,0 0 1,0-3 58,0-1 1,0 0 0,0 4-65,0 1 0,2-2 88,2-3 296,-3 3 233,5-5-340,-6 1-107,0 4 0,0-8 0,0 5 1,0 2-1,0 1-171,0 1 0,0-4 146,0 0 0,0-3-153,0 3 116,0-6 1,0 9-1,0-2 31,0 2 1,0-3 54,0 0-6,0-5 0,0 8 0,-4-9 0,0 7-138,1 0-118,1 2 0,2-3 1,0 0-273,0 2 0,0-3 25,0 1-838,0-5 1,0-7 659,0-9 1,2-2 617,2 3 0,3-39 0,5-9 0</inkml:trace>
  <inkml:trace contextRef="#ctx0" brushRef="#br1" timeOffset="5">17463 14792 7935,'-9'-7'1662,"2"2"-471,2-1 1,1 4-1,5-5 1,3 1 230,5 4 1,2 0-1012,1 2 0,6-1 1,2-2-1,3-1 68,2 1 0,4-2-135,-1 1-405,7 0 0,-8 4 1,4 0-1,-1 0 1,-4 0-1,-4 0 0,-5 0-473,-4 0 0,-2 1 1,-1 2-1,-3 2-412,-2 2 1,-2-4 189,-7 1 524,-3-3 0,-11-1 1,-2 0-1,-5 0 1,-4 0-226,-3 0 495,1 0 1,-3 0 0,6 0 0,0 0-1,4 0 1,2 0 0,3 0 909,1 0 635,1 0-846,11 0-472,0 0 1,7 0-1,4 0 1,3 0 0,3 0-366,1 0 1,4 0 0,2 0 0,1 0 99,3 0 0,18-5 0,5-2 0</inkml:trace>
  <inkml:trace contextRef="#ctx0" brushRef="#br1" timeOffset="6">17499 11568 7880,'-8'0'1006,"1"1"0,1 2 2326,-1 1-2242,4 0 230,-8-4 1,10-1-1,-2-2-266,6-1 1,-1-2 0,7 4 0,0-2-909,2 1 1,1 2-1,1 1 1,-1 0-453,0 0 1,1 0 0,-1 0-1149,0 0 930,1 0 0,-8 1 0,-6 2 0,-9 2-79,-5 2 1,-1-4 0,3 2 0,1-1 405,0 0 0,-1 2 511,1-2 467,5-3-703,2 5 1,6-8 0,3 0 0,4-4-1244,3-1 502,2 5 663,5-9 0,12-13 0,8-8 0</inkml:trace>
  <inkml:trace contextRef="#ctx0" brushRef="#br1" timeOffset="7">17684 10891 7905,'-8'-4'4702,"0"0"-3914,5-6 1,-1 9 0,9-3 906,8 2-1452,4 2 1,9 0 0,2 0-1,2 0 1,1-1 0,2-2-1,0-2-193,0-2 0,-6 0 0,0-1 0,-3 2-1419,-4 1 0,-5 4-3762,2-3 5131,-9 2 0,-36 19 0,-13 3 0</inkml:trace>
  <inkml:trace contextRef="#ctx0" brushRef="#br1" timeOffset="8">17992 10879 7922,'-7'1'3177,"3"3"-833,2-2-1576,-3 3 0,4-4 0,-4 3-257,4 5 1,1-2-1,0 1 1,0 1 23,0 2 0,0 3 1,0 2-1,0 3-231,0 1 1,0 4 0,0-1 0,1 6-334,4 3 1,-4-4-1,4 5 1,-1 0-71,1-2 0,0 5-311,-1-3 238,-2-3 0,3 4 0,-5-4 0,0 2 0,1 0 0,2 0 0,1-2-512,-1 0 0,-2-4 703,-1 3 1,0-3 0,0-2 0,0 1 415,0 0 0,0-5-255,0 1 0,0-2 43,0 1-81,0 3 1,0-5-1,0 4 1,0 0 0,0 1 878,0 0-1087,0 5 1,0-9 0,0 6 0,0 1 0,0 1-259,0 2 0,0-5 207,0-3 1,0-1 52,0 5 130,6-1 0,-5 0 0,3-2 0,-2-2 0,-2 1 254,0-2 0,0 3 0,0-5 0,0 1-57,0 0 0,0 2-138,0-3 1,1 5-157,3-2-88,-3 3 1,5 2 0,-6-2-1,0-1 1,1-1-632,3 1 670,-2-5 0,3 5 0,-5-5 0,0-1 1,2 0 112,2 1 1,-3-1 170,3-3 0,-2 0 1,-2 2-1,0 2-24,0-2 0,0 3-367,0-2 0,0 2 124,0-2 1,0-1 0,0 4-1,0 0 1,0 1 1,-5-5 173,1 1 0,0 2-53,4-2 1,0 5 0,-1-5 0,-2 1 46,-1 0 1,0-3-41,4 2 1,0 2-62,0-1 0,0-1 0,0-2 0,0 1-93,0 1 0,4 1 31,0-5 1,2 4 36,-2 1 1,-3-1 0,3-4 218,-2 1 1,-2-1-201,0 0 0,0 1-77,0-1 39,0 0 0,1-4 0,2 1 0,1 0 0,-2 2-138,0 1 0,-2-3 537,0-1-196,0 0 42,0 4 0,0-3 0,0-1-161,0 1 1,0-2-425,0 1 244,0 1 0,0 3 51,0 0 197,0 1-256,0-7 999,-6 0-1964,5-6 36,-4-6 1,5 0-1,0-7 1072,0 1 0,10-44 0,4-11 0</inkml:trace>
  <inkml:trace contextRef="#ctx0" brushRef="#br1" timeOffset="9">17869 13475 7895,'-11'-1'8348,"2"-3"-7628,4 2 0,12-4 1,4 3-1,5-1 923,3 1-1655,2 2 1,8-1 0,-1 0 0,0-3-1,-2 1-2946,-2-1 2070,1 4 1,-5-6-1,1 4 1,-1-3-1,-1 1 888,-2 0 0,-31-32 0,-8-4 0</inkml:trace>
  <inkml:trace contextRef="#ctx0" brushRef="#br1" timeOffset="10">18041 13623 7865,'0'-8'490,"0"0"1001,0-2 1,0 3 0,-1 0-198,-4 2 0,3 1-655,-7 4-476,7 0 0,-4 5 1,6 3-1,0 5 1,0 3-1,0 5 0,0 2 575,0 1 1,2 7-60,2 1-485,-3-2 0,5 7 0,-5-1 1,2 5-1,1 1 0,-1 1 1,-2-2 274,-1 1-525,5-4 1,-3 6-1,2-4 1,-1 1-1,-1-1 1,2-4-1,1-1-285,0-3 0,-4-4-81,3 1 290,-2-4 1,-2 0-1,0 0 1,0-1-1,0 1-183,0 0 411,0-1 0,0-3 0,0-2 0,0 0 1,0 0-18,0 3 0,0-4 1,0 0-1,0-2-11,0 0 1,0 1-121,0-5 1,0 0 85,0 1-84,0 4 0,0-3 0,0 3 1,0-4-1,0 0-210,0-1 0,0 0 172,0 0 114,0 1 0,0-1 1,0 0-1,1-1 192,3-3 1,-2 3 27,2-2-198,-3-4 0,-1 6 0,0-3 0,0 3 0,0 1 138,0 1-242,0-1 1,-1-4-1,-2 1 1,-1 0 0,1 2-238,2 1 1,1-3 50,0-1 150,0 0 296,0 4 0,0 1 0,0-1 261,0 0 1,0 0-473,0 1 101,0-1-264,0-5-276,0-2 1,0-6-1,0-3 1,0-4-1,0-3-4177,0-2 4623,0 1 0,5-22 0,2-6 0</inkml:trace>
  <inkml:trace contextRef="#ctx0" brushRef="#br1" timeOffset="11">17881 15260 7885,'-12'-2'0,"-1"0"0,1-3 1739,0 3 1850,-1 0-2487,7 2 0,1 0 0,10 0 1454,3 0-2015,8 0 1,5 0 0,7 0 0,5 0 0,3 0 0,2 0 0,2 0-461,1 0 1,1-4-1,-2 0 1,1 0-1355,-2-1 636,0 3 0,-4-3 0,-3 5 0,-8 0 0,-6 0 637,-4 0 0,-18-22 0,-5-5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11285 16946 8153,'-8'0'343,"-1"0"1,0 0 526,-2 0 1,3 0-476,-1 0-203,7 0 1,-2-4 224,8-1-308,-3-4 0,9 6 1,-5-4-1,2 2 1,1 1-1,0 0 1,1 0-1,0-1 25,2 0 1,1 2 0,1-4 0,-1 1 0,0-1 0,2-2-141,2 3 0,-1-5 0,5 3 0,-1-3 0,-1 0 0,1 1-59,0 2 1,-3 0 0,3-5 0,-1 1 0,-1-2 0,-1-1 54,0-1 1,1 0-1,-5 3 1,0 1-1,1 0 1,-2-1 17,-3 1 0,3 4 1,-3 0-1,3-1 0,0 1 1,-2 0-40,0-2 0,3-1 0,4-1 1,1 1-1,-1 0 0,2 0 4,1-2 1,2-2-1,2 2 1,-1 1 0,-3 0-1,-1-1-8,-3 1 91,4 0 1,-4-1-1,4 1 1,-1 0-1,-3 1 1,0 1-1,0 2-14,1-1 1,1-2 0,-5 0 0,2 1-86,2 2 1,-2 0-1,2-5 1,-2 0 28,-2-4 1,5 4 0,0-5-1,1 0 77,0-2 0,0 0 1,-3 1-1,1 2-39,-1 1 0,3 3 0,0 1 0,-1-1-8,1 1 0,0 4 1,-3-1-1,3 0 7,1-2 0,-4 3 0,3 0 0,-2-2 25,1-1 1,-1-1 0,-2-1-1,1 1 8,1 0 1,1 0-1,-4-1 1,2 1-45,2 0 1,-1-1 0,-4 1 0,2 0-45,2-1 0,-2 1 0,1 0 1,-4 1-10,-3 3 1,-1-3 0,3 4 0,-2-1 35,2-1 1,0 3 0,3-4 0,-1 2 44,0-2 0,1-1 0,-1-1 0,2 0-42,2-1 0,-1 1 0,4 0 1,0-1-123,1 1 1,-4 0-1,3 0 1,-1 1 75,-3 2 0,3-4 0,-2 3 1,0 1 45,2-2 0,-4 0 1,2-2-1,-2 1 38,-2 0 0,1 0 0,-1-1 1,0 1 17,1 0 0,2-1 1,-2 1-1,-2 1-113,0 3 0,0-2 1,1 5-1,1-1-24,-1 1 0,0-5 0,1 3 0,-1-1 21,0 0 1,5 0 0,-1-4 0,0-1 8,2 1 0,-4 4 0,4 0 0,-2-2 111,0-1 0,1-1 1,-5 1-1,2 1 70,2 2 1,-2 1 0,2-2-1,-2 0-175,-2 0 0,5 2 0,-1-1 0,-1-2-32,-1-1 1,-2-1-1,0 0 1,1-1 96,-1 1 0,0 0 0,1-1 0,-2 1 57,-3 0 0,3 1 1,-4 1-1,1 2 78,0-1 1,-1 2-1,2-2 1,0 1-102,0 1 0,2-4 0,1 3 0,2-3-28,3-1 0,-4 0 0,5-1 0,-2 1 51,1 0 0,3 0 1,-2-1-1,0 1-46,0 0 0,4-1 1,-3 2-1,0 2-62,-3 1 1,2 1-1,-2-3 1,-1 3-55,-1 2 1,-2-5-1,1 3 1,-1-1 7,0 0 1,1 0 0,-2-4-1,-2-1 34,-1 1 1,1 0 0,2-1-1,-2 1 76,-1 0 1,-1-1-1,3 1 1,-2 0 84,1-1 0,-2 1 0,2 0-24,0 0 0,2-1 0,1 0 0,1-2-115,-1-2 0,4 1 0,1 3 1,-1 1-69,2 0 0,-3-1 1,4 1-1,-1 0 88,-3 0 0,3 3 0,0 1 0,-1-1 29,1-2 1,3 0 0,-5 1 0,0 2 43,2-2 1,-4-1 0,4-1 0,-2 0-23,0 0 0,1-1 1,-3 0-1,1-3-51,1 0 0,0 0 0,-3 3 1,-1 1-9,0 0 0,1-5 1,-1 1 110,0 1 1,1 1 0,-1 2 0,0 0-1,0-1 0,-1 1 0,0 0 0,0-1-87,3 1 0,1 0 0,-1-1 0,1 1-177,1 0 0,5-2 0,-4-1 0,3-1 143,1 1 0,-1 1 0,-1 2 0,-2-1 95,-2 1 1,3 0 0,-1 1 0,-2 1 10,-2 2 1,0 0 0,0-4 0,2-1-55,2 1 1,-4 0 0,-3-1 0,2 1-61,2 0 0,-4-1 0,3 1 0,-3 0 51,-1-1 1,2 1 0,3 0 0,1 0 115,1-1 0,1 1 0,-5 0 1,1-1-128,-1 1 1,1 0 0,3-1 0,0 1-84,-1 0 0,3-5 0,0 1 0,-1 1 6,1 1 0,3 1 0,-4-2 0,3-2 115,1 2 1,1-3 0,-1 2 0,-3 1 97,-1 1 0,-3 2 0,2 0 1,-1-1-108,2 1 1,-8 4 0,4 1 0,-2 0-28,0 0 0,1-1 0,0-3 0,1 2-137,-1 0 0,0 1 0,2-4 1,1 0-15,1-1 1,2 1 0,-3 0 0,3-1 121,1 1 0,-3 0 0,4-1 1,-3 1 57,-2 0 0,0-3 1,0 0-1,2 1-23,-2-1 0,3 0 0,-2 4 0,-1 0-101,-1-1 1,2 2-1,1-6 1,-2 2-110,-2 2 1,0 4 0,-1-1 0,0 0 272,1-2 1,-1-1 0,-1-1 90,-3 1 1,3 4 0,-4 0 0,1-1-109,0 3 1,0-5 0,5 2-142,-1-2 1,0 1 0,1 0 0,-1 2-36,0-2 0,1 3 0,-1-1 0,0 0 144,0 1 1,1-4-1,-1 4 1,0-1 127,1 0 1,-1 4 0,0-4 0,2-1-177,2 3 0,-2-5 0,4 4 0,-2-1-47,1-1 1,0 5 0,-2-4 0,2-2 52,-2 0 0,-1 1 1,-2 1-1,0-1 17,1-2 1,3-2 0,-1 1 0,-3 0 16,-2-1 1,-2 1 0,4 0 0,1-1-46,-1 1 1,-4 1 0,0 2 0,1 0-9,-3 0 1,5-2 0,-4-1-1,1 1 14,1 3 1,-1-3 0,4 2 0,0-2 10,1-1 1,0 0 0,2 0-1,2-1 8,-2 1 1,3 1 0,-1 1 0,1 2-11,0-1 0,0-1 0,-3 0 0,1 2-20,-1-1 0,3-1 0,-2 1 0,1 0 4,1 0 0,-3 2 0,4-1 1,-1-2-24,-3-1 0,-2 3 0,1 0 0,1-2 75,1-1 1,1-1-1,-5 0 1,0-1-11,1 1 0,-1 0 0,0-1 0,1 1-12,-1 0 0,0 0 0,1-1 0,-1 1-20,0 0 0,5 3 1,-1 1-1,-1-1 1,-1-2 1,2-6 0,2 1 0,0 1 110,-1 1 1,4 2-1,-3-2 1,0 1 36,-1 0 0,4-5 0,-3 9 0,-1-1-65,1-1 0,0 0 0,-3-1 1,1 0-71,-1 0 0,-1-1 0,0 1 1,1 0-51,1-1 0,1 1 1,-5 0-1,2-1 24,2 1 1,-1 0 0,4-1-1,0 1 2,0 0 1,1-5-1,1 1 1,0 1 39,1 1 0,-4 2 1,-1 1-1,0 1 20,-1 2 1,5 0 0,-5-4 0,1-1-137,0 1 1,-2 0 0,6-2 0,-1-1-6,0-1 0,3-1 1,-4 4-1,1-2-13,1-2 1,-2-1 0,2 3 0,-5-1 104,-2 1 0,-1 3 1,2 1-1,2 1 137,-2 1 0,0-5 1,1 6-1,3-3-60,1-2 0,7 1 0,-2 0 0,2 0-75,3-1 0,-4 1 1,3 0-1,-3-1-22,-2 1 0,-5 0 0,-1-1 0,-1 1-1,-1 0 0,0-1 0,-3 0 0,0-2 8,4-2 0,-4 1 0,4 4 0,-2-1 16,1 1 1,-2-4 0,2-1 0,-1 2 145,2 1 0,-2 2 1,4 0-1,0 0-116,0-1 1,-2 1 0,3 0 0,3-1-127,5 1 1,-2-4-1,4-1 1,-1 2-60,-1 1 1,4-2 0,-6 0-1,-4 1 145,-3 1 1,-1 2 0,-3-1 0,1 1 228,-1 0 1,-5 4-1,-2-1 1,1 0-109,2-2 1,6-2-1,-1 1 1,1 0-97,0 0 0,-2-1 0,6 1 0,1 0-97,1-1 1,2 0 0,1-2 0,1-2 40,2 2 0,1-3 0,-4 2 0,0 1 69,-3 1 1,-3-2 0,1-1 0,-3 2 38,-1 2 1,-3 2-1,3 1 1,-4 2 8,0-2 1,-1 0-1,2-3 1,1 1-24,1 0 0,6-2 0,-2-1 0,4-2-95,0 2 0,5 0 0,0 0 1,-1-1-37,2 1 1,-4 1 0,2 2-1,-5 1 42,-2 3 0,-6-3 0,1 3 0,-2-2 173,-2 2 0,-1-3 0,-2 4 133,0 0 0,-7 0-835,3 3 1,-3 2-697,2-7 1,-2 5 1267,2-4 0,-14-44 0,-3-15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10325 17795 8156,'0'-13'8,"0"1"0,-1 0 1080,-4 0 0,4-1 0,-3 1-457,3 0 1,1-1-451,0 1 0,0 4 197,0 0-307,0 5 0,4-4 0,1 4 0,1-2 0,0-1 0,1 1 0,3 2 208,1 2-277,-4-5 0,5 5 0,-1-5 0,4 2 1,0 0-1,-1 0 0,-1-1 170,4-3-115,-4 2 1,9-6 0,-4 1 0,0-4 0,1-2 0,0 0-1,2-4 19,-2-2-79,4-2 1,-5 2 0,4 1 0,-2 2 0,1-2 0,-1-2 0,1 0-29,1-1 0,-1 5-76,0-1 113,2 1 0,-4-1 0,5 2 0,-4 1 0,-2 3 6,0 2 0,-5 0 0,5 0 0,-1-1-37,-1 2 0,0-3-26,-3 6 1,-1-3 45,0-4 3,1 2 0,-1-4 0,0 6 0,1-2 0,-1-1 32,0-1 1,2-1-15,2 5-36,-2 0 1,4-1 0,-6 1 0,0 0 0,1 1-28,-1 3 1,2-3-1,1 3 1,1-2 1,-1 2 0,0-3-2,1 3 0,0-3 0,4-2 12,-5 1 0,8 0 1,-2-2-1,1-1 0,0-1-85,-2 1 163,1-5 1,-1 5 0,-1-4-1,-1 1 1,-2 3 40,2 2 1,-4-1-73,2-2 1,-2 2 0,-2-4-1,2 2-24,2-1 1,-1 0 20,6 0 0,-2 2-50,2-5 0,2 5 0,-3-3 0,4 1-108,0 1 1,1 0 81,-1 3 0,1-3-67,0 0 73,-1-6 0,1 7 1,-1-6-1,0-1 0,-2-1-77,-2-2 1,-1 5 69,2-1 39,2 1 1,-8-1 0,4 2-1,-1 1 1,-2 3 33,2 2 0,-3 0 1,4 2-1,0 2-102,1 1 0,-4-1 81,5-3 0,-1 0 9,5 0 1,-1-6 0,2 4 1,2-4-1,2 1 0,0-4 66,0-2-76,-1 4 1,-5-3 0,-1 4-1,-1-1 1,-3-2 37,-1 2 0,3-3 60,-5 6 0,6-6 1,-1 2-1,2-4 195,1 0 1,2 3-170,3 1 1,3-1-1,4-3-125,1-1 0,0 2 0,-1 2 0,-2 3 1,-3 2-40,0 0 1,-3-2 0,-5 3 0,-1-2 9,-1 2 1,-5 0 36,5-1 0,-1-2 15,5-2 51,0-4 1,1 7 0,1-5 0,3 0 0,0-3 269,0-2-310,4-2 1,-6 4-1,4 0 1,3-4-1,0-3-15,2 1 1,-4 1 6,0 5 0,-6 1 0,3-2 0,0 0-17,3 1 0,3-2 235,1 6 1,-1-2-88,1-2 1,3 1-1,-2-2 1,-2-2 131,-1 0 0,0-2-310,-3 1 1,3-1-66,-7-3 1,7 3-1,-3 4 1,4-1-59,1-2 1,4-4 125,0 4 1,4 1-1465,-4 3 1318,0-5 1,-4 3 0,-2-5 0,-2 2 0,-5 3-118,-6 1 1,-1 1 359,-4 0-13,5-5 0,-3 8 0,5-2 1,1 1-1,0-1 68,-1 0 0,5-1 4,0 1 1,4-1 0,-3 0-1,1 1-41,3-1 1,0-4-66,-1 1 1,-1-5 0,-5 3 0,2-2-103,-2-2 1,-1 0 22,-1 1 1,-1 3-107,1 5 152,5 1 0,-3-1 0,6 2 0,1 1 0,2 3 54,1 1 1,0-5-69,0-2 76,0 1 0,-2-8 0,-1 5 0,-2-3 0,-1-2 28,1-2 0,-1 0 1,3 0-1,0 2-20,5 2 0,-1-3-84,7 5 0,-1-1 158,1 4 0,-3 1 0,-6-2 1,-2-1-209,-1-2 1,-6 0 53,2 4 1,2-3-40,2-1 111,3 0 1,2-1-1,3-3 1,6-1-1,3 0 77,4 1 1,-2 0-63,-7-3-33,2-1 1,-12 5 0,2 2 0,0 1 0,2-1-18,6-1 1,7-2 171,2-4-177,4 0 1,-7-1 0,1-2 0,-6-1 0,-5 2-22,-2 0 1,-6 8-2,-1 2 25,1 3 0,7 0 1,2 0-1,5 0 1,-1 2-19,2-4 0,-4 4 1,0-6-1,-2-1-24,-2-1 1,-2-1 28,-1-4 1,5 1-1496,3-9 1492,9 6 1,0-4 0,4 6 0,-5 2 0,-4 1 0,-4 1 0,-2 1 1,-6-1-1,0 3-150,0 0 0,0 3 137,-1-6 0,7 0-72,2-4 0,3 2 1,0 1-1,-2 1 68,-1-1 0,-5-1-15,1 3 0,-3 0-813,-1 3 835,6 3 1,2-9 0,7 2 0,1-1 0,0 0 333,2 1 1,-6 0 0,0-4 0,-6 2-418,-5 2 0,-5 3 67,0 5 1,4-1-1039,4-3 1075,11 3 0,-6-4 1,10 4-1,-1-1 1,-3-3 14,-2-1 1,-2-1-1,-1-2 1,-2 1-124,1-1 0,4-2 89,3-1 1,6 1-41,-29 17 1,1 1-1,28-15 1,-11 1 0,-3 2 35,-4 3 0,-4-3 4,-4 1 1,2 0 4,-2 5 189,3-1 0,6 1 1,2-1-1,0-1 1,-5-1-26,-5-2 0,-3 0-127,-7 5 27,6-1 0,-9 4 1,-1 2-1,-5 2 0,-2 1 82,-1 3 0,-1 1 0,-2 1 1,0 1 26,0 2 894,-3 5-1074,5-8-206,-5 10 1,3-6 0,-1 4-310,1-1 0,-2 0 0,1 4-379,2 0 1,1 0 911,1 0 0,1-5 0,-1-2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24551 11149 13021,'-7'0'2223,"2"0"-1800,5 0 1769,0 0 1,0 6-1582,0 2 0,0 3 1,0 1-1,0 1-584,0-1 0,0 0 0,0 2 0,0 1-126,0 1 1,0 5 0,0-5 0,0 1 43,0 0 0,0 1 0,0 3 1,0-3-1,0-2 0,0 2-21,0 1 1,0-3 0,0 3 0,0-1-1,0-3 1,0-1-404,0-2 351,0 1 0,0-1 1,0 0-1,0 0-360,0 1 0,-2-2 315,-2-3 273,3 3 0,-5-8 37,6 5 1,0-4-24,0 4-142,0-5 74,0 8 212,0-4-148,0 5-12,0 0 38,6 1-48,-5-1 1,5-4-43,-6 0 1,0-4-25,0 5 0,0-5-12,0 4 1,0-4-112,0 4-860,0-5-1237,0 2 0,-2-5-2128,-2 0 4326,3 0 0,-10-16 0,4-5 0</inkml:trace>
  <inkml:trace contextRef="#ctx0" brushRef="#br0" timeOffset="1">26323 9980 7773,'-11'2'593,"1"0"1,2 3 489,-1-3 0,3 5 1,1 1-683,-1 3 1,5 2-1,-3 0 1,2 2-1,2 3 1,0 1-191,0 3 0,0 0 1,0 0-1,0-2 1,0 2-1,0 0-281,0-1 1,0 0 0,0-4 0,0-2 0,0-1-788,0-2 0,2-1-175,2-3 1,-1-2 0,3-8 1031,0-2 0,9-3 0,-1-5 0</inkml:trace>
  <inkml:trace contextRef="#ctx0" brushRef="#br0" timeOffset="2">26200 10546 7823,'25'0'0</inkml:trace>
  <inkml:trace contextRef="#ctx0" brushRef="#br0" timeOffset="3">26360 10411 7823,'-8'0'-740,"-1"0"768,7 0 1,-4-1 905,6-3 1,0 1 1543,0-5-1388,0-1 1,0 1-4,0 0-652,0 5 1,0 7-1,2 9 207,2 0-616,-3 7 1,5-7 0,-6 5 0,0-2 0,0 2 0,0 1 0,0 2-1,0-1 1,0 1-139,0 1 1,0 0-1,-2-1 1,-1 0-1,-1-1 1,2 0-591,0-4 546,2 3 1,0-5-1,0 2 1,0-2-1,0-2 1,0 1-1,0-1 164,0 0 0,0-4 0,0 1 0,0 0 213,0 2 1,0 1 0,0 1-326,0-1 1,0-4-6,0 0 0,0-3-223,0 3-391,0-6-1215,0 4-1110,0-6 3048,0 0 0,0-22 0,0-5 0</inkml:trace>
  <inkml:trace contextRef="#ctx0" brushRef="#br1" timeOffset="4">16330 7901 7799,'-12'-5'540,"0"1"0,-1 2 0,2 2 0,3 5 1,4 7-1,3 8 0,2 4 689,3 5 1,3 4 0,5 8 0,1 4-1,-1 3 1,-1 0-1238,-3-3-426,3 3 0,-4-12 0,4 1 0,-2-8 0,-2-7 0,-1-6 0,-2-2-3516,1-2 3950,-3-5 0,-2-18 0,-7-9 0</inkml:trace>
  <inkml:trace contextRef="#ctx0" brushRef="#br1" timeOffset="5">16195 7778 7860,'0'-18'219,"-6"4"0,4-8 0,-5 6 1,1 1-1,4 1 352,0 2 0,8-1 1,2 1-1,3 0 1,1 0-62,1-1 1,3 1 0,2 0 0,0-2 0,1-1 0,0-3 126,3-1 0,5-2 0,3-2 1,2 1-1,3 2 0,5-2-316,5-1 0,11-2 1,1 2-1,-2 2 0,-3 6 1,-5 6-450,-6 5 0,-7 2 0,-15 5 0,-7 4 0,-6 7 0,-6 3-1961,-4 5 1795,-3 7 0,-12 1 0,-6 4 0,-6 0 0,-6 3 0,-4 4 1,-3 3 254,0 3 0,-4-4 0,4 1 1,1 0-1,2 0 0,5-1 450,7-3 1,3 0-1,14-12 1,5 0 0,5-2-1,3-3 847,3-3-905,3 4 1,11-7 0,2 5-1,5-3 1,5-1 0,7-4 0,7-3-1,5-4 1,3-2 356,1-2 1,2-6 0,-10-2 0,-10-1 0,-7 1-1672,-8 2 0,-7 3-2102,-9 4 1,-3 3 3062,-1 5 0,22-27 0,5-7 0</inkml:trace>
  <inkml:trace contextRef="#ctx0" brushRef="#br1" timeOffset="6">17143 8110 7870,'-6'0'4517,"6"0"1,11 0-4236,10 0 0,3-7 0,6-4 0,4-5 0,3-4 0,-1 0-246,-1 1 0,-3-4 1,-2 1-1,-4-3-117,-7 0 0,-5-2 0,-6 8 0,-4 0-119,-3 2 1,-7 5 0,-7 4 0,-6 4-703,-4 2 815,-2 8 1,-5 6 0,-3 9-1,-2 3 1,-1 4 0,2 2-1,3 1 1,1 3 0,4 2 117,4 1 1,4-4-1,7 0 1,3-1 0,5 0-1,6-5-159,5-5 1006,8-4 1,5-11 0,8-3 0,3-3 0,5-2 0,3-3 0,0-6-527,-5-5 0,2 1 1,-4-2-1,1 2-2466,-1 2 0,-4 0 1,-7 1-1,-2 1 2114,2 2 0,23-39 0,-19 17 0,0 0 0</inkml:trace>
  <inkml:trace contextRef="#ctx0" brushRef="#br1" timeOffset="7">17967 7851 7842,'8'-8'177,"-1"0"1,-1-2 1181,-4-1 0,-2 5 0,-4 1-511,-4 4 0,-8 7 1,-5 2-1,-2 3-295,-2 1 0,-3 0 0,-3 2 0,1 1-139,0 1 0,2 1 0,4-5 1,4 1-1,3-1 0,5 0-131,4 0 1,2-3 0,9-3 0,5 0 0,10-3 0,8-2 111,7-1 0,2 0 0,4 0 1,0 0-1,4 1 0,-1 2-437,1 1 1,-4 4-1,-6-2 1,-4 1-1,-3 2 1,-4 4-454,-6 3 0,-6 2 1,-16 5-1,-6 0 1,-9 3-1,-6 0-11,-6 0 1,-7-5 0,-2-2 0,-2-1 0,-2-3 0,-1-3-1178,2-4 540,3-2 1,12-5 0,5 2-1,7 1 1143,5-1 0,55-24 0,14-6 0</inkml:trace>
  <inkml:trace contextRef="#ctx0" brushRef="#br1" timeOffset="8">18287 7950 7842,'-12'0'1465,"1"1"1371,3 3-2279,-3 3 0,9 5 1,-2 1-1,4 0 1,3 2-1,2 3 1,2 1-1,3 2 1,1-1-361,1 1 1,4-6-1,1 1 1,-3-2-1,-4-2 1,-1-1-5340,0-3 3182,-3-2 1960,-1-6 0,-7-28 0,-7-15 0,2-2 0,1 1 0</inkml:trace>
  <inkml:trace contextRef="#ctx0" brushRef="#br1" timeOffset="9">18336 7802 7831,'-24'-18'320,"0"1"1,4-4 0,5 5 1468,5 2 1,6 2 0,10-1-1790,6 1 0,24-7 0,11-2 0,7-2 0,-1 0 0</inkml:trace>
  <inkml:trace contextRef="#ctx0" brushRef="#br1" timeOffset="10">18878 7974 7779,'-13'0'260,"5"0"1,-1 0 0,-4 0 0,-3 0 0,-3 0 0,-3 0-1,-1 0 329,-2 0 1,-4 7 0,1 4-1,0 6 1,2 3 0,2 6-336,-1 6 0,7 3 1,5 2-1,4 0-78,4 0 0,6-6 1,8-2-1,3-6 387,4-6-370,3-6 0,11-11 0,3-2 1,4-3-1,3-8 0,2-7 1,1-7-70,-1-6 0,3-3 0,-4-2 0,-1-2 0,-3-2 0,-6-2-290,-6-2 1,-6-2-1,-8-3 1,-3-2 0,-4-6-1,-4-5-610,-1 29 0,-2 0 689,-4-32 1,-9 0 0,-2 10 0,0 7 0,0 15 0,2 10 0,0 10 510,-1 6 1,1 5-1,5 9-258,3 7 0,-2 6 1,6 8-1,1 3-82,2 4 1,1 6-1,0 4 1,1 2 183,3 5 1,2 4-1,5 3 1,0-4 581,2-2 1,4-2-1,-2 1 1,3-4-275,1-5 1,1-5-1,5-13 1,0-3-974,-1-3 0,-5-8 0,-2-2-980,-4-1 0,-4-2-4793,-1-4 6170,-5 0 0,7-17 0,-3-3 0</inkml:trace>
  <inkml:trace contextRef="#ctx0" brushRef="#br1" timeOffset="11">19395 7950 7795,'-9'0'4875,"1"0"-3016,0 0-1542,1 0 1,3 7 0,7 4 0,2 4 0,2 1 0,4 0 0,3 2 370,2 1 1,2-4 0,-3 3-1,3-3-523,1-2 1,0 2-1,1-9 1,-2 1-1,-1-3 1,-1-2 50,-1-2 0,-1-10 0,-3-4 1,-3-3-1,-4-5 0,-3-3 649,-1-4-786,0 4 0,-1-6 1,-2 8-1,-2 1 0,-2 3 1,-3 1-1,-1 3 1,-1 3-1,0 2-1669,0 2 0,3 6 0,3-1 0,0 6-2234,3 5 0,3 3 3824,4 1 0,47 28 0,-17-17 0,-1 0 0</inkml:trace>
  <inkml:trace contextRef="#ctx0" brushRef="#br1" timeOffset="12">20084 7962 13672,'-13'0'495,"0"0"1,-4 1 0,-5 5-1,-4 5 1,-4 7 0,0 4-32,0 4 0,2 1 0,4-3 0,5 1 0,7-2-251,6-2 0,20-10 0,9-11 0,9-8 34,6-7 1,6-5 0,-3-4-1,-2-1 1,0 2 0,-5 4-265,-5 6 0,-6 7 0,-11 6 0,-1 2 0,-3 5 0,-4 7-444,-2 4 0,-6 2 1,-2 5-1,1-2 0,-1-1-4258,4-2 4061,6-10 0,2 1 1,7-14-1,0-5 658,4-8 0,7-45 0,-8 25 0,0 0 0</inkml:trace>
  <inkml:trace contextRef="#ctx0" brushRef="#br1" timeOffset="13">20404 7507 7795,'0'-13'968,"-2"3"1,0 0 78,-3 2 1,1 6 0,4 4 0,0 9 0,2 9 0,2 9-173,4 8 1,3 2-1,3 9 1,1 3-1,1 1 1,1 1-398,0 1 1,-3-5 0,2-5 0,-2-3 0,-2-5 0,-1-4-2033,-2-6 0,0-4 0,-3-11-2810,0-3 1,-2-4 4363,5-8 0,26-36 0,-12 14 0,1-1 0</inkml:trace>
  <inkml:trace contextRef="#ctx0" brushRef="#br1" timeOffset="14">21179 7765 7774,'-12'-5'-229,"2"3"1,-1-2-1,-4 3 1055,-3 1 0,-6 5 0,-6 4 0,-2 2 0,-3 1 1,-4 1 93,-2 4 1,2-3 0,6 3 0,6 0-1,5-1 1,7-1-186,5-1 0,6-6 0,9-1 1,8 0-1,9-2 0,8 1-418,7-4 0,13 0 0,2-2 0,3 0 1,-2 1-1,-2 2-658,-2 1 1,-5 6-1,-5-2 1,-6 3-1,-8 2 1,-9 4-2846,-6 3 3085,-10 4 0,-18 2 0,-12 1 0,-8 3 1,-7 0-1,-5 0 0,-3-4 192,-4-4 0,2-6 1,3-6-1,5-3 0,8-2 1,6-2-243,8-2 0,8-2 0,10-2 0,5-2-5164,5-2 4184,12-1 0,-7 0 1131,9-1 0,13-21 0,3-9 0</inkml:trace>
  <inkml:trace contextRef="#ctx0" brushRef="#br0" timeOffset="15">24120 12085 7885,'-8'1'406,"0"2"0,0 2 1,-1 2-1,3 3 1,0 1 557,3 1 0,-2 0 1,1 2-1,1 2 184,2 5-965,1 2 0,0 2 0,0-1 0,0 0 1,0-3-1,0-1 0,0-3 58,0-2 1,1-1-698,3-2 1,-1-3-1,5-1-1661,2 1 1,1-3-1852,1-2 3968,-5-3 0,-2-17 0,-5-5 0</inkml:trace>
  <inkml:trace contextRef="#ctx0" brushRef="#br0" timeOffset="16">23111 12589 6307,'-7'-1'2260,"3"-3"-1714,-3 2 3,6-9 218,-5 10 1,6-10 0,0 3 1711,0-3-1193,0 4 0,2 0 287,2 3-1457,-3 3 0,9-3 0,-6 8 0,-1 5 0,-2 5 1,-1 4-1,0 1 0,0 3-12,0 1 1,0 2 0,-1-1 0,-2 1-201,-1 0 1,-4-1 0,4 1 0,-1-1-98,0 1 1,4-4 0,-4-2 0,3 0-74,-2 0 0,2-4 77,-2 1-19,3 4 0,1-11 0,0 3 0,0-1 0,0 0-1229,0 2 247,0-7 1,0-1-1257,0-10-283,0-1 2729,0-7 0,11-10 0,2-3 0</inkml:trace>
  <inkml:trace contextRef="#ctx0" brushRef="#br0" timeOffset="17">23320 12971 7828,'0'-8'1934,"0"-1"173,0 0-690,-5 3 1,3-5 1671,-2 3-2283,3-3 1,1 6-577,0 5 0,-4 5 0,0 8 0,1-1-150,2 0 0,1 2 0,0 1 0,0 3-15,0 1 1,-2 1-1,0 4 1,-3-3-66,3 0 1,0-1 0,2 5 0,0-2-102,0-2 1,0-2 0,0-4 0,0 1 68,0-1 0,0-1 0,0-2 0,0 1-60,0-1 119,0 0-108,0 1 1,0-1 0,0 0 0,0 1 0,0-1-53,0 0 1,0 0-1,0 1-38,0-1 0,0 0 78,0 1-5,0-1 122,0 0 0,0 1 0,0-1-46,0 0 1,0 1 0,-1-1-162,-3 0 0,3 0 238,-4 1 0,4-5-100,1 0 37,0 0 1,0 5 0,0-1-1,0 0 35,0 1-6,0-1 0,0-4-6,0 0-66,0-5 1,0 4 6,0-3 0,0 3 0,-1 4 91,-3-3 49,2 3 1,-3-8-117,5 5 85,0-5 1,0 7 0,0-1-57,0 2 1,0-3-1,0 0-10,0 2-84,0-5 80,0 6 87,0-4 0,0 1 1,0 0 75,0 2 1,0-3 46,0 1-354,0 0 1,0 0 89,0 0-450,0-5 0,0 4-2435,0-3 1675,0 3 1,0 1 614,0 0 654,0-5 0,5-19 0,2-12 0</inkml:trace>
  <inkml:trace contextRef="#ctx0" brushRef="#br0" timeOffset="18">20342 15334 7807,'-1'-9'833,"-2"1"0,-2 0 2301,-2 1-2483,4-4 397,-2 10-489,5-5 0,0 12 1,0 2-267,0 3 1,0-3 0,1 0 0,2 2-132,1 1 1,0 3-1,-4 1 1,0 1-62,0-1 0,0 0 0,0 0 0,0 3-90,0 1 1,0-3-1,0 4 1,0-1-83,0 0 0,4 0 1,0 3-1,-1-3-5,-2-1 0,-1 2-117,0-3 168,0 5 1,0-9 0,0 4 0,0-4-1,0 0-161,0-1 183,0 0 0,0 1 1,0-1 51,0 0 1,0 0 0,0 1 62,0-1 1,0-4 26,0 0-107,0 1 1,0 3-1,-1 0-154,-3 1-18,2-1-53,-3 0 0,5 1 21,0-1 149,0 0 0,0-4 39,0 1 1,1-5-1,2 4 129,1 1 25,0-3 1,-4 5-63,0-3 0,0-1 0,0 1-103,0 2-294,0 1 222,0 1 1,0 0 0,-1-1 10,-3-3-53,2 3 171,-3-4 1,5 5-1,-2-1 235,-2-2-275,3 2 0,-4-5 4,5 7 0,0-5-337,0 0-329,0 0 1,0 0-751,0 1-1161,0-7 156,0 4 2395,0-6 0,10-11 0,4-3 0</inkml:trace>
  <inkml:trace contextRef="#ctx0" brushRef="#br0" timeOffset="19">18644 16552 7837,'0'8'1750,"0"0"-1372,0-5 0,0 4 230,0-3-451,0 3 0,0 1 1,0 0-534,0 2 0,0-3-1480,0 1 214,0 0 1642,0-1 0,5-7 0,2-7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17376 18139 17956,'-8'0'-855,"0"0"633,0 0 1,-5 0 0,3-1 0,1-3 545,5-4 0,3-3 0,1-2 0,0 1-144,0 0 0,0 4 1,1 1-1,2 0 146,1 0 0,6 3 0,-4-4 0,3 0-104,-1 1 1,1-4 0,6 1 0,3-5 29,1-5 0,-2 1 0,3-2 0,1-2 146,-2-5 0,4-3 0,-2-6 0,2 0 169,2 0 1,-1 0 0,2 0 0,2 2-145,0 2 0,1 4 0,-3 7 1,1 3-327,2 2 0,4 0 0,-4 5 1,-2 0-87,-1-1 0,-3 1 0,-1-2 1,-2-1-54,2-1 1,-3-6 0,2 0 0,1-4 219,1-3 0,11-8 267,3 5-520,3-7 1,2 13 0,3-2 0,3 2 0,0 2-152,-3 4 0,-4 2 0,-8 4 0,-4-1-24,-3-1 0,-2-6 377,1 2 1,0-4 474,-1 0-508,1-6 0,5 1 1,3-7-1,2-3 1,2-2 201,0-2 0,4 2-87,0 4-181,0 0 0,-9 6 0,-4 4 0,-3 3 0,-3 5 54,-2 1 0,-1-2 1,3 2-1,-1-1 44,1-3 1,1-1-21,2-2 0,-1 1 67,1-1-124,5-5 0,-3 3 1,5-6-1,-1-1 1,1-2 432,2-1-449,-4 6 0,-4 1 0,-6 6 0,1 3 1,-2 1 45,-3 3 0,2 0-267,-1 5 1,-1 0 0,-2-1 0,2 1-147,5 0 1,3-5 107,5 1 1,2-6 133,6 1 0,4-6 0,0-2 0,-1 2-72,-2 1 1,-2-3 210,-3 1 1,-3-5 30,-6 4 1,-3 5 0,-2 3 0,0-1 102,0-1 0,-2 2-32,3 1 1,2 1-108,7-2 0,-2-2 0,7 1 1,3-4-32,3-3 0,1 1 42,-4 3 0,0-4 14,0 1 1,-2-9 0,-2 3 0,-6 1 216,-5 1 0,2 4-165,-4 3 0,3-4-90,2 1 1,1 0-1,3 6 1,3 2-225,4-2 1,5-5 182,0-2 0,0 0 123,-4 5-129,-6 4 0,1-3 1,-5 3-1,1-4 0,-4-2 34,-2-2 1,0 2 0,5-4 0,3 1-55,2 0 1,-4 2-105,5 6 1,-1 2-182,1 3 310,2 2 0,-3-8 1,3 6-1,-2-1 1,-4 1 20,-3 0 1,1-6 0,-1 1-1,-3-2 156,0-2 1,1 1 29,0-1 1,0-4-198,-4 1 82,9-1 1,-9 0 0,9 1 0,-3 0-1,-1 4 73,-1 3 1,1-1 0,-1 6 0,1-1-90,0 0 1,-1-1 140,1-3 0,-1-2 84,1 3-282,0-4 0,-1-4 0,0-1 0,-4 2 0,-4 1-328,-2 1 413,4 0 1,-3 1 0,5-1 0,2 1 0,3-1-94,4 0 1,-2 1-96,6-1 1,4-4 0,4 1 0,-2-1 118,0-1 1,-2 2 17,0-4 1,-2 4-156,-2 0 133,-8 2 1,-2 0 0,-1-2 0,5-2 0,6 0 103,2 0 0,2 0 0,0 3 0,0-2-236,0 2 0,0 1 52,0 1 1,-6 2 202,-2 2-91,-8-2 1,2 8 0,-4-4 0,0 0-1,-3 1-13,-2 0 0,3 2 0,0 2 0,1-1-97,0-1 1,4-5 89,-2 5 1,-1-5-82,2 5 86,5-6 1,-1 3 0,1-5-1,-5 3 1,1 0-25,2-1 0,3-1 0,-1-2 0,-3 1-11,0-1 0,-1 1 0,-1-1 0,2 0 0,-3 1-4,-2-1 1,6 0 0,-4 1-1,3-1 1,2 1-45,-1-1 0,2 2 1,2 1-1,2 1-168,1-1 0,2-2 133,4-5 0,0 3-119,0-3 245,0 3 0,0 1 0,-3-1 0,-4 0 0,-5 4 16,-2 3 0,-4-2-328,2 5 285,-1-6 1,6 7 0,1-4 0,2-1 0,0 1-25,1-3 1,0 1 0,4-1 0,-2 1 79,-2-1 1,-2 3 134,-3-1 1,0 3-130,-1-3-108,-5 5 0,3-9 0,-4 4 0,1-3 0,3-2-304,1 0 337,2 6 0,0-3 1,-1 5-1,1-1 1,-1 0-98,1 3 1,0-3 120,-1 2 1,1-2 0,1 2 0,1-3 58,2-1 0,0-2-74,-5 6 1,2-6-321,3 2 289,2-4 1,2-4-1,-1-1 1,-1 2 0,0 1 3,4 1 0,-1-2 0,0 1 1,-3 4-15,0 3 1,-3 1 54,-3 2 0,-2 2 200,-2-3-187,2 4 0,-8 2 1,4 1-1,0 1 0,0-4-143,3-2 1,1-1-1,2 2 1,0-1-165,-1-1 1,1-5 173,0 5 0,3-6-42,1 2 243,0 2 1,-5-4-1,0 5 1,-3 1-1,-1 0 22,-3-1 0,4 1 180,-5 4-343,6-6 0,-3 4 0,5-2 0,-3 1 0,0 0-118,1-2 0,1-1 0,2 3 1,-2-1 40,-3 1 1,4-4-15,-4-2 0,7 2 387,2-1-181,0-1 1,1 1 0,3-1 0,4-1 0,2-1 54,2-2 1,0 2 0,-5 1 0,-3 3-75,-4 1 1,-5-2-157,-3 3 1,-4 1-78,-4 4 48,-1-6 1,6 3-1,2-6 1,4-1 0,2-1 98,2-1 0,8 3 1,8-1-1,2-1-154,5 0 0,-5-3-14,-5 9 0,-4-3 101,-4 3 10,-3 1 1,-15 4 0,-4-1 0,-3 1 151,-1 0 1,-3-1-1,3 1 1,-2 0-228,-2 0 0,3 3-412,-2 1 0,5 0-18,-1-4-200,-2 5 0,5-4-974,-3 3 1214,-2 2 1,-23-21 0,-10-1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14214 13943 8488,'5'-12'31,"1"-1"0,3 0 0,-1-2 0,1-2 1,-3 2-1,0 1 421,-1 2 1,-3 0 0,2 0 0,-3-1 0,1 1-109,2 0 0,-3-1 1,3 0-1,-1-2 1,0-3-1,2-1 129,2-3 1,-3-1 0,3-2 0,-2 0 0,-2 1 0,-2 0-251,-1 4 0,-1-3 1,-3 4-1,-6 1-457,-5 6 1,-11 1 0,-13 6 0,-13 4 47,-13 4 0,30 0 0,-2 2 1,-1 3-1,-1 0 0,0 2 1,-1 1-1,0 1 0,1 1 0,-1 0 1,1 1 73,0 0 0,1 1 0,3 1 0,0 2 0,2-2 0,1 1 1,0 0-1,2 1 49,-27 19 0,3 0 1,11 1-1,7 2 76,10 1 0,8 1-5,10-1-15,3 3 0,6 5 0,3-1 1,6-1-1,5-4 0,5 0 0,5-3 75,3-2 1,8-8-1,8-4 1,4-6 253,6-2 1,9-3 116,3-7-323,-1 3 0,-2-9 0,3 0 0,-31-2 0,1-2 0,2-2 1,-1 0-1,2-2 0,-1-1 0,-2 0 0,0-1 567,31-8 1,-11-7 11,-6-2-538,-1 0 1,-16-9 0,-2 4 0,-6-1 0,-5-5-82,2-4 0,0-2 1,-1-5-1,-5 4 1,-4-1-1,-4 2-419,-3-1 1,-4-2-116,-1 4 374,-6 0 0,-6 3 0,-8-2 0,-4-1 0,-2 3 138,-2 4-94,2 4 0,-10 6 0,3 4 0,-2 2 0,-3 3-114,-3 3-42,-3 2 1,-11 10 0,-4 0 0,-5 1 0,-3 4-1,3 4 1,6 8-725,6 7 749,9 1 0,-1 10 1,4-2-1,-1 3 1,0 1-1,0-1 0,0 1-327,1 0 0,2 0 183,1 0 246,6 0 1,5 0-1,8 1 1,3 3-1,5 3-347,4 0 409,1-2 0,5-6 0,0-2 0,2-1 0,2 0 0,6-3 0,3-4 235,4-4 1,4-2-68,0 5-48,2-1 1,2 0 0,1-4 0,4-2-1,5-2 191,5 1 1,11-1 0,-2-5 0,2-3 0,0-4 0,4-2 21,7-2 1,-27-3 0,2-1-237,4-2 0,0-1-21,2-1 0,-1-1 0,0-4 0,-1 0 0,-1-1 1,-2 0-1,-2 0 0,-2-2 0,28-15 0,-10-3 0,-10-3 347,-6-4 1,-11-3-172,0-5-229,0-11 1,-17-2 0,-4 27-1,-1-1 1,-3 0 0,-3 1-1,-3-1 1,-2-1-257,-2 1 0,-3 0 94,-1-6 0,-2 2 1,-4 10-1,-1 1 1,1-1-1,-1 0 0,-20-19 1,0 9-2087,0 6 1525,0 9 0,-1 9 0,-5 8 0,-5 5 707,-5 6 0,7 6 0,-4 5 0,-4 2 0,-1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2400 9968 8310,'-8'0'53,"-1"0"0,1-1-50,1-3 0,3-2 0,8-3 0,4 2 0,3 1 49,2 3 1,0-2 0,2 1-1,2 1 1,-2 0 0,-1 1 249,-2-2 1,0-1 0,0 5 0,1 0-67,-1 0 0,0-4 1,1 0-1,0 2 1,2 0-1,3 2-28,1 0 1,2 0-1,3-1 1,4-2 0,3-1-1,8 1-94,3 2 1,7 0 0,6-2 0,0-1-1,-1 1 1,-3 2-108,-5 1 0,1 0 1,-6 0-1,-2 0 0,0 0 1,-1 0 1,3 0 0,1 0 1,5 0-1,-2 0 0,0 0 1,-1 0 65,-3 0 0,-3-2 0,-2-1 0,-2-1 1,-1 2-1,1 0-19,2 2 1,10 0 0,3 0 0,2 0 0,-1-1 0,0-2-17,-1-1 1,-1-1-1,-2 0 1,-2-1-1,0-3 1,-2 3 284,1 0-319,8-3 0,-7 3 1,5-3-1,-5 2 0,-4 1 1,-2 3-1,-2 2-49,-1 1 0,-5-4 0,-1 0 0,-2 1-7,2 2 0,3 1 0,3 0 0,1 0 24,1 0 1,-3 0 0,8 0-1,-1 0 84,0 0 0,0 0 1,-4 0-1,0 0-2,0 0 0,0 0 0,0 0 0,1 0-63,3 0 0,-1 0 0,6 0 0,3 0-16,3 0 0,0 0 0,-6 0 0,-5 0-147,-3 0 1,-1 0-1,0 0 1,0 0 56,0 0 1,5 1 0,3 2 0,3 1 87,1-1 1,-1-2 0,-3-1 0,-4 0 107,-3 0 0,-1 0 0,0 0 0,2 0-25,2 0 0,0-1 0,6-2 0,4-1-32,0 1 1,-2 2 0,-3 1-1,-2 0-29,-2 0 1,-1-4 0,-4 0 0,2 1 17,2 2 0,4-4 1,8 1-1,3 0 61,0-1 0,-1 2 0,-6-4 1,0 0 121,1 0 1,3 5 0,2-4 0,1 2-47,3 0 1,5 0 0,3 4 0,0 0-91,0 0 1,-2 0 0,-2 0 0,3 0-74,4 0 0,-33 0 0,1 0 0,-1 0 1,0 0-1,31 0 20,-4 0 0,-1-1 0,4-2 0,-31 1 0,1 0 46,1 0 0,0 1 1,1 0-1,0 1 1,-2 0-1,-1 0 0,33 0-20,-3 0 1,-3 0 0,0 0 0,3 0-61,3 0 1,-33 0-1,-1 1 1,1 0-1,-1 1 1,34 2-37,-2-1 1,1-2-1,1-1 1,-32 0 0,1 1 69,1 1 1,1 0 0,0-1 0,-1 0 0,1 1 0,-2 0 0,32-1-4,-6-1 0,3 2 0,-32-1 0,0 0 0,1 1 0,-1 0-29,0 0 1,0-1-1,31 2 1,-9 0 0,-2 1-96,-1-1 1,4 2-1,6-1 1,3 0-7,1 2 0,1-5 0,-34 1 0,0 0 0,29 0 91,-5-2 1,1 1-1,-1 2 1,3 1 68,4-2 1,1 0 0,-8-2-1,-10 0 34,-8 0 1,-1 0-1,-7 0 1,2 0-25,2 0 0,4 0 0,1 0 1,2 0-11,3 0 1,3 0-1,1 0 1,-5 0-51,-2 0 0,-1 0 0,-2 0 0,4 0-8,3 0 0,1 0 0,1 0 0,2 0 18,2 0 1,2 0 0,-7 0-1,-5 0-2,-5 0 1,-2 1-1,2 2 1,0 1-82,2-1 1,6-2 0,-2 0 0,3 2 60,1 1 0,-1 0 0,-3-4 0,-4 0 35,-3 0 1,-1 0 0,1 2-1,1 1-26,-2 1 1,4 0 0,-6-4 0,6 0-86,3 0 1,0 0 0,-1 1-1,-4 2-15,-5 1 0,-7 0 0,3-3 0,-1 2-9,0 1 0,1 0 1,-1-4-1,3 2 164,4 2 1,5-3-1,1 3 1,1-2 74,-1-2 1,-1 0 0,-4 1 0,-1 2 21,-4 1 1,0 0 0,-5-4 0,2 0-96,-2 0 0,3 1 0,-1 2 0,0 1-71,1-1 1,1-2 0,6 1 0,0 0 5,0 2 1,-4 1 0,-2-5 0,1 0 39,-1 0 1,-2 0 0,2 0 0,-1 0 4,-2 0 1,-1-2 0,2-1 0,4-1 2,2 2 0,4 0 1,0 2-1,4 0-1,0 0 1,0 0 0,-1 0 0,-5 0 49,-1 0 0,-6 0 0,0 0 0,-2 0-43,1 0 1,0 0 0,-4 0 0,-2 0-86,-3 0 1,2 0 0,-5 0 0,-2 0-852,-2 0 378,-6 0 1,-8 0 0,-10 0-1895,-4 0 2423,-2 0 0,-6 6 0,-3 1 0</inkml:trace>
  <inkml:trace contextRef="#ctx0" brushRef="#br0" timeOffset="1">15149 9599 8292,'-8'0'90,"0"0"1,-2 0-1,0-2 2399,2-2-2411,3 3 0,6-4 0,3 5 1,6 1-1,3 2 0,5 2 1,3 2-1,3 1-47,4-1 1,-4 4 0,-3-3 0,1 3-44,1 1 59,2-5 0,-6 4 0,-3-3 0,-2 3 0,-3 2 0,-4-1 0,-10 0 0,-14 1 69,-14-1 0,-17-4 0,-15 0 0,28-3 0,-1 0 0,-1 0 1,-1 1-1,1 0 0,1 0-526,-31 6 1,17 1-1,9 0 1,12 2 409,11 2 0,61-12 0,29-5 0,-19 0 0,-1-1 0,0 1 0</inkml:trace>
  <inkml:trace contextRef="#ctx0" brushRef="#br0" timeOffset="2">15690 9857 8292,'-12'-7'183,"0"-2"1,-1 3 288,1 0 0,11 3 1,5-1-1,7 2 1,4 2-1,3 0-105,1 0-324,1 6 0,1-5 0,-1 5 1,2-2-1,1 0 0,2 0 1,0 0-36,-1 0 1,2 2 0,3-4-1,4 2 1,4 1 0,4-1 70,4 0 1,8 0 0,5-4-1,2 0 1,0 0 0,-1-1-4,-2-4 1,-1 3 0,4-7 0,-1 1 0,1 0 0,-2 0-179,-2-2 106,-3 5 0,-8-2 0,-1 4 0,-3-1 0,-4 0 0,-3 0 0,2 0 0,3 1 0,7 0 156,1-1 1,7 3 0,-1-5 0,-2 2 0,-4 0 0,-3 1 344,-1 2-503,-2 1 0,0 0 0,1 0 0,3 0 0,4 0 0,3 0 0,-1 0 0,-3 0 0,-4 0-100,-2 0 1,-1 0 0,-5 0 0,-2 0 0,-1 0 0,2 0 94,5 0 0,3 0 0,7 0 0,-1 0 116,0 0 0,-1 0 0,-1 0 0,-4 0-56,0 0 1,-2 0-1,-3 0 1,2 0-36,1 0 0,9 0 1,-1 0-1,2 0-104,0 0 1,-8 0-1,-2 0 1,-2 0 43,-2 0 0,-6 0 0,-1 0 0,0 0 3,3 0 0,4 0 0,4 0 0,4 0-47,3 0 1,1 0 0,2 1 0,1 2-29,1 1 1,-4 0 0,-4-4 0,2 2 22,1 2 0,6-3 1,3 3-1,-1-2 108,-3-2 0,-7 0 0,-2 0 0,-3 0 104,-5 0 0,1 0 0,-5 1 0,4 2-63,1 1 0,5 0 0,3-4 0,3 0-55,2 0 1,-1 0 0,0 0 0,-3 0-25,-5 0 1,1 0 0,-10 0 0,4 0-61,1 0 0,4 4 0,1 0 1,1-1 89,-1-2 1,3-1 0,-4 2 0,-1 0 75,-2 3 0,-6-1 1,-4-4-1,0 1-60,0 3 1,4-3 0,6 4 0,3-4-106,4-1 0,7 0 1,3 0-1,0 0-155,-1 0 1,-6 1 0,-7 2 0,-3 1 167,-1-1 1,0-2-1,0-1 1,0 0 78,0 0 1,1 0-1,3 0 1,3 0 35,0 0 1,-2 0-1,-6 2 1,-3 0 0,-5 2 0,2 1 1,-1-5-1,0 0 14,1 0 0,0 4 0,4 0 0,-1-1-23,1-2 1,2 3-1,1 0 1,-1 0-54,1 2 1,0-5 0,-1 4 0,-2 0-54,-1-1 1,-2 4 0,4-4-1,-3 0 55,3 2 0,0-5 0,1 3 0,-2-3 110,-1-1 0,-5 5 0,4-1 0,-2-2-76,-3 0 0,-1-2 1,-1 1-1,-1 2-94,1 1 1,0 4 0,-1-4 0,1 0-150,-1 2 1,7-5 0,0 5 0,2-2 173,0 0 0,-1 1 1,5-2-1,-1 1 72,-3-1 0,-3-2 0,-7-1 0,-1 0-33,-2 0 0,-4 0 1,0 0-1,-2 0 202,-2 0 0,2 0 0,2 0 0,3 0-290,0 0 0,3 0 0,-4 0 0,1 0 66,3 0 0,5 0 1,2 0-1,-2 0 103,-1 0 1,-1 0 0,0 0-1,-1 0 26,1 0 1,-5 0 0,1 0-1,1 0-13,1 0 1,2 4-1,-1 0 1,1 1-148,-1 0 0,1-4 0,0 5 0,-1-2-94,1 0 0,-2 0 0,-1-2 0,-3 0 62,-1 2 1,2 0-1,-3-4 42,-2 0 1,-2 0 0,0 0-39,-1 0 1,-4 0-1,1 0-21,0 0 0,2 0 202,1 0 0,1 0 0,-1 0-9,0 0 0,1 0 1,-1 0-101,0 0 0,0 0 1,1 0-1,-1 0-68,0 0 0,1 0 0,-1 0-803,0 0 1,1-4 882,-1 0 0,-5-11 0,-2 2 0</inkml:trace>
  <inkml:trace contextRef="#ctx0" brushRef="#br0" timeOffset="3">24539 9857 8191,'0'-12'-419,"0"0"0,0-1 462,0 1 1,1 5-1,3 3 1,4 3 0,3 1-1,3 1 224,2 3 0,8 7 0,6 6 0,1-1-154,3 2 0,2-3 0,1 4 0,-2 0-94,-2 0 1,-8-4 0,-9 2 0,-4-4-1,-3 0 1,-7-1-50,-4 0 0,-12-1 1,-11-3-1,-6-2 1,-5-2-1,1 1-193,2 2 1,3-3 0,7 3 0,1 0 0,3 0-1798,1 2 2020,1 2 0,22 7 0,3 1 0</inkml:trace>
  <inkml:trace contextRef="#ctx0" brushRef="#br0" timeOffset="4">2338 11026 8216,'-1'-12'472,"-2"0"597,-1-1-918,0 7 0,8-1 0,1 4 0,2-1 0,3 1 0,2 0 0,3 1 0,3-2 0,1 1 169,3 2 1,1 1-489,2 0 122,5 0 0,-4 0 1,4 0-1,0 0 1,3 0-1,2 0 1,2 0-244,0 0 335,6 0 1,0 4-1,8 0 1,2-2-1,5-2 1,1-2-1,-2-4 125,-4-1 0,-6 3 1,-2-4-1,1 0-60,2 1 0,-3 0 23,1 3-78,-1 3 0,5-6 0,2 4 0,2-1 0,-3 1 0,1 1 0,3-1-58,7-1 0,-27 1 0,1 0-16,3 1 1,0 0 0,0 1 0,0-1 0,-2-1 0,1-2 0,1 1 0,0 0-210,1 1 0,2-1 0,4-1 0,1 1 226,0 2 0,0 0 0,1-3 0,-1 1 16,-4 2 1,0 0-29,-3 0 1,0 0 0,1 2 0,-1 0-1,-2 0 1,1-1 0,0 0 0,0-1 0,-2 0-1,1 0-53,-2 0 1,-1 1-1,30 0 1,-6 1 0,-1 0-254,0 0 0,4-4 304,4 0 1,2-2 4,-31 4 1,0 0-3,0 2 0,0-1 0,27-9 0,-3 6 0,1 0 0,2 0-1,-29 2 1,0 0 0,1-2-1,0 0 1,0 1 0,0 1 0,31 0-35,-6 0 0,-2 2-217,2 0 0,6-4 264,-32 2 0,0 0 126,1 0 1,1 0-1,-1 2 1,0 0 0,34-1-1,-5-2 1,-2-1 141,-1 1-218,-1 2 1,6-3 0,2-1-1,-34 4 1,0 0 0,32-1-12,-5 2 1,3-1 0,-6-2 0,6-1-51,-28 3 0,0-1 1,3 1-1,1 0-43,0-1 0,0 0 0,0 1 0,0 0 70,-6 0 1,-1-2-11,2 0 0,1-1 0,1 4 1,1-1-1,0-2 0,1 0 1,1 1-1,0 0 0,-2 0 0,0 0 65,-2 1 1,-2 0 0,28-5 0,-4 2 0,3 1 95,2 2 0,6 1-138,-5 0 1,1 0 102,-5 0-158,1 0 1,-5 0 0,2 0 0,4-2 0,5 0 6,-32 0 0,1 0 1,0-1-1,1 2 0,32-1 1,-9-1-185,-3-1 1,-6 0 216,5 4 1,7-1-17,2-3 94,2 2 1,-17-3-1,1 5 1,-4 0-1,-6 0-134,-4 0 0,2 0 0,-7 1 0,2 2-162,2 1 0,4 0 121,0-4 0,2 0 0,-4 2 0,2 0-67,-1 2 0,3 1 46,-2-5 0,-5 0 167,-3 0-65,6 0 1,0 0 0,6 0-1,0 0 1,1 0 215,-1 0 0,-10 0 0,2 0 0,-4 0-282,-6 0 0,2 1 245,-8 3 1,-2-3-273,1 3 86,1 3 1,-1-5 0,1 2-1,1-1 1,2-1 34,5 2 0,2 0 0,5-2 0,-2 1-60,-1 1 0,-2 0-7,2-4 0,1 4-117,-5 0 138,0 0 0,-5-3 1,1 2-1,0 1 1,-1-1-146,1-2 180,-6-1 0,3 0 0,-4 0 0,1 2 0,1 0 119,-1 3 1,5-1 0,-4-4 0,3 0-53,2 0 0,4 0-187,0 0 1,3 4 163,-3 0-124,0 0 1,-1-4 0,1 1 0,-1 2 0,-4 1-30,-3-1 1,2-2-1,-3-1 1,2 0 18,-1 0 0,1 2 67,-6 2 0,2-3 54,-2 3-24,-2-2 1,8 2 0,-4 0 0,-1-1 0,3-2-1,-1-1 1,-3 1 28,5 3-6,-1-2 0,1 3 0,-1-5 0,2 0 0,1 0-39,2 0 0,-2 0 0,-1 0 1,-2 0-42,2 0 0,0 0-49,-1 0 1,1 0 64,-6 0-4,6 6 0,-7-5 1,5 3-1,2-2 0,2-2-140,0 0 0,1 0 116,-1 0 19,1 0 1,0 0 0,-1 0 0,1 0 0,-1 0 32,1 0 1,-2 0 0,-2 0-1,-5 0 67,-2 0 0,-2 0 108,1 0 0,-5 0-44,0 0-107,-5 0 0,4 0 1,-3 0-1,4 0-33,3 0 1,-3 0-1,0 0 1,2 1-32,1 3 1,1-3 11,0 3 1,2-2 19,2-2 19,4 5 0,0-3 0,-1 2 0,0-3 0,-1-1-11,0 0 1,2 4 0,-3 0 0,-2-1-71,-1-2 0,-2-1-402,0 0-516,-5 0 514,4 6 469,-10-5 0,-1-1 0,-7-7 0</inkml:trace>
  <inkml:trace contextRef="#ctx0" brushRef="#br0" timeOffset="5">13278 10743 7638,'0'-12'-366,"0"4"366,0 0 2204,0-1-1873,11 3 0,3-1 1,12 4-1,3-1 1,5 1-1,7 2 1,7 1-335,4 0 1,4 1 0,-7 3-1,-7 3-307,-6 0-32,-6 4 297,-11-4 1,-9 6-1,-14 2 1,-14 2-1,-12-2 1,-13 0 0,-6 0 40,-4 1 0,0 2 0,6-3 0,5 3-588,5 1 0,9 0 592,4 2 0,54 2 0,19-4 0</inkml:trace>
  <inkml:trace contextRef="#ctx0" brushRef="#br0" timeOffset="6">13931 10903 8263,'-13'-7'-333,"5"-2"468,0 5 0,7 0 1,1 4-1,6 0 0,7 0 737,3 0-757,3 0 1,6 0 0,1 0-1,3 0 1,3 0 0,3 0-1,-1 0 8,-1 0 0,-1 0 1,5 0-1,0 0 1,0 0-1,0 0-180,0 0 0,1-4 0,3-2 0,4 1 1,3-2-1,1 0 99,1-3 1,-1 4 0,0-3-1,0 1 1,-1 0 0,-1 1 434,-2 2-423,0 1 1,10-1 0,1 1 0,0 0 0,-4 0 0,-6 0 0,-5 1 0,-4 2 0,-4 1-59,-4 0 0,-3 0 1,0 0-1,1 0 1,4 0-1,4 0-65,3 0 1,3 0 0,-1 1-1,2 2 1,2 1 0,-1-1 131,-3-2 1,1-1 0,-9 0 0,0 0-1,1 0 1,0 0 75,-1 0 1,3 0-1,-2 0 1,2 0-135,2 0 0,4 0 0,0 0 1,-2 0-44,-5 0 1,0 0-1,-4 0 1,0 0 17,0 0 1,-1 0-1,-4 0 1,-1 0 20,1 0 1,5 0 0,3 0 0,2-1 9,2-3 1,6 2-1,2-2 1,1 3-8,-1 1 0,2-4 1,-5 0-1,1 1-9,-1 2 1,2 1 0,-6 0 0,-2 0 31,-1 0 1,-1 0-1,1 0 1,-4 0-34,-1 0 1,3 0 0,-4 0 0,-2 0-21,-1 0 0,3 0 1,1 0-1,0 0 22,0 0 0,4-4 0,-1-1 1,2 3 11,2 0 1,4 2 0,0 0 0,-1-1 6,-2-3 1,3 2 0,-1-2 0,-4 2 33,-6-2 1,0 2 0,0-3-1,0 1 92,0-1 1,-1 1 0,-3 4 0,1-1-74,2-3 1,5 3-1,-1-4 1,1 4-110,-1 1 0,2-1 0,-2-2 1,1-1-111,-1 1 1,1 2 0,-4 1 0,2 0 72,2 0 0,2 0 0,2 0 0,1 0 71,2 0 1,0 0 0,-4 0 0,0 1 14,0 3 0,-5-2 0,-4 3 0,-2-1-71,-1 0 0,4 0 0,1-4 0,1 0-12,3 0 1,7 2 0,5 0 0,1 3 226,3-3 1,-1 0-1,-1-2 1,-3 0 64,-4 0 0,-4 0 1,-6 0-1,-5 0-77,-4 0 1,-1 0 0,5 0 0,1 0-91,2 0 1,5 0-1,-1 0 1,4 0-254,4 0 1,2 0-1,5 0 1,-3 0 66,-4 0 0,-2 0 0,-2 0 0,-1 0 117,1 0 0,-4 0 1,0 0-1,0 0 126,-2 0 0,3 0 0,-3 0 0,-1 1-63,0 3 0,0-2 0,-3 2 0,3-3-113,2-1 0,-5 1 1,3 2-1,0 1 7,3-1 1,1-2-1,0-1 1,-2 0 45,-2 0 0,4 2 1,-1 0-1,1 3 30,-1-3 0,-3 0 0,-5-1 0,-1 2 15,1 1 1,-2 0 0,-1-4-1,-2 0-16,2 0 0,-3 4 0,2 0 1,1-1 9,1-2 1,-2-1 0,-1 0 0,3 0 48,5 0 0,-1 0 0,5 0 1,-2 0-38,-3 0 0,0 2 0,2 0 0,2 2-28,1-1 1,-2-1 0,-5-2 0,-1 0 4,1 0 0,4 4 1,-1 0-1,0-2 5,-2 0 1,0-2-1,2 0 1,4 0 171,-1 0 1,3 0-1,-4 0 1,1 0-102,-1 0 1,2 0 0,-3 0-1,-2 1-149,-1 3 0,3-2 0,0 2 0,-2-1-124,-1 1 1,0-3 0,2 3-1,0-3 67,0-1 1,3 5 0,1-1 0,0-2 87,1 0 1,-6-2 0,4 0 0,-3 1 95,1 3 1,0-2 0,-6 2-1,-1-3-78,-2-1 0,-1 0 1,3 0-1,-2 0-145,-3 0 1,5 4 0,-1 0 0,2-1 49,2-2 1,1-1 0,1 0 0,2 0 50,-2 0 1,3 0 0,-1 0 0,-2 0 162,-1 0 0,-1 0 0,-1 0 0,1 0 11,-1 0 1,1 0 0,-2 0-1,-1 0-92,-1 0 1,-1 0 0,5 0 0,-1 0 15,1 0 0,0 0 1,1 0-1,2 0 94,5 0 0,-1 0 1,0 0-1,1 0-99,-1 0 0,6 4 0,-4 1 1,-1-3-71,-2 0 0,-2-1 0,-3 2 0,2 1-4,0-1 1,1 2-1,-4-1 1,1-1 18,2-2 1,4 1 0,5 0 0,0 3 55,-1-3 1,1 0-1,0-2 1,0 0 72,0 0 1,-5 0 0,-2 0 0,-2 0-96,1 0 0,1 0 0,-2 0 0,2 0-114,1 0 1,2 0 0,5 0 0,2 0-54,1 0 0,4 0 0,-4 0 0,-1 0 95,-2 0 1,-1 0 0,-2 0 0,-2 0 157,-4 0 0,-2 0 1,2 0-1,4 0-15,2 0 1,2 0 0,0 0 0,0 0-110,0 0 1,4 0 0,0 0 0,-1 0-102,-2 0 0,-1 0 0,0 0 0,0 0 100,0 0 1,1 0 0,2 0-1,2 0 63,2 0 1,0 0 0,2 0 0,-2 0-1,-2 0 0,-1 4 1,-4 0-1,0-1-120,0-2 0,1 0 1,2 2-1,2 1 14,2-1 1,4-2 0,2-1 0,-3 0 77,-3 0 0,-7 0 0,-5 0 0,1 0 2,-1 0 1,-2 0 0,-4 0 0,2 0 3,5 0 1,3 0 0,2 0 0,2 0-48,1 0 0,0 0 0,-4 0 0,0 0 2,0 0 1,-7 0-1,-4 0 1,-4 0 74,-1 0 0,-1 0 0,-1 0 0,0 0 8,0 0 1,-3 0-1,6 0 1,3 0 0,2 0 1,3 0-1,-2 0 1,2 0-90,1 0 0,2 2 0,3 0 0,-2 4-48,-1 1 1,-6-5 0,2 2 0,-3-2 46,-2-2 1,-5 4-1,-1 0 1,-1-1 32,-1-2 1,6-1 0,-2 0 0,2 0 40,-1 0 0,2 0 0,-1 0 0,5 0-5,6 0 1,-2 0 0,1 0 0,-1 2-84,1 2 0,-3-3 1,2 3-1,-1-3-39,-3-1 1,1 0 0,-1 0 0,2 0 27,-2 0 0,0 0 1,1 0-1,2 0 50,1 0 0,-3 0 0,0 0 0,-2 0 104,-1 0 0,0 0 0,-1-1 0,1-2 3,-1-1 1,0 0 0,-2 4 0,-3-1-135,-1-3 1,3 2-1,0-2 1,2 3-70,2 1 0,1 0 0,2 0 0,4 0 61,-1 0 0,5 1 0,-3 2 0,1 1 30,-1-1 1,2-2 0,-3-1 0,-1 0 72,-2 0 0,-3 0 0,-2 0 0,1 0 39,0 0 1,-5 0 0,-1 0 0,0-1-104,1-3 0,0 2 1,5-2-1,-1 3-29,1 1 0,0 0 0,-1 0 0,-1 0 7,-2 0 0,-3 0 0,-6 0 0,0 0-45,1 0 1,-1-2 7,0-2 1,1 3 0,-1-3 60,0 3 1,-4 1-1,1 0 141,0 0 0,2 0 0,1 0-698,1 0 1,-5 0-1565,0 0 2123,-5 0 0,-3-6 0,-7-1 0</inkml:trace>
  <inkml:trace contextRef="#ctx0" brushRef="#br0" timeOffset="7">29326 10829 8325,'-6'-12'-80,"5"0"0,-3 0 0,4 1 432,4 2 0,5 4 0,12 5 0,8 0-87,5 0 0,8 7 0,3 4 1,3 5-218,1 3 0,5 2 0,-2 3 0,-4 1-26,-6 0 0,-15-2 0,-8-3 0,-9-5-438,-10-5 486,-16-5 1,-16-5 0,-14-1 0,-8-3 0,-6-3 0,-3-1 0,3 1-1,5 2 1,6 2 387,4 2 1,5 6-459,12 3 0,32 36 0,18 9 0</inkml:trace>
  <inkml:trace contextRef="#ctx0" brushRef="#br0" timeOffset="8">2338 13758 8326,'6'-7'-26,"0"1"0,7 3 0,-1-1 0,2 0 1,1 0-1,1 0 0,-1 1 352,-1 1 1,-2-2 0,2 0-1,1 1 1,1 2 0,1 0-260,1-3 1,-5 2 0,5-2 0,-2 3 80,1 1 1,1 0-1,-3-2 1,2 0-48,3-2 1,0-1-1,5 5 1,-1 0 0,2-1-1,2-2-55,0-1 0,11 0 0,-2 4 1,1-1-1,0-2 0,-2-1-33,-4 1-24,4 2 1,-6 1 0,2 0 0,-6 0-1,-5 0 1,1 0 0,0 0 0,-1 1 0,-4 2 46,1 1 1,1 0 0,7-4 0,3 0 0,4 0 0,2-1-2,2-3 0,0 2 0,0-3 0,0 1-20,0 0 1,-1-2-1,-2 3 1,-1-1-20,1 2 0,1-4 0,2 2 1,0 0 22,0-2 0,4 5 1,1-4-1,2 1 67,3-1 0,-5 0 0,-2 2 0,-5-1-15,-2 1 1,0 2 0,4 1-1,0 0-10,0 0 0,1 0 0,3 0 0,4 0 24,3 0 0,-3 0 0,0 0 1,0 0 0,-1 0 1,4-1 0,-4-2 0,2-3-28,3 0 0,-2 3 0,8-1 1,-2 1-50,0-1 1,-5 3 0,-7-4 0,-4 4-56,-4 1 0,1 0 1,-4 0-1,2 0-24,2 0 0,1 0 0,5 0 1,4 0-17,5 0 1,3 0 0,-1 0 0,0 0 60,3 0 1,1-4-1,-4 0 1,6 0-2,3-2 1,3 4-1,-28-2 1,1 1-1,31-4 19,-4 0 1,-6 4 0,-10-1 0,-2 3-5,1 1 1,2 0-1,1 0 1,0 0-17,1 0 0,-2 0 0,-2 0 0,-2 0-74,-2 0 1,-2 0 0,-5 0 0,1 0 16,2 0 1,7 0 0,2 0 0,3 0 104,4 0 0,-1 0 1,-4 0-1,-1 0 106,-3 0 1,-2-1-1,-6-2 1,1-1-82,3 1 1,7 2 0,5-1 0,-1-1-89,-1-1 1,-2 0 0,0 4 0,-1 0 3,-3 0 0,-7 0 0,-3 0 1,1 0-8,4 0 0,11-4 1,-2 0-1,1 1 50,1 2 1,-6 1-1,-1 0 1,-2 0 14,-2 0 0,-7 0 1,-3 0-1,-1 0 10,-1 0 0,5 0 1,-4-1-1,0-2 14,1-1 1,-3 0 0,4 4 0,0 0 8,-4 0 1,-1-4 0,-2-1 0,1 3-45,0 0 0,-1 2 1,0 0-1,-3-1 21,0-3 1,-2 3 0,3-4 0,-2 4-34,2 1 1,2 0-1,0 0 1,1 0-65,-1 0 0,7 0 0,1 0 0,3 0 8,-3 0 1,4 0 0,-3 0 0,1 0 16,-1 0 0,-3 0 1,-7 0-1,-1 0 53,-2 0 1,0 0 0,1 0 0,0 0-14,1 0 1,-3 1 0,3 2 0,2 1-32,4-1 0,6-2 0,-3-1 0,2 0 20,0 0 1,-1 0 0,-1 0 0,-5 0-13,-4 0 1,-3 0 0,1 0 0,-3 0-97,-3 0 1,-2 4 0,0 1 12,0-3 1,1 4 0,-1-2 0,0 0 47,1 1 0,-1-3 1,2 2-1,1-1 27,1 1 1,2-3 0,-3 3 0,3-2 62,1-2 1,1 4 0,5 0 0,0-1-10,-1-2 0,-1-1 1,1 0-1,-2 0-84,-1 0 0,4 0 1,-7 0-1,0 0-8,-1 0 1,0 0 0,-5 0 0,0 0 69,1 0 1,0 0 8,4 0 0,-4 0 0,4 0 45,-3 0 0,-2 0 1,0 0-1,0 0-18,1 0 0,-1 1 0,0 2 1,1 1 16,-1-1 1,4-2-1,2-1 1,1 0 25,3 0 0,1 0 0,2 0 0,0 0-8,-1 0 1,0 0-1,-3 0 1,-1 0 131,-3 0 0,0 0 0,-5 0 195,0 0 1,-3 0-340,-1 0 1,-5-1-496,1-3-952,-3 2-420,-1-3 1808,0 5 0,0-6 0,0 0 0</inkml:trace>
  <inkml:trace contextRef="#ctx0" brushRef="#br0" timeOffset="9">11629 13672 8230,'0'-8'259,"2"1"1,2 2 0,4 2 0,3 0-149,1-1 1,1 3 0,-1-3 0,0 1-1,1 0 1,-1-1 44,0 1 1,5 2-1,0 1 1,1 0-98,0 0 0,4 0 1,0 0-1,5 0-11,6 0 1,2 0 0,4 0-1,0 0 25,2 0-62,6 0 1,-6 0-1,7 0 1,1 0-1,-1 0 1,-2 0-1,-1 0 1,0 1-1,-1 2-38,-1 1 0,-2 2 0,-6-4 1,-1 4-1,-1-1 0,0 1-134,-2-3 0,5 2 1,-2-1-1,7-1 0,8-2 1,7-1 205,5 0 0,0 0 0,1 0 1,-2 0-1,-1 0 0,-3 0 76,-2 0 0,5 0 1,0 0-1,4 0 0,3 0 1,-2-1 267,-1-3-383,-7 2 1,4-3 0,0 5-1,8-1 1,-30-1 0,1 1-1,1-1 1,-1 0 0,0 0-1,-1 0 14,-2-1 1,-1 0 0,1 2 0,1 1 0,-1-3 0,0 0 0,3 1 0,0 0-4,2 0 1,0 0-1,0 0 1,0 0-1,-4 1 1,-2 1-1,1-2 1,-2 1-11,32-3 1,2 0 0,1 2-1,-35 1 1,1 0-14,0-1 0,0-1 1,32-5-1,0 4 1,-5 0 51,-2-1 1,-4 2-1,3-4 1,5 0 17,-28 4 0,0-1 0,1 2 1,-1 0-1,1-1 0,0-1 0,30-1-21,-4 2 1,5-2 0,-31 2-1,1 0 1,3 0 0,0 1-52,2-1 1,-1 0 0,-1-1 0,0 0 0,-5 2 0,-1 0 0,0 0 0,0 0-27,0-1 0,1 0 0,2 2 1,0 0-1,2-3 0,0 1 0,-1 0 1,0 0 10,-1 2 1,-1 0 0,-1-2 0,-1 0 0,28-1 0,3 0 20,-32 1 0,1 1 1,2 1-1,0 0 1,1-1-1,1 0 0,0 1 1,0 1-1,-1 0 0,0 0 1,-1-2-1,0 0 1,-1-1-1,1 1 1,-1 1-1,1 0-14,3 0 0,0 0 1,1 1-1,0-1 1,1 0-1,-1-1 1,-2 0-1,0 0-13,-3 1 0,-1-1 0,3 2 0,-1-1 0,30 1 0,-30 0 0,2 0 6,1 0 1,2 0-1,-1-2 1,0 0-1,-2 0 1,0 0 0,-4 0-1,1 1 28,32 0 0,2 1 0,-31 0 0,1 0 0,2 0 0,0 0-12,0 0 1,0 0 0,-2-2-1,-2 0 1,28-2 0,-2 1-43,2 1 0,-30 2 0,0 0 0,3 0 0,0 0 1,-1 0-1,-1 0 3,-1 0 1,-1 0-1,32 0 1,-2 0 0,3 0 33,-31 0 0,0 0 1,3 0-1,1 0 0,-2 0 1,0 0-1,-2 0 1,1 0 64,-3 0 0,1 0 0,34 0 0,-6 0 0,0 0-29,5 0 0,-34 0 0,1 0 0,0 0 0,0 0 0,34 0-64,-5 0 1,-4 5 0,0-1 0,6-2 28,-32-1 1,1 0 0,2-1 0,1 0 0,-2 0-1,0 1 1,30 2-21,-7 1 1,-5 0 0,-4-4 0,6 0-27,4 0 1,3 0 0,-2 1 0,-1 2 22,1 1 1,-6 0 0,-1-4 0,-1 0 48,4 0 1,7 0-1,5 0 1,0 2 14,-4 2 1,-10-3 0,-13 3 0,0-2-6,-4-2 0,4 0 0,1 0 0,2 0-62,5 0 0,1 0 0,-3 0 0,-1 0-11,-3 0 0,-3-2 1,-6 0-1,-2-3 44,-1 3 0,4 0 0,4 1 0,-2-2 15,0-1 0,2 0 1,1 4-1,0 0 13,1 0 0,-6 0 1,-6 0-1,-1 0 26,-2 0 0,2 0 1,0 0-1,1 0-35,3 0 1,3 0-1,4 0 1,4 0 2,3 0 1,0 0 0,-3 0-1,-4 1-59,-2 4 1,-2-4-1,-2 3 1,-1-3-22,-1-1 1,0 4-1,7 1 1,2-3-28,3 0 1,8-2-1,-6 0 1,-2 0 73,-1 0 1,-1 0 0,-4 0-1,-5 0 59,-3 0 0,-6 0 0,-3 0 0,3 0-19,2 0 1,7 0 0,-1 0 0,2 0-44,2 0 0,0 0 1,0 0-1,0 0-1,0 0 1,-6 0 0,0 0 0,-4 0-50,-3 0 1,4 0 0,-8 0 0,4 0-62,0 0 0,5 1 0,1 2 1,1 1-14,4-1 1,2 2-1,2-1 1,2 0 89,-1 2 0,-2-5 1,-2 3-1,-2-1 16,-1 1 1,-6-3 0,3 4 0,-1-4 136,0-1 0,1 0 0,0 0 0,5 0 33,5 0 1,1 4 0,-4 0-1,0-1-163,0-2 1,0-1-1,-2 2 1,-2 0-158,-4 2 0,-3 1 0,0-4 0,1 2-31,2 1 1,-1 0-1,-3-3 1,1 2 159,3 1 1,-2 0 0,3-3 0,-2 2 133,-5 1 1,-3 0-1,2-4 1,-3 0 156,-1 0 0,3 0 0,-5 2 1,0 1-91,2 1 0,0 0 1,4-3-1,-2 2-156,2 1 1,1 1-1,3-2 1,3 3 1,4 0 1,3-3-1,0 3 1,3-2-50,2 0 1,-3 4-1,3-4 1,-4 0 39,-4 2 1,-3-5 0,-4 3 0,0-2 17,-2-2 0,4 0 1,-8 0-1,2 1-19,-1 3 0,5-3 0,-4 4 0,-1-4-48,3-1 1,-7 0 0,0 0 0,-3 0-79,-2 0 1,0 0 107,0 0 0,-3 0 48,-1 0 0,0 0 103,4 0 0,1 0 0,-2 1-89,-3 3 1,3-2-41,-3 2 1,3-1 0,1-1 82,1 2 0,-5 0 0,0-4 210,2 0 0,0 5 0,3-1 0,-1-2 114,0 0 0,-3-2 1,-1 0-1,1 0-114,2 0 1,2 0 0,-1 0-568,0 0 0,-4 0 0,1 0-894,0 0-1098,2 0 2282,1 0 0,-32-6 0,-9-1 0</inkml:trace>
  <inkml:trace contextRef="#ctx0" brushRef="#br0" timeOffset="10">27517 13611 8336,'5'-7'275,"-2"-4"0,5 4 1,2-1 116,1 0 0,1 5 1,0-1-1,1 4-475,-1 4 1,0-1 0,2 5-1,1 1-575,1 2 592,6-4 1,-4 4 0,4-3 0,-2 3 0,1 2 0,-2-1 0,-4 0-1,-5 0 1,-6 1 29,-3-1 0,-4-1 0,-5-1 0,-10-2 0,-8 0 0,-6-1 700,-4-3-772,-1 3 0,1-4 1,4 3-1,3 1 108,3 0 0,18 1 0,4 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9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17327 11199 7804,'-12'-7'2066,"0"3"0,-1 2-669,1 2 0,4 2 0,1 2 0,1 4-405,4 3-919,0 1 1,2 6 0,0 3 0,-1 2 0,-2 3 0,-1 2 0,1 5 410,2 3-434,1 1 0,0 1 0,0 2 0,0 1 0,1-2 0,2 0 0,1-4-65,-1-2 0,0 3 0,-1-5 0,3 2 1,-3 0-1,0-1-122,-2 0 1,0 6 0,0-4 0,0-1 55,0-1 0,0 0 0,0-1 0,0-1 4,0 0 1,0-6 0,1-3-1,2-1 56,1 0 1,0 3 307,-4-3-205,0-2 0,0 4 0,0-6 0,0 1 1,0 1-1,0 1 0,0 1 324,0 1 0,0-5-412,0 5 1,0-2 0,0 3 0,0-3-60,0-1 1,0-1-42,0 0 1,0 0-62,0 4 1,0 1 0,0-6-1,0-1-7,0-1 1,0-2 418,0 1 1,0-1 18,0 0-133,0 1 1,0-5-1,0 0 1,1 2-1,3 0 0,-2-1 62,2-1-66,-3-5 1,3 8 0,0-3-273,-1 3 1,-1 1 85,-2 0 1,0 1 10,0-1 0,0-4 53,0 0 0,0 1 0,0 3-262,0 0 1,-5-4-418,1 1-1,-1-5-939,1 4 1614,2-5 0,-3-34 0,-1-20 0,3-4 0,0 0 0</inkml:trace>
  <inkml:trace contextRef="#ctx0" brushRef="#br0" timeOffset="1">19112 12688 8865,'-7'-2'1783,"3"-2"105,2-4-503,-3 3 1,3-2 0,-2 3 0,3-5 1031,1-2 0,-4 6-1599,0 5-708,0 11 1,4 9 0,0 9 0,-2 5 0,0 6 0,-3 5 0,3 2-1324,0-2 411,2 3 0,0-16 1,0 1-1,2-7 0,2-5 1,4-6 801,3-6 0,12-69 0,-10 19 0,0 0 0</inkml:trace>
  <inkml:trace contextRef="#ctx0" brushRef="#br0" timeOffset="2">23320 11100 7840,'0'-12'31,"2"0"793,2-1-375,-3 1 0,5 4 0,-5 1 1564,3 1-1281,-3 2-428,10 4 1,-9 6 0,2 2 0,-3 3 0,-1 1 0,0 2 1916,0 2-1963,0-2 0,0 5 0,0-2 0,0 3 1,0 3-1,0 3 0,0 3 699,0 4-975,-5 2 0,3 4 1,-2 2-1,3 5 1,1 3-1,0 2 1,0-3-132,0 0 56,0-6 1,0 5 0,0-6 0,0-2 0,0 0 0,0-4-1,0-1-292,0-1 0,0-1 316,0 0 83,0-2 0,0-1 1,0 0-1,0-2 1,0-1 34,0-1 0,0 1 1,0 1-1,0 1-2,0-5 1,0 4-19,0-6 0,0 5-83,0-6 0,0-1 1,0 2-1,0 1-65,0 1 1,0-3 48,0 1 1,0-5 0,0 5 0,0-1 19,0-1 1,0 1 69,0-4 0,0-2-73,0 2 0,0-2 1,0-2-17,0 0 55,0 1 146,0 4-122,0-3 1,-2 3 0,0-8 0,-2-1 191,1 2 0,2 1-371,1 1-595,0 0 11,0-5 1,0 0-1139,0-3 628,0-2 0,1 3-252,3-5 1515,3 0 0,0-33 0,-2-8 0</inkml:trace>
  <inkml:trace contextRef="#ctx0" brushRef="#br0" timeOffset="3">25191 12614 7887,'-8'0'878,"-1"-2"847,0-2-1272,3 3 0,0-4 0,3 3 0,-1-2 1,1-4 1435,2-3 1,1 3-1277,0 0-77,0 5 1,0-1 0,0 8 0,1 5 810,3 6-1255,-3 5 0,5 4 0,-6 1 0,0-1 0,0 1 1,0 0-1,0-1-279,0 1 1,0-5-1,1-1 1,2-1-1,1-3-1977,-1-1 539,-2-7-1531,-1-2 3156,0-5 0,11-16 0,3-5 0</inkml:trace>
  <inkml:trace contextRef="#ctx0" brushRef="#br0" timeOffset="4">24145 13045 7887,'-8'-2'643,"-1"-1"1,1-2 2605,1-2-2336,2 4-331,-1-2 0,6 6 124,0 3 1,2 7 86,6 6-557,-5-1 1,4 2 0,-5 2 0,4 5 0,-1 4 0,1 4 0,-4 2 35,0 2 1,-2 5-1,0 2 1,0 0-415,0-3 1,1-3-1,2-1 1,1-1-221,-1-3 1,2-5 48,-1-7 215,0 2 1,-2-9 0,0 2 0,3-2 0,-3-2-332,0 0 523,-2-5 1,0 4 0,0-3 0,0 3 70,0 2-141,0-7 1,0 5 0,0-2 0,-2 0-145,-2-1 1,3 3 0,-3-2 0,1 1-164,-1 3 1,1-5-130,-5 0-52,5 0-402,-2 5 1,1-8 865,0-5 0,5-60 0,2 20 0,1-1 0</inkml:trace>
  <inkml:trace contextRef="#ctx0" brushRef="#br0" timeOffset="5">21462 13106 7809,'7'-5'-40,"-2"-4"0,-1-2 518,1-1 1,-1 4 0,-4 0 1357,0-2-1142,0 5 1332,0-1 1031,0 6-2808,0 0 0,0 6 0,0 3 0,0 5 0,0 4 1,0 1-1,0 4 589,0 4-844,0-1 1,0 6-1,0-5 1,0 2-1,0-2 1,0-1 0,0-1-282,0 0 0,0-2 0,0-3 0,-2-3-468,-2-4 0,3 4-315,-3-1 592,2 1 0,2-5 0,0 0 0,0 1-2918,0-1 2342,0 0 1054,0-5 0,11-34 0,3-14 0</inkml:trace>
  <inkml:trace contextRef="#ctx0" brushRef="#br0" timeOffset="6">18509 10116 7882,'0'-9'1431,"0"1"-265,0-1 0,0 2-231,0-1-762,0 5 0,-2-3 0,-1 8 0,-1 2 0,2 4 0,0 3 399,2 1 0,0 5-457,0-1-29,0 6 1,0-3 0,2 7 0,0 2-1,2 2 1,-1 1 0,-1 5 32,-2 3 0,4 1 0,0 4 1,-2-2-136,0-2 1,2 2 0,0-1-1,-1-1-91,-2-2 0,-1-5-159,0 0 182,6-6 1,-5 9-1,3-5 1,-3 1-1,-1-2-74,0 0 216,0-4 0,0 5 1,0-4-1,-1 2 1,-2-1 108,-1-2-116,0-7 1,4 4 0,0-3 0,0 2 0,0 0-43,0-1 0,0-5 0,-1 5 1,-2 0-38,-1 3 0,0 0 12,4 1 0,0 0-201,0-1 186,0 1 1,0 1 0,0 1 0,0 2 0,0-3-4,0-4 1,0 4 0,0-4 0,0-2 47,0-1 1,0 2 10,0-5 1,0 5 29,0-5 1,0 0-1,0-2 1,0 1-42,0 2 1,0 4-53,0 0 1,0-2-231,0 2 245,0-1 0,0 5 0,0-1 0,0 1 0,0 0 154,0-1-29,0-5 0,0 3 0,0-5 0,0-2 0,0-2 66,0 0 0,0-1 1,0 0-1,0 1-185,0-1 0,0 0 34,0 0 0,0 1 0,0 0 0,0 2-57,0 2 0,-2 1-37,-2-2 0,3-2 47,-3 2 56,3 3 0,1-4 0,-2 4 0,-1 1 0,-1-3 169,2 1-170,0 4 1,2-4-1,0 4 1,0-2-1,0 1 49,0-2-65,0 4 0,0-8 0,0 4 0,0-1 0,0-3-27,0-1 0,0 2 0,0 1 0,0-2 6,0-2 1,0 4 3,0-1 0,0 5-271,0-5 241,0 6 1,0-7 0,0 4 0,0 0-1,0-1 357,0 0-324,0 4 0,0-7 0,0 4 1,0-1-1,0-3-415,0-2 1,0 0-1,0-1 1,0 0-2241,0 1 2038,0-7 1,2 0 621,2-6 0,-8-66 0,3 25 0,0 0 0</inkml:trace>
  <inkml:trace contextRef="#ctx0" brushRef="#br0" timeOffset="7">18755 13081 8190,'-11'-8'4600,"3"0"-2837,2 5-560,6-2-1031,0 5 1,0 7 0,0 4 0,1 4 0,2 1-1,3 2 1,-1 4 72,1 5 1,-1 0 0,-2 6 0,1 1-206,-1 2 1,2 1 0,-1 1 0,-1 3-377,-2 4 1,-1 3 0,0 0 0,2-3 94,2-4 1,-3-3 0,3-1 0,-2 0 116,-2 0 0,0-9 0,0-4 0,0-2 176,0-3 1,0 4 0,0-3 0,1-1 13,3-3 0,-3 2 114,4-2-174,-4 6 1,-1-7 0,0 6 0,0 1 0,0 1 21,0 2-82,-6-1 1,5 1 0,-3-1-1,3 1 1,1-2 12,0-2 0,0 2 1,0-4-1,0 2-51,0-1 0,0-5 266,0 2 0,0-4-76,0 0 19,0-1 0,0 0 1,0 0-1,0 1 1,0 0 125,0 4 0,0-3-103,0 2-313,0-2 0,0 3 0,0 3 0,0-1 0,1-2-135,3 1 1,-3-4 393,4 2-114,-4-2 0,-1-2 0,0 1 0,0-1 314,0 0 0,0 1 1,0-1-137,0 0 0,0 0-255,0 1 235,-6-1-333,5 0 1,-4 1-1,5-1 1,0 0-154,0 1 1,0-5-483,0 0-1204,0-5 2042,-6 2 0,-1-65 0,1 22 0,0 1 0</inkml:trace>
  <inkml:trace contextRef="#ctx0" brushRef="#br0" timeOffset="8">7322 12565 7784,'-5'-13'244,"3"5"1,-3 0-1,1-2 2641,0-1-2130,0 5 1,4 1-136,0 10-385,0 1 1,0 7 0,1-1 0,2 2 0,1 1 0,0 3 0,0 1 559,0 3 1,2 5-569,-2 2 0,-3 1 0,3-3 0,-3 3 1,-1 2-1,0 2-265,0 1 0,-4 1 1,0-2-1,0-4-954,-1-4 0,3 0 138,-2-10-269,3 1 1,-3-9 0,0-2 1122,1-5 0,7-64 0,-1 19 0,1 1 0</inkml:trace>
  <inkml:trace contextRef="#ctx0" brushRef="#br0" timeOffset="9">7347 11076 7813,'-8'0'452,"-1"0"0,7-2-187,-2-2 156,2 3 1300,2-5-704,0 6 1,0 2 0,0 2-758,0 4 1,0-1-1,0 1 1,0 2-162,0 1 0,0 1 0,0 0 0,2 0 42,2 1 1,-3 0-1,4 2 1,0 3-137,-1 1 1,4-2 0,-3 3 0,1 2 22,-1 1 1,4 3 0,-4 2 0,0 2 89,1 1 1,-1-2 0,-2 4 0,1 0-385,-1-2 0,2-1 126,0-5 90,-1-1 0,-4 1 0,0 0 0,1-2 0,2-1 0,1-3 0,-1 0 52,-2 0 1,-1 0 50,0 2 0,0 2 0,0-4 0,0 3 100,0 3 1,0-3-117,0 6 0,0-2 38,0-1-166,0-1 0,0 1 1,1-2-1,2-1 1,1-3-43,-1-1 1,-2 3-76,-1-5 176,0 6 1,0-4 0,0 4 0,0-3 0,2 0 16,2 0 0,-3 0 0,3 3 0,-2-3 6,-2-1 0,0 4 11,0-2 0,0 4 1,0-1-1,0-1-11,0-2 1,0-5 18,0 2 1,0 0-32,0 0 33,0-1 1,0 1 0,0-1 0,0-1 0,0-1-66,0-2 0,0 4 0,0 1 0,0-2-68,0-1 1,0 2 114,0 0 1,4 2 0,0-3 0,-2 2 124,0-2 1,-2 4-90,0 1 1,0-2-19,0-1 0,0 0 0,0 1 0,0 0-182,0 0 1,0 2-21,0-3 0,0 4-704,0 0 452,0 2 1,0-2-1,0-2 1,0-1 0,0-3 441,0-2 0,0-50 0,0-12 0</inkml:trace>
  <inkml:trace contextRef="#ctx0" brushRef="#br0" timeOffset="10">7494 9956 7896,'-12'12'-155,"1"0"2134,3 1-1646,3-1 0,5-4 0,0 0 0,0 3 1,1 3 1230,3 2-1287,3 1 0,4-4 1,-2 4-1,0 5 1,0 4-1,1 4 0,-1 3 270,-1 5 0,-1 0 0,3 7 0,-3 2-358,-2 1 0,3-3 0,-3-1 1,-1-1-173,1 1 0,-4 1 0,5 3 0,-2-1-101,0-2 0,2-2 0,-4 5 0,2-1-297,-1-1 341,-1-1 0,2-6 0,0 0 0,-2 2 0,0-1 0,-2-2 0,0-1 18,0 0 1,0 0 0,1 1-1,2 2 30,1 1 0,0-4-50,-4-4 40,0-6 0,0 9 0,0-5 1,0 1-1,0-2 2,0 0 61,0-4 0,0 9 0,0-2 0,0 3 0,0 0 12,0 1 0,0 0-68,0 0 1,0 0-1,0-1 1,2-3 57,2-5 0,-3-2 8,3-1 0,2-1 22,-2 1 0,1-2 0,-2-1 0,1-1 180,-1 1 0,-2 5-230,-1 2 0,1 1 10,4-2-99,-4-2 1,6 10-1,-5-5 1,3 2 0,-3-1-107,0-2 1,-1 0-1,2-3 1,1 2 19,-1-2 0,-2 3 175,-1-1 0,0 4 400,0-4-263,0 5 0,0-7 0,0 6 0,0 0 1,0 0 1013,0-1-1153,0 1 0,0-1 1,0-4-1,0-2 1,0-1-1107,0 0 0,1-2-1451,3-3 1954,-2-7 1,9-2-1,-3-5 562,3 1 0,12-12 0,3-9 0</inkml:trace>
  <inkml:trace contextRef="#ctx0" brushRef="#br0" timeOffset="11">7175 13057 7822,'0'-12'172,"0"-1"495,0 1 216,0 5 0,-2 2 1,-2 5-76,-4 0 1,-2 5-1,2 3 1,4 5-466,3 3 0,1-1-182,0 6-93,0-1 0,0 5 1,0-1-1,0 1 0,0 0 1,1-1-1,2 1 0,1-1 1,0 1 4,1 0 0,-3-1 0,2 2 0,-3 2-276,-1 0 0,0 5 0,0-3 0,0 0-333,0 0 1,0-1-1,0-6 1,-1-2-447,-3-5 1,2-2 120,-2-2 176,3-5 1,2-3 684,3-8 0,9-25 0,6-10 0</inkml:trace>
  <inkml:trace contextRef="#ctx0" brushRef="#br0" timeOffset="12">7347 13660 6950,'-2'7'709,"-2"-3"-693,3-3 1,-5-2 0,6-3 2,0-4-19,0-3 0,3-32 0,0-14 0,0-4 0,1 0 0</inkml:trace>
  <inkml:trace contextRef="#ctx0" brushRef="#br0" timeOffset="13">7285 12958 7845,'0'-8'-344,"0"0"1,0-2 852,0 0 1,0 1 1561,0 1-1738,0 0 0,0 2 1,0 6-1,0 7 0,0 6 1,-1 4 62,-3 8 0,2 5 1,-2 8-1,3 2 0,1 2 1,0 2-292,0 3 1,0-4 0,0 2 0,0 3-206,0 4 0,0 3 0,0 2 0,1-3-20,3-4 1,-2-2-1,2-1 1,-3-5-73,-1-4 0,2-3 0,0-12 0,4-3-296,1-3 0,-3-5-9,4-4 1,-5-4-80,1-8 1,-3-3-681,-1-5 1256,0 0 0,11-11 0,3-3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1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24219 9969 12877,'0'-6'1882,"0"-5"0,0 8 590,0-5-1917,0 5 1,0-1 0,0 8-473,0 4 1,0 3 0,0 3 0,0 0-1,0 4 1,0 1-128,0 2 0,0 2 0,0 2 0,0-3 0,0 0 0,0-2-105,0 2 0,0-5 1,0 0-1,0-4 0,0-1 1,0 0-447,0 0 1,0-4 0,0 1-2090,0 0 294,0-4 0,1 1 2390,3-6 0,9-16 0,5-5 0</inkml:trace>
  <inkml:trace contextRef="#ctx0" brushRef="#br0" timeOffset="1">24025 10539 7845,'0'-8'-232,"0"0"1,1-1-1,2-2 1710,1-1 1,0 0-1,-4 0 1831,0-1-2962,0 7 0,0 6 1,0 8-1,0 4 0,0 4 1,0 4-27,0 3 1,0 5 0,0 2 0,0 1 0,0 3 0,0 1-369,0 1 1,-4 1-1,0-1 1,1 0-1,2-1 1,1-2-488,0-5 0,0-8 0,0-2 0,0-2-3055,0 0 3589,0-5 0,5-33 0,2-11 0</inkml:trace>
  <inkml:trace contextRef="#ctx0" brushRef="#br0" timeOffset="2">22436 11170 7212,'7'0'-453,"-2"0"305,-5 0 624,-5 0 0,2 0 0,-4-1 3615,2-3-1176,1 2-1577,-1-3 0,3 6-1064,-2 3 1,3 8 0,1 9 0,0 3-208,0 4 1,-1 4-1,-2 9 1,-2 2-1,-1 1 1,1 1-90,2 1 0,-2-4 0,-1-3 0,1-6 0,-1-4 0,4-4-1103,0-1 387,-3-10 0,4 2 1,-2-11-1,4-2 738,3-7 0,11-32 0,-1-10 0</inkml:trace>
  <inkml:trace contextRef="#ctx0" brushRef="#br0" timeOffset="3">22036 12080 7861,'-1'-9'1648,"-3"3"1715,-5 0-2966,4 2 0,0 10 0,5 3 0,0 5 0,0 2 0,0 0 0,0 0 0,0 2 217,0 0 1,0-1-1,0 2 1,0-2-1174,0-2 0,0 2 0,0 0 559,0-3 0,-6-6 0,0-2 0</inkml:trace>
  <inkml:trace contextRef="#ctx0" brushRef="#br0" timeOffset="4">20823 12577 7861,'7'-12'639,"0"4"0,-5 0 0,2-2 1676,-1-1 0,-2 7 0,-1 7-1538,0 8 1,0 9 0,0 0 0,0 4-578,0 5 0,0-2 1,0 5-1,0 2 80,0 1-644,0-4 0,-4-2 0,0-4 0,0-1 0,0-1 0,0-2 1,2-2-1,0-1 364,2-3 0,0-13 0,0-3 0</inkml:trace>
  <inkml:trace contextRef="#ctx0" brushRef="#br0" timeOffset="5">21102 12941 7861,'-8'4'407,"1"1"0,1 0 0,0 2 0,-1-1 494,1-1 0,3 4 0,-1-1 0,1 3 0,1 3-494,-2 2 1,-1 3-1,5 5 1,-1 2-226,-3 2 0,1 7 0,-3 5 0,-1 1-1,0 1 1,3 1 0,-3 7 0,1 1-254,-1 1 1,0-3-1,-1-5 1,3 1-1,1-1 1,0-2-545,1-4 1,2-5 0,1-10-1,0-2 1,0-5 0,1-3-988,3-1 0,-1-5 1603,5-3 0,-22-35 0,-1-9 0</inkml:trace>
  <inkml:trace contextRef="#ctx0" brushRef="#br0" timeOffset="6">19926 13656 7423,'6'2'2996,"-1"2"1,-8 2-2784,-1 6 0,0 1 0,4-1 0,0 0 0,0 0 0,0 1-491,0 4 0,0-4 1,1 3-1,2-2-584,1-2 862,5 0 0,3-27 0,7-6 0</inkml:trace>
  <inkml:trace contextRef="#ctx0" brushRef="#br0" timeOffset="7">18167 15475 7865,'0'-6'5138,"0"0"-4624,0 6 1,-1 0-209,-3 0 1,2 2 0,-3 2 0,1 5 0,0 5-83,1 2 0,2 7 1,0 1-1,-2 7-293,-1 4 0,0 7 1,2 2-1,0 3 1,-2 2-1,1-1-264,2 1 1,1-5-1,0-2 1,0-3 0,0-4-1,0 0 59,0 0 1,0-8 0,0-3 0,-2-1 0,0-1-1,-2-2 42,1-4 0,0-2 0,1-2-789,-3 0 1,1-4 1020,4 0 0,0-37 0,0-6 0</inkml:trace>
  <inkml:trace contextRef="#ctx0" brushRef="#br0" timeOffset="8">7276 12589 7865,'0'12'238,"0"0"0,0 2 1,0 0-1,0 4 1,0 1-1,0 2-10,0 2 1,0 3 0,0 1 0,0 1 0,0 0 0,0-1-492,0-2 0,0 0 0,0-9 0,0-1-378,0-1 0,2-9 641,2-5 0,-3-54 0,2 18 0,-1-1 0</inkml:trace>
  <inkml:trace contextRef="#ctx0" brushRef="#br0" timeOffset="9">7555 11024 7849,'0'-8'30,"-1"2"1,-2-1 0,-2 1 0,-2 1 1778,-2 2-129,-2-3-819,4 4 0,2-2 1,5 8-494,0 4 0,0 3 0,0 1 0,0 2 0,0 2 0,0 4-272,0 3 0,1 1 0,2 2 0,1 1 0,0 3 0,0 1-206,0 2 1,0 2 0,-3 3 0,2 1 0,1 1-1,-1 0-53,-2-3 1,-1-4 0,0-1 0,0 2 0,0-1 0,-1 0 67,-3-5 0,2-2 0,-2-2 0,3 0 1,0 0-1,-2 1 66,-1-1 0,0 0 0,4 0 0,0 1 0,0-1 0,0 0-30,0 0 44,0 6 0,0-4 0,0 2 0,0-2 0,0-2 0,0 0 0,0 0 0,0 1 0,0-3-45,0-1 1,0 2 0,0-5 0,1 3 0,2-1 0,1 0 9,-1-1 1,-2 3-1,-1-6 1,0 0 97,0 1 1,0 1-1,0 2 1,0-2-17,0-1 1,0-2 0,0 4 0,0-2-16,0-2 1,0 3-1,0-2 1,0-1 11,0-2 0,0-1 1,0 0-1,0 1 62,0-1 0,0 0 0,0 0-56,0 0 1,0-4-1,0 0 1,0 2 11,0 0 0,0 3 1,0-1 7,0 0 0,0 0 0,0 1 1,0 2-11,0 1 1,0 1 0,0-5-1,0 0-16,0 0 0,0 4 0,0 0 0,0-1-83,0-1 1,0-6 0,0 0-526,0 1 0,0-2-328,0 1 0,1-11 0,3-2 907,5-8 0,-1-37 0,0-16 0,-2 17 0,0 1 0,1-1 0</inkml:trace>
  <inkml:trace contextRef="#ctx0" brushRef="#br0" timeOffset="10">7761 9812 7875,'0'8'-912,"0"0"1490,0 1 441,0-3 0,0 0-8,0-2 1,0-1 0,0 5 126,0 2-952,0 0 1,5 4 0,-1 1 0,0 2 0,0 2 0,1 3 14,2 1 0,-3 2 0,3 2 0,-1 3-168,1 1 1,-3 1 0,3 6 0,0 2-47,-1 5 1,-3-2-1,1 1 1,-1 2 32,1 1 0,-3 0 0,3-2 0,-2-5 37,-2-2 1,0-6-192,0 1 137,0-1 1,0 0-1,0-1 1,0 0-1,0 0 1,0 4 0,0 3 6,0 3 1,0-1 54,0-4 1,0 1-1,-2 1 1,-1 1-43,-1 1 0,0-4 3,4-3 0,-4-1 0,0 5-25,0-1 1,4 0 0,0 1 0,0-1 0,0-1-44,0-3 0,0 2 0,0-4 1,0-1 12,0 1 1,0-3 17,0-7 0,0 6-6,0-6-2,0 6 0,0-9 0,0 5 0,0-1 1,0 4-44,0 1 0,0 3 2,0-5 34,-5 6 0,4-5 1,-4 4-1,4-4 0,1-1 14,0 1 0,-4-1 0,0 0 0,1 0-43,2 1 0,1-2 22,0-3 1,0 1-23,0-4 73,0 4 0,0-2 0,0 4 0,-1-2 0,-2 0 22,-1 0 1,0 5 0,4-1-1,0-2-83,0 0 1,0 0-6,0 1 0,0-1-214,0-2 254,0 1 0,0-4 0,0 4 0,0-4 1,0 0-28,0-3 1,0-2 0,0-1 0,0 0-501,0 1 0,0-5-104,0 0 0,1-6-490,3 2 0,2-4 1129,2-4 0,3-45 0,-5-17 0</inkml:trace>
  <inkml:trace contextRef="#ctx0" brushRef="#br0" timeOffset="11">7276 13098 10721,'7'-5'4687,"-3"-3"-2751,-3 2-769,-1-4-1069,0 14 0,0-7 1,0 12-1,0 5 1,0 5-1,0 5 0,0 6-83,0 6 0,0 6 0,0 6 0,0 2 0,0 1 0,0 2-256,0-2 1,0-4 0,0-5 0,0-8-275,0-7 1,0-2-397,0-8 0,2-7-356,2-6 1,-3-9 0,3-6 1266,-2-4 0,3-22 0,2-2 0</inkml:trace>
  <inkml:trace contextRef="#ctx0" brushRef="#br0" timeOffset="12">7519 13110 7812,'0'-8'-52,"0"0"756,0 6 0,0-5 157,0 3-112,0 2 0,-4-4 2116,0 2-2384,0-3 1,4 2 0,0 5-1,0 6-305,0 5 0,0 1 1,0 2-1,0 2-236,0 4 0,0 3 0,0 1 0,0 2 43,0 2 1,0 3 0,0 5 0,0 1-122,0-1 1,-2 5 0,0-1 0,-2-1-130,1-1 1,-2-3 139,1-3 66,0 3 0,2-10 1,-1 0-1,-1-3 1,2-2-201,0-1 233,2-2 1,-1-3 0,-2 1 0,-1 2 0,2 2-136,0 3 182,-3-5 1,4 6-1,-5-4 1,2 1-1,0 0-114,1 2 0,2-5 0,1 0 0,0-4-724,0-1 492,0 0 1,0-4 59,0 0 266,0-5 1,4 4 366,0-3 1,0-1 2,-4 5-553,0 0 152,0-1-1028,0 3 0,0-10 1060,0 0 0,0-48 0,0-18 0</inkml:trace>
  <inkml:trace contextRef="#ctx0" brushRef="#br0" timeOffset="13">7713 13050 8106,'-1'7'1015,"-2"-2"0,-1 0 1025,1 3-1831,-4-2 1,6 5 0,-3-3 0,3 2 0,1 3 0,0 0 989,0 3-992,0-2 0,0 5 1,0-3-1,0 4 1,0 3-1,0 1 0,0 2 171,0 2 0,0 2 1,0 3-1,0 0-349,0 0 0,4 2 1,0 0-1,-2-1-87,0-2 1,-2-1-1,0 2 1,0-5-12,0-2 0,0-2 0,-2 2 1,0 0 17,-2 3 0,-2-5 1,4-4-1,-2 0-47,1-1 0,2 4 125,1-3-30,-6 3 0,5-2 1,-3-1-1,2 1 0,1 2 1,-2 2-1,-1-3 48,2-1 1,0 0-42,2-5 0,0 5 0,0-4 0,0 1 26,0-1 0,0-1-206,0-4 0,-1 5-54,-3-1 202,3 0 1,-5-4-1,6 0 1,0 0-1,0 2-3,0 2 0,0-3 1,0 4-1,0-4-1,0-1 1,0 2-10,0 2 1,0-3-27,0 4 65,0-4 0,0 0 0,0 2 0,0 1 0,0-1 0,-1-1 0,-2-2-45,-1 0 1,0-4-80,4 0 0,0 0 82,0 4-15,0 1 0,0-1 0,0 0 1,0 0-1,0 0 57,0 0 1,0-4 0,0 0 0,0 2 74,0 1 1,-1-5-22,-3-2 0,2-1-32,-2 1-52,3-3-268,1 5 0,0-5 84,0 3 243,0 3-135,0 5-1084,0-5-863,0 4 2055,0-10 0,0-31 0,0-21 0,0-3 0,0 0 0</inkml:trace>
  <inkml:trace contextRef="#ctx0" brushRef="#br0" timeOffset="14">8028 13074 7812,'0'-8'-1260,"0"0"2339,0-2 1,0 4 134,0-2-889,-5 5 422,4-8 1,-6 10 494,3-3 0,-2 1-232,-2-1 0,2 3-791,2-3 1,2 4-1,-2 4-158,3 4 1,1 3 0,0 1-1,0 1-15,0 3 0,1 3-239,3 5 142,-2 1 1,3 4 0,-5 4 0,0 2 0,0 2 0,0 3 0,0 1 266,0 2 0,0 1-140,0 0 0,0-2 0,0-7 1,0-2 111,0 0 1,0-2-74,0 1 1,0-1 168,0-3-247,0-2 1,-4 9 0,0-3-1,0 3 1,0 2 16,0-1 1,-4 1 0,2 0 0,1 2-25,-1 2 1,2-5-181,4-3 1,-4-6-114,0 1 282,0-3 1,3-2 0,-2-1 0,-1-3 0,1 0 52,2 0 1,-3-1-1,0 4 1,0-1 60,-1 5 0,3-2-135,-2 5 0,-1 2 140,1 1-282,0-2 0,0 1 0,0-4 0,0 2 0,0 0-107,0-4 1,0 2 0,4-7 0,-2 2-43,-2-2 0,3 3 162,-3-3 0,2 3-107,2 1 299,-5 1 0,4-1 1,-3 0-1,2 0 1,2 1 162,0-1 1,-1 0 0,-2 0 0,-1-1 145,1-2 0,2 0-222,1-5 0,0 0 32,0-3-201,0 4 1,0-3-1,0 2 1,0-3 0,0-1-3,0 0 0,-4 5 0,0-1 0,1 0-110,2 1 1,1-2 85,0 6 1,0-5 20,0 4-41,0-5 0,0 4 0,0-5 0,0 4 0,0-1-163,0 1 0,0-1 0,0-2 1,0 1 1,0-1 1,0 3 160,0-2 1,0 0-14,0-4 119,0 0 1,0 1 0,0-1-1,0 0 1,0 0 320,0 0-292,0 0 1,0-4-1,0 0 1,0 2-103,0 1 0,0 1 0,0 0 0,0 0-98,0 0 0,1 0 62,3 0 1,-2 0-1,2 1-12,-3-1 0,-1-4 160,0 0 0,0-4-31,0 4-59,0 0 1,0 0 0,1 0 0,2 2 0,1 0-160,-1 3 1,-2-1 101,-1 0 0,0-4 137,0 0-108,0 0 1,0 4 0,0 0-61,0 0-188,0 1 1,0-5 0,0 0-2534,0 1-566,0-3 3387,0-1 0,-5-37 0,-2-9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2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17549 12577 6123,'0'-12'0</inkml:trace>
  <inkml:trace contextRef="#ctx0" brushRef="#br0" timeOffset="1">17524 12540 7813,'0'-8'-1076,"0"0"1121,0 5 1,-1-3 0,-2 5 744,-1-3 128,0 3-547,4-5 1,0 5-330,0-3 198,0 2 0,-2-3 2179,-2 5-1236,3 0 0,-6 0-174,3 0 1,1 0 549,-5 0-1120,5 0 1,-4 0 0,5 1 0,-2 3 0,1 4 0,2 3 60,1 2 1,0 4 0,0 5 0,0 6 0,0 5 0,0 2-177,0 2-349,0 0 1,0-4 0,0-2 0,0-1 0,0-2 0,0-4 0,0-3-849,0-5 0,0-2-249,0-2 1,1-5 0,2-4 20,1-6 0,0-4 0,-3-5 1,3-2 1100,4-2 0,9-25 0,2-11 0</inkml:trace>
  <inkml:trace contextRef="#ctx0" brushRef="#br0" timeOffset="2">17696 10916 7855,'0'-13'47,"0"1"0,-1 1 1181,-3 3 1,1 1 0,-5 4-544,-2-1 1,5 6 0,-1 6 0,2 3-210,0 1 1,0 2-1,4 2 1,0 5-134,0 2 0,0 3 0,0 3 1,0 3-1,0 5 0,0 4 350,0 4-715,0 3 0,4 12 1,0 5-1,0 2 0,1-2 1,-1-2-1,-2-1 1,1-2-1,0-3-219,1-3 1,1-5 0,-2-3 0,1-2 0,-1-1 0,-2-4 263,-1-1 0,0-5 1,0-1-1,0-2 1,0-1-1,0-1 169,0 1 1,0 0 0,0-3 0,-1 1 0,-2 2 0,-1-2-181,1-1 1,-2-1 0,1-1 0,1 1 0,2-1 0,1 0-160,0-4 0,0-2 1,0-6-1,0 1 1,0-1-576,0 0 0,-4-4-1681,0 1 620,-1-7 0,5-3 1783,0-11 0,3-36 0,0-15 0,-1 16 0,0 0 0,1 0 0</inkml:trace>
  <inkml:trace contextRef="#ctx0" brushRef="#br0" timeOffset="3">17967 9845 7878,'-4'-12'16,"0"-1"1,1 1 0,2 0 0,1-1-1,0 0 1,0-2 364,0-2 1,0 1-1,0 4 1,0-1 0,0 1 1703,0 0 0,0 3-1629,0 1 0,0 11 1,0 1-1,0 8 1,0 8-1,0 6-257,0 4 0,0 4 0,0 7 0,0 4 1,0 3-1,0 2 591,0 4-733,0 2 0,4 11 1,-2-32-1,0 1 1,0 1-1,-1 1 1,-1 2-1,1-1 1,0 2-1,-1-1 1,2 1-1,-1 0 1,1-1-1,0-1 1,0-1-1,-1-2 25,0 31 0,-1-5 0,2-2 0,0-1 0,3-2 1,-3-5-105,0-4 0,-2-3 1,0 4-1,-2 1 1,0-1-1,-3 1 3,3 4 0,-1-2 0,0 5 0,-1 1 1,1-4-1,1-3-108,-2-5 1,2-6-1,-2 2 1,3-1 8,1 0 1,0 0 0,0-4 0,0 0-17,0 0 1,0 0 0,0-1 0,-2-2 264,-2-1 1,3-2 0,-3 3 0,1-1-82,-1 1 1,3-4-1,-3-1 1,1-2 0,-1 2 0,2-3 1,-2 3-1,3-3-63,1-2 1,0 1 0,0 0 0,0-1-41,0 1 1,0-1 0,0 2-1,-2 2-22,-2 1 1,3 3 0,-4-3-1,0-2 145,1-1 0,-1-2 1,2-4-1,-1-3-631,1-4-853,-4-6 0,6-3 1,-3-8 1412,3-4 0,6-30 0,2-9 0</inkml:trace>
  <inkml:trace contextRef="#ctx0" brushRef="#br0" timeOffset="4">17463 12983 7860,'-7'-5'968,"0"3"1,4-1 0,-1 6-1,1 5-374,2 3 1,1 7 0,0 3-1,0 3 1,0 5 0,0 4-502,0 2 1,0 2-1,0 0 1,0-1-1,0-2 1,0-3-664,0-1 1,0-1 0,0-6 0,0-2-551,0-5 1,0-2 0,0-2 0,0 1 1119,0-1 0,5-22 0,2-5 0</inkml:trace>
  <inkml:trace contextRef="#ctx0" brushRef="#br0" timeOffset="5">17598 13155 7860,'0'-12'579,"0"0"0,0-1 1430,0 1 0,0 4-1504,0 0 1,-4 10 0,0 3-1,1 4 1,2 5 0,1 2-255,0 5 0,-2 2 0,-1 3 0,-1 3 1,2 3-1,0 5-509,2 4 1,0-1 0,0 5 0,-1 2 0,-2 2 0,-1 1-172,1 0 0,2 0 0,0-7 0,-2-1 0,-1 0 0,0-3 176,-2-5 0,5-4 1,-5-7-1,2-2 1,0-3 77,1-1 0,2-3-2288,1 2 701,0-7 1498,0-9 0,0-29 1,0-11-1</inkml:trace>
  <inkml:trace contextRef="#ctx0" brushRef="#br0" timeOffset="6">17733 13254 7328,'-7'0'-443,"2"-2"0,5-2 0,0-4 505,0-3 0,1-1 0,2 0 0,3-1 0,-1 1 760,0 0 1,0-1 0,-5 1 0,0 0 1484,0-1 0,0 5-58,0 0-1524,0 5-597,0-2 0,0 18 0,0 5 0,0 4 0,0 4 0,0 4 1,0 6-1,-2 6 86,-2 5 1,-3 7 0,-4 4-1,2 2-415,1 1 0,-1 1 0,-3-1 1,1 1-141,3 0 0,-2-8 0,6-3 0,0-5-266,-1 1 1,3 3-1,-3 1 1,1-4 371,0-4 1,-2-2-1,3-2 1,-1-1 391,2-1 1,-4 1 0,2-9-1,1-1 42,2 3 0,1-5 1,0 4-1,0-2-200,0 1 1,0 0-1,0-5 1,0 1-104,0 0 0,0-6 1,0-1-1,0-2-11,0 0 0,0 1 0,0-5 0,0 0 117,0 1 1,-1-5 0,-2 0-317,-1 2-1286,0-5-1657,4 1 3257,0-6 0,-6-17 0,-1-3 0</inkml:trace>
  <inkml:trace contextRef="#ctx0" brushRef="#br0" timeOffset="7">17524 14977 7832,'-1'-9'664,"-2"1"0,-3 0 773,0 1 0,3 4 1,-1 12-1165,2 7 1,2 7 0,0 7 0,0 7 135,0 7-408,0 9 1,0 3 0,0 7-1,0 6 1,1-32 0,-2 1-1,1 2 1,-1 1 0,0-2-1,-1 1-135,0-1 1,0-2 0,-3 32 0,2-4 0,-1-4 0,1-8 0,0-8-318,-1-5 1,3-10 0,-3-4 0,3-6 0,1-2-250,0-3 0,0-5 0,0-5 0,0-3 700,0-8 0,0-47 0,0-14 0</inkml:trace>
  <inkml:trace contextRef="#ctx0" brushRef="#br0" timeOffset="8">17549 16367 7832,'0'13'119,"0"0"0,0 2 0,0 2 1,-2-2-1,0-2 0,-3 0 831,3-1 0,-1 0 0,0 1-950,-1-1 0,0 0 0,4 1 0</inkml:trace>
  <inkml:trace contextRef="#ctx0" brushRef="#br0" timeOffset="9">23813 12638 16577,'0'13'121,"-2"-1"0,-1 0 0,-1 2 0,2 2 0,0 5-103,2 2 0,0 3 0,0 2 0,0-1 0,0-2 0,-1-4-796,-3 1 1,2-4-1,-2-2-2933,3-2 3711,1-7 0,0-29 0,0-12 0</inkml:trace>
  <inkml:trace contextRef="#ctx0" brushRef="#br0" timeOffset="10">22127 11322 7814,'-11'-8'937,"1"1"0,3 0 0,0 1-212,1 1 1,3 2-1,-1 7 1,2 6-1,4 5 1,0 5-536,3 4 0,4 2 0,-2 4 0,1 5 0,0 6 1,1 3-44,-3 3 0,4 2 0,-5 3 0,1 4-158,-1 4 0,-1 3 1,-4 7-1,0-5-143,0-2 0,0-5 1,-1-2-1,-2-2 1,-1-2-1,2-3-160,0-3 1,2-4 0,0-5 0,0-2-1,0-2 1,2-4-610,2-3 924,-3-1 1,4-1 0,-5 1 0,0-1 0,0 1 0,0 0-1,0-1 1,-1 1 0,-2-1 35,-1 1 0,-1-4 0,2-2 0,-2-2 1,-1-1-1,-1-4-2102,0-4 2065,5-2 0,-10-31 0,-4-16 0,3 0 0,-1 0 0</inkml:trace>
  <inkml:trace contextRef="#ctx0" brushRef="#br0" timeOffset="11">23394 10017 12102,'-8'0'893,"1"2"1,2 2 0,2 4-606,1 3 0,2 7 1,0 2-1,0 5 0,0 3 1,0 8-53,0 8 0,0 4 1,2 13-1,1 6-256,-1-31 1,0-1 0,0 2 0,0 0 0,-2 0 0,0 0 0,-1 0 0,0 0 0,0 0 0,0 1 0,-2 0 0,0-1-251,0 0 0,-1 0 156,3-1 1,0-1 0,-6 25 0,4-1-1,-1-1 1,0-1 0,0 0 0,0 1 0,1 1-1,2-1-130,1 0 1,-2 1 0,-1-7 0,-1-3 0,0-4 0,0-1 362,0-1-50,0 3 1,0-1 0,0 0 0,1 1 0,0 1 0,1-1 0,-3-2 0,3-2 0,0-2 13,2-2 0,0-1 0,0 0 0,0-1 1,0-2-1,0-1 3,0 1-122,0 1 0,0 2 0,0-1 0,0-3 0,0-5 0,0-2 0,0-1-282,0 0 0,0-2 1,-1-3-1,-2-3-991,-1-3 0,0-6 1309,4 0 0,-16-38 0,-5-6 0</inkml:trace>
  <inkml:trace contextRef="#ctx0" brushRef="#br0" timeOffset="12">28181 11149 7926,'7'-1'3377,"-3"-3"0,-2 8-3048,-2 0 0,0 7 0,0 6 0,0 3 0,0 5 0,0 5 46,0 7 1,1 6 0,2 11 0,1 5 0,-2 5-1,-1-29 1,0 1-148,-1 2 1,0 0-1,0 1 1,0-1-1,0 3 1,0 0-1,0 0 1,0-1-153,0-2 0,0 0 1,0-1-1,0-1 1,0 24-1,0-4-294,0-7 0,0-1 1,1-7-1,2-1-98,1-2 0,0-1 0,-4 0 0,0 0 0,0-2 0,0-2 12,0-4 1,1-5 0,2-2-1,1-2 1,-1-3-368,-2-2 689,-1-1 1,0 0 0,0 1 0,0 1 0,0-1 0,0-1 224,0-2-1113,0-5 1,-1 3 869,-3-6 0,-3-60 0,1 18 0,0 0 0</inkml:trace>
  <inkml:trace contextRef="#ctx0" brushRef="#br0" timeOffset="13">29843 12614 7869,'8'-6'2791,"0"-2"1,-7 3-2220,-1 1 1,0 4 0,-4 4 0,3 4 0,-1 4 0,0 3-298,-2 2 1,0 5 0,4-2 0,0 3 0,0 2 0,0 0-912,0-1 1,0-1 0,1-1-1,3-3-1456,4-1 0,-1-3 2092,1-7 0,-16-29 0,0-14 0</inkml:trace>
  <inkml:trace contextRef="#ctx0" brushRef="#br0" timeOffset="14">28895 13032 7933,'-1'-12'932,"-4"1"0,-1 4-228,-1 7 0,-3 11 0,6 10 1,1 3-1,2 5 0,1 5-443,0 6 0,0 4 0,0 5 0,0 0 1,1 0-1,4 0-254,3 1 1,-1-5-1,1-1 1,1-3-408,2-6 0,0-5 0,-1-8 0,-2-3-1638,2-1 1495,-5-2 0,5-3 0,-6-1 1,0 0 542,1 1 0,-3-17 0,3-5 0</inkml:trace>
  <inkml:trace contextRef="#ctx0" brushRef="#br0" timeOffset="15">26409 13131 6829,'-8'-8'1245,"1"-1"0,0 1 1,2 0-348,-1 0 1,2 4 0,4-5-409,0 0 0,2 5 0,0 5 0,2 10-263,-1 8 0,3 10 1,-2 5-1,-2 4 0,0 5 1,-2 0-350,0 4 1,0-3 0,0-1 0,0 0 0,0-5 0,0-5-1156,0-8 0,0-6 1,0-7 1276,0 0 0,11-38 0,2-9 0</inkml:trace>
  <inkml:trace contextRef="#ctx0" brushRef="#br0" timeOffset="16">23456 13069 7896,'-2'-7'449,"0"2"1,-4 1 0,-1 0 2697,-2 1-2972,3 7 0,-1 4 1,5 7-1,-3 4 0,3 3 1,0 7-1,2 4 0,2 5 1,2 2 68,4 2 1,2 7 0,-1 10 0,-1 4-181,2 3 1,-6-31 0,-1-1 0,4 32-1,-2-2 1,-1-1 0,0-3-114,0-2 0,1-3 1,-5-6-1,0-1 1,0-2-1,0-2-141,0-2 0,0-6 1,0-7-1,0-3 1,1-1-1,2 1 76,1-1 1,0 2 0,-4-6-1,0 2 1,0 2 0,0-1 95,0 1 1,0-2 0,0-1 0,0-3 0,0 0 0,0 1 55,0 1 1,0-3-1,0 0 1,0-2-1,0 1 1,0-2-215,0-1 1,0-6-1,1-1-392,3-2 0,2-2 1,3-7-1,0-5 568,0-1 0,18-36 0,6-7 0</inkml:trace>
  <inkml:trace contextRef="#ctx0" brushRef="#br0" timeOffset="17">20810 13143 7970,'-7'0'4910,"-3"1"-4520,6 3 0,0 3 0,4 6 0,0 0 1,0 4-1,0 5 990,0 5-1327,0 4 0,0 13 0,0 5 0,2 9 0,0 6 1,2 4-1,-2-33 0,0 0 0,3 34 0,-1-2-62,-2-3 0,0-3 1,-2-3-1,0-5-97,0-2 0,0-3 0,1-1 0,2 0 37,1-1 1,1 0-1,-2-8 1,1 1-1,-1 4 1,0-1 44,1 1 1,-3-1-1,3-2 1,-2-1 0,-2 0-1,0-4 52,0-1-16,0 5 0,0-12 0,0 4 0,0 1 0,0-2 0,0 1 0,0-1 3,0 1 0,0-3 1,0-2-1,0 3-52,0 4 0,0-3 1,0 0-1,0-1-65,0-1 1,1 1 0,2-4 0,1-1-89,-1 1 0,-1-5 1,1 1-1,1-1 16,-1 0 0,0-1 0,-1-4 0,3 1 81,-3-1 1,1 3 0,0-2-1,1-1 98,-1-1 1,-1 3 0,1 0 0,1 1 95,-1 0 0,0 2 0,-1-2 0,2 1 13,-1 3 1,3-3 0,-2 0 0,-2 1-84,0-1 0,-1-4 1,2 3-1,1-2-76,-1 0 1,0 2 0,-1-3-1,2 2-84,-1-2 0,3 2 0,-2 0 1,-2-1 74,0 2 1,2-3 0,0 6 0,-1-1 24,-2-1 0,0 3 0,2-4 0,1 1-44,-1 3 1,-2-3 0,1 0 0,0 0-17,3 0 1,-1 1 0,-4 1 0,0 0-64,0 1 0,0-3 0,0 0 0,1 0-170,3 0 0,-2-4 1,2 2-1,-3-3 322,-1-2 0,0 0 0</inkml:trace>
  <inkml:trace contextRef="#ctx0" brushRef="#br0" timeOffset="18">30027 13155 7861,'-12'-4'108,"0"0"1,-1 0-1,1 0 1,0 0 2859,-1 1-2309,6 2 0,-3-3 0,3 1 0,0 4 0,3 6-186,2 4 1,2 7 0,0 2-1,0 5-315,0 4 0,0 8 0,0 8 0,2 4 1,0 4-1,3 5-247,-3 2 1,0 4 0,-2-2 0,0-6 0,0-4-1,0-3-192,0 0 1,0-1 0,-2-3 0,0-3-1,-3-1 1,3 2 129,0 1 1,2-1 0,0 3 0,0-5 0,0-3 0,0-1 74,0 0 98,0 5 0,0-6 1,0 3-1,0 1 0,0-2 1,0 0-1,0-1 0,0 0 1,0-1 43,0-3 0,0 1 0,0-4 1,0 0-1,0 1 0,0 0 6,0-1-82,0 4 1,-4-7-1,0 6 1,1 0-1,2 0 1,1-1 0,0 3-318,0 0 277,0 2 1,0-1 0,1-4 0,2-1 0,1-4 0,-1 0 0,-2-2 114,-1-2 0,0-1 0,0-7 0,0 1 15,0-1 0,-4-1 1,-1-2-1,-1 1-123,1-1 1,1 4-1,2 2 1,0 1-49,-2 3 0,-1 1 0,5 2 0,0 1-43,0 3 1,0-3-1,0 2 1,0-2 113,0-1 0,0-4 1,0-1-1,0 1 13,0-2 1,0 3-1,2-6 1,1-1-30,1-1 0,0 2 1,-4 1-1,0-2-63,0-2 1,0 0-1,1-1 1,2 0-647,1 1 0,1-5 0,0-1-1796,3-2 2541,-3-1 0,12-31 0,-4-7 0</inkml:trace>
  <inkml:trace contextRef="#ctx0" brushRef="#br0" timeOffset="19">7322 9402 8026,'-7'-12'178,"1"-1"0,1 1 0,-3-2 0,-1-1 0,-1-1 1,2 1 488,-2 1 1,-1-2-1,-2-2 1,-4 0-1,-3 0 1,-5 3-317,-4 2 1,2 0 0,-7 1-1,-3 0 1,-4 1 211,-3 3-447,5 2 0,-9 6 0,3 0 0,-5 0-50,-3 0 0,-3 0 0,-6 0 0,1 2 1,-2 2-1,0 3-104,2-1 0,2 5 0,8-3 1,-2 2-1,-5 0 0,0-2 477,0 1-419,-2 2 0,9 2 1,-1-1-1,6 2 0,5 1 1,4 0-1,3-3 0,1-2 1,-1-1-169,-2 2 0,-1 0 0,0-1 0,1-2 1,-1 1-1,0 4-118,0 3 1,1 2-1,2 5 1,3 0 92,1 3 0,-5 3 1,1 0-1,-4 2 63,-3 1 1,-4 3 0,4-3-1,1 0 116,2 1 1,2 0 0,5 3 0,6-4 33,7-3 0,9-3 0,2-1 0,2-1 7,2 1 1,1-4-1,2 0 1,0 4-39,0 2 1,0 2 0,2-4-1,1-1-29,1 1 1,1 4 0,-2 1 0,1 0 46,-1 0 0,2 3 0,1-5 0,-1 0 166,1-2 0,3-2 0,1 0 0,3-3-32,4 0 1,5-6 0,-2 1-1,5-1-34,3 2 0,0-3 0,5 2 1,1-4 15,1-4 0,2 3 0,-1-4 0,-2 1 85,-1 1 1,0-7-1,6 2 1,4-2-126,2-2 0,10 0 1,-5 0-1,5 0-198,4 0 1,-5 0 0,0 0-1,-5 0 18,-4 0 0,3 0 0,-3 0 0,3 0 145,1 0 0,0 0 0,0 0 0,-1 0 50,-3 0 0,1 0 0,-8 0 0,-3 0-68,1 0 1,1-4 0,5-2 0,8 1-78,6-1 0,5-3 0,3 1 0,1-3-130,-5-2 1,-1 5 0,-10 1 0,-5 2 110,-5 2 1,-7 3 0,-2 3 0,-2 2 150,1 2 0,1 0 0,-2 3 1,2-4 59,1 0 1,1-2-1,2-4 1,-1 0-136,1 0 0,1-6 1,2 0-1,2-3-37,2 1 0,-3 5 0,3-1 0,-3 3-190,-1 1 0,0 0 0,-3 0 1,-4 0 130,-5 0 1,-7 5-1,1 2 1,-1 0 29,-3-3 0,2 2 0,1-2 0,1-3 50,3-4 1,7 1 0,2-5 0,4 0-22,1 0 1,0 0 0,9-2 0,0 2-5,-1 2 1,-6 0-1,-5 4 1,0-2 18,-2-1 1,2 0-1,-7 3 1,-4-2 56,-3-1 0,3-4 0,0 2 0,4-1 70,3-2 0,-1-2 1,-2-1-1,3-1 23,4 1 0,-2 0 0,1-1 0,-2 2 197,-3 3 0,-1-3 0,-1 3 0,-2-3-10,-2-1 0,-4 4 0,-4-1 0,-1 0 127,0-2 0,1-1 0,-1-1-402,0 1 0,-4 4 0,1 0 0,0-1-337,2 3 1,1-5-1,1 2 63,-1-2 1,0 3-1,-1 0 1,-1 0 172,-2 1 0,-1-4 0,2 3 1,-2-3 89,-1-1 1,2 3 0,-4 1-1,0-1 95,2-2 1,-5-2 0,4 1-1,0-2-223,-1-2 0,5 2 0,-1-3 0,2 0-119,-2 1 0,3-2 0,-4 3 1,1-1 106,0 0 1,-5-1-1,1 0 1,-2 1 112,-2-2 0,-2 4 0,-2-3 0,-4-1 142,-3-3 1,-7-2 0,-2-1-1,-4-1 36,0 0 1,-1-1-1,1-1 1,-1-2-384,0 2 1,1 1-1,1 0 1,1 0-97,1 1 0,5-2 0,-5 8 0,-1-2 100,-1 1 1,-8 1 0,-6-2-1,-7 3 133,-4 1 0,-7 2 0,-3-6 0,-5-1 94,-3-1 0,33 11 0,-1-1 1,1 1-1,0 0 0,-2-1 1,-1 1-4,-2 0 1,0 0 0,-1 0 0,0 0 0,0 2 0,0 0 0,4 2 0,2 1-175,-28-3 0,5 1 0,3 4 0,-6 3-289,-5 0 0,1 4 0,-1 2 0,5 4-319,6 3 0,3 7 0,7 2 727,6 4 0,22 6 0,11 1 0</inkml:trace>
  <inkml:trace contextRef="#ctx0" brushRef="#br0" timeOffset="20">10842 9291 8144,'0'-12'116,"0"0"1,1-1-1,2 1 1,1 0-1,0-1 1,0 1 603,0 0 0,0-1 0,-4 1 1,0-2-1,-1-2-24,-3-4 0,-3 3 0,-7 3 0,-2 5-583,-5-1 1,-7 1-1,-5 1 1,-4 3-28,-4 4-63,-3 1 1,-8 0-1,-5 1 1,-9 4-1,31-2 1,-1 2-1,-1 0 1,-1 1-1,0 0 1,1 0-1,0 0 1,1 0-1,-28 7-46,8-1 1,5 0 0,1 2 0,-2 2 0,-2 5 0,2 2-202,2 2 234,1-1 1,5 2 0,4 3-1,6 2 1,7 2 0,5-1 0,5-1-1,5 1 1,4 0-55,4 0 1,-2 2-1,2-4 1,3 2 0,2 2-1,5 1-240,1 2 0,-3 0 0,4 0 0,1 0 210,2 0 1,6-2 0,-1 0 0,1-4 231,0-1 0,3-1 1,4-5-1,1 1 31,-1 0 0,1-1 0,0 0 0,1-3 61,2 0 0,2-1 0,5 5 0,-3-2-37,3-2 0,0 1 0,3-5 0,2 1-4,1 0 0,6-6 0,0-5 0,8 0-191,7 0 0,-26-6 0,0 1 0,-1 0 0,0 0 0,32-1-7,-3-1 0,-4 0 0,0 0 1,-1 1-124,0 4 0,4-4 1,-6 3-1,2-3 108,-1-1 1,-1-1-1,-9-3 1,-7-4 282,-6-3 1,-2-2 0,4 1 0,0-2-96,0-2 0,4 2 0,0-2 0,-1 2-57,-2 2 1,2 0 0,-2-1 0,-4 1-7,-2 0 0,-5-1 1,-5 1-1,-2 0-105,2 0 1,-3-1 0,2 1 0,-1-2-41,-1-2 0,5 2 0,-5-4 0,1 2 100,1 0 0,-6-6 0,1 1 0,-2-2 54,-2-2 0,-3 1 0,-3-1 0,0-1-9,-3-3 1,-2-2-1,-1-6 1,0 0 60,0 0 1,0 4 0,0 1-1,0-1 5,0 1 0,-6 2 1,-2 4-1,-3-1 118,-1-2 1,-6-4-1,-4 5 1,-4 0-199,-2 2 0,-8-2 1,-1-2-1,-7-2-110,-3-2 1,-3 2 0,0 2 0,-5 3-162,-6 4 1,-5 6 0,31 9-1,0 0 1,-29-4-167,5 3 1,6 3 0,8 3 0,5-1-373,6 1 1,8 2 0,7 1 0,1 0-454,3 0 1,-3 0 0,0 0 0,1 1 1154,-1 3 0,-15 8 0,0 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4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30519 8947 8228,'0'-13'-26,"-5"1"1,-3-2-1,-2-1 1,1-1-1,2 1 1,0 0 0,1 0 728,1-2 0,-1 0 0,4 2 0,-2-3 690,1-1-1130,2 4 0,-1-3 0,-1 5 0,-2 1 0,-3 1 0,-5 3 0,-3 4 319,-3 3 1,-2 3 0,-3 7-1,-2 8-519,-3 9 1,-2 11 0,-6 10-1,-2 5-97,19-24 1,-1 1 0,2 1 0,-1 0-267,-3 1 1,1 0 224,2-1 1,0 1-1,-4 3 1,0-1-1,2 1 1,2 1-1,-1-1 1,2 0-1,3-2 1,1-1-1,-9 25 1,9-10-550,6-6 0,3-2 345,6-9-202,0-6 0,0-1 1,0-5-1,0-1 1,0 0-1986,0 1 1705,0-6 0,-4 0 761,0-3 0,-11-14 0,1-2 0</inkml:trace>
  <inkml:trace contextRef="#ctx0" brushRef="#br0" timeOffset="1">29719 9427 8317,'-4'-13'254,"-1"1"1,-1 0 491,1-1 0,1 8 0,3 6 1,-2 10 80,-1 8 0,0 10-305,4 4-378,0 2 0,4 2 0,1-1 1,2-3-1,3-5 0,2-3 1,6-4 218,6-5 0,6-8 0,7-4 1,2-5-551,2-7 0,2-2 0,7-10 1,-3-2-2338,-1-2 2524,-4 0 0,-11-23 0,-1-5 0</inkml:trace>
  <inkml:trace contextRef="#ctx0" brushRef="#br0" timeOffset="2">28378 11974 8873,'0'-8'1429,"1"0"1,4-2 1517,3-1-2708,-3-1 0,6-1 0,-3 0 0,2-2 0,0-3 0,-2-1 0,1-4 1,1-3-1,-1-6 287,0-3 1,-7 0-131,2-6-370,-2-8 1,-8 8 0,-3-9 0,-6-1-1,-7-1 1,-4 0 0,-3 3-28,2 4-33,1 8 0,1 8 0,1 10 0,0 5 1,3 6-1,1 3 0,3 2-2206,2 1 1235,1 2 0,7-1 0,4-2 0,7-1 1005,9 1 0,26-9 0,13-1 0</inkml:trace>
  <inkml:trace contextRef="#ctx0" brushRef="#br0" timeOffset="3">28255 11506 9235,'4'-9'1458,"0"-2"0,-1-4-919,-2-3 0,-1-4 0,0-7 0,0-3-12,0-4 1,0-5-355,0 0 0,0 0 0,-1 4 1,-3 1-1,-3 4 0,-1 6 1,1 7-1,0 8 720,0 4 0,5 10-496,-3 9-621,4 6 0,7 8 0,2 1 0,4 3 0,6 0 0,5 0 0,6-4-2127,2-4 0,1 0 2351,1-6 0,29 6 0,4-3 0</inkml:trace>
  <inkml:trace contextRef="#ctx0" brushRef="#br0" timeOffset="4">17426 12503 7882,'-13'-18'2201,"1"6"0,4 1 699,0 7 0,5 1-976,-1 7-1732,2 3 1,4 10-1,0 0 1,3 3 0,-1 0 309,1-1 0,-3 4 1,2-3-1,-3 0-110,-1 1 0,4-6 1,0 2-1,-1 0 1,-2 1-1,-1 1-542,0 3 0,-1-3 1,-2 0-1,-1 0 1,1-1-1,2 0-6885,1-3 5316,0-7 0,1-3 1719,3-5 0,14-65 0,-5 24 0,0 0 0</inkml:trace>
  <inkml:trace contextRef="#ctx0" brushRef="#br0" timeOffset="5">17622 11137 6150,'0'-8'1943,"0"0"0,-1-2 1232,-3-1 1,3 3-64,-3 0-2639,-3 0 0,5 2 0,-2 7-236,3 10 1,0 7-1,-2 7 1,-1 1 140,1 3-383,2 7 0,1 4 0,0 7 0,0 3 0,0 5 1,0 1-1,1-3 0,2-4 0,2-3-122,2-5 1,-3 0 0,3-3 0,-2-4 0,-1-2 0,1-5 5,-1-1 1,1-2-1,-2 1 1,1 0-1,-1-1 1,-2 1 161,-1 0 1,0-1-1,0 1 1,0-2-1,0-1 1,0-3-52,0-1 0,0-2 0,0-3 1,1-3-250,4-1 0,-4-2 0,4-5-291,1 2 1,-5 2 0,5-3 27,-1 1 1,-3 5 0,2-1 447,-3 3 1,-1 2 0,0-1 0,0 0 398,0 1 0,0-1 1,0 0 74,0 1 1,-4-5 0,0 0 27,1 1 0,0 2 1,1 2-1,-2-1-170,1 0 1,0 2 0,0 1-1,-1 1-157,1 0 1,-2 1 0,1 0 0,1-2-126,2-2 0,-3 4 0,0-1-10,1-1 1,1-1 0,2-2 20,0 1 1,0 3-1,0 0 88,0-1 0,0-1 1,0-2-1,0 1-252,0-1 1,0-4-1,0 0-549,0 2 1,0 1-70,0 1 1,-1-1 0,-2-1-2407,-1-2 3201,0-5 0,4-69 0,0 22 0,0-1 0</inkml:trace>
  <inkml:trace contextRef="#ctx0" brushRef="#br0" timeOffset="6">17869 9980 7952,'-6'-11'29,"-1"2"1,-1 1 0,0-2 0,0-1 0,-1-1 0,1-1 1617,-1 1 1,3 0 0,1 0 0,1-1 1798,0 1-3152,-6 5 1,9 7 0,-3 8 0,2 3 0,2 3 0,0 2 0,0 5 23,0 2 0,4 2 0,2 1 0,1 2 0,1 5 0,0 3-205,0 1 1,0 5 0,3 5-1,-1 5 1,-2 6 0,0 5-15,-1 3 1,0-1-1,-4-3 1,2-2-1,1-1 1,0-3-164,1-1 1,-3-3 0,3-6 0,-1-2 0,-4 0 0,0-3 35,-2-3 1,0 0 0,0-8 0,0 0 0,0 2 0,0-2 158,0 0 1,0 4 0,0-1 0,0 3 0,0 1 0,0-1-48,0 1 1,0 0-1,0-1 1,0-2 0,0-3-1,0 0 50,0-4 1,0-1 0,0-1 0,0-2 0,0-1 0,0-2 10,0 2 1,0 1 0,0 2 0,0-1-1,0 1 1,0 0 262,0-1-314,0 1 0,0 0 0,0-1 0,-2 1 0,0-2 0,-2-1 1,1-3-69,2-1 1,-1 0 0,-1-3 0,-1 1-56,2-1 0,0 0 1,2 0-1,0 2-144,0-2 1,0-2 0,0 1 0,0 1 351,0 1 0,0 2 1,0-1-1,0 2-190,0 0 1,0 4 0,0-4 0,0 2-28,0-1 0,0-3 1,0 2-1,0-1 330,0-3 0,0-2 0,0 0 1,0-1-168,0 0 0,-1 1 1,-2-1-1,-1 0-170,1 0 1,2 5 0,1-1 0,0-1-467,0-1 1,-1-2-2049,-4 1-1665,4-1 1195,-4-5 3029,5-2 0,0-21 0,0-5 0</inkml:trace>
  <inkml:trace contextRef="#ctx0" brushRef="#br0" timeOffset="7">6707 10226 7932,'-1'-8'117,"-2"0"0,-1-2 0,1-2 0,2-3 0,1-1 0,0-1 642,0 0 0,0 1 0,0-3 0,0 2 0,0 0 0,0 1-174,0-1 1,-2-3 0,-2 3 0,-4 2 0,-4 2-1,-5 0-368,-3 1 0,-6 4 1,-6 1-1,-6 2 1,-4 0-1,-5 1-281,-1 0 1,-1 0 0,0 6 0,-2 3 0,-5 7 0,-7 7-56,29-7 0,0 0 0,-5 0 0,0 2 0,3-1 0,1 1 0,0 1 1,0 0-1,0 1 0,0 0 0,2 0 0,1 0 162,0 0 1,1 0 0,-2 1 0,2 1-1,-26 15 1,1 1 0,4 2 0,7-2 77,8 0 1,7 3 0,10-8-1,5-2 1,4 1 0,4-1-110,2 2 1,-4-1 0,5-3-1,2 0 1,-1 1 0,0 1-67,-1 2 0,0 3 0,4-1 0,1 0 0,2 3 0,2 2 99,2 1 1,6-2-1,4-1 1,1-2-1,3-2 1,0-3 164,5-1 1,3-5 0,0-2-1,4-1 1,2-2 0,4 1 235,2-1 1,-2-1 0,5-5 0,0-4 0,-1 1 0,3 0 559,-3 3-944,5-5 0,-8 5 0,5-5 1,1 2-1,2 3 0,2-1 0,-3 1 141,-1-2 1,0 0 0,-5 3 0,-1-1-238,-2-2 1,0-4-1,3 3 1,4-2-59,3-2 0,11 0 1,1-1-1,0 3 149,-1-3 1,-3-2 0,3-2 0,-3-4 80,-1-1 0,0 3 1,-2-3-1,4 2 103,3 2 1,1-2 0,-5-1 0,-6 1-7,-3-1 1,-2-2 0,5 3 0,4-2-397,3-3 1,5 3 0,1 0-1,0 1 31,-3-1 1,-4 4-1,-2-1 1,-4 3-67,-2 1 0,-1 0 0,4 0 0,0 0 134,-2 0 0,1 4 1,-9 0-1,-1-1 138,-2-2 0,-1-1 0,-1 0 0,-1-1 39,2-4 1,-3-1 0,10-8 0,0-1 194,1-2 0,0 0 1,-9 2-1,-3-3 154,-5-1 1,-2 0 0,-2-3 0,-3 1-141,0-1 0,-2 2 0,4-3 0,1-3-324,2 0 0,1-4 0,-2-1 0,0 0 0,4-3 0,-4-2 0,-1-1 0,-6 2 0,-4 2 0,-7-3 0,-3 5 0,-3-2 0,-1 0 0,-9 6 0,-5-2 0,-5 2 0,-7-2 0,0 2 0,-6-6 0,1-1 0,-1-2 0,1-1 0,-3-1 0,1-2 0,-1-1 0,2 0 0,0 4 0,-4 1 0,-4-1 0,-7 0 0,-8 1 0,-1 5-68,-3 6 1,-5 2 0,30 14-1,-1 1 1,-1 1 0,-1 1-121,-5 0 1,0 2 0,-3 1-1,0 1 1,-4 2 0,-1 1 0,2 1-1,-1 0 124,2 2 0,0 0 0,-1 2 0,0-1 0,3 1 1,0 1-1,0-1 0,1 0-518,0 0 0,1 0 0,2 3 0,1 0 0,1 1 0,1 1 0,3-1 0,1 1 582,-28 10 0,6 6 0,10-2 0,5 1 0,5 0 0</inkml:trace>
  <inkml:trace contextRef="#ctx0" brushRef="#br0" timeOffset="8">9488 10140 9766,'0'-8'1829,"0"0"0,1 0 1,2-1-1,3 3-2047,0 0 0,3 1 1,4 2-1,5-1 0,8 1 218,10 2 0,23-8 0,12-4 0,-19 4 0,1 0 0,0 0 0</inkml:trace>
  <inkml:trace contextRef="#ctx0" brushRef="#br0" timeOffset="9">10473 9722 7923,'-2'-8'100,"-1"-1"0,-2 0 1,-2-2-1,-1-1 551,1-1 0,-4 5 0,3 1 0,-4 2 0,-3 2 1,-3 2-53,-1 1 0,-2 7 0,-5 5 1,-1 8-1,-2 8 0,2 6 17,1 6 1,7 3 0,2 7-1,5-1 1,4-1 0,6-5-375,9-6 1,18-7 0,19-9 0,10-6 0,12-5 0,-31-9 0,1-1-142,1-3 0,0-1 0,31-7 0,-34 0 1,-1-2-1,0-2 0,-1-1 0,-1 0 0,-1-2 1,25-20-220,-7-3 1,-9 1-1,-10-5 1,-10-1-1,-11 1 1,-13 2 666,-14 6-497,-21 9 0,-13 3 0,19 16 1,-1 2-1,-1 0 0,0 1 0,0 2 1,-1 0-1,2 2 0,1 1 0,-33 3 1,2 3-1,4 2-988,3 3 0,15 0 0,13 4 0,10 1 0,12 2 936,6-2 0,51-13 0,12-3 0</inkml:trace>
  <inkml:trace contextRef="#ctx0" brushRef="#br0" timeOffset="10">12109 11162 7831,'-16'0'1052,"-1"-2"1,2 0-120,2-2 0,13-1 0,8 5 1,11 0-1,8 0 0,6 0-1318,3 0 0,6 0 1,3-1-1,2-2 1,-1-1-1,-1 1-2594,2 2 613,-5 1 2366,1 0 0,-28 0 0,-6 0 0</inkml:trace>
  <inkml:trace contextRef="#ctx0" brushRef="#br0" timeOffset="11">12134 11531 7831,'-7'0'2453,"3"0"1,8-1-2091,4-4 1,10 3-1,8-6 1,10-3 0,7-3-1,7-4-363,3-1 0,-16-3 0,5-7 0,1-1 0,4-3 0,1 0 0,0-1 0</inkml:trace>
  <inkml:trace contextRef="#ctx0" brushRef="#br0" timeOffset="12">13205 10460 7838,'-7'-5'962,"-4"3"1,4-3 0,-1 1-1,0 0 5578,-2 1-6034,4 2 0,1 12 1,5 5-1,0 7 0,0 6 1,1 5-1,2 6 0,3 5 1,-1 3 1182,1 1-2223,3 0 1,-6-1 0,4-3 0,0-4 0,-2-2 0,2-5 0,-2-4 0,1-7 0,-4-2-6721,0-2 7254,-2-4 0,-17-14 0,-3-9 0</inkml:trace>
  <inkml:trace contextRef="#ctx0" brushRef="#br0" timeOffset="13">12753 11543 14225,'0'-1'492,"-7"-3"5012,2-4-5095,1 2 0,15-3 0,7 3 0,9-1 1,11-2-1,10-2 0,10-2 0,7 1 1,-29 5-1,1 0-465,1-1 0,0 0 0,3-1 0,0 0 0,-2-2 0,-1 0 0,-2 2 0,0-1-1591,31-8 1,-12 3 0,-11 7 0,-14 4-1,-12 4-608,-9 4 0,-10 3 1,-11 7 2254,-8 2 0,-25 3 0,-7 6 0</inkml:trace>
  <inkml:trace contextRef="#ctx0" brushRef="#br0" timeOffset="14">13131 11777 7883,'-8'-8'0,"-1"0"0,5 5 4781,-4-1-2876,5-3-1680,-2 11 0,6-7 0,2 12 0,2 0 0,1 2 0,-1 3 0,-1 2 0,1 5 0,0 2 1313,2 1-1552,-4 7 0,3-1 0,-3 4 0,1-1 0,-1 2 0,-2 3 1,-1 4-275,0-3 78,0-6 1,0 1 0,0-6 0,0-4-1,0-3 1,0-4 0,0-2-1182,0-1 0,2-3-920,2-3 1530,-3-2 0,6-8 185,-3-2 1,-3 2 595,4-7 0,-4-21 0,-1-9 0</inkml:trace>
  <inkml:trace contextRef="#ctx0" brushRef="#br0" timeOffset="15">14103 11137 7883,'-12'0'386,"-1"-1"0,1-2 0,0-1 0,-1 1 2472,1 2-1995,5 1 1,-1 0-1,9 0 1,10 1 0,11 2-1,8 2 1,4 1 364,3-1 1,-2-1-1201,6-4-219,2 0 1,-6 0-1,2-1 1,-5-2 0,-1-1-1,-2 0 1,-2 0-6202,-3 0 3109,-7 0 3283,-18 9 0,-31 17 0,-19 7 0,-8 4 0,0 1 0</inkml:trace>
  <inkml:trace contextRef="#ctx0" brushRef="#br0" timeOffset="16">14189 11469 9979,'-5'-6'3514,"3"-5"0,2 8-2832,8-5 0,5 5 1,3-3-1,3 2-196,0 0 0,9 0-3723,-4 4 1634,4 0 1603,2 0 0,7-2 0,6-1 0,7-1 0,-1 1 0</inkml:trace>
  <inkml:trace contextRef="#ctx0" brushRef="#br0" timeOffset="17">15112 10879 7938,'-4'-13'2023,"0"1"-1054,-6 5 0,9 3 0,-3 11 0,2 9 1727,2 12 0,0 9-1304,0 8-1137,0 5 0,0 9 0,2 1 0,2 5 0,4 2 0,-3-33 0,1 1 0,6 32-634,1-5 1,3-12 0,0-10 0,-1-6 0,-2-4 0,-4-2-5377,0-4 5755,-7-2 0,-7-20 0,-9-4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6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4516 6855 6714,'-12'0'341,"5"-6"1,0 5 150,3-3 39,3 2 186,-5-3 0,6 2 993,0-5-1165,0 5 1,-1-2-1,-2 3 1146,-1-2 0,0 1 1159,4-5-1573,0 5-997,-5-2 1,3 6 0,-2 3 0,3 5 0,1 2 1277,0 1-1427,0 0 1,4 6 0,0 3 0,-1 3 0,-2 3 0,1 4 0,0 0 64,2 3 1,0 6-1,-2 2 1,1 1-171,1-1 1,0-2-404,-4-8 289,5 10 1,-3-15 0,3 6 0,-1-6 0,0-4-52,-1-2 1,2 1 0,1-6 0,-1-1 38,1-1 1,-2-2 67,-4 0 0,4 1 90,0-1-69,0 0 0,-4 2 1,2 1-1,0 1 0,2-1-69,-1-1 1,-1 3-45,-2-1 42,0 0 0,0-2 0,0 1 1,1 1-1,2 0-289,1-3 0,0 1 422,-4 2 0,0-2-68,0 2 1,0-6 537,0-2-335,0 0 0,-1 3 0,-2-1 0,-1-2-94,1 2 1,-3-4-643,2 3 518,0-7 1,4 5-40,0-3 0,-1-2 732,-3 2 296,2-3 179,-3-1-394,5 0-1091,0 0 78,0-5-30,0 3 521,0-3 1,1 5 284,3 0 0,3-4-252,6 0 0,0-2-201,4 2 0,2 1 1,5-5-1,2-1 32,3-2 1,3-2-111,5 1 0,5-4 0,3-1 1,3 2-170,1 2 0,3 2-25,-3 2 0,1 0-106,-14 5 189,4 0 1,-18 4 0,3 0 0,-5 1-1,-4 2-516,-3 1 1,-4 4-218,4-4 15,-6 6 0,3-9 1,-3 5-3311,0-1 4165,4-4 0,-15-33 0,3-16 0</inkml:trace>
  <inkml:trace contextRef="#ctx0" brushRef="#br0" timeOffset="1">4578 7347 7837,'-12'0'1938,"-1"0"1,6-2-798,3-2 1,2 3 546,-2-3-1062,2 2 0,-2 2 0,8 0 0,4 0 331,3 0 0,3 0 0,2 0 0,4 0-690,-1 0 1,4-4 0,-3 0-1,4 2-192,0 0 1,6-2-1,3 0 1,3 0-90,1-2 0,1 4 0,3-7 0,3 1-150,-1 1 0,4-2 0,-7 3 0,-5 1-71,-5-1 0,-1-2 1,-3 4-1,-6 0-197,-5-1 0,1 3 84,-8-2-495,3 3 1,-3 1 0,0 0-3507,2 0 2256,-5 0 1433,1 0 660,-6 0 0,-17-66 0,7 25 0,0 0 0</inkml:trace>
  <inkml:trace contextRef="#ctx0" brushRef="#br0" timeOffset="2">4467 6756 8163,'-1'-7'5449,"-3"3"-4612,2-3 1,-2 6 0,10-3-1,5 2 1097,4 2-1532,12 0 0,-5 0 1,11 0-1,1 0 0,3 0 1,5-1-1,7-2-235,7-1 0,-21-1 0,0-1 0,3 1 0,1-1 0,0-1 1,1-1-186,0 1 1,-1-1 0,-1 0 0,-2-1 0,20-8-1,-6 3-2118,-8 5 0,-15-1 174,-6 6 0,-13 0 1,-8 4 595,-7 0 1,-4 0 0,-2 1 1365,-4 4 0,-24 7 0,-11 7 0</inkml:trace>
  <inkml:trace contextRef="#ctx0" brushRef="#br0" timeOffset="3">4627 6818 7972,'-12'0'323,"4"-2"1,-1 0 3970,0-3-2559,3 1 1,1 10-970,5 2-394,5 3 0,1 7 0,3 2 0,-2 3 1,0 3-1,-1 5 0,0 4 71,1 5 0,-4 10 0,1 0 0,-3 0-296,-1 1 0,5-2 1,-1 0-1,-2 0-32,0 1 1,-2-7-21,0-2-155,0-2 0,0-2 0,1 0 0,2-2 0,1-1 0,0-2 1,0-2-434,0-3 0,4-2 280,-3-5 1,-1-2 0,-4-6-226,0 1-576,5-6 501,-3-2-240,3-5 0,-4-7 753,3-5 0,4-25 0,2-10 0,3-6 0,0 0 0</inkml:trace>
  <inkml:trace contextRef="#ctx0" brushRef="#br0" timeOffset="4">6215 6608 7764,'1'-6'2539,"2"0"2045,1 1-2750,5-2 0,-9 0-1758,0 3 1,-6 3 0,-11 1 0,-5 1 0,-5 3 0,-7 6-244,-6 5 1,-4 0 84,-5 5 0,1-3 1,3 2-1,4-3 1,4-4-1,4-2-97,5 0 1,7-5 0,6 0 273,6 1 448,3-5 0,12 5 212,2-6 1,3 0 0,0 1-189,-3 3 0,3-1 0,-4 5 1,1 2-29,0 1 0,-4 2-216,4 4-340,-5 2 1,8 1 0,-4 1 0,1 1 0,0 2-241,2 5 162,1-3 1,-3 10 0,-1-3 0,-2 2 0,-2 3-27,-2 3 1,-1 2-1,0 3 1,0-1 349,0 2 1,-4-3-160,0 1 1,-5-6 6,0 2-163,4-2 1,-5-4 0,6-1 0,0-1-1,0 0-96,0-1 1,-2-2-1,4-6 1,-2 1 331,1-1 0,-3 1 97,2 0 0,-4-6 1,3-3 105,-2-2 1,3-2 445,-4 1-258,5-7-252,-3 0 0,6-5 0,2 2 137,2 1 1,-1 0-1,6-4 1,3 0-427,3 0 0,11 0 0,-1 0 0,8-4 0,1-1 0,6-2 0,5-3 0,-3 3-267,-1-1 0,-3 4-923,-1-4 159,-5 5 0,-3-2 1,-9 5-1,-4 0 1031,-2 0 0,-12-28 0,-4-6 0</inkml:trace>
  <inkml:trace contextRef="#ctx0" brushRef="#br0" timeOffset="5">6818 6953 7809,'1'-7'1548,"2"2"1126,1-1-1155,5-1 1,-7-1-755,2 0 0,-4 5-525,-4-1-158,-3 3 0,-7 2 1,-2 3-1,-5 6 1,-3 3-1,-5 5 1,-2 1-89,-1 3 1,-2 0 0,4 0 0,0-1 0,1 0 0,4 3-29,4 0 1,7 0-1,2-4 1,6-4 35,5-2 1,2-2 0,5-1 0,5-1 95,4-2 0,6-5 0,0 1 1,2-1 280,2 1 1,4-3-11,-1 3-382,-5-2 1,1-2 0,-5 0 0,0 0 0,-3 0 0,-2 0-540,-2 0 723,-5 0-32,-1 0 0,-8 0 249,-2 0 1,2 0-93,-7 0-260,7 0 0,-9 0 1,2 0-1,-2 0-171,-1 0 1,0 0 0,-2 0 0,-1 0-72,-1 0 0,-2 4 151,2 0 0,2 1 0,-4-2 0,2 3-17,-1 0 1,-3 1 68,3 1 0,-3 3 0,2-2 0,0 1-155,1 3 1,0 0 105,5 4 1,0-3 0,-1 3 0,1 0 36,0-1 0,5 1 26,3-5 0,-2 4 1,2 1-1,1-2 187,2-2 0,1 0-33,0-1 0,0 0-130,0 1 104,0-1 1,0 0 0,1 1 0,2 0 687,1 4-540,6-4 1,-7 5 0,5-6-1,1 1 220,2-1 1,2-5 0,-1-3-1,2-3 401,2-1 0,3 0-524,6 0 1,5-1 239,3-3-451,8-3 1,-2-5-1,6-1 1,0 1 0,-1 0-1,-3-1 1,-4 1 210,-4 0 1,-3 1-231,-5 3-154,-1-3-823,-5 9-820,-6-3 747,-8 5 471,-5 0-1731,0 0 0,-5 0-3257,-3 0 5413,2 0 0,-10-6 0,2 0 0</inkml:trace>
  <inkml:trace contextRef="#ctx0" brushRef="#br0" timeOffset="6">7691 6793 7797,'-4'-8'243,"0"0"1,0-1 0,0 1 0,0 0 720,1-2 1,2 4 0,1-3 1291,0 0 1624,0 3-764,0-5-2277,0 32-626,0-10 1,1 31-1,2-5 1,1 8-1,-1 9 1,-2 7 0,-1 8 420,0-34 0,0 2-571,0 3 1,0-1 0,0-3-1,-1-1 1,0 1 0,-1-1 0,-4 30-1,1-9 1,-2-6 0,0-6-31,-2-7 0,2-5 0,-1-8 0,0-1-371,1-2 1,-4 1-370,3-6 419,2 1 0,-3-5-4437,4 0 2411,1-10 2314,4-4 0,22-32 0,6-6 0</inkml:trace>
  <inkml:trace contextRef="#ctx0" brushRef="#br0" timeOffset="7">8036 7138 7770,'0'-9'6,"-1"1"1965,-4-1 0,0-2 1,-5 0-820,2 3 0,6 8 1,-1 8-1,4 4 1,6 4-1,3 4-465,3-1 1,8 8 0,-1-2-1,3 2 1,2 2 0,0-1-240,-1 0 1,5 2 0,0-1 0,-2-2 0,-1-2 0,-1-4-297,-1 0 1,-5-6 0,-2 0 0,-3-4-1774,-2-3 1,-5-4-628,-3 4 0,-4-6 0,-3-2-2576,-1-7 3185,0-4 1639,4-1 0,0-22 0,0-6 0</inkml:trace>
  <inkml:trace contextRef="#ctx0" brushRef="#br0" timeOffset="8">8405 6904 7799,'-8'-2'1702,"0"0"1,-2-1-900,-1 4 1,3 6-1,0 10 1,-2 3-1,-2 5 1,-3 3-209,-2 5 1,-10 12 0,-2 6 0,-5 4-278,-3 3 1,0-2 0,0 1-1,2-4-226,2-5 1,7-5 0,8-7-1,3-3 1,6-4 0,2-5-181,4-3-993,-4 2 1,6-9-1,-3 2-401,3-2 0,2-9 1,3-5 1481,4-7 0,20-20 0,4-6 0</inkml:trace>
  <inkml:trace contextRef="#ctx0" brushRef="#br0" timeOffset="9">8750 6645 7799,'-13'0'265,"1"0"0,0 0 0,-1 0 0,3-1 0,0-2 0,2-1 3031,-2 1-2481,5 2 1,-6 1 0,4 1 0,0 4 0,4 1-46,6 1 0,5 3 1,9-6-1,5-1-719,5-2 0,4-1 0,6 0 0,0-1-26,0-4 0,-1 3 0,-2-6 1,-3-2-574,-1-1 410,-1-1 0,-10 4 1,-2-1-1,-5 0 1,-5-1 341,-7 2 0,-4 4 0,-6 8 1,2 4-1,-2 3 0,1 1-69,1 1 0,-2-1 1,5 0-1,-1 2-116,1 2 1,-1 4 0,3 4 0,-1 1-83,2-1 1,0 6 0,2 2 0,0 2 220,0 3 0,0-3 0,2 9 0,0-2 136,2 0 0,2 5 0,-2-1 0,3 2-114,0-2 1,4 5 0,-3-3 0,3-2-19,1-1 1,2-5 0,1-4-1,1-4-421,-1-1 0,-1-7 0,-2-6 0,1-3 142,-1-2 0,0 0 83,0 0 0,-3-3 22,-1-1 1,-5-4-51,1 4 37,-3-5 1,-2 2-1,-3-5-27,-5 0 1,-6 4 0,-2 2 0,-4 1-95,-5 2 1,1 6 0,-3 2 0,2-2-183,1-1 1,1 2-1,-1 0 1,2-2-937,2-4 0,1 1 0,6-5-1037,3 1 2301,7-1 0,22-31 0,13-16 0,3 0 0,1 0 0</inkml:trace>
  <inkml:trace contextRef="#ctx0" brushRef="#br0" timeOffset="10">10091 7088 7744,'-12'0'993,"-1"0"1,1 0 0,0 0 1260,0 0 1,1 6 0,2 2-988,5 3 1,3-3 0,2 0-805,3 2 0,3-5 1,7 0-1,4-4 1,5-1-1,6 0 317,2 0-1148,2 0 1,4-4 0,0-2 0,-2 1 0,-1-2 0,-2 2 0,-2-1-2649,-3 3 0,-2 2 0,-5 1 3016,-3 0 0,-31 5 0,-8 2 0</inkml:trace>
  <inkml:trace contextRef="#ctx0" brushRef="#br0" timeOffset="11">10128 7458 7744,'-7'0'4466,"0"0"0,5-2-3219,-3-2 1,11 1 0,8-5 0,3-1 0,5-2 0,3 0-3171,4 2 1,2-1 1922,6 1 0,6-8 0,6-4 0,3-2 0,1 0 0</inkml:trace>
  <inkml:trace contextRef="#ctx0" brushRef="#br0" timeOffset="12">11346 7064 7687,'-24'0'125,"-1"0"0,0-2 0,2 0 0,1-2 0,2 1 0,-1 1 2709,2 2-2550,1 0 1,6 0 0,0 2 0,0 2 0,1 5 0,1 8 0,2 6 0,0 6 0,1 2 266,3 3 0,2 6 0,4 3 0,2 0 0,4 2 0,4-2-42,5-6 1,7-6 0,10-6-1,7-3 1,10-6 0,9-8-201,9-5 1,-1-8 0,-33 0 0,0 0 0,0-2 0,-1-1 0,0-2 0,-1-2 0,29-15-236,-7-6 1,-6 1-1,-3 0 1,-3-3 0,-6 1-1,-11 1-175,-11 5 1,-8-2 0,-10-2-1,-7-2 1,-12-3 0,-12 2 28,-10 0 1,-5 4 0,-3-2 0,-1 4 0,1 5 0,3 5-90,4 6-330,2 1 0,2 11 0,0-3 1,2 4-1,2 4 0,2 4 1,5 3-1,3 2 0,5 2-6212,3 2 6703,-3-1 0,8-3 0,-3-1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4135 7285 7833,'-7'-12'92,"-3"0"0,5-2 0,0-1 443,-1-1 0,2-5 1,4 5-1,0 1 1,0 0-1,0-1 0,0 0 1,0 1 818,0 1 0,0 2 0,0 0 0,0-1-531,0 1 1,1 5-1,3 5 1,5 4-379,2 7 1,1 7 0,2 4 0,1 5 0,2 4 0,1 4-5,0 2 0,4 3 1,-2 3-1,4 3 1,-1 1-1,-1 0 129,-2 2-561,1 1 1,-1 2 0,1 1 0,-1 0 0,1-5 0,-2-2-1,-1-5 1,-3 0 0,-2-4-409,0-2 0,-2-7 1,-3-7-1,-3-1 0,-1-2-546,0 2 2200,1-4-729,-5-2 0,-5-12 0,1-8 0,2-4 1,0-6-1,2-7-569,0-6 0,0-10 0,2-6 1,3-6-1,6-9 0,-3 28 1,0-1-903,2-3 1,0-1 806,2-1 0,2-1 1,1-5-1,1-1 1,2 0-1,1-1 0,-1 0 1,0 0-1,-1 4 1,0 1-1,-2 4 0,0 2 1,11-23-1164,-7 14 657,-4 9-815,-8 23 0,0 3 0,-3 11-1698,4 0 3157,3 0 0,1 6 0,0 0 0</inkml:trace>
  <inkml:trace contextRef="#ctx0" brushRef="#br0" timeOffset="1">5206 7605 7843,'-5'-8'1941,"1"0"-957,2-2 0,-1 3 1,0-1-1,-1-1-184,1-2 0,-2 2 0,-1 3-350,0 0 1,-4 2 0,-5 4 0,-3 0-278,-1 0 1,-6 7 0,-5 5 0,0 9 0,-1 6 0,-1 6-106,-2 2 0,4 8 0,3 1 0,5 1 1,5-2-1,5 0-266,4-3 0,2-4 0,9-4 0,4-9 0,5-9 0,3-9 247,3-3 1,1-5-1,7-5 1,2-9 0,2-6-1,0-6 1374,0-3-1071,4 1 1,-8 1 0,1 7 0,-5 3 0,-5 5 0,-2 5 0,0 6 0,0 4-251,-4 4 0,-3 7 0,-5 5 0,1 1 1,0-1-1,0 1-3649,0-2 2686,6-7 0,-8 1 1,7-5-1,0-1 0,2-1 861,1-2 0,6-22 0,1-6 0</inkml:trace>
  <inkml:trace contextRef="#ctx0" brushRef="#br0" timeOffset="2">5390 7778 10489,'-7'5'1734,"3"3"1,3-1-1189,1 1 0,4 0 0,0 5 1131,-1-1 0,-1 0-645,3 1 0,-4-9 0,3-8-668,-3-11 0,1-9 1,2-4-1,4-5 1,4-3-1,3-1 59,2 0 1,5 6-1,-2 4 1,3 3-1,3 5 1,2 3-1328,1 5 0,-1 4 0,-2 7 0,2 0 0,2 0 904,1 0 0,-2-16 0,2-6 0,5-2 0,-1 0 0</inkml:trace>
  <inkml:trace contextRef="#ctx0" brushRef="#br0" timeOffset="3">6473 6978 7853,'8'-2'2101,"0"0"1395,2-3 1,-6 1-1252,-4 4-2168,-5 0 1,-9 2 0,-2 0 0,-4 3 0,-1-1 0,-3 0 0,-3 1-104,-3 2 1,1-4 0,-2 2 0,-1-1 0,1 0-1,-2 1 135,2 0 0,0-4 0,8 3 0,3-2 0,3-2 0,4 1 1041,0 3 0,8-1-799,5 5 1,5-5 0,8 2 0,-1 0 0,2 0 0,1 2-85,1 2 1,0-2 0,-3 1 0,-1 3 0,0 3 0,1 2 344,-1 0-620,0-3 0,1 4 1,-1 0-1,-1 1 0,-2 1 1,-2 0-1,0 3 0,-1 2 1,-1 2-90,-2 2 1,-2 0 0,-1 4 0,0 1-1,-1 0 1,-2 0 62,-1 1 1,-6 4-1,4 1 1,-3-4 0,3-1-1,-1-2 102,0-3 0,3-1 1,-3-2-1,1-4 1,2-3-1,0-4-43,0-1 1,-1 1-1,2-1 1,-1-3 104,1 0 0,0-5 128,-1 3 82,3-7 1,-3 4 0,8-6-192,4 0 1,0-2-1,3 0 1,4-4-150,3-1 0,-2 3 0,5-3 0,2 1 0,5-1 0,2 3 0,4-3 0,-1 1 0,1 4 0,1-4 0,4 1 0,-1-1 0,-1 1 0,1 1 0,-9 2 0,-3 0 0,-4-3 0,-5 1-87,-4 4 1,-6 6-1294,-3 2 1,-8-3-1,-3 1 1380,0-1 0,-31-41 0,-3-7 0</inkml:trace>
  <inkml:trace contextRef="#ctx0" brushRef="#br0" timeOffset="4">7125 7248 7833,'8'-4'94,"-1"-1"1,0-1 0,-1-1 0,0 1 1693,1-4 1,-4 3-1,1-1-1000,-2-2 0,-4 5 1,-2 0-1,-4 0 270,-3 1-941,-1 0 1,-2 8-1,-2 3 1,-6 3 0,-4 3-1,-3 2 1,2 3 0,1 3-1,1 2 201,0 2 1,2-5-1,3-1 1,3 0-1,4 1 1,2 0-282,2-1 1,5-1 0,8-6-1,5-1 1,3-1-94,4-2 1,-1-5 0,6 1 0,1-3 0,1-1-1,2 0-31,-1 0 1,-3 0 0,-2 0-1,-1 0 1,-3-1-202,-2-3 0,-7 2 451,-6-2-247,-11 3 1,-3 1 0,-4 0 0,2 0 0,-2 0 0,-1 1 0,-1 2 0,-1 4 0,1 2-95,-2 5 1,3 2-1,-1 1 1,1 3 0,2 4-1,-1 0-223,3 1 471,1 5 0,3-4 0,2 3 1,2-5-1,1-2 0,3-1 1,3-1 336,5-1 0,3-1 1,7-6-1,3-1 205,1-2 0,3-4 0,5-5 0,4-1 188,5-3 0,0-3 0,9-7 0,-2-1-273,-3-1 0,0-1 0,-13 5 0,-4 1-865,-5 3-1391,-10-3 1,-2 11-2065,-6 0 1,-2 1 3792,-2 7 0,-3 1 0,-5 3 0</inkml:trace>
  <inkml:trace contextRef="#ctx0" brushRef="#br0" timeOffset="5">7593 7027 7876,'0'-12'181,"-1"-1"1,-2 1-1,-1 0 1,1-1-1,2 1 1,1 0-1,0-1 3435,0 1 1,1 1-2762,3 3 0,2 8 1,3 11-1,-1 8 1,1 11-1,-1 8-57,0 8 0,-5 8 0,1 6 0,-3 5-418,-1-1 0,0 3 0,0-3 1,-1-4-1,-2-5 0,-1-6-260,1-4 0,-2-4 1,1-9-1,1-8 1,0-6-3060,-1-4 1,3-9-4132,-3-5 7070,8-5 0,21-24 0,11-9 0,5-2 0,-1-1 0</inkml:trace>
  <inkml:trace contextRef="#ctx0" brushRef="#br0" timeOffset="6">8061 7248 7882,'-13'0'1043,"5"-4"1,1-1 0,0-1 0,2-1 929,-1 1 1,4 4 0,6 2-1,5 8-718,6 8 0,0 3 0,6 5 0,1 2-687,1 3 0,3-2 0,1 5 1,2-1-1,0 1 0,0 0-520,-1 0 1,0-2-1,-6-5 1,-3-2-1,-2-1 1,-3-3-679,-4-1 1,-3-6-1700,-3-4 0,-8-5 0,-1 1 137,-4-3 0,1-1 1,1-1-1,1-3 2192,4-4 0,-11-52 0,6 23 0,1 0 0</inkml:trace>
  <inkml:trace contextRef="#ctx0" brushRef="#br0" timeOffset="7">8393 7236 7845,'-8'0'1509,"1"1"0,0 5-669,0 6 0,-2 6 0,-9 9 1,-7 5-1,-6 7 0,-6 7-286,-4 4 1,-2 2 0,-2-3 0,6-1 0,4-4 0,8-7-465,5-7 1,10-10-1216,8-3 1,4-9 0,4-4 0,4-2-1,4-5 1,5-4-3111,3-5 4235,4-9 0,3-8 0,3-5 0,3-5 0,0-1 0</inkml:trace>
  <inkml:trace contextRef="#ctx0" brushRef="#br0" timeOffset="8">8602 6965 7845,'-12'-4'587,"1"-1"1,1-1 0,2 1 0,-2 1 1835,0-2 1,4 5-1,6-2-2040,7 6 1,8 0 0,3 3 0,1 1 0,4-1 0,3-1-283,3-2 0,4 2 0,-5 0 0,0-3 1,-2 0-1,-2-2-178,1 0 0,-2-4 0,-2-2 0,-5-1 0,-2-1 0,-3 0 98,-3 0 392,-3-1 1,-5 1 0,-1 1-1,-3 2 223,-4 2 1,-3 3 0,0 4-405,3 4 1,2-1-1,6 1 1,0 2 68,0 1 0,0 1 0,0 2 0,0 1 0,1 3 0,2 1-4,1 3 0,2 7 0,-4 3 1,3 4-1,-1 1 0,0 1-189,0 3 1,4-3 0,-2 3 0,0-2 0,3-4 0,-1-2-109,0-4 0,0-3 0,0-6 0,1-1 0,-1-1 0,0-3 0,-1-1 0,0-2-10,0 1 0,-1 0 1,4 2-1,-3 2-190,-2-2 0,3-2 0,-2 0 0,-1-1-310,1 0 1,2 1-578,-4-1 1541,0-5-1413,-4-2 604,0-16 1,-5 9 0,-3-7 61,-3 7 1,-2 3 0,1 2 0,0 2 352,-1 2 0,-3 0 0,-2 2 0,0 0 230,1 0 1,-4 1-1,3-1 1,1 0-845,-1 0 1,1 1 0,5-1-1311,0-1 0,1-3 1864,3 3 0,35-49 0,14-8 0</inkml:trace>
  <inkml:trace contextRef="#ctx0" brushRef="#br0" timeOffset="9">9919 7285 7798,'-13'-1'219,"1"-2"1,0-1 0,0 1 994,-1 2 0,5 1 1,1 1-346,2 3 0,2-1 0,7 4 0,4-2 1,5-2-97,3-1 0,3-2 1,6 0-1,-1 0 0,1 0 1,1 0-493,3 0 1,-3-5-1,4 1 1,0 0 0,3 0-1,1-1-2509,-1-2 1340,2 4 0,-5-6 0,3 3 0,-4-1 0,-5-1 0,-3 1 0,-6 2-1128,-5-1 0,-8 5 0,-10-3 2016,-8 2 0,-14 13 0,-6 6 0,-4 0 0,1 0 0</inkml:trace>
  <inkml:trace contextRef="#ctx0" brushRef="#br0" timeOffset="10">9894 7544 8096,'-7'5'2894,"-4"-3"0,13 3-1993,2-5 1,8 0 0,14 0 0,3-1 0,4-2 0,2-3 2659,2 0-3700,0 3 0,0-3 1,0 6-1,0 0 1,0 0-1,0 0 0,-2 0 1,-2 0-1,-4 0-7480,-3 0 7619,-7 6 0,-1-32 0,-6-3 0</inkml:trace>
  <inkml:trace contextRef="#ctx0" brushRef="#br0" timeOffset="11">11211 7248 7300,'0'-12'-285,"0"0"2706,0-1-1502,0 7 0,-1 0 0,-4 6 1654,-3 0-2361,-3 0 1,-1 6-1,0 3 1,-1 5-1,1 4 1,-2 1-1,-1 3 1,-1 2 0,1 5 232,1 4 0,3 2 1,2 2-1,2 0-348,1 0 0,2-4 0,6-2 1,3-1-124,8-2 0,0-8 0,9-5 0,3-5 66,2-6 1,7-5-1,-1-8 1,3-7 94,0-6 1,6-4 0,0-3 0,-1-2-123,-3 0 0,-4-4 1,-10 7-1,-5 2-120,-7 4 0,-1 0 0,-7 6 1,-3 0 57,-3 3 1,-5 0-51,-5 1 4,-6 0 1,3 0 0,-6-1 0,-2 2-1,-3 2-720,-3 1 636,1-1 1,3 1 0,0 1 0,1 2 0,1 2-592,2 2 683,-2 1 0,9 0 0,-2 0 0,2 1 205,2 3 0,1 3 1413,3 5-848,2-5 540,6-1-705,0-6 0,1 0 0,4 0 0,3 0 77,3 0 0,1 0 0,2 0 0,2-2 43,5-2 0,11-3-181,5-5 1,8-6 0,1-2 0,1-3 88,3-2 0,-2-4-998,-3 0 0,-8 5 244,-9 3-1679,-7 6 0,-10-1 118,-11 8 1,-7 2-1,-8 6 1,-2 0-1509,2 0 3277,2 0 0,-5-5 0,-1-2 0</inkml:trace>
  <inkml:trace contextRef="#ctx0" brushRef="#br0" timeOffset="12">11814 6818 7853,'1'-9'-371,"2"1"2602,1-1-1740,0-2 0,2 3 0,2-1 1,3 0-1,1-2 0,2-2 1,2 1-1,5 0 0,3 0 252,5-1 1,-3 1 0,3 1 0,-3 1-619,-2 2 0,0 6-157,-4-3 1,-2 4 0,-7 2-1,-2 4 1,-2 4 0,-1 5-190,-4 2 1,-4 6 0,-4-1-1,-2 2 44,-6 1 0,2 2 0,-6 2 0,2 0 202,-1 0 1,-3 2 0,4-1 0,-1-2 277,-1-1 1,6-1-1,-2-2 1,6-1 63,3-2 0,1-5 0,5 2 0,4-5 657,8-4 1,5-2 589,6-6-1213,1 0 0,3-6 0,3-3 0,-1-5 0,1-3-28,1 2 0,-9 2 0,1 0 0,-2 3-1200,-3 1 0,-5 4-1923,-6 5 1,-4 0 499,5 0 1,-7 5 2249,2 4 0,-13-15 0,-5-2 0</inkml:trace>
  <inkml:trace contextRef="#ctx0" brushRef="#br0" timeOffset="13">13254 7618 7900,'-2'-9'1173,"-2"1"0,-3-1 20,1-2 1,6 4-1,9 5 1,6 9 1278,6 10-2230,7 5 0,-2 6 1,3 2-1,-4 2 0,-5 1 1,-3-1-1,-5 1-261,-4 1 1,-5 2 0,-11 1 0,-10-2-627,-8-2 0,-5 1 0,-6-5 0,1-1-1730,3-3 2375,-2-5 0,-30-24 0,26-4 0,0 0 0</inkml:trace>
  <inkml:trace contextRef="#ctx0" brushRef="#br0" timeOffset="14">15395 7199 7847,'0'-12'244,"0"0"0,0-1 1,0 1-1,0 0 2939,0-1-2828,0 6 0,-5 2 1,-4 5-1,-2 0 0,-1 1 1,-2 3-1,-2 6 0,-4 5 1,-2 6 233,1 2 0,-2 7 0,4 3 0,0 2-355,2 2 0,1 4 0,4 0 1,5-2-122,4-5 0,4 0 1,5-4-1,6-1-71,7-3 1,6-10 0,4-12-1,3-4 228,4-4 1,1-8-1,0-9 1,0-3 633,0-5-816,0-3 0,-6-4 1,-4 0-1,-5 3 1,-7 4-1,-5 3 1,-6 3-1,-4 1 0,-4 3-275,-4 1 0,-7-2-15,-2 4-221,-5-6 0,3 7 0,-5-6 0,-1 1 0,2 0 1,1 4-1,3 4-371,1 4 1,1-2 0,5 6 605,0 1 0,5 3 134,3 4 1,3 3 0,1 5 0,1 1 527,3-1 1,3-1 346,5-3 0,6 2-259,2-6 215,9 0 0,-2-4 1,8-1-1,2-4 0,2-1-473,1-1 1,-9-4 0,-6 4 0,-7-1-1659,-5 0-587,0 5 1066,-6-3-2399,-2 6 0,-10 0 3274,-4 0 0,4-22 0,-1-5 0</inkml:trace>
  <inkml:trace contextRef="#ctx0" brushRef="#br0" timeOffset="15">15912 6768 7909,'-6'-12'424,"5"0"0,-3-1 579,3 1 1,1 0 0,0 0-1,0-1 1071,0 1 1,9 0-1105,3-1-864,9 7 1,0-5 0,7 2-1,5-2 1,3 0 0,2 3-1,0 4-462,-1 3 0,0 1 0,-12 1 0,-6 5-130,-4 6 1,-10 7-1,-6 10 1,-10 2 19,-8 1 0,-9 3 0,-2-2 0,0 3 570,0 1 1,2-6 0,4-2 0,4-3 562,3-2 1,9 0 0,4-4 0,4-5 165,4-5 0,10-5 1,10-5-1,7 0-76,0 0 0,9-1-1076,-3-3 55,2-3 0,-6-5 1,-2 1-1,0 1 264,-4 2 0,-7-39 0,-2-13 0</inkml:trace>
  <inkml:trace contextRef="#ctx0" brushRef="#br0" timeOffset="16">17659 7051 7889,'-8'0'-668,"0"0"490,5 0 1,7 0-29,9 0 354,2 0 0,-7-4 1,0 0-1,2 0 1,1 0 762,1 0 0,-1-2 0,-2 4 226,0-2 1,-7-2-421,2 2 1,-2 1-194,-2-5 0,-2 5 0,-3-1 347,-7 3-621,-1 1 1,-8 0 0,1 0 0,-1 1-1,-5 3 1,0 6 0,0 5 433,1 6-633,-5 7 0,8 5 0,-1 7 0,4 1 0,5-2 0,4 0 0,6-2 259,3-1 1,6-4-266,4-3 299,12-9 0,1-8 0,13-7 0,1-5 1,5-5 152,3-3 0,-4-4 1,1-3-1,-3-3-597,-1-1 1,-5 0-1922,-4-2 1,-9 4 346,-6 4-639,-1 1 1,-9 1 0,4 1 2312,-2 2 0,-1-11 0,-4-7 0</inkml:trace>
  <inkml:trace contextRef="#ctx0" brushRef="#br0" timeOffset="17">17967 7150 7900,'-12'7'462,"-1"-3"0,1-1 2,0 1 0,4-3 1,1 5 280,1-1 0,2-2-93,4 5-396,0-5 1,0 8 0,0-3 0,2 1 0,2 1 0,4-2 0,3 2 482,1 1 0,0-3 1,2-1-1,1-2-138,2-2 1,4-2 148,0-1-619,2 0 1,2-5-1,-1-3 1,1-3-1,-2-3 1,-2-1-1,-6-3 78,-6-1 1,-3-1 128,-6-5-437,0 0 0,-10 5 1,-5 1-1,-5 1 0,-8 4-278,-2 5 0,-1-1 1,-2 6-1,4 1-578,3 2 0,3 1-301,3 0 0,2 1 370,6 3 48,5 3 0,1 1 0,8-1 0,3 0 0,6-2 838,4 1 0,24-5 0,10-3 0,1-2 0,1 1 0</inkml:trace>
  <inkml:trace contextRef="#ctx0" brushRef="#br0" timeOffset="18">18287 7162 7900,'-8'0'1607,"0"0"0,4 0-491,-5 0 0,5 4-382,-4 0 2943,5 1-1414,-2-5-2032,10 0 0,3-6 0,9-4 0,3-3 0,4-5 1,0 0-1,1 0 704,-1 3 0,1 2-569,0 0-275,-6 1 0,3 5 1,-7 5-1,-3 4 0,-4 7 366,-2 1-904,-2 8 1,-4 1 0,0 6 0,0 0 0,0-1-3434,0 1 1794,0-6 0,0-1 2086,0-6 0,11-27 0,2-7 0</inkml:trace>
  <inkml:trace contextRef="#ctx0" brushRef="#br0" timeOffset="19">18841 6990 7871,'-10'-7'0,"-2"3"0,-3-1 2261,3 0 1,-5 1-252,1 4-1655,-1 0 0,1 2 0,1 2 0,3 4 0,2 3 0,2 1 0,1 2 379,3 2 0,3-6-720,1 2 220,5-2 1,7 1 0,9-2 0,3-2 0,5-1 0,4-4 0,2 1 348,2 1 1,-1-2-1,-3 3 1,-6-1-485,-5 0 0,-4 7-78,-6 1 0,-6 2 1,-8 5-1,-11 0-314,-15 1 0,-9 0-403,-12 5 1,0-6 0,0-3 0,1-3-1320,3-5 1,5-3-996,11-5 1904,6-5 0,12-8 0,4-7 1106,7-3 0,33-29 0,-10 22 0,1 1 0</inkml:trace>
  <inkml:trace contextRef="#ctx0" brushRef="#br0" timeOffset="20">19136 6621 7871,'-5'-7'3072,"3"1"1,-7 12-2090,5 2 0,-5 9 674,5 3-1175,0 9 1,0 8 0,0 8-1,1 3 1,2 1 1760,1 0-2167,0 0 1,1 1-1,2-4 1,2-4-1,2-6 1,2-5-1,-3-5-3563,-2-4 3152,3 2-1920,-5-11 0,2-1 0,-8-7 2255,-5-4 0,-29-28 0,-8-8 0</inkml:trace>
  <inkml:trace contextRef="#ctx0" brushRef="#br0" timeOffset="21">18952 7027 7863,'-5'-17'1326,"1"1"0,0-2-414,4 2 1,0 2 0,2-2 0,2 2 1490,4 2 1,7 4-1945,1-1-935,6 7 1,-7-4 0,6 9-1,-1 4 1,1 6-2694,-1 5 3169,1-3 0,10 2 0,6 0 0,3 0 0,0-1 0</inkml:trace>
  <inkml:trace contextRef="#ctx0" brushRef="#br0" timeOffset="22">19567 6953 7863,'0'-8'231,"0"0"289,0-2 0,-2 5 0,-2 0 0,-4 4 605,-3 1 1,-1 1 278,0 4-1021,-6 1 0,-1 12 0,-6 4 0,0 4 0,1 3 1552,-1-2-1601,1 5 1,6-6 0,4 1 0,6-5 0,4-7-1,7-6 1,8-5 819,8-2 0,5-8-730,5-2 0,1-8 1,4-5-1,-2-1-205,-2 2 1,-1 2-1010,-5 6 1,-5 5-1,-2 3-1443,-4 2 0,-2 12 1181,-2 2 1,-4 7-1137,-5-2 1503,0 5 685,0-9 0,0 5 0,0-5 0</inkml:trace>
  <inkml:trace contextRef="#ctx0" brushRef="#br0" timeOffset="23">19838 7064 7863,'-13'0'1640,"1"4"467,0 0 1,3 4 0,3-2 2599,0 0-4014,2 3 0,10-2 0,3-3 0,6-4 191,6-4 0,3-5-331,5-7-541,-3 2 1,8-8 0,-5 6 0,-2 1 0,-1 1-150,-1 2 1,-2 5 0,-2 3 0,-5 3-153,-2 1 1,-2 1-1849,0 3 0,-5 4-35,-3 9 682,3-4 1,-4 5 0,4-6 0,-1-1 1489,1-2 0,7-37 0,5-13 0</inkml:trace>
  <inkml:trace contextRef="#ctx0" brushRef="#br0" timeOffset="24">20441 6584 7852,'-6'-7'1120,"3"2"1,-3 6 697,0 3 1,2 8 0,4 10 0,1 6 1543,3 4-2868,-2 9 1,9-1 0,-3 5-1,3 2 1,1-1 0,1-1-1,-1-4-115,0-2 0,-4-12-340,1-3-1370,-1-7 0,-1-2 1,-5-11-7655,-4-8 8985,-11-6 0,-39-24 0,20 14 0,-1 1 0</inkml:trace>
  <inkml:trace contextRef="#ctx0" brushRef="#br0" timeOffset="25">20256 6916 7852,'0'-12'0,"0"-1"1647,0 1 1,1 1-1,3 2 1,5 0 50,2 0 0,6-2 0,5 0 0,6 3-1807,4 4 0,5 2 80,4 2 29,3 0 0,-4-13 0,2-6 0,3-2 0,0 0 0</inkml:trace>
  <inkml:trace contextRef="#ctx0" brushRef="#br0" timeOffset="26">21634 6941 7802,'7'-2'1060,"-1"0"311,-1-3-801,-4-4 1,6 8 0,-4-5-1,2 2 500,2 0 0,2-2 0,3 4 0,0-2-168,0 1 0,2 0-1061,3-1 0,2 3 1,7-5-1,1 2 1,3 0-1,0 1-4020,0 2 4179,4 1 0,25 5 0,-23-1 0,-1-1 0</inkml:trace>
  <inkml:trace contextRef="#ctx0" brushRef="#br0" timeOffset="27">21671 7187 7798,'-7'-6'4894,"6"-2"-1330,8-3-3328,7-1 0,12 4 1,4 1-1,7 0 1,6 2-1,6-1 1,3 3-1,2 2 1,-2 2-1238,-2 3 1,-2 2-1,-3 3 1,-5-2 1000,-6-1 0,2-29 0,-5-12 0</inkml:trace>
  <inkml:trace contextRef="#ctx0" brushRef="#br0" timeOffset="28">23123 6485 7859,'-5'-12'144,"2"0"1,-5-1 0,0 1 0,0 0 3244,-1 0-2330,1-1 0,1 1 1,2 1-1,1 1 0,0 5 516,1 4 0,2 9-302,1 12-938,0 4 0,1 6 0,3 4 0,3 5 0,1 8 1,-1 4-1,-2 3 2118,-2 2-2269,4 2 0,-6-1 0,3-1 0,-2-1 0,-2-5 0,0-2 0,0-4 0,0-2 0,0-7 0,0-11 1,0-6-83,0-4 0,-2-5-54,-2-5 1,3-5-49,-3-11 0,1-6 0,0-4 0,-1-4 0,1-3 0,8-5 0,3 1-57,3-8 0,7 4 1,2-1-1,3 4 0,2 0-772,-1-2 0,5 1 453,0 2 376,5-3 1,-7 14 0,5 1 0,-1 6 0,-1 8 241,1 4 1,-4 10-1,-7 5 1,-3 9 111,-4 6 1,-2 9-134,-2 5 1,0 0-30,-5-5-192,0 1 0,-5 2 0,-2-1 0,-2-1 0,-1-6 0,1-3 0,-1-8 0,4-1 0,-2-1 0,1-3 0,0-3-3201,-1-3 0,3-3 1411,-3-1-1026,2-4 1,4 4 2815,2-5 0,24-27 0,12-7 0</inkml:trace>
  <inkml:trace contextRef="#ctx0" brushRef="#br0" timeOffset="29">23862 6891 7859,'0'-12'1007,"-2"0"5,-2 0 1,3 3-1,-5 3 613,1 0 0,2 2-858,-5 4-311,0 11 1,0-2 0,-1 12-1,0 2 1,-2 5 0,0 4 0,3 3 608,4-3 0,2 3 0,2-7 0,2 0-276,2-2 0,7-3-352,5-3-214,11-7 1,-1-11 0,13-8 0,2-9 0,2-7 0,0-8-1,-6-5 228,-7-2 1,-11 1-120,-7-1-415,-5 0 1,-19 1 0,-9 5 0,-10 6 0,-9 7-1061,-5 5 0,3 6 0,2 3 1,6 4-1270,5 4 0,5 3 1392,3 5 1,5 4-1062,7 1 883,4 5 0,6-9 0,5 2 1198,6-5 0,44-16 0,-20 0 0,1-1 0</inkml:trace>
  <inkml:trace contextRef="#ctx0" brushRef="#br0" timeOffset="30">24292 6842 7859,'-4'-8'2620,"0"0"1,-1 4-689,1-4 1,2 6-1196,-2 2 0,3 7 1,1 8-1,0 3 280,0 1 1,0-3 452,0 5-1145,0-1 1,0 1-1,0-2 1,0 0-1,0-1 1,0 0-1,0-3 1342,0-2-1433,0 0 1,0-1-1,0 0-33,0 1 0,-4-8 1,0-5-202,1-7 0,2-5 0,1-3 0,0-3 0,0-1 0,1-1 0,3-5 0,4-1 0,7-1 0,2-2-761,-2 2 0,2-4 426,0 3 1,5-1-234,-2 4 600,-2 6 0,0 3 0,-6 8 0,0 4 0,1 2 148,-1 2 0,-4 10 0,-1 3 1,-1 5 459,-4 4 0,4-3-341,-2 2 0,1-6-299,-1 1 0,-2-2 0,9-3 0,-3-3 0,3-4 0,3-3 0,2-1 0,9-9 0,9-5 0,4-4 0,3-3 0,-4 3 0,-4 1 0,-7 9 0,-2 4 0,1 3 0,-17 12 0,0 6 0,-6 8 0,-6 5 0,-5 2 0,-1 2 0,-3 1 0,1-3-855,0-4 1,5-7-972,3-5 443,-3-2 1,5-8 0,0-6-1,3-7 1,5-4-2202,0-2 0,3-3 3584,3 0 0,17-23 0,3 0 0</inkml:trace>
  <inkml:trace contextRef="#ctx0" brushRef="#br0" timeOffset="31">25154 6891 7859,'0'-8'210,"0"0"514,0-2 1,4 0-1,0-3 1008,-1 1 0,-2 4 496,-1 0-1796,-5 5 0,-2-4 0,-5 4 1,-1 0-1,1 5 0,-2 5 1,-1 5 390,-1 4 0,-5 8 1,5 6-1,2 1 359,5 3 1,3 2-554,6 1-382,0 0 0,11-7 0,6-6 0,7-6 0,8-5 1,6-7-1,3-6 61,1-6 0,3-16 1,-5-7-1,-4-5-266,-6-3 0,-11 0 34,-7 0 0,-6 6 0,-12 0 0,-6 4-307,-7 3 1,-10 2-478,-4 9 0,-6 6-2191,-2 3 1922,5 3 0,2 2 0,5 2 0,4 3 1,6 0 976,7 4 0,13 6 0,1 4 0</inkml:trace>
  <inkml:trace contextRef="#ctx0" brushRef="#br0" timeOffset="32">26175 6805 7781,'21'-13'14,"-2"-2"1,-1-2 0,-5 2 1329,-3 1-942,-5 8 1,-7-4-1,-7 6 1,-7 3-1,-7 3 1,-6 7-1,-4 1 1,-2 3 430,-2-1 0,4 5 0,0-1 0,2-1-378,3-1 0,1-2 0,11 0 1,2 1-107,4-1 0,5 0 1,8 0-1,6-1-19,12-2 0,9 0 0,12-3 0,6-1 24,4 1 0,0-1 1,-8-2-1,-9 2-193,-9 2 0,-8 1 1,-14 6-1,-12 1-289,-15 1 1,-16 5 0,-6-5 0,-3-1-1006,-1-1 0,10-7-1878,2-3 2424,8-3 0,4-6 0,10-5 0,7-5 0,9-5-4204,10-3 3163,7-8 1414,7 0 1,2 5-1,3-1 1,3-2-1,0 0 1</inkml:trace>
  <inkml:trace contextRef="#ctx0" brushRef="#br0" timeOffset="33">26508 6325 7781,'-2'-16'0,"-2"0"0,1 1 2488,-5 6 1,5 5-171,-1 8 1,3 10-1364,1 11-153,0 5 1,0 12 0,0 5 0,0 5 0,0 5 28,0 3 0,0 0 1,0-1-1,0-3-691,0-1 1,0-3-635,0-7 0,0-8 1,0-10-1,0-5-4659,0-6 1300,0-2-749,0-7 4602,0-7 0,33-67 0,-13 23 0,1 0 0</inkml:trace>
  <inkml:trace contextRef="#ctx0" brushRef="#br0" timeOffset="34">26877 6621 7825,'-2'-8'0,"-2"-1"0,-3 5 1840,-5-4 1,-6 7-1073,-2 1 0,-5 6 1,-3 11-1,-5 3 464,-3 4 0,1 2-427,2 2-568,-3-2 1,12 7-1,-1-7 1,9-4-1,6-3 268,6-4 0,4-1 1,4-3-1,6-3 900,5-4 1,9-3-802,9-1 1,8 0 540,4 0-1126,-2-5 1,4 4-1,-3-3 1,0 2-1,-4 2-501,-6 0 0,-5 0 0,-9 2 0,-4 0-1112,-2 2 0,-3 6-1276,-3-2 0,-2-1 2870,-6 1 0,-17-21 0,-3-3 0</inkml:trace>
  <inkml:trace contextRef="#ctx0" brushRef="#br0" timeOffset="35">27111 6842 7825,'-9'0'8327,"1"0"-7737,5 0 1,5-4 0,10-1 0,7-2 883,4-3-1541,8-6 1,0 2 0,5-4 0,-2 2 0,-3 0 0,-1-1 0,-4 1-246,-4-1 1,-11 1 0,-12 5-403,-10 3 1,-12 5-1,-12 10 1,-3 8 182,-3 7 1,-4 1 0,5 9 0,5-1 951,5 0 0,5 2 0,6 3 1,7-3 564,6-5 0,6 1 0,4-4 0,7-8 899,8-6 0,3-1-606,11-6-1280,0 0 1,4-9-1,0-4 1,0-1 0,1-3-1,1 1 1,3 0-6088,-3-1 6088,-6 6 0,-3-14 0,-5 0 0</inkml:trace>
  <inkml:trace contextRef="#ctx0" brushRef="#br0" timeOffset="36">27849 6805 7825,'19'-12'179,"-3"0"0,-2-1 1,-2 1 1736,1 0-1470,-6-1 0,-2 1 0,-6 1 0,-3 3 0,-6 4 0,-5 3 0,-6 2 1,-3 3 350,-5 4 0,3 5-869,-3 3 71,-2 3 0,5 7 0,-1 1 0,3 4 0,5-1 1,2 1-1,3-1-87,4 0 0,5 2 1,6-6-1,5-4 393,6-3-206,11-8 0,10-6 1,8-6-1,6-6 0,3-8 1,3-11-1,-2-8 2277,-4-9-2268,0-3 0,-12-9 0,-1-2 0,-7-6 0,-16 29 1,-3-1-1,0-2 0,-1-1 0,-1-1 0,-1 0 14,0-1 0,-2 1 0,0 2 0,-1 1-260,-7-29 91,-1 2 1,-7 8 0,1 7 0,-2 13-1,-1 12-410,-1 9 439,-1 10 0,4 5 1,-2 13-1,-2 9 0,2 10-47,2 7 0,4 5 1,3 8-1,0 3 313,3 0 1,3 4 224,4-2 0,3-4-1212,6 0 985,4 2 1,3-11 0,4 0 0,2-7 0,1-6-1150,2-8 247,0 1 0,-6-15 0,-2 1 0,-5-3-5964,-2-1 6620,-7-5 0,-2 8 0,-5-2 0</inkml:trace>
  <inkml:trace contextRef="#ctx0" brushRef="#br0" timeOffset="37">28661 6768 7846,'6'-12'287,"0"0"0,1-1 0,-1 3 1067,-1 1-941,-3-2 1,3 9-1,-6-5 1,-5 1-1,-5 4 1,-5 2-1,-3 4 127,-3 4 0,-1 8 1,-2 5-1,-1 2-329,-3 2 1,3 3-1,-1 1 1,5-2 154,6-1 0,6-2 0,3-2 0,3-5 399,6-3 0,6-4 0,11-10 0,7-3 193,4-5 0,3-6 0,2-11 0,-2 1-896,-4-1 1,-3 6 0,-3 3-1,-2 3-1252,-5 5 1,-4 4-2062,-3 8 2455,-4 3 0,-5 9 0,0 2 0,0 0 796,0 0 0,38-7 0,10-6 0</inkml:trace>
  <inkml:trace contextRef="#ctx0" brushRef="#br0" timeOffset="38">29129 6781 7846,'-13'-7'0,"4"-3"0,-3 6 880,2-5 0,-8 6 0,6-4 0,0 2 0,-1 2 2201,1 1-2871,5 2 1,-4 2 0,4 2-1,1 4-129,1 3 33,10 1 0,1 1 0,8-1 1,2 0-1,4-1 400,-1-3 0,4 2 0,-2-4 0,0-1 127,0 0 1,-3 1-430,-6-2 1,-4-1 117,0 5-590,-5 0 1,0 4 0,-13 1 0,-10-1 0,-10 0-934,-6 1 1,-6-1 0,-2-1-1,2-3-1352,5-4 1,7-2 631,9-2 1913,9-6 0,39-26 0,22-14 0,-14 12 0,-1 1 0,0-1 0</inkml:trace>
  <inkml:trace contextRef="#ctx0" brushRef="#br0" timeOffset="39">29547 6288 7846,'-5'-6'1982,"3"-5"1708,-3 4-2043,5 0-1044,0 2 1,1 20 0,3 5-1,3 7 1,1 6 0,-1 6 865,-1 3 1,-1 9-584,-1 6-827,-2-2 1,3 5 0,-5-4-1,0 0 1,-1-4 0,-2-7 0,-1-8-2340,1-7 589,-4-9 0,5-4 0,-7-6 0,0-3 1691,-2-3 0,-12-37 0,-3-9 0</inkml:trace>
  <inkml:trace contextRef="#ctx0" brushRef="#br0" timeOffset="40">29387 6707 7846,'-7'-6'0,"-2"0"4352,5-7-3345,0 1 0,4 0 0,1 1 0,4 1 0,8 3 0,6 2 926,4 2 0,2 2-1317,-1 1-1618,6 5 1,-2 2 0,3 5-1,1 2 1,-2 1 1001,0 1 0,15 6 0,0-3 0</inkml:trace>
  <inkml:trace contextRef="#ctx0" brushRef="#br0" timeOffset="41">29941 6695 7845,'0'-7'4872,"-1"1"-3119,-3 6 0,2 6-330,-2 2-1070,3 3 0,1 3 1,0 2-1,0 4 1,0 2-791,0-1 272,0 2 1,0-5 0,0 2 0,0-2 164,0 0 0,5-32 0,2-2 0</inkml:trace>
  <inkml:trace contextRef="#ctx0" brushRef="#br0" timeOffset="42">30027 6461 7845,'-24'-6'0,"-1"-2"0,6-3 4567,2-1-2543,4 0-1953,0 5 0,7 3 0,3 8 1,6 5-1,6 6 0,6 4-71,6 1 0,5 1 0,4 3 0,3-1 0,-1 0 0</inkml:trace>
  <inkml:trace contextRef="#ctx0" brushRef="#br0" timeOffset="43">30556 6645 7845,'-1'-8'1467,"-3"1"-779,-4 2 0,-9 1 0,-5 5 1,-5 3-178,-6 4 1,-2 9 0,-4 5 0,0 4 327,-2 2 0,5 5-492,7-4 1,6 0 0,5-5 0,7 1-1,6-2 1,6-4 223,6-6 1,10-3 0,3-5 0,5-3 368,3 0 0,0-2 0,3 0 0,1 0-735,-1 0 0,1-2 0,0 0 0,-3-3-2376,-3 3 1,-1-1 2170,-1-1 0,28-25 0,-22 9 0,-1 1 0</inkml:trace>
  <inkml:trace contextRef="#ctx0" brushRef="#br0" timeOffset="44">30802 6682 16441,'0'13'886,"0"3"0,0 2 0,0 0-450,0-1 0,0 5 0,0-3 0,0 2-288,0-1 1,0-5-2213,0 2 862,0-4 1,2-2 0,1-1 1201,1-2 0,22-60 0,1-11 0</inkml:trace>
  <inkml:trace contextRef="#ctx0" brushRef="#br0" timeOffset="45">30864 6338 7826,'-12'-6'0,"-5"-1"1491,1-5 1,-1 1 0,5 2-1,0 0 422,0 0 0,6 5-1913,6 4 0,55 22 0,-18-6 0,0 0 0</inkml:trace>
  <inkml:trace contextRef="#ctx0" brushRef="#br0" timeOffset="46">31282 6239 7826,'0'-8'1717,"0"0"0,-1 5-261,-3-1 0,3 4 575,-4 4-1635,4 8 1,1 5 0,0 6 0,0 4 0,1 5 0,2 5 0,1 4 0,0 4 0,0 4 305,1 3 1,-1 6 0,-4-7 0,0-1-754,0-4 1,0-6 0,0 0 0,0-8-1137,0-7 1,-2-3 0,0-9-4227,-3-2 5413,1-6 0,4-27 0,0-13 0</inkml:trace>
  <inkml:trace contextRef="#ctx0" brushRef="#br0" timeOffset="47">31147 6695 10066,'-7'-6'7798,"2"5"-7056,5-10 0,5 9 0,3-2 0,3 3-929,2 1 1,3 0-1,2 0 1,0 0-2400,-1 0 1,5 0 2585,-1 0 0,29 16 0,9 5 0</inkml:trace>
  <inkml:trace contextRef="#ctx0" brushRef="#br0" timeOffset="48">31688 6670 10306,'-6'-6'2372,"-1"5"-351,3-3-1693,2 3 1,-7 2 0,3 4 0,-1 6 0,-1 4 0,0 2 0,1-1 0,2 2 2044,2 1-2271,2 2 1,1 2 0,1-1 0,3-3 0,4-1 0,5-3 0,3-3 357,5-4-451,-4-2 1,7-6 0,-4-2 0,3-2 0,2-5 0,0-6 0,-1-6 0,1-3 0,-2-4-32,-2 0 0,0-1 1,-4 6-1,-2 2 1116,-1 5 1,-6-1-445,0 5 0,-5 5 0,1 15 0,-3 10-358,-1 8 1,6 5 0,2 9-1,3 4-191,1 5 1,2 11-1,1-1 1,1 0-837,-1 1 0,-2-9 391,-5-2-82,-3-8 0,-9-10 1,-8-10-1,-14-7 1,-12-6 256,-12-4 497,1-3 1,-6-1-1,6-1 1,0-3-1,0-3 359,-1 0 1,7-3-1,3 5 1,7 0-118,9-1 0,9 2-570,6 4-1572,7 0 0,7 0 0,12 0 1,4 0-1,4 0 1572,0 0 0,16-49 0,-19 18 0,1 0 0</inkml:trace>
  <inkml:trace contextRef="#ctx0" brushRef="#br0" timeOffset="49">14854 8984 7759,'-13'0'1,"1"0"1,1 2-1,3 6 2946,4 9-2421,2 5 0,4 9 0,3 7 0,6 9 0,4 6 1,2 2-1,-1 0 0,2-3 0,0-3 229,-1-4 1,0-8 0,-5-10-1,0-5-489,1-5 1,-2-11-156,-3-6 0,-3-6 0,-6-9 0,-5-3-323,-6-1 1,-6 2-1,-8-3 1,-2-1-512,-5 2 0,-8-3 1,-4 7-1,-3 3 230,-1 2 0,3 7 0,3 2 0,0 7 530,4 6 0,7 10 0,9 1 0,9 4 612,9 1 0,12-4 1,9-5-1,14-6 1391,13-8 1,3-3-206,11-2-1539,1-11 0,2-3 0,-2-11 0,-4 1 1,0-1 759,-1 1-4563,6-7 3507,-3 5 0,-18-7 0,2-7 0,1 0 0,0 0 0</inkml:trace>
  <inkml:trace contextRef="#ctx0" brushRef="#br0" timeOffset="50">16552 9217 7775,'-12'0'561,"-1"-1"1,1-2 0,0-1 0,-1 3 0,2 5 3483,3 8-3718,3 0 0,5 16 0,0-2 0,2 4 0,5 4 0,7 2 1,4-1-1,5-2 0,4-6 747,6-5 1,4-5-756,4-9 98,3-3 0,0-6 0,-5-5 0,-3-7 0,-5-12 0,-2-10 0,-6-9 386,-5-4 0,-10-1 1,-4 1-1,-2 1-690,-2 2 0,-7 7 0,-4 1 0,-4 8-1549,0 8 0,1 4-4778,2 9 6214,5 8 0,23 23 0,12 10 0</inkml:trace>
  <inkml:trace contextRef="#ctx0" brushRef="#br0" timeOffset="51">17179 9279 7775,'0'8'256,"0"0"0,-1 3 389,-3 4 0,1-1 1299,-5 2-1201,0 3 0,0-1 0,-1 4 0,0-3 0,-1-1 0,1-4 4401,1-5-4375,5-3-266,3-17 0,12-6 0,9-14 1,2-7-1,3-3 0,3-3 0,3 2-18,4-1 0,1 8 1,-2 7-1,-2 6-292,-4 6 0,-4 9 126,-5 7-722,-2 11 0,-7 10 0,-3 9 0,-4 5 0,-3 5 1,-1 0-1,0-4-4208,0-3 1,0-4 838,0-9 3772,0 4 0,17-49 0,3-5 0</inkml:trace>
  <inkml:trace contextRef="#ctx0" brushRef="#br0" timeOffset="52">17807 9205 7764,'6'-7'491,"-4"-4"597,6 3-453,-5 3 1,3-6 0,-6 2 0,-2 0 1621,-2 1-1951,-3 2 0,-6 6 0,-4 2 1,-3 2-1,-3 5 0,-2 6 1,2 7 700,2 6 0,-1-1-609,6 6 217,-1-1 0,11 1 1,2-1-1,5-2 0,7-3 333,9-1 0,10-8 1,6-6-1,4-6-460,4-5 0,-3-2-808,3-3 1,0-3 283,-4-6-691,-3-4 0,-11 3 0,-1-2 1,-3 2-1,-1 3 727,-3 3 0,26 2 0,6 6 0</inkml:trace>
  <inkml:trace contextRef="#ctx0" brushRef="#br0" timeOffset="53">18201 9328 7353,'0'-8'-610,"0"0"1858,0-2 1,0 3-538,0-1 1075,0 5 0,0-8 4102,0 3-5429,0 3 1,0 5 0,0 8 0,0 4 0,0 5 0,0 2 0,0 1 2432,0 1-2642,5-1 1,6-1 0,8-2 0,3-3 0,6-4 0,2-1-1,3-7 19,-2-4 1,3-11-1,-5-8 1,-3-7-112,-4-5 0,-10-2-158,-8-2 0,-2 5 0,-8-2 0,-4 7 0,-5 4 0,-6 5-1784,-7 4 1031,2 7 0,-9 2 0,3 6 0,1 3 0,3 5-1155,7 2 1,3 5 0,5 0 0,3-1 8,1-1 1,7-2 456,10 1 1,1-2 0,11-3 1441,-3-4 0,43-8 0,7-3 0</inkml:trace>
  <inkml:trace contextRef="#ctx0" brushRef="#br0" timeOffset="54">18570 9316 8377,'7'0'2310,"4"0"1,-8 0-669,5 0 2180,-5 0-2415,2 0-711,-5 0 0,0-2 0,1-3 0,2-6 0,1-5 0,-1-4 0,0 0 0,1-1 0,3 1-62,-1-2 1,5 4-1,-1 2 1,4 2-2074,2 2 1,2 5 0,-2 3-1,5 3-706,2 1 0,2 5 0,-1 3 2145,1 3 0,16 7 0,4 1 0</inkml:trace>
  <inkml:trace contextRef="#ctx0" brushRef="#br0" timeOffset="55">19001 9303 7800,'0'9'1223,"0"-1"0,0-4 90,0 4 1,0-4 2251,0 5-1806,0-1-765,-6-1 1,5-3 0,-3-10-1,2-7 2841,2-11-3699,0 0 1,6-12 0,2 3 0,3-2-1,1-1 1,1 3 0,0 6-397,4 5-769,-4 4 1,5 7 0,-5 3 0,-1 4 0,0 5 0,0 6 0,1 7-2574,-1 4 1,-1 1 3601,-3 1 0,-2 9 0,-6-3 0</inkml:trace>
  <inkml:trace contextRef="#ctx0" brushRef="#br0" timeOffset="56">19222 9230 9214,'-7'8'3843,"3"0"-2846,3-5 1,4 2 0,4-6-1,8-3 1114,6-4 0,3-5-1786,9-3 0,3-3 0,4-6 0,-3 1-359,-3-1 0,-6 2-246,0 2 1,-9-1 0,-6 6 38,-8 1 0,-14 7 9,-8 4 0,-10 13 1,-7 7-1,-5 8 359,-2 4 1,6 4 16,6 5 1,4 4 1544,5 0-1135,2 0 0,11-8 0,5-3 0,6-3 0,8-5 87,7-3 1,6-8 0,2-7 0,3-4-564,2-4 1,0-8-541,5-9 0,-4-3-1481,0-5 1028,-6-3 1,5 0 0,-5 0 0,2 2 0,-3 3-6880,-4 1 7794,-4 7 0,-12-26 0,0-2 0</inkml:trace>
  <inkml:trace contextRef="#ctx0" brushRef="#br0" timeOffset="57">19727 8688 7756,'0'-18'672,"0"5"247,0-4 1,-2 5-1,-2 5 2222,-4 7 1,3 12-1715,1 13 1,2 7 1704,2 9-2239,0 2 1,0 11 0,0 0 0,0 2-1,0 2-707,0-2 1,6 3 0,1-6 0,1-1-187,0-1 0,-1-5 0,1-5 0,-1-11-1623,-3-13 0,3-9-1566,5-4 1,2-10-3074,2-6 3425,3 0 2837,0-6 0,10 2 0,4-2 0,0-2 0,1 0 0</inkml:trace>
  <inkml:trace contextRef="#ctx0" brushRef="#br0" timeOffset="58">20207 9131 8925,'0'-12'4892,"0"4"-3725,0-1 1,-2 7 0,-2-2 170,-4 2-495,-3 2-536,-7 11 0,5-3 0,-4 10 1,4 0-1,2 2 0,1 2 1,3 0 620,2-1 0,1-6 1,4 1-225,0-2 1,7-7-267,5-3-278,6-3 0,5-5 0,-1-1 0,-2-1 0,2 1-16,1 2 1,1 2-1,-2 1 1,-5 1-718,-3 3 1,1 3-1547,-7 5 1121,-2 0 0,3 1 1,-3-1-1,1-1 1,2-3-3919,2-4 1,1-5 4808,1-7 0,10-44 0,-10 16 1,0-1-1</inkml:trace>
  <inkml:trace contextRef="#ctx0" brushRef="#br0" timeOffset="59">20613 8848 7756,'0'-18'644,"0"5"1444,0-4 1,0 4 603,0 0 1,0 9-1519,0 8 0,0 10 1,0 15-1,0 5 312,0 6 1,0 2-934,0 3 1,0 3 493,0-3-1125,5-3 0,-2 6 1,5-4-1,1-2 0,-1-5-1838,0-7 0,-1-5 0,2-4-4480,0-5 2875,-7-8 1013,9-2 2508,-9-6 0,-2-6 0,-7-1 0</inkml:trace>
  <inkml:trace contextRef="#ctx0" brushRef="#br0" timeOffset="60">20539 9033 7756,'-12'0'0,"4"-4"0,-1 0 6781,1-6-1134,1 9-5923,7-5 0,9 6 0,7 2 0,4 2 1,4 4-1,0 3 0,2 0 276,3-3 0,25-9 0,11-4 0,-16 1 0,-1-1 0,1 1 0</inkml:trace>
  <inkml:trace contextRef="#ctx0" brushRef="#br0" timeOffset="61">20982 9156 7756,'-12'7'0,"4"2"0,-1-5 1966,7 0 0,-1-4 0,11 0 0,9-1 0,6-4 2266,5-8-4272,4 1 1,3-10 0,-2 6-1,-3-1 1,-2 1-2290,-4-1 1827,4 1 1,-16 4 0,-1 1 0,-11 3-345,-11 4 1,-8 8-1,-10 5 1,-4 6 1894,-2 6 0,-1 2-574,3 2 1,1-1 724,7 1-807,3-1 0,11 1 0,3 0 1,5-2-1,7-3-267,9-3 1,4-5 0,8-4 0,1-4-1363,3-2 1,-2-8-1105,6-2 0,-6-3 2340,2-1 0,1-11 0,4-5 0,2-2 0,1 0 0</inkml:trace>
  <inkml:trace contextRef="#ctx0" brushRef="#br0" timeOffset="62">21450 9180 7756,'-13'0'0,"1"2"900,0 2 1,-5-3-1,1 5 1,1-2 1319,1 0 0,2 6-1295,0-2 1,3 3-1,3 1 1,0 0 198,3 1 1,2-1-636,1 0 1,6 0-62,2 1-377,8-6 0,1-2 0,6-5 1,3-1-1,1-5 30,3-6 1,0-2-1,3-6 1,-3-2-221,0-1 1,-4-2 0,3 0 0,-4-5-46,-5-2-297,-2-4 1,-7-8 0,-3-5-1,-4-7 1,-5-4-254,-7-2 0,-1 13 0,-8 9 0,0 14-213,1 13 0,-5 10 957,5 15 0,-1 10 10,5 19 552,5 3 0,-2 11 0,5 1 1,2 0-1,5-3 727,5-2 1,7-2 0,3 0 0,1-1-403,3-3 0,1-4-868,2-8 0,-2-8 0,-1-10 0,-2-6-1666,2-5 833,-4-8-1007,0-8 1,-7-3 0,-3-4 1810,-4 1 0,-13-9 0,-5 1 0</inkml:trace>
  <inkml:trace contextRef="#ctx0" brushRef="#br0" timeOffset="63">5612 13808 7802,'1'-7'3353,"3"3"-1978,-3 2 0,6-2-327,-3 0 1,3 0-1,6 4 1,-1 0 284,0 0 0,0 0 1,1 0 414,-1 0 1,0 0 562,1 0-1929,-1-6 0,-5 4-382,-3-6 0,-4 5 0,-4-1 0,-6 2-320,-5 2 24,2 0 1,-9 0 0,4 0-1,-1 0 1,-4 0 0,-3 0 0,-5 2-1,0 2 1,-3 4 19,-2 3 1,-1 3 0,0 1-1,1 2 425,-1 3 0,4 1 1,1 7-1,2 2-83,3 1 0,2-2 0,5 3 1,3-2-65,4-3 0,4-1-14,1-1-22,6-1 1,-4-3 0,6-2 0,0 0 0,1-1 0,4-1 0,1-1-130,1-3 1,8-5 173,-2 1 0,3-3 0,0 4 0,5-3 204,2-2 1,2-1-50,-1-4 0,1 0 1,0 2-1,-1 1-199,1 1 1,-5 0 117,1-4 0,-1 0 5,5 0 77,-6 5 0,-1-3 0,-6 2 1,0-3 483,1-1-419,-6 6 0,-1-5 153,-1 3-492,-4-3 163,4-1 0,-6 0 0,-3 0 0,-4 0 0,-3 0-180,-2 0 39,1 0 1,-4 0 0,-2 0-1,-1 0 1,-2 0-89,2 0 1,-3 0 0,5 2-1,-3 0 22,-1 3 1,-1 5 82,1 3 1,-2 0 0,2 8 0,-2 1 107,-1 1 0,-1 6-11,0 0 1,-1 6-63,-2 2 97,2 0 1,-9 5 0,7-6 0,2-2 0,3-3 23,2 0 1,6 1 0,-1-3 0,3-2-35,5-1 0,3-2-61,5-4 0,0 3-167,0-2 168,5-3 0,3-1 0,9-4 0,3-1 0,5-1 315,3-3 0,9-2 0,9-6 1,1 0-310,3 0 0,4-7 0,4-5 0,3-5-1643,5-3 1643,-32 8 0,0 0 0,1 3 0,-1 1 0,30-13 0,-8 6 0,-11 4 0,-11 3 0,-12 5 0,-7 0 0,-5 6 0,-5 0 0,-5 5 0,0-4-2844,0 4 2013,0 1 1,0-1 830,0 0 0,0-11 0,0 2 0</inkml:trace>
  <inkml:trace contextRef="#ctx0" brushRef="#br0" timeOffset="64">6855 14595 7785,'-9'0'612,"1"0"1065,-1 0-714,3 0 1,-1 4-1,5 2 1682,-3 1-1558,1-5 1729,4 4 795,0-6-2122,0 0-935,6 0-482,-5-6 1,9 4-1,-5-7 1,2 1 0,3 0-1,1 0 1,2-3-38,4-4 1,-2 1-83,5-2-149,-5 2 0,8-2 1,-2-1-1,2 2 1,2 1-1,-1 2 1,2 0-228,3 0 0,-3 3 380,3 1 1,-3 4 0,-2-3 0,1 2-53,0 2 0,-2-2 245,-3 0 1,-2 1-1,-6 4 1,1 0 57,-1 0 0,-4 0-184,1 0 0,-5 2-40,4 2 11,-5-3 0,3 9 0,-3-5 1,3 2-51,0 3 48,-3 1 1,7 1 0,-5-1 0,1-2-25,-1 0 80,5-1 0,-8 4 0,7-1 0,-1-1 0,0-4 159,0 0 0,0 3 0,5-2 0,-1 2-76,0-1 1,1-1 7,-1 1 0,-2 1 0,1-3 0,2-1 234,1 1 0,0 2-71,-2-4 0,2 2 32,2-2-268,-2-3 0,5 9 0,-4-6 0,3-2 0,-1 0 0,2-2 0,-1 0 24,0 0 0,3 0-77,-5 0 1,2 0 103,-2 0-84,-2-6 0,4 4 0,-6-5 0,0 0 0,1 1 0,-1 0 0,0-1-34,0-3 0,1 3 0,-1-1 0,0 4 0,1-4 0,-1 5 0,0-8 0,1 4 0,-1-1 0,0 0 0,0-2 0,1-1 0,-1-1 0,5 0 0,-1-1 0,4 1 0,-3 0-60,5 0 0,-9-1 0,4 2 1,-5 2-1,-2 2 0,-2 0-1882,1 0-1638,-3 5 2025,-1-4-1285,1 6 0,-3 0 2840,5 0 0,-5 6 0,2 0 0</inkml:trace>
  <inkml:trace contextRef="#ctx0" brushRef="#br0" timeOffset="65">9020 14878 8297,'0'-7'9453,"0"2"-6685,0 5 2809,0 0-5445,0-6 0,0 4 0,2-7 0,2 0-48,4-2 1,3-7 0,3-4 0,2-5-136,5-6 1,6-8 0,4-5 0,4-5-788,3-2 682,-4-1 1,2 5-1,-4 1 1,3 2 0,-3 3-1,-4 5 1,-5 7 0,-4 5-1,-1 5-64,-3 5 1,-3 2-1,-2 3 1,-2 2 263,2 0 1,-3 5 0,1-4-101,1-1 1,2-1-188,2 2 1,-1 2-58,0 6 293,-5 6 1,-2 1 0,-5 5 0,2 0 0,1 1-1,1 0 1,-2 2-63,0 2 1,-1 0 0,2-2 0,1 3 107,-1 1 1,-2-2-84,-1 3 36,6 1 1,-5 3-1,3 1 1,-3 0-1,1-1 1,0 2 0,3 2-220,-3 0 1,5 5 142,1-4 0,-1-2 30,1-6 46,1 2 0,3-9 0,0 2 1,1-4-1,-1-2 551,0-2-268,0-5 0,1 2 1,-1-5-1,0 0 1,1-1 266,-1-3 0,-4-3 1,0-7-1,2-2 55,1-5 0,1-3-462,0-5 1,1-6 200,-1-6-355,0-1 0,1 0 0,0-4 1,4-6-1,3-6-183,4-2 1,2-3 0,-12 30 0,2 1 0,2-3 0,2 0-117,3-1 1,2-1 0,4-2 0,2 0-88,3 0 0,2 0 0,0 1 1,0 0 453,1 3 1,0 0-61,-2 1 1,-2 1 0,-1 3 0,-2 0 0,-4 2 0,0 1 0,19-18 0,-8 12-141,-7 10 0,-5 5 0,-4 7 0,0 2-1594,1 1 0,-3 3 57,1-3 1,-4 1-2046,0-1 3733,3-3 0,0-1 0,6-7 0</inkml:trace>
  <inkml:trace contextRef="#ctx0" brushRef="#br0" timeOffset="66">11063 13697 7885,'-8'-4'1015,"0"0"0,-2 1 0,-1 1-70,-1 2 1,0 2 0,-1 2 0,0 6-1,-4 5 1,-5 6-122,-5 7 0,0 7-280,-6 6-344,0 11 0,0 0 0,17-20 0,1 2 0,0 0 0,1 0 0,2 0 0,1 1 0,-5 30 0,6-3 587,6-5 0,8-5 1,6-11-1,5-8-358,5-6 0,3-9 1,2-4-1,0-6 30,-1-2-688,1-2 0,-5-3 0,-1 2 0,1 1 1,-3-1 228,1-2 0,-1 4 0,-5 2 0</inkml:trace>
  <inkml:trace contextRef="#ctx0" brushRef="#br0" timeOffset="67">11457 14189 7849,'4'-12'-90,"2"-1"0,-1 1 0,2 0 1796,0 0-736,-4 5 0,2-4 1,-5 3-1,0-3 1,0-2 1045,0 1 1,-5 7-1734,-4 5 1,-6 6 0,-1 9 0,1 5 0,0 1 0,0 7 215,-2 2 0,1-1 0,4 3 0,1 1 22,2-1 1,4 3 0,5-2 0,1 1-180,3-1 0,10-3 1,11-5-1,6-3-199,5-6 0,1-5 1,1-12-1,2-5-130,1-6 0,4-7 0,-4-10 0,-2-4-258,0-2 0,-4-6 0,-2-2 1,-6 1-86,-5-1 1,-5-2 0,-9 6 0,-7 2 56,-8 3 0,-6 1 813,-12-4-222,-5 5 1,-5 4-1,-8 6 1,1 3 0,-1 1 17,4 3 0,2 2 0,4 5 1,4 4-1621,3 3 762,2 1 1,6 1-1222,6 3 803,5 3 1,7 7 0,3 1 0,3 1 0,7 1-6711,0 0 7650,6 3 0,28 21 0,-18-19 0,1 1 0</inkml:trace>
  <inkml:trace contextRef="#ctx0" brushRef="#br0" timeOffset="68">12195 14337 7849,'2'-11'1268,"1"1"986,1 2 1,5 5-581,-1-1-1266,9 3 0,2 6 1,6 5-1,-1 5 1,2 7-1,3 5 0,1 6 463,-3 2 1,1 4 0,-13 2-1,-4 4-81,-6 3 1,-12 0 0,-9-2 0,-11-2-176,-8-2 0,-7-6 1,-3-7-1,-2-5-695,2-3 0,3-5 16,5-8-996,0-2 0,0-8 0,2-3 0,2-6 1060,4-4 0,21-21 0,6-10 0,0-1 0,0 0 0</inkml:trace>
  <inkml:trace contextRef="#ctx0" brushRef="#br0" timeOffset="69">12983 14226 7849,'7'-5'223,"2"-2"1,-4-7-1,-1-1 1,0-1 3571,0 1-3269,0 1 1,-5 6 0,-4 1-1,-3 1 1,-3 4 0,-1 0-1,0 2 1,-1 2 0,1 2 1113,0 4 0,0 4-1392,-1 5-125,1-4 1,0 11 0,-1-4 0,1 3 0,1 2 0,3 1 0,4 1 764,2 2-825,2 0 0,0-5 0,2 1 1,3-2-1,8-2 0,7-5 1,7-4 162,6-3 1,3-4 0,1-5-1,0-1 1,-1-3 0,1-5 421,0-2 1,-5-5-1197,-4 0 464,-7-6 1,1 8-1,-7-2 1,-3 2-1,-4 2 1,-2-2-1,-3-1-367,-2-1 1,-1-1 191,0 5 37,-5-6 1,-2 4 0,-6-3 0,0-1-1,-4-1-817,-3 0 813,2-5 0,-4 5 0,4-4 0,-1 1 0,-3 4-1,-1 5 1,3-2 0,-1 8 0,-1 0 273,-1 3 0,-2 4 54,1 4 1,3 3 653,1 5-535,5 0 1,1 1-1,7-1 1,2 0 273,2 1 1,8-7-1,8-2 1,7-2 1092,8-2 0,-1-6-988,6-2 1,0-4-1,5-3 1,0-3-600,-1-1 0,1 4 0,-9-2 0,-6 4 0,-6 0-1917,-4 7-5580,0 0 7497,-6 12 0,-7 6 0,-7 7 0</inkml:trace>
  <inkml:trace contextRef="#ctx0" brushRef="#br0" timeOffset="70">13660 13758 7870,'-8'0'0,"-1"-1"0,0-2 0,-2-1 1607,-1-5 0,3 7 1,3-3-1,0-1 1,3-2-1,2-3 1014,1-1 0,7-1-1567,5 1-792,6 0 0,7 0 0,-1-1 1,1 1-1,-1 0 0,1-1 1,0 1 245,-1 0-832,6 5 0,-5-3 1,1 6-1,-6 1 1,-3 3-1,-6 5 1,-6 4-1,-3 6 0,-4 6-811,-2 2 1,-4 7 1106,-8 3 164,-4 2 0,0-2 0,1 0 0,1 0 1,2 0-1,-1-2 0,2-1 1225,4-2 1,0-4 0,7-3 0,1-5-699,2-2 1,8-3-664,5-3 0,6-4 0,8-8 0,3-6 0,3-5 0,8 2 0,1-4 0,4-1 0,-4 2-763,0 0 0,-8 7 1,0 1-1,0 0 763,-2 1 0,-1-9 0,-5 2 0</inkml:trace>
  <inkml:trace contextRef="#ctx0" brushRef="#br0" timeOffset="71">14558 13488 7870,'-12'-7'1120,"-4"-4"1,-1 3 2112,2-3 1,1 0 1340,2 3 1195,5-3-4894,-4 9 0,15-3-875,1 5 0,4 5 0,9-2 0,2 5 0,4 3 0,0 3 0,2 4 0,2 1 0,0 3 0,6 1 0,-2 3 0,1 3 0,0 3 0,-5 5 0,5 6 0,0 6 0,-2 7 0,-2 5 0,-8 5 0,-9 2 0,-9-31 0,-2 0 0,-3 0 0,-1-1 0,-3-1 0,-2 0 0,-14 29 0,-7-7 0,-2-8 0,-3-6 0,-1-12 0,3-6 0,2-6 0,5-7 0,0-5 0,2-1 0,3-6-1834,3 0 1,12-2-3883,9-2 5716,3-3 0,13-30 0,5-15 0,-2-2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comes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>
                    <a:effectLst/>
                  </a:rPr>
                  <a:t>is just the average value of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Think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as the information we </a:t>
                </a:r>
                <a:r>
                  <a:rPr lang="en-US" i="1" dirty="0">
                    <a:effectLst/>
                  </a:rPr>
                  <a:t>can</a:t>
                </a:r>
                <a:r>
                  <a:rPr lang="en-US" dirty="0">
                    <a:effectLst/>
                  </a:rPr>
                  <a:t> know. Once we condition 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𝑋</a:t>
                </a:r>
                <a:r>
                  <a:rPr lang="en-US" dirty="0">
                    <a:effectLst/>
                  </a:rPr>
                  <a:t>, it’s no longer random — it’s fixed.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only randomness left in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comes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conditional expectation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𝐸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[𝑌∣𝑋]</a:t>
                </a:r>
                <a:r>
                  <a:rPr lang="en-US" dirty="0">
                    <a:effectLst/>
                  </a:rPr>
                  <a:t>is just the average value of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over the noise. And because the noise has mean zero, that average is exactly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𝑓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(𝑋)</a:t>
                </a:r>
                <a:endParaRPr lang="ar-AE" dirty="0"/>
              </a:p>
              <a:p>
                <a:endParaRPr lang="en-US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3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592A018-3F97-ACEA-2D4B-0A5DFB7879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Corr = 0 -&gt; independence only if Normal RVs.</a:t>
                </a:r>
              </a:p>
              <a:p>
                <a:endParaRPr lang="en-US" dirty="0"/>
              </a:p>
              <a:p>
                <a:r>
                  <a:rPr lang="en-US" dirty="0">
                    <a:effectLst/>
                  </a:rPr>
                  <a:t>Normality gives us </a:t>
                </a:r>
                <a:r>
                  <a:rPr lang="en-US" b="1" dirty="0">
                    <a:effectLst/>
                  </a:rPr>
                  <a:t>exact finite-sample distributions</a:t>
                </a:r>
                <a:r>
                  <a:rPr lang="en-US" dirty="0">
                    <a:effectLst/>
                  </a:rPr>
                  <a:t> for: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̂_0,𝛽 ̂_1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F‑statistics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prediction intervals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Everything becomes </a:t>
                </a:r>
                <a:r>
                  <a:rPr lang="en-US" b="1" dirty="0">
                    <a:effectLst/>
                  </a:rPr>
                  <a:t>exact</a:t>
                </a:r>
                <a:r>
                  <a:rPr lang="en-US" dirty="0">
                    <a:effectLst/>
                  </a:rPr>
                  <a:t>, not asymptotic.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can derive exact sampling distributions, use exact t- and F-tests</a:t>
                </a:r>
              </a:p>
              <a:p>
                <a:r>
                  <a:rPr lang="en-US" dirty="0"/>
                  <a:t>Construct exact prediction intervals</a:t>
                </a:r>
              </a:p>
              <a:p>
                <a:r>
                  <a:rPr lang="en-US" dirty="0"/>
                  <a:t>Use likelihood-based methods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392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5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2D7F4-C6C1-D391-5DBE-6EF2AAFB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9ACCE-F6EC-FC84-B51D-1161C21DE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5D677-1746-16FE-C25F-AA0EEED97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B73FB-5647-70EB-C1E5-C1F2E0A4B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96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28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00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38C4-5D67-AEBA-B5DF-8C6B86AC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FC549-5C61-AD56-4566-1516FC28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8FCC0-EB9A-DE0A-73F9-0426CE2A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BAA2-8E33-6298-D69B-C723BD80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678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A018-3F97-ACEA-2D4B-0A5DFB78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00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test" TargetMode="Externa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DBCBA7-6BB4-4A53-E620-A0F628B4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CEBC2-D54E-622E-6321-BF008016C892}"/>
              </a:ext>
            </a:extLst>
          </p:cNvPr>
          <p:cNvSpPr txBox="1"/>
          <p:nvPr/>
        </p:nvSpPr>
        <p:spPr>
          <a:xfrm>
            <a:off x="889000" y="1016000"/>
            <a:ext cx="1041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800" b="1">
                <a:solidFill>
                  <a:srgbClr val="242424"/>
                </a:solidFill>
                <a:latin typeface="Aptos Display" panose="020B0004020202020204" pitchFamily="34" charset="0"/>
              </a:rPr>
              <a:t>Simple Linear Regression (SLR)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AA3C1-C3C1-22EE-A24A-2E4C797E5298}"/>
              </a:ext>
            </a:extLst>
          </p:cNvPr>
          <p:cNvSpPr txBox="1"/>
          <p:nvPr/>
        </p:nvSpPr>
        <p:spPr>
          <a:xfrm>
            <a:off x="1397000" y="2794000"/>
            <a:ext cx="939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>
                <a:solidFill>
                  <a:srgbClr val="434343"/>
                </a:solidFill>
                <a:latin typeface="Aptos" panose="020B0004020202020204" pitchFamily="34" charset="0"/>
              </a:rPr>
              <a:t>Theory, Applications, and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929497-0179-FE34-93B3-248EA1B68BB1}"/>
              </a:ext>
            </a:extLst>
          </p:cNvPr>
          <p:cNvSpPr txBox="1"/>
          <p:nvPr/>
        </p:nvSpPr>
        <p:spPr>
          <a:xfrm>
            <a:off x="2032000" y="5715000"/>
            <a:ext cx="812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>
                <a:solidFill>
                  <a:srgbClr val="777777"/>
                </a:solidFill>
                <a:latin typeface="Aptos" panose="020B0004020202020204" pitchFamily="34" charset="0"/>
              </a:rPr>
              <a:t>Built from L4-L6</a:t>
            </a:r>
          </a:p>
        </p:txBody>
      </p:sp>
    </p:spTree>
    <p:extLst>
      <p:ext uri="{BB962C8B-B14F-4D97-AF65-F5344CB8AC3E}">
        <p14:creationId xmlns:p14="http://schemas.microsoft.com/office/powerpoint/2010/main" val="491210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6705-E2CD-7489-5403-4D9A970B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DD39-C79B-20D9-94FC-A62372071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is the equation for the “best” line that fits through data comprised of a single input variable for an output/response variable?</a:t>
            </a:r>
          </a:p>
        </p:txBody>
      </p:sp>
      <p:pic>
        <p:nvPicPr>
          <p:cNvPr id="2050" name="Picture 2" descr="Start with why -- how great leaders inspire action | Simon Sinek |  TEDxPugetSound">
            <a:extLst>
              <a:ext uri="{FF2B5EF4-FFF2-40B4-BE49-F238E27FC236}">
                <a16:creationId xmlns:a16="http://schemas.microsoft.com/office/drawing/2014/main" id="{9D23561C-7B07-DE6F-8944-808009FCA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99" y="53750"/>
            <a:ext cx="3634932" cy="200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7553CF-03A1-BE3B-1917-7FDE9CFC4D3F}"/>
              </a:ext>
            </a:extLst>
          </p:cNvPr>
          <p:cNvSpPr txBox="1"/>
          <p:nvPr/>
        </p:nvSpPr>
        <p:spPr>
          <a:xfrm>
            <a:off x="0" y="6596390"/>
            <a:ext cx="102257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sources: Simon Sinek </a:t>
            </a:r>
            <a:r>
              <a:rPr lang="en-US" sz="1100" i="1" dirty="0"/>
              <a:t>How Great Leaders Inspire Action</a:t>
            </a:r>
            <a:r>
              <a:rPr lang="en-US" sz="1100" dirty="0"/>
              <a:t>, TED (2009), and </a:t>
            </a:r>
            <a:r>
              <a:rPr lang="en-US" sz="1100" i="1" dirty="0"/>
              <a:t>ISLP</a:t>
            </a:r>
            <a:r>
              <a:rPr lang="en-US" sz="1100" dirty="0"/>
              <a:t> Figure 3.1.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6AA93-9575-3FE0-AFF7-493F36089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29F408-86A6-B2F0-DBFF-6E0CB42500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35" b="8507"/>
          <a:stretch>
            <a:fillRect/>
          </a:stretch>
        </p:blipFill>
        <p:spPr>
          <a:xfrm>
            <a:off x="3314700" y="3238186"/>
            <a:ext cx="5262740" cy="338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57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E9D2C-32D1-DE63-469A-D8F395D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and Context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Last week: </a:t>
                </a:r>
              </a:p>
              <a:p>
                <a:r>
                  <a:rPr lang="en-US" dirty="0"/>
                  <a:t>We assumed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thus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 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Since we don’t know the </a:t>
                </a:r>
                <a:r>
                  <a:rPr lang="en-US" b="1" dirty="0"/>
                  <a:t>true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, we </a:t>
                </a:r>
                <a:r>
                  <a:rPr lang="en-US" i="1" dirty="0"/>
                  <a:t>estimate</a:t>
                </a:r>
                <a:r>
                  <a:rPr lang="en-US" dirty="0"/>
                  <a:t> it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A </a:t>
                </a:r>
                <a:r>
                  <a:rPr lang="en-US" i="1" dirty="0"/>
                  <a:t>good</a:t>
                </a:r>
                <a:r>
                  <a:rPr lang="en-US" dirty="0"/>
                  <a:t>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one that has low MSE.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3C450B-37C9-2ED9-A777-02AC65376A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BC6-9922-89F7-8101-AA78423D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5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D1508-08E2-6D80-092D-C854B440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i="1" dirty="0"/>
                  <a:t>Simple linear regression</a:t>
                </a:r>
                <a:r>
                  <a:rPr lang="en-US" dirty="0"/>
                  <a:t> predicts a quantitative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using a single predictor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r>
                  <a:rPr lang="en-US" dirty="0"/>
                  <a:t>We assume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function is linear: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which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is a parametric model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, using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the data analysis lingo, we “regress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2B91BA-C3A6-7572-4AEB-BC98E8BACF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4BEE-54E2-CD0C-31FE-45868E5B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5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FCAA-8FF2-7C89-ABE7-B43214AA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Analysis Lingo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minus predicted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residual.</a:t>
                </a:r>
              </a:p>
              <a:p>
                <a:r>
                  <a:rPr lang="en-US" dirty="0"/>
                  <a:t>We denote residuals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. (Some texts denote them by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acc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dirty="0"/>
                  <a:t>For the simple linear model, our observed residuals are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MSE of our estimates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can now be written as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∑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i="1" dirty="0"/>
                  <a:t>Residual Sum of Squares</a:t>
                </a:r>
                <a:r>
                  <a:rPr lang="en-US" dirty="0"/>
                  <a:t> is: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Residuals will come up a lot in this course.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7448D-6111-97E7-7E6F-17ACF61DF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724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74C47-3AA4-6D13-AFAA-B3C2311D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6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89B8-0274-CED6-EE09-E8005B6A2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Challenge:</a:t>
                </a:r>
              </a:p>
              <a:p>
                <a:pPr marL="0" indent="0" algn="ctr">
                  <a:buNone/>
                </a:pPr>
                <a:r>
                  <a:rPr lang="en-US" dirty="0"/>
                  <a:t>Identify the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We will denote our estimates of these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 each of these coefficients estimate, in a linear sense?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BD90F-0A14-D4B2-9CD1-B6FA197DB5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6652A-AA4E-A0FA-C75D-57A5C938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7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65" r="-724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0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BCE6FB-9F47-6185-2BF3-AF8A564851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would like to minimize the 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practice, however, we have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and cannot compute the expectation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directly.</a:t>
                </a:r>
              </a:p>
              <a:p>
                <a:r>
                  <a:rPr lang="en-US" dirty="0"/>
                  <a:t>Instead, given the observations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minimize the </a:t>
                </a:r>
                <a:r>
                  <a:rPr lang="en-US" i="1" dirty="0"/>
                  <a:t>empirical </a:t>
                </a:r>
                <a:r>
                  <a:rPr lang="en-US" dirty="0"/>
                  <a:t>mean-squared error: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How do we do this?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8A3CE7-5A08-AAA0-C765-B537FCC95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1217" t="-783" r="-986" b="-3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24B9B-2734-DAE3-3439-33FEFF2B0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6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3074-D9F0-7BB3-156B-CF8090BF6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some calculus.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Find critical points.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partial derivatives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Set both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2</a:t>
                </a:r>
                <a:r>
                  <a:rPr lang="en-US" baseline="30000" dirty="0"/>
                  <a:t>nd</a:t>
                </a:r>
                <a:r>
                  <a:rPr lang="en-US" dirty="0"/>
                  <a:t> derivative information to verify that our critical point is minimum.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EACA1C-3EAC-2928-CCE7-C41DAAC8A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251AA-6281-C43E-E2D3-39A06C1E0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84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5D6555-A7EA-2A61-238C-7B0CE6FFA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74069B-5870-5C4B-512E-916C02A69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0ECE-7D00-C0A3-CFCB-9BB813A6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3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50FA-1C15-4078-92C4-8EFFFB1D9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C3F4D64-2BF0-11D5-87FD-E88FF4862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First,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5A5715-67F0-BE35-B2D7-7207D857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98251-F2ED-3DB6-F5EC-94404A59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873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55EC-7101-75E0-71E0-FBF6954F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015BED-BF0C-F9BC-4D0B-6C8B7B3C30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𝑏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we take the derivative </a:t>
                </a:r>
                <a:r>
                  <a:rPr lang="en-US" dirty="0" err="1"/>
                  <a:t>wrt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490D0-65AE-1D4C-4AAC-737405AF1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33140" b="-3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B76CD-DF20-A0AC-B4BE-72A8E56E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1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8B2A-6032-068B-36A3-52BFBDD4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1990281-FA4E-175F-3078-60CCC1C9D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Then, we want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by setting them equal to 0.</a:t>
                </a:r>
              </a:p>
              <a:p>
                <a:r>
                  <a:rPr lang="en-US" dirty="0"/>
                  <a:t>Two variables and two unknowns: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589E6E-AB68-98E9-E9AC-69BA7800AE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4C3BF-FD87-C9A9-E4C4-F08E99325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88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994EA-3561-6E20-49F7-AE58F93C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55CC2F-EC4A-CB89-875A-E1E609CB91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Dividing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from each of these equations gives us: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These are called the </a:t>
                </a:r>
                <a:r>
                  <a:rPr lang="en-US" b="1" i="1" dirty="0"/>
                  <a:t>Normal Equations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They are important because they determine and give us properties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dirty="0"/>
                  <a:t>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A32B3-56CF-EBEE-C160-0D605CFD8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13158" r="-1448"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66F8-DEC2-579D-822D-4877E332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98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0E42-46B7-5ACF-1A99-54F34BDA4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A1F77B-A047-1914-CDB3-8675F28123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We will denote sample means using the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𝑏𝑎𝑟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notation. Then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𝛽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nary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Becomes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After distributing the sums across each term.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81D16-01DC-5BE0-AD14-0C206284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965" t="-12632"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76B1-3785-09EF-B4E9-A5F631A1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/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𝐵𝑎𝑟</m:t>
                        </m:r>
                      </m:e>
                    </m:acc>
                  </m:oMath>
                </a14:m>
                <a:r>
                  <a:rPr lang="en-US" i="1" dirty="0"/>
                  <a:t> notation</a:t>
                </a:r>
                <a:r>
                  <a:rPr lang="en-US" dirty="0"/>
                  <a:t>- Recall: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3ACF92-498A-4A9E-60B9-78D4BF80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0297" y="4844884"/>
                <a:ext cx="2518191" cy="1159356"/>
              </a:xfrm>
              <a:prstGeom prst="rect">
                <a:avLst/>
              </a:prstGeom>
              <a:blipFill>
                <a:blip r:embed="rId4"/>
                <a:stretch>
                  <a:fillRect t="-208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966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9F5CE-F9A1-181E-24FB-43B85EF9E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861813B-8DCC-4DCF-824B-3CCE89779A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multiply the top equation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and add it to the bottom equation: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/>
                  <a:t> (Note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are </a:t>
                </a:r>
                <a:r>
                  <a:rPr lang="en-US" b="1" dirty="0"/>
                  <a:t>not</a:t>
                </a:r>
                <a:r>
                  <a:rPr lang="en-US" dirty="0"/>
                  <a:t> the same thing!) We then have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17E7C-0406-F874-706B-C4774C5E8F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08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3D91A-7BDD-DB84-F3A2-A77768DB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0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02FA-FBF3-8129-6FB6-8F40D2D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0B523A-D175-D857-A8AE-975C1016BB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Similarly, from the original equation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74B6DA-AD5C-EC20-2EAA-A60AEF0EF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3"/>
                <a:stretch>
                  <a:fillRect l="-120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FC977-4357-7227-4296-F8D08E1F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230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FC9A2-BF3B-7F9D-E3DF-AC7632D8B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487A-1182-E119-DD6C-C7516BE0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 Voilà.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A little </a:t>
                </a:r>
                <a:r>
                  <a:rPr lang="en-US" dirty="0" err="1"/>
                  <a:t>mathing</a:t>
                </a:r>
                <a:r>
                  <a:rPr lang="en-US" dirty="0"/>
                  <a:t>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(which is what again?) is the relationship between the means of observed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values.</a:t>
                </a:r>
              </a:p>
              <a:p>
                <a:r>
                  <a:rPr lang="en-US" dirty="0"/>
                  <a:t>But how do we interpret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6647B-D78B-FA73-E36A-55712C323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919"/>
              </a:xfrm>
              <a:blipFill>
                <a:blip r:embed="rId2"/>
                <a:stretch>
                  <a:fillRect l="-1086" t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3F8-9008-E232-FBB4-FC221EC5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8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11A1-C1F5-02DF-A900-955246616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use the fact that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8A46-41AF-5542-1D3D-C90070A60D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616EF-A467-FAEB-39CF-1C75A481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2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F8A-366D-1E79-7CB7-1C8F4363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3AF8-3B75-165C-3C07-D3AED1D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Algebra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Similarly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8E595-C9DA-7E2A-9BDF-B5BEE93FEF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19A12-75EA-85EC-0B93-8751A8EF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5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9F9EE-2534-A8AA-9A0F-669531D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B9B5-C342-20B0-715F-8493406B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These are all equivalent: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(Using one of the “you can’t stop me” rules.)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368502-94BA-7D3A-C88F-8CF145238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8055"/>
              </a:xfrm>
              <a:blipFill>
                <a:blip r:embed="rId2"/>
                <a:stretch>
                  <a:fillRect l="-724" t="-2394" b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5056C-644E-0A5A-1134-722E1A12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66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554B5-FAEC-120F-A6E8-9EC89D95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unbiased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603B9C-4CFA-7462-E6C1-EC48AEC0E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7BAD4-0203-18E2-7F4C-13B304B73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753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9834B-8954-F63D-843A-FB46D3475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B6C5-A517-E3B4-13C0-EED470D43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from OA3102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i="1" dirty="0"/>
                  <a:t>biased</a:t>
                </a:r>
                <a:r>
                  <a:rPr lang="en-US" dirty="0"/>
                  <a:t> sample covariance and variance are: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D49F40-5D23-758A-9152-2EB52FC2E9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 b="-4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17B0-95FA-648D-EEF0-4EA7C590C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93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2773-35CA-E08F-1268-66B397A4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Least Squares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Note: We showed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are </a:t>
                </a:r>
                <a:r>
                  <a:rPr lang="en-US" i="1" dirty="0"/>
                  <a:t>critical points</a:t>
                </a:r>
                <a:r>
                  <a:rPr lang="en-US" dirty="0"/>
                  <a:t>. We can further take the second derivatives to show they are indeed minimizers. For sanity and time we won’t do that here.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 r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44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BE84-74FC-3623-2924-FABFF8AA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have shown that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07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8D3B-DA14-407F-5D46-092C3C84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79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83DF0-07E4-02E2-9BD4-34618236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0204-FDB6-521B-A1E4-B4C961192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Application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  <a:p>
                <a:pPr marL="0" indent="0">
                  <a:buNone/>
                </a:pPr>
                <a:r>
                  <a:rPr lang="en-US" dirty="0"/>
                  <a:t>Suppose we have a regression problem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height of mercury in a thermometer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ambient temperature. We have clean data and performed EDA, and now use SLR 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u="sng" dirty="0"/>
                  <a:t>Question</a:t>
                </a:r>
                <a:r>
                  <a:rPr lang="en-US" dirty="0"/>
                  <a:t>: </a:t>
                </a:r>
                <a:r>
                  <a:rPr lang="en-US" i="1" dirty="0"/>
                  <a:t>How much do we expect the temperature to rise if we artificially increase the height of the mercury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unit?</a:t>
                </a:r>
              </a:p>
              <a:p>
                <a:pPr marL="0" indent="0">
                  <a:buNone/>
                </a:pPr>
                <a:r>
                  <a:rPr lang="en-US" b="1" u="sng" dirty="0"/>
                  <a:t>Answer</a:t>
                </a:r>
                <a:r>
                  <a:rPr lang="en-US" dirty="0"/>
                  <a:t>: ZERO! Remember our EDA and understanding of what the data tells us in the first place. We cannot let correlation imply causation here!</a:t>
                </a:r>
                <a:endParaRPr lang="en-US" b="1" u="sn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45575-9062-8780-06D2-0F4279104F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56976" cy="4351338"/>
              </a:xfrm>
              <a:blipFill>
                <a:blip r:embed="rId3"/>
                <a:stretch>
                  <a:fillRect l="-1179" t="-2801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BE19-0AFF-31E7-4DC3-6768929C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995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00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519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6CB-C8A3-7BA5-E238-655EA6B9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754" t="-2239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7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212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3CB-8EFC-9F3E-CD3A-BC5C7D6E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232-86E8-7050-E9B9-0066FF7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Variance and Covariance Defaults in R and Python- It turns out different packages use different calculations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  <a:blipFill>
                <a:blip r:embed="rId3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EB9-5D52-8E6C-04D0-1B5FF486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EC9BD-6485-0DE2-2EC3-AD1A8EEA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16582"/>
              </p:ext>
            </p:extLst>
          </p:nvPr>
        </p:nvGraphicFramePr>
        <p:xfrm>
          <a:off x="492252" y="2520950"/>
          <a:ext cx="11207496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8296">
                  <a:extLst>
                    <a:ext uri="{9D8B030D-6E8A-4147-A177-3AD203B41FA5}">
                      <a16:colId xmlns:a16="http://schemas.microsoft.com/office/drawing/2014/main" val="314012273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97623511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553401059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97891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/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Code 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Covariance Code/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 (base)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statistics; inference-oriented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Python/Pandas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Series.var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 defaults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4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Python/NumPy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linear algebra roots; MLE for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5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Biased (n)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variance, known historical inconsistency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sklearn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ML-oriented; optimization over inference, MLE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83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statsmodels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to mirror R; inference oriented.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25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F54272-0971-78A6-1BFF-4FEADA14149C}"/>
              </a:ext>
            </a:extLst>
          </p:cNvPr>
          <p:cNvSpPr txBox="1"/>
          <p:nvPr/>
        </p:nvSpPr>
        <p:spPr>
          <a:xfrm>
            <a:off x="393192" y="6356350"/>
            <a:ext cx="63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*internally: no specific code to calculate variance/covariance</a:t>
            </a:r>
          </a:p>
        </p:txBody>
      </p:sp>
    </p:spTree>
    <p:extLst>
      <p:ext uri="{BB962C8B-B14F-4D97-AF65-F5344CB8AC3E}">
        <p14:creationId xmlns:p14="http://schemas.microsoft.com/office/powerpoint/2010/main" val="1293220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9D-CC0A-AEE4-1015-C0221DC5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D53E-7C43-0BC6-18A6-BA2097C6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to mindfully select the correct package in R and/or  Python?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/>
                  <a:t>Fortunately, no.</a:t>
                </a:r>
              </a:p>
              <a:p>
                <a:pPr lvl="1"/>
                <a:r>
                  <a:rPr lang="en-US" sz="3200" dirty="0"/>
                  <a:t>The functions we use (ex: </a:t>
                </a:r>
                <a:r>
                  <a:rPr lang="en-US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US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US" sz="3200" dirty="0"/>
                  <a:t>in R) automatically select the correct interpretation.</a:t>
                </a:r>
              </a:p>
              <a:p>
                <a:pPr lvl="1"/>
                <a:r>
                  <a:rPr lang="en-US" sz="3200" dirty="0"/>
                  <a:t>We will (hopefully) rarely directly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sz="3200" dirty="0"/>
                  <a:t> for our analyses.</a:t>
                </a:r>
              </a:p>
              <a:p>
                <a:pPr marL="457200" lvl="1" indent="0">
                  <a:buNone/>
                </a:pP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sz="32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  <a:blipFill>
                <a:blip r:embed="rId3"/>
                <a:stretch>
                  <a:fillRect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C84-9DC1-DB48-D163-9C24FE1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06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E774-B8AF-768F-7164-BBAB01ED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1467-B017-1259-3F61-73C67DD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covariance between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affect the slope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Explore the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Slope vs Cov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Var.ipynb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file in Sakai.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217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FA23-F6E9-82BE-5799-502D5A7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918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21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682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74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28" r="-754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99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 will introduce the basic commands for doing an SLR fit in R, followed by Python.</a:t>
                </a:r>
              </a:p>
              <a:p>
                <a:r>
                  <a:rPr lang="en-US" dirty="0" err="1"/>
                  <a:t>Jupyter</a:t>
                </a:r>
                <a:r>
                  <a:rPr lang="en-US" dirty="0"/>
                  <a:t> Notebook - Simulation to explore effects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slope.</a:t>
                </a:r>
              </a:p>
              <a:p>
                <a:r>
                  <a:rPr lang="en-US" dirty="0"/>
                  <a:t>Examine datasets of your choice in R and Python.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You should now have all the tools you need to complete HW1.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71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Further our understanding of evaluating linear models by leveraging intuition from OA3102.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explained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F-statistic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the statistical significance of our linear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5295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623-E261-50F6-F4BD-77CE74D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38D-C048-1AE6-4978-BE35372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4DCF-F018-E1A2-5648-7B754B8E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6E44-F932-C374-E3F0-A9CB2E54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evaluate how good our estimate is by the Mean Square Error (MSE)</a:t>
            </a:r>
          </a:p>
          <a:p>
            <a:r>
              <a:rPr lang="en-US" dirty="0"/>
              <a:t>The MSE of one-dimensional data is </a:t>
            </a:r>
            <a:r>
              <a:rPr lang="en-US" i="1" dirty="0"/>
              <a:t>Variance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FA2B0-C1CA-1C72-70CB-6FC253AF1096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06B6CE-5548-11F8-AF76-625BA279938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A132DF-92C6-F937-7C6E-F3A02904DEBD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D3A6B-1D7F-E5F6-DCA0-27F320B82560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C6AB4-C850-A40B-8ACA-E804EDC44842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42C67B-65EA-FAC8-40EE-DF31A1B768AF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65E56-F83C-83D6-5993-F1CEB3076BDB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F11DA-4ECC-DCC5-D862-5F5A88FFD04A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15CEE-5AA5-7971-E5A1-0633CC1AEC37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EE7D6-BA23-1F73-30F1-E8823CFE718C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14:cNvPr>
              <p14:cNvContentPartPr/>
              <p14:nvPr/>
            </p14:nvContentPartPr>
            <p14:xfrm>
              <a:off x="6074280" y="3894120"/>
              <a:ext cx="549360" cy="1599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080" y="3877920"/>
                <a:ext cx="581760" cy="16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72897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7D2-FCDF-F896-B843-9A14BF45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4C6-2BB6-CC9C-18E1-0F78ECC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BF7-5FAF-41F7-8D0F-7BE03E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want to evaluate if knowing something </a:t>
                </a:r>
                <a:r>
                  <a:rPr lang="en-US" i="1" dirty="0"/>
                  <a:t>else</a:t>
                </a:r>
                <a:r>
                  <a:rPr lang="en-US" dirty="0"/>
                  <a:t> about the data points (some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tells us more than just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data by itself.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95236-0785-0B2B-837D-0B8CB603C41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0E59A-8060-9861-738B-367C3DCD5FA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7FD395-5383-5AF5-75D4-7B4B28D441A4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38A887-73E6-62E5-0839-E5F8FFF57EE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9335D0-8E58-2EA6-9D3D-68B493BB7AFD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9345C6-9C06-C8AD-94A2-1052730EBB3E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71A434-BD46-2CF2-1142-941AE1112B0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E4613E-0758-C260-5C4C-D37F047FBC9E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24001F-8854-D928-BFEE-930F425D4C50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6667B-F6C0-71C8-E75A-6B909E64A5C7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B8844B-7634-5193-C104-E463910186B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D72714-1862-EF90-14D7-F88D7272E169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F6D987C-93AA-217B-A7DB-439BD8A194ED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3D61FD-65A2-A440-B21D-AB9399882AE3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5312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58D-0008-2369-EF1B-4861A654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7B9-B9D5-2FE9-5426-3DC9462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34A7-7E49-FB32-2FB5-8647C33B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A707-61C3-EF68-CCD1-932894EF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have two data points, we can fit a line perfectly between them.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ABD791-A005-1C1D-67EE-CBCA0A5FC14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BFAB9-DA02-551F-8219-59C69DF7ABBB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984EC5B-4692-FF39-C8AA-E51EB3BD4154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DF59CE-928F-5B48-0613-66CD260F61F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14:cNvPr>
              <p14:cNvContentPartPr/>
              <p14:nvPr/>
            </p14:nvContentPartPr>
            <p14:xfrm>
              <a:off x="4041000" y="3517560"/>
              <a:ext cx="3384000" cy="2583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0" y="3501360"/>
                <a:ext cx="341640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89102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C57-CD3D-D177-F0CB-4C248AA8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8C7-D9DF-3D61-E157-E5E4F922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7E2C-63CF-E5BC-5070-89B8605E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7179-75AF-376A-9C7F-7BBECCC6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what if we have more?</a:t>
            </a:r>
          </a:p>
          <a:p>
            <a:r>
              <a:rPr lang="en-US" dirty="0"/>
              <a:t>In linear algebra, this meant we were </a:t>
            </a:r>
            <a:r>
              <a:rPr lang="en-US" i="1" dirty="0"/>
              <a:t>overdetermined</a:t>
            </a:r>
            <a:r>
              <a:rPr lang="en-US" dirty="0"/>
              <a:t>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4BDAE-C9B8-5E75-6CBC-503D5A36A4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22E041-A7E8-E5F8-B082-9AA55BFB54B2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6352E5-9BFB-AD32-ADE0-CD6A00F488D2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7BCC14-5B23-2678-F8BA-E5E080DDF108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592687-08B2-6016-5D6B-4F051BBB32B8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E38946-B747-3A78-CAA9-D483397B4695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0027FB-C2F5-F280-CBBC-1AC504172F76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D11EF-378F-A0EC-A665-232F284A79EA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B419EF-CF44-AC4C-8110-0021F9E18B6F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A56929-7828-8E43-40BD-38FD3EDC0DD5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508F21-952C-D5DB-5C77-131BBD28CFC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6D3B34-7B44-C230-93CD-D619AD3B143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E34A47-688B-4221-7BFE-5B834D77DF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E068C8-CDA8-BC3C-0E01-16824E66FF1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14:cNvPr>
              <p14:cNvContentPartPr/>
              <p14:nvPr/>
            </p14:nvContentPartPr>
            <p14:xfrm>
              <a:off x="3712680" y="3265200"/>
              <a:ext cx="3983040" cy="3141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480" y="3249000"/>
                <a:ext cx="40154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96972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501C-0593-A10C-5816-1C0FD39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D646-0A1C-3FD6-77E9-9EEBE701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D32F2-565C-13C7-A022-6F8F3AF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556-6C63-2D1C-6A74-E91F3D2D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So last week, we fit the line using the least squares estimator.</a:t>
            </a:r>
          </a:p>
          <a:p>
            <a:r>
              <a:rPr lang="en-US" dirty="0"/>
              <a:t>But how </a:t>
            </a:r>
            <a:r>
              <a:rPr lang="en-US" i="1" dirty="0"/>
              <a:t>good</a:t>
            </a:r>
            <a:r>
              <a:rPr lang="en-US" dirty="0"/>
              <a:t> is this fit?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78FA74-89D9-B11D-8361-15FF31BD16F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CC644E-967C-1F36-9FA9-8BDD03D0915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9558BA-F3FF-F325-B00F-7BA3173ED3DF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C37F1F-813D-9331-9DA8-F0B9E3131B09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8BA93-0DC5-296D-2225-2EC0B3870A8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EEFA0-BEAC-5698-3D26-77AE9E83C12B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C30F70-999B-CFF9-B35C-8AB3010DC5B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C600-6D31-0950-0F5A-4299E6FD0AC3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65D3C5-9021-2D7E-8342-3572695C5C0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43318E-9BC4-3B73-5B17-21C63761287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01752-099A-2B7E-5980-ADFCE5B177EF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A866F6-17F2-94DA-7C98-13C80C2BAA36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188F7F8-CD21-17EC-FEA0-8732D6EBD83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070A28-8B15-1203-B838-EEB41505BC91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15783-57D3-1326-121F-F4A7E793FAA8}"/>
              </a:ext>
            </a:extLst>
          </p:cNvPr>
          <p:cNvCxnSpPr>
            <a:cxnSpLocks/>
          </p:cNvCxnSpPr>
          <p:nvPr/>
        </p:nvCxnSpPr>
        <p:spPr>
          <a:xfrm flipV="1">
            <a:off x="3949908" y="3361544"/>
            <a:ext cx="3432748" cy="276193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495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05D-E7EF-82CC-F306-E0450024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AC4-A2E4-1CB9-3779-A871EEF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 Intuitive Look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7AD15-6D5E-0674-4893-CF5CB3F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4E7E-7E62-00D3-CADE-3F9DED0A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Pediatric Patients: Estimating Weight</a:t>
            </a:r>
          </a:p>
          <a:p>
            <a:r>
              <a:rPr lang="en-US" dirty="0"/>
              <a:t>Which of these two is a more effective predictor of weight?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7A7A-F055-9E59-C6F3-1E0F98AD4DD9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531E96-1BC7-7F20-2790-66541614F8A1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6756AB8-BC05-E45E-FD1F-B22311E42F73}"/>
              </a:ext>
            </a:extLst>
          </p:cNvPr>
          <p:cNvSpPr/>
          <p:nvPr/>
        </p:nvSpPr>
        <p:spPr>
          <a:xfrm>
            <a:off x="3348721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2C91BD-C6A2-CE0E-5F13-346E9F15BA5B}"/>
              </a:ext>
            </a:extLst>
          </p:cNvPr>
          <p:cNvSpPr/>
          <p:nvPr/>
        </p:nvSpPr>
        <p:spPr>
          <a:xfrm>
            <a:off x="3287433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C02AAE-2A63-282D-75D2-B7A45B890031}"/>
              </a:ext>
            </a:extLst>
          </p:cNvPr>
          <p:cNvSpPr/>
          <p:nvPr/>
        </p:nvSpPr>
        <p:spPr>
          <a:xfrm>
            <a:off x="4456040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60294C-8F73-A7ED-9DB3-2B2CA6571940}"/>
              </a:ext>
            </a:extLst>
          </p:cNvPr>
          <p:cNvSpPr/>
          <p:nvPr/>
        </p:nvSpPr>
        <p:spPr>
          <a:xfrm>
            <a:off x="381796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B5E769-F1F0-ACE1-C0E8-84A137A2BF8F}"/>
              </a:ext>
            </a:extLst>
          </p:cNvPr>
          <p:cNvSpPr/>
          <p:nvPr/>
        </p:nvSpPr>
        <p:spPr>
          <a:xfrm>
            <a:off x="292704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DC673-E928-C63B-E357-3B633D70FFA7}"/>
              </a:ext>
            </a:extLst>
          </p:cNvPr>
          <p:cNvSpPr/>
          <p:nvPr/>
        </p:nvSpPr>
        <p:spPr>
          <a:xfrm>
            <a:off x="445604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9A1592-0B08-65CA-8663-32EDFAE01F42}"/>
              </a:ext>
            </a:extLst>
          </p:cNvPr>
          <p:cNvSpPr/>
          <p:nvPr/>
        </p:nvSpPr>
        <p:spPr>
          <a:xfrm>
            <a:off x="232525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1007B7-057D-6D3A-5D1A-D831C7113067}"/>
              </a:ext>
            </a:extLst>
          </p:cNvPr>
          <p:cNvSpPr/>
          <p:nvPr/>
        </p:nvSpPr>
        <p:spPr>
          <a:xfrm>
            <a:off x="171979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A9415-63FB-3747-AFCA-EE7779CA981E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54C7EC-3D36-953D-E44E-941944791C67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115746-7A2C-4600-6EE7-8DD50DEB9C70}"/>
              </a:ext>
            </a:extLst>
          </p:cNvPr>
          <p:cNvSpPr/>
          <p:nvPr/>
        </p:nvSpPr>
        <p:spPr>
          <a:xfrm>
            <a:off x="257040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FFCC1-4883-1FE8-E7DF-FC757032329D}"/>
              </a:ext>
            </a:extLst>
          </p:cNvPr>
          <p:cNvSpPr/>
          <p:nvPr/>
        </p:nvSpPr>
        <p:spPr>
          <a:xfrm>
            <a:off x="371465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1E150D-FB04-B5A1-784B-9AB6ADEC69D8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113289-BA32-5DD0-CFDD-3EB13B526F50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1B9F4EF-8A06-12A6-D7B9-0AE4F14FFA91}"/>
              </a:ext>
            </a:extLst>
          </p:cNvPr>
          <p:cNvSpPr/>
          <p:nvPr/>
        </p:nvSpPr>
        <p:spPr>
          <a:xfrm>
            <a:off x="98586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704C7-4A98-5B96-0E18-229AF4FFF8D8}"/>
              </a:ext>
            </a:extLst>
          </p:cNvPr>
          <p:cNvSpPr/>
          <p:nvPr/>
        </p:nvSpPr>
        <p:spPr>
          <a:xfrm>
            <a:off x="800602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BD96B9-C474-581A-A54D-CA4A8CF5B05F}"/>
              </a:ext>
            </a:extLst>
          </p:cNvPr>
          <p:cNvSpPr/>
          <p:nvPr/>
        </p:nvSpPr>
        <p:spPr>
          <a:xfrm>
            <a:off x="784800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F15F9A-8B30-FCCF-1E3A-057EB4C6DF61}"/>
              </a:ext>
            </a:extLst>
          </p:cNvPr>
          <p:cNvSpPr/>
          <p:nvPr/>
        </p:nvSpPr>
        <p:spPr>
          <a:xfrm>
            <a:off x="959335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B7A56-4FC0-6DE1-C957-C8560BC06E65}"/>
              </a:ext>
            </a:extLst>
          </p:cNvPr>
          <p:cNvSpPr/>
          <p:nvPr/>
        </p:nvSpPr>
        <p:spPr>
          <a:xfrm>
            <a:off x="890480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08FB31-DB84-BA69-A1AF-FF28900DA962}"/>
              </a:ext>
            </a:extLst>
          </p:cNvPr>
          <p:cNvSpPr/>
          <p:nvPr/>
        </p:nvSpPr>
        <p:spPr>
          <a:xfrm>
            <a:off x="739829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E04C85-5697-6201-9B8B-DA465A6C5D35}"/>
              </a:ext>
            </a:extLst>
          </p:cNvPr>
          <p:cNvSpPr/>
          <p:nvPr/>
        </p:nvSpPr>
        <p:spPr>
          <a:xfrm>
            <a:off x="10229255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9E736-14C8-491C-10A4-7C691610E79C}"/>
              </a:ext>
            </a:extLst>
          </p:cNvPr>
          <p:cNvSpPr/>
          <p:nvPr/>
        </p:nvSpPr>
        <p:spPr>
          <a:xfrm>
            <a:off x="7105444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291CDC-6BDB-E598-9733-413D42EC4939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1A16F-2C92-BFAE-2865-7ECC57F588FB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7E0B0F-11AF-0BA6-8201-6666208E67C1}"/>
              </a:ext>
            </a:extLst>
          </p:cNvPr>
          <p:cNvSpPr/>
          <p:nvPr/>
        </p:nvSpPr>
        <p:spPr>
          <a:xfrm>
            <a:off x="795605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152317-4E70-DE73-A242-86C3C70ABDC9}"/>
              </a:ext>
            </a:extLst>
          </p:cNvPr>
          <p:cNvSpPr/>
          <p:nvPr/>
        </p:nvSpPr>
        <p:spPr>
          <a:xfrm>
            <a:off x="10194587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41ADE-E4BE-E9D4-E62E-11E4923AB123}"/>
              </a:ext>
            </a:extLst>
          </p:cNvPr>
          <p:cNvSpPr txBox="1"/>
          <p:nvPr/>
        </p:nvSpPr>
        <p:spPr>
          <a:xfrm rot="16200000">
            <a:off x="290699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388E6-8D77-FF8C-8832-04AB7D48B8A0}"/>
              </a:ext>
            </a:extLst>
          </p:cNvPr>
          <p:cNvSpPr txBox="1"/>
          <p:nvPr/>
        </p:nvSpPr>
        <p:spPr>
          <a:xfrm rot="16200000">
            <a:off x="5677155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62821B-20F0-8C5A-E49A-089FC975D7E2}"/>
              </a:ext>
            </a:extLst>
          </p:cNvPr>
          <p:cNvSpPr txBox="1"/>
          <p:nvPr/>
        </p:nvSpPr>
        <p:spPr>
          <a:xfrm>
            <a:off x="2653924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D4B85-421D-9F8F-4F59-A5401EB22ACA}"/>
              </a:ext>
            </a:extLst>
          </p:cNvPr>
          <p:cNvSpPr txBox="1"/>
          <p:nvPr/>
        </p:nvSpPr>
        <p:spPr>
          <a:xfrm>
            <a:off x="8055817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</p:spTree>
    <p:extLst>
      <p:ext uri="{BB962C8B-B14F-4D97-AF65-F5344CB8AC3E}">
        <p14:creationId xmlns:p14="http://schemas.microsoft.com/office/powerpoint/2010/main" val="10527181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E57-FCB7-9726-4C52-2535034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4EB-F6ED-13B6-280A-69671ECE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Again: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CB4C-877C-2279-4C8B-F0E709A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C03C-BD3F-5F64-0187-A8B0B519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look at the vertical distances of the data points to our prediction.</a:t>
            </a:r>
          </a:p>
          <a:p>
            <a:r>
              <a:rPr lang="en-US" dirty="0"/>
              <a:t>What are these called again? </a:t>
            </a:r>
          </a:p>
          <a:p>
            <a:r>
              <a:rPr lang="en-US" dirty="0"/>
              <a:t>In this case, we square each </a:t>
            </a:r>
            <a:br>
              <a:rPr lang="en-US" dirty="0"/>
            </a:br>
            <a:r>
              <a:rPr lang="en-US" dirty="0"/>
              <a:t>of these distances, and take </a:t>
            </a:r>
            <a:br>
              <a:rPr lang="en-US" dirty="0"/>
            </a:br>
            <a:r>
              <a:rPr lang="en-US" dirty="0"/>
              <a:t>their mean. (MSE)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C6F68-85C2-D267-B141-2224F8168772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3CF1B-11CB-03C9-EDCE-8721D1B07ACC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7DB8926-1BE8-8E03-DE11-CBC6F5BFBA5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C1199A-317D-AC2B-86DA-7D9EB78964AA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884DB-7C53-0F79-77EA-6309251241F9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05B7D-CCF0-ED04-9684-466F2329DF4B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09A5E-BDB9-FB03-9B36-08817428D82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44A71D-8975-C41A-FDF5-C19E28247AF9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4CAB68-735B-EE6F-1F79-2D14D47D3D16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D91E1E-CAFA-EF59-7F24-973A6AA7577D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C87F8D-B30F-5082-BFA8-07D341D2248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C9EFA-161E-4F27-0A5B-55E1372B4859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49BD21-4A94-CA2F-FA49-5885DE527ABE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C3F52-5A12-FD42-FFB3-8B05742D4A4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CB0776-7A45-FA5E-6D5D-DBD2E93B26CD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14:cNvPr>
              <p14:cNvContentPartPr/>
              <p14:nvPr/>
            </p14:nvContentPartPr>
            <p14:xfrm>
              <a:off x="5821200" y="2622600"/>
              <a:ext cx="3668760" cy="3369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000" y="2606400"/>
                <a:ext cx="3701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8999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E15-8B71-9920-FEAA-185EF3D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73030-C5B9-D35B-7389-049324C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EB5F-9C65-A814-EDF3-3E600C0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Last week we used calculus to find the slope and the y-intercept of the Least Squares Estimator (LSE) line.</a:t>
            </a:r>
          </a:p>
          <a:p>
            <a:r>
              <a:rPr lang="en-US" dirty="0"/>
              <a:t>We </a:t>
            </a:r>
            <a:r>
              <a:rPr lang="en-US" i="1" dirty="0"/>
              <a:t>proved</a:t>
            </a:r>
            <a:r>
              <a:rPr lang="en-US" dirty="0"/>
              <a:t> that the LSE</a:t>
            </a:r>
            <a:br>
              <a:rPr lang="en-US" dirty="0"/>
            </a:br>
            <a:r>
              <a:rPr lang="en-US" dirty="0"/>
              <a:t>is the solution that minimizes </a:t>
            </a:r>
            <a:br>
              <a:rPr lang="en-US" dirty="0"/>
            </a:br>
            <a:r>
              <a:rPr lang="en-US" dirty="0"/>
              <a:t>MSE.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8F28B2-8091-44A4-B469-9D0A3C71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118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6A2F8-88FE-5D39-9306-4B9994A6109A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1EA25D-C354-6A6F-1A76-4A6DE99D8F38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545736-58A9-5D10-3453-B8CBDAE41EB5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0B4BF8-4461-4B1F-4ED2-0423D784F5E8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90EE8A-6727-2B9F-4E3B-55097D40925B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5BC23-A591-A2D7-35C0-C0EEF4F9D426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90EBC-5F11-595D-09F6-A2465126408F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48CAF-4098-2E76-D805-B1E739E68EAA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A84652-7F0C-28E8-86D7-E0B34B9D0481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1DC76E-BB06-1CF7-096C-DE760DF8C9F9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784318-317C-CF9A-59B8-70C7B5B13DB0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3861DE-5E19-8811-37D7-005999D60856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90E04D-9A1E-B526-9199-068F40ACD42C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58368D-A1FF-E6D0-608E-F34A9F11888E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584FA8-4B14-6208-31A8-8FCACC280315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6884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BFE-6B4B-DB2B-FF26-1A526DA5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ADDD-3A41-1D23-CB68-16D6B57D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962-FDA2-3FBF-9BD4-7FBDA4D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1BD5-774E-2870-FE71-1DB41786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Think of choosing the slope and y-intercept as </a:t>
            </a:r>
            <a:r>
              <a:rPr lang="en-US" i="1" dirty="0"/>
              <a:t>rotating</a:t>
            </a:r>
            <a:r>
              <a:rPr lang="en-US" dirty="0"/>
              <a:t> the best fit line, and calculating the resulting MSE.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7592E-D841-D19C-37F5-205AE637960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BFFCAF-DD69-6908-8BC3-8CF57185016F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FF48BF-7948-9D9B-20ED-E7DF726E554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902E7-30B4-44BB-3044-516A4A83362D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5E1E4-1866-A2D1-623F-236A25022838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471BCE-F49A-621F-C461-C5F1FCE378D9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1F35E5-D526-A675-571E-F71553F91E3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557BF-1002-E9CA-54F5-66B41F7F28A8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9A445C-3A78-7256-C18F-73FD63578E52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807877-202F-4230-0098-428765AF9937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9CF92-29EF-B00F-4B72-386DA7E4E8A1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78D7D6-2012-7C5D-4C4A-258E18EBD294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A517DB2-6BE9-845F-8AD5-60E11E710BBA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CF9D64-73AB-803E-ACF6-774E0300905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14:cNvPr>
              <p14:cNvContentPartPr/>
              <p14:nvPr/>
            </p14:nvContentPartPr>
            <p14:xfrm>
              <a:off x="6233400" y="3349080"/>
              <a:ext cx="3719880" cy="3181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1800" y="3327480"/>
                <a:ext cx="376308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3213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768-CEEB-A410-B94E-33FA1E6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CDA0-D631-D452-F446-B7A8ABB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66BD-2AF5-0BFB-21C6-1A0313C0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0A11-6F7C-4E08-2679-C65C38B4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plot that rotation vs MSE, then what we did was select the rotation at the bottom of the curve.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75133-3753-A75B-4450-72D7679FDAA4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949595-CF93-1964-2C2E-B33751A20CF5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0B0267F-1952-1737-8ABB-63AEAF4A2080}"/>
              </a:ext>
            </a:extLst>
          </p:cNvPr>
          <p:cNvSpPr/>
          <p:nvPr/>
        </p:nvSpPr>
        <p:spPr>
          <a:xfrm>
            <a:off x="3756610" y="339489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9213D4-0A1E-96FA-F91E-09DD5251E631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AEBB3-54C9-1134-BA8A-B51C89C153A4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61A89D-B3EB-7710-0561-C34564923558}"/>
              </a:ext>
            </a:extLst>
          </p:cNvPr>
          <p:cNvSpPr txBox="1"/>
          <p:nvPr/>
        </p:nvSpPr>
        <p:spPr>
          <a:xfrm rot="16200000">
            <a:off x="2110783" y="4117510"/>
            <a:ext cx="220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Calculated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/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blipFill>
                <a:blip r:embed="rId2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BD351EC2-84D2-DD0A-15E1-8699638989C8}"/>
              </a:ext>
            </a:extLst>
          </p:cNvPr>
          <p:cNvSpPr/>
          <p:nvPr/>
        </p:nvSpPr>
        <p:spPr>
          <a:xfrm>
            <a:off x="4363216" y="447356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40108-6138-2839-7A36-076D28DECD98}"/>
              </a:ext>
            </a:extLst>
          </p:cNvPr>
          <p:cNvCxnSpPr/>
          <p:nvPr/>
        </p:nvCxnSpPr>
        <p:spPr>
          <a:xfrm>
            <a:off x="3657600" y="6356350"/>
            <a:ext cx="2641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530607-5A60-1E69-821D-43782695D631}"/>
              </a:ext>
            </a:extLst>
          </p:cNvPr>
          <p:cNvCxnSpPr>
            <a:cxnSpLocks/>
          </p:cNvCxnSpPr>
          <p:nvPr/>
        </p:nvCxnSpPr>
        <p:spPr>
          <a:xfrm flipV="1">
            <a:off x="4278042" y="6303716"/>
            <a:ext cx="292925" cy="8419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A01BB8-AA3B-3630-F4DE-60495B8A8084}"/>
              </a:ext>
            </a:extLst>
          </p:cNvPr>
          <p:cNvCxnSpPr>
            <a:cxnSpLocks/>
          </p:cNvCxnSpPr>
          <p:nvPr/>
        </p:nvCxnSpPr>
        <p:spPr>
          <a:xfrm flipV="1">
            <a:off x="4932282" y="6239157"/>
            <a:ext cx="194240" cy="22277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1DE920-48FA-4E17-1306-E746AA0583E3}"/>
              </a:ext>
            </a:extLst>
          </p:cNvPr>
          <p:cNvCxnSpPr>
            <a:cxnSpLocks/>
          </p:cNvCxnSpPr>
          <p:nvPr/>
        </p:nvCxnSpPr>
        <p:spPr>
          <a:xfrm flipV="1">
            <a:off x="5568785" y="6246880"/>
            <a:ext cx="48426" cy="2459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2CBCE9-40FE-57E1-2735-E205A1EAAB86}"/>
              </a:ext>
            </a:extLst>
          </p:cNvPr>
          <p:cNvCxnSpPr>
            <a:cxnSpLocks/>
          </p:cNvCxnSpPr>
          <p:nvPr/>
        </p:nvCxnSpPr>
        <p:spPr>
          <a:xfrm>
            <a:off x="6162903" y="6225957"/>
            <a:ext cx="41192" cy="2491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9E733-132F-7B7B-7ADA-4C1F1D6CD9B3}"/>
              </a:ext>
            </a:extLst>
          </p:cNvPr>
          <p:cNvCxnSpPr>
            <a:cxnSpLocks/>
          </p:cNvCxnSpPr>
          <p:nvPr/>
        </p:nvCxnSpPr>
        <p:spPr>
          <a:xfrm>
            <a:off x="6623216" y="6266673"/>
            <a:ext cx="149354" cy="1677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D5E14C-23E6-0ACA-F1B7-132B91A29576}"/>
              </a:ext>
            </a:extLst>
          </p:cNvPr>
          <p:cNvCxnSpPr>
            <a:cxnSpLocks/>
          </p:cNvCxnSpPr>
          <p:nvPr/>
        </p:nvCxnSpPr>
        <p:spPr>
          <a:xfrm>
            <a:off x="7119257" y="6311900"/>
            <a:ext cx="246970" cy="813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9DC93B6-06E8-5966-A173-3FA5BD0C018D}"/>
              </a:ext>
            </a:extLst>
          </p:cNvPr>
          <p:cNvSpPr/>
          <p:nvPr/>
        </p:nvSpPr>
        <p:spPr>
          <a:xfrm>
            <a:off x="4968114" y="4955323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7C6C9E-D88B-5028-70A4-BE192D912859}"/>
              </a:ext>
            </a:extLst>
          </p:cNvPr>
          <p:cNvSpPr/>
          <p:nvPr/>
        </p:nvSpPr>
        <p:spPr>
          <a:xfrm>
            <a:off x="5525633" y="472853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267DC6-484E-6738-5F2C-CE458B2D45C5}"/>
              </a:ext>
            </a:extLst>
          </p:cNvPr>
          <p:cNvSpPr/>
          <p:nvPr/>
        </p:nvSpPr>
        <p:spPr>
          <a:xfrm>
            <a:off x="6101615" y="42974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350242-6411-2C17-06CF-E2C1C5F568DE}"/>
              </a:ext>
            </a:extLst>
          </p:cNvPr>
          <p:cNvSpPr/>
          <p:nvPr/>
        </p:nvSpPr>
        <p:spPr>
          <a:xfrm>
            <a:off x="6636605" y="390921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C8B1D8-71E4-6BB9-6177-7AF2D8E5D0CB}"/>
              </a:ext>
            </a:extLst>
          </p:cNvPr>
          <p:cNvSpPr/>
          <p:nvPr/>
        </p:nvSpPr>
        <p:spPr>
          <a:xfrm>
            <a:off x="7160850" y="34639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14:cNvPr>
              <p14:cNvContentPartPr/>
              <p14:nvPr/>
            </p14:nvContentPartPr>
            <p14:xfrm>
              <a:off x="4753800" y="4821120"/>
              <a:ext cx="495000" cy="41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600" y="4804920"/>
                <a:ext cx="527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3998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5F1A-FAE5-BB37-3D8C-99F520FF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763-AD55-39F0-F746-A1B191D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A74A-3DD7-783C-DBA5-93DE0CCE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univariate data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we said the best estimate was the mean.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77167-F8A1-6CE0-D64F-09DDA1F8BF71}"/>
              </a:ext>
            </a:extLst>
          </p:cNvPr>
          <p:cNvCxnSpPr>
            <a:cxnSpLocks/>
          </p:cNvCxnSpPr>
          <p:nvPr/>
        </p:nvCxnSpPr>
        <p:spPr>
          <a:xfrm>
            <a:off x="5981638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46B97D-C2EC-955A-DE2D-74017F1CD869}"/>
              </a:ext>
            </a:extLst>
          </p:cNvPr>
          <p:cNvSpPr txBox="1"/>
          <p:nvPr/>
        </p:nvSpPr>
        <p:spPr>
          <a:xfrm rot="16200000">
            <a:off x="5044398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5D16E-C3EA-408D-13E9-1EADCAAF31A2}"/>
              </a:ext>
            </a:extLst>
          </p:cNvPr>
          <p:cNvSpPr/>
          <p:nvPr/>
        </p:nvSpPr>
        <p:spPr>
          <a:xfrm>
            <a:off x="592923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F5F89B-6FBD-1B2D-4124-2DDCED9476D1}"/>
              </a:ext>
            </a:extLst>
          </p:cNvPr>
          <p:cNvSpPr/>
          <p:nvPr/>
        </p:nvSpPr>
        <p:spPr>
          <a:xfrm>
            <a:off x="5929239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BE33BD-258A-54C3-7FD5-6BD2CB9C2DDD}"/>
              </a:ext>
            </a:extLst>
          </p:cNvPr>
          <p:cNvSpPr/>
          <p:nvPr/>
        </p:nvSpPr>
        <p:spPr>
          <a:xfrm>
            <a:off x="592923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BA09D-A45A-4A5C-9A45-B9FDDA044ADA}"/>
              </a:ext>
            </a:extLst>
          </p:cNvPr>
          <p:cNvSpPr/>
          <p:nvPr/>
        </p:nvSpPr>
        <p:spPr>
          <a:xfrm>
            <a:off x="5929239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A108C7-640C-1066-CCD6-4F3070BC6A6C}"/>
              </a:ext>
            </a:extLst>
          </p:cNvPr>
          <p:cNvSpPr/>
          <p:nvPr/>
        </p:nvSpPr>
        <p:spPr>
          <a:xfrm>
            <a:off x="5929239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46A4C3-3C0C-4C17-030C-DBA15B4BD9FF}"/>
              </a:ext>
            </a:extLst>
          </p:cNvPr>
          <p:cNvSpPr/>
          <p:nvPr/>
        </p:nvSpPr>
        <p:spPr>
          <a:xfrm>
            <a:off x="5929239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CFBD2B-5867-BD1C-C6B8-606ACB894EC5}"/>
              </a:ext>
            </a:extLst>
          </p:cNvPr>
          <p:cNvSpPr/>
          <p:nvPr/>
        </p:nvSpPr>
        <p:spPr>
          <a:xfrm>
            <a:off x="59292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2440C5-63A6-6C33-B933-71DFF74E3F36}"/>
              </a:ext>
            </a:extLst>
          </p:cNvPr>
          <p:cNvSpPr/>
          <p:nvPr/>
        </p:nvSpPr>
        <p:spPr>
          <a:xfrm>
            <a:off x="59272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6CDF8C-0277-C1B9-1441-C507A361E576}"/>
              </a:ext>
            </a:extLst>
          </p:cNvPr>
          <p:cNvSpPr/>
          <p:nvPr/>
        </p:nvSpPr>
        <p:spPr>
          <a:xfrm>
            <a:off x="5929239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F73464-5318-637D-4D4A-22E9683B2B5C}"/>
              </a:ext>
            </a:extLst>
          </p:cNvPr>
          <p:cNvSpPr/>
          <p:nvPr/>
        </p:nvSpPr>
        <p:spPr>
          <a:xfrm>
            <a:off x="5929239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DD7C7B-6207-0430-8E48-EA76A062103A}"/>
              </a:ext>
            </a:extLst>
          </p:cNvPr>
          <p:cNvCxnSpPr>
            <a:cxnSpLocks/>
          </p:cNvCxnSpPr>
          <p:nvPr/>
        </p:nvCxnSpPr>
        <p:spPr>
          <a:xfrm>
            <a:off x="5913469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861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4E2-28A9-4E9D-385E-EF2FF5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F8A1-4C3B-C966-1FDE-2FB762DC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C222-5949-E70D-8289-20BFC180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two-dimensional data, notice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values are the same. They are just ordered differently WRT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7EC47D-72EB-C01B-C486-F34B0C1EEFBA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EFDC30-9D9B-531B-AF24-1D53CAEB91B6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8894A8C-7208-331B-F9CC-1BB9D08764E1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DBFF3A-2CF8-A400-E55D-D47227DC25DB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976A89-7093-7851-43A4-63FDC719C9A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2CBEB2-FF47-E9EF-F635-4D13FF068666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BE7F33-BD2E-DA2F-4F0C-3C457831025C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419263-9BB8-27BD-2D26-3FD644F301AF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61C21-DBCB-765D-8105-8B09E6C7FC53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B55C274-D918-FBAD-5966-92943495832B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E4A2D8-811E-5903-0086-F0C1ECF5F769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7FF693-D612-8426-B034-198484F02730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FF0F6F5-050A-0F97-0017-512680E9EEF1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CF549-F7A3-5E19-9381-4FFF8FE92288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37EC89-4F62-22B9-C738-06C18374CFE6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3FA81-DAC3-D8EC-B18A-5C0FDF5373C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71D3DAD-C1BB-539D-8B4B-DC5A03416E03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C8024AB-054B-7E6E-25BE-ABDB1BC51EA0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D5C6D-15FD-4239-1649-1A702DD223F1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29911B-0FA3-1324-4826-260BA272958D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6F5030-6D52-6F72-A06C-FF2CFA48857B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69E191-E0F6-5D47-7E81-7B41215945A7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A65293-8471-B385-1114-3FED2A20D18C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3B43D12-8FE9-4044-175C-8DF70B920C97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95EF24-713F-28BF-E48C-4BEEDC0E011B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44ABF-8F7A-00BA-EF70-2C7EC8200E6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ADC85334-C218-7DF5-DB99-6B57B4252B31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A837277-BF3F-98C1-06B9-0E35ED97C693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A2B355-442D-5E5A-73E0-5B1497AB471F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6780C7-EB14-26FE-DDEE-180D3C9046B2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CDB3A5-DD37-C86E-3CCE-FC0E1846F760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1C10BB-7F4D-D404-4DC6-61C2BD80B7FB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726FBA-71AE-0D1D-6D33-B054BB06699F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60C593-2B0E-85A9-779C-93719C5635B4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E7D73CE-3B57-8739-461C-8E9A6D78A4A0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DB123A-35B9-6C99-86A8-3AE3AFB90574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4D0C9F-3B11-C65D-0CB7-9951002B0441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22B9B15-F237-E090-8ACC-7B538A5790E7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133D5E-BBD3-DABB-5AC6-0610F94FF60B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5B90CF-A796-2175-EC67-6966690785C5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68F2CE3-AEEF-98BD-6118-6FC74B96C331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44A9520-3125-7921-AC87-17EBA30F906D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D38150-9238-13F2-F5BF-363E6989B73A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AC2915-02E8-0C56-835D-820110739ED5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14:cNvPr>
              <p14:cNvContentPartPr/>
              <p14:nvPr/>
            </p14:nvContentPartPr>
            <p14:xfrm>
              <a:off x="837360" y="3451320"/>
              <a:ext cx="9908280" cy="1519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60" y="3435120"/>
                <a:ext cx="9940680" cy="15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4901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2E9-315B-1B5E-C73A-9CC6122D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1C72-F86C-AEC4-413F-BAD3D9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D128-87E0-470A-240D-C6B57EEA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the estimator is essentially meaningless, then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 the y-intercept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CC5498-3F0A-ED51-2F07-9294F0C3C98F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A3C67F-401B-5E2E-67F4-F38053A2FF30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1879301-862D-D266-ADE6-8E2D1DD14BC3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48259A-B886-16C0-0697-BAC847E02720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E30319-26A3-55E3-7C10-144B43326A0B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F38C33-AE5A-7AF8-2283-41B27A8EA5EE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BC476-5197-FE95-6E33-7D6C51C87450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43BF49-F7FA-AAC1-9F15-1CE5C923EC33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49BD31-6875-3B49-42F0-E2E4BC13902E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E4EAEF-659A-B794-5412-D262533646E9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E4AE6-FF07-17D3-56E5-D0EE743B1EA1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0C20EB-3769-4983-D39A-306DBF16B102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5ECBF68-0FA2-1F20-F847-524643FACCDF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9B9CE3-A1BC-0753-0CC9-3B325F900361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75063-B728-1CA5-8C40-C6089F6B4494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B5CD-82A4-8BFB-1C96-28E250C421B8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244D4-2759-9CA5-D1F8-8E1B5B56090F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E93E05-681B-37F4-02EE-0AEFD04F86B2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900F01-B52D-A84B-1CD4-84AB3C1D581E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D9380A-0F48-297F-B921-E4AD26C175EB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4F03A-D0C4-56BF-18D3-678A85BACAF9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817B51-24DA-F2E4-C32B-2C14F04FE884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8D9DF4-A5B2-A0A6-4F9B-0FBAFDCF21E7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3C1017-111B-4874-0BB2-FA02541BF9F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ACC109-B6C0-E512-38AC-F0F5D08540C8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1FEC15-5A13-3265-3FDE-8BEF252FEBDB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A77173C-C552-5496-BF34-4AF5F31391FD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7BFE0D-90A1-CF50-2BB4-BB4B816AEDD0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348A9C-A20D-6CDA-7104-89228FB042E2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1F0DE-5A34-13A2-CA5C-B298D76C72A0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9732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6F9-7985-DBA3-3110-4BFE3014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2A5-0B85-90D4-D965-AE7361A1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45D8-5BE9-D15A-AC3E-087E625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other words, when the predictor variable is not useful at all, the sums of the squared errors (residuals) is the same as the sum of the squared errors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by itself,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F83BA-6778-659B-CC02-A590EC578C2E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4A7667-ECD4-9C11-B21C-2DE0886369A3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F11E5D-AE3B-6D29-A709-8606DD55B93A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6D7379-B3BE-64CB-E16A-CF068BCA4896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DF4B6D-3193-0139-0B9A-75E0689AE184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5E2325-E674-FC1E-D097-976613E1A6D4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E08E5B-DC7F-BB31-3C2E-DE8FB759CE33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7F497-668F-57B9-CD2C-D6C05354FE17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4ABBD7-64BB-4FC9-F7C5-9655D436E880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8923B-9C37-7F35-6621-8B1CAE2356C7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67FF9D-3326-154B-2397-30CF557DC7CD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5BA74C-C1C9-DAAB-9490-D33EF8E411AF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0ABB463-7E4B-BC16-5CDC-841B1C017E0C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0C06C-9462-88B4-0740-953C8F12A932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BC975-1120-A29B-AF14-8985B70EE279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A9178-D717-766C-801F-4058D4E4C933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84DD48-6925-D829-D96E-0876E0CE7BF7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2F0C4-E287-D4F8-6373-96ADBF3468F8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6A86E0-B962-13D7-945A-DFB6CA81124F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485335-1188-A7AF-0EDA-67A566868618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84FDC5-1850-C087-0138-D3376B8885A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251CC6-076E-85FE-C968-BBBC9ACFA958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2B5C1C-088F-B88D-F2B2-8649931D8DBD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D91B3-E624-E109-A13C-3558E15F9AEA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61B9C7-F1A7-6170-0139-67FFADD178A5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2A8D35-6673-C501-7752-BE9E758BD316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B932CF-3D2D-693D-77D9-E3A8EEBA930B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AB03DA8-C42A-DF35-77D3-C26B7E4A3A38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7A63B-4C14-8E12-AD8F-FBE92FF92B56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913C2-AA5D-0B75-D149-CF87AF6DDACF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14:cNvPr>
              <p14:cNvContentPartPr/>
              <p14:nvPr/>
            </p14:nvContentPartPr>
            <p14:xfrm>
              <a:off x="2569680" y="3584160"/>
              <a:ext cx="6499440" cy="1772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3567960"/>
                <a:ext cx="6531840" cy="18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18239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A78-458D-DD13-5D82-01C19A43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say that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just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itself is the </a:t>
                </a:r>
                <a:r>
                  <a:rPr lang="en-US" i="1" dirty="0"/>
                  <a:t>same </a:t>
                </a:r>
                <a:r>
                  <a:rPr lang="en-US" dirty="0"/>
                  <a:t>as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when the least squares estimator line has zero slope.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6666-51B9-474C-E13A-D5029C8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19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AA9F-1CE1-458C-787D-F3197102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774-B58F-BFF0-E877-9A5A5684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Meaningful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E937-C832-1391-F060-E99C1525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FF7-4D0E-1DFF-E4FE-91A82C4C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we do see a predictor variable that appears to have meaning, then we would fit a line with a non-zero slope.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D3E94-5EEF-BFBC-E67E-FA018B2DA2BC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5A12F-8037-F851-2E01-7AABFD0E27AB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1592E9-781D-9C1E-2A80-659068E0EDFF}"/>
              </a:ext>
            </a:extLst>
          </p:cNvPr>
          <p:cNvSpPr/>
          <p:nvPr/>
        </p:nvSpPr>
        <p:spPr>
          <a:xfrm>
            <a:off x="6438332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3A4A7B-377A-47A1-59C5-CF75A3A619A3}"/>
              </a:ext>
            </a:extLst>
          </p:cNvPr>
          <p:cNvSpPr/>
          <p:nvPr/>
        </p:nvSpPr>
        <p:spPr>
          <a:xfrm>
            <a:off x="637704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23A29-5639-FCCE-72E1-CE6271DA3650}"/>
              </a:ext>
            </a:extLst>
          </p:cNvPr>
          <p:cNvSpPr/>
          <p:nvPr/>
        </p:nvSpPr>
        <p:spPr>
          <a:xfrm>
            <a:off x="7545651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0098-CCA7-3307-20C6-7EB29AFF886A}"/>
              </a:ext>
            </a:extLst>
          </p:cNvPr>
          <p:cNvSpPr/>
          <p:nvPr/>
        </p:nvSpPr>
        <p:spPr>
          <a:xfrm>
            <a:off x="690757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390B89-770C-3E4F-87FF-8A21CC607957}"/>
              </a:ext>
            </a:extLst>
          </p:cNvPr>
          <p:cNvSpPr/>
          <p:nvPr/>
        </p:nvSpPr>
        <p:spPr>
          <a:xfrm>
            <a:off x="601665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87434D-F205-C791-1E86-F3598C8C9FA7}"/>
              </a:ext>
            </a:extLst>
          </p:cNvPr>
          <p:cNvSpPr/>
          <p:nvPr/>
        </p:nvSpPr>
        <p:spPr>
          <a:xfrm>
            <a:off x="754565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FDE02D-4DE0-1BEB-AF57-A6759089B4CF}"/>
              </a:ext>
            </a:extLst>
          </p:cNvPr>
          <p:cNvSpPr/>
          <p:nvPr/>
        </p:nvSpPr>
        <p:spPr>
          <a:xfrm>
            <a:off x="5414863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59875D-474A-A71C-5E30-AB1F8423AF2C}"/>
              </a:ext>
            </a:extLst>
          </p:cNvPr>
          <p:cNvSpPr/>
          <p:nvPr/>
        </p:nvSpPr>
        <p:spPr>
          <a:xfrm>
            <a:off x="480940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DA82F8-383D-FCC3-0C7E-8414694DA8D9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07F6E-5072-CA1A-487E-410ACD25152D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847F678-5F82-D222-3075-23ADA2F06DFF}"/>
              </a:ext>
            </a:extLst>
          </p:cNvPr>
          <p:cNvSpPr/>
          <p:nvPr/>
        </p:nvSpPr>
        <p:spPr>
          <a:xfrm>
            <a:off x="566001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6BA71-8306-D63C-89C1-F8350BFDC188}"/>
              </a:ext>
            </a:extLst>
          </p:cNvPr>
          <p:cNvSpPr/>
          <p:nvPr/>
        </p:nvSpPr>
        <p:spPr>
          <a:xfrm>
            <a:off x="680426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86F2A-C81E-A084-016E-D9A78663B734}"/>
              </a:ext>
            </a:extLst>
          </p:cNvPr>
          <p:cNvCxnSpPr>
            <a:cxnSpLocks/>
          </p:cNvCxnSpPr>
          <p:nvPr/>
        </p:nvCxnSpPr>
        <p:spPr>
          <a:xfrm flipV="1">
            <a:off x="4177860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70A200-8801-642F-AF56-6E4EA505E2D2}"/>
              </a:ext>
            </a:extLst>
          </p:cNvPr>
          <p:cNvSpPr txBox="1"/>
          <p:nvPr/>
        </p:nvSpPr>
        <p:spPr>
          <a:xfrm rot="16200000">
            <a:off x="3391754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7052A-FDB6-C894-DDF3-DD957ED2EA9F}"/>
              </a:ext>
            </a:extLst>
          </p:cNvPr>
          <p:cNvSpPr txBox="1"/>
          <p:nvPr/>
        </p:nvSpPr>
        <p:spPr>
          <a:xfrm>
            <a:off x="5754979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22242099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BC8E-54D3-C895-F195-7217C05C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6A29-C0FF-F22C-42F1-2D605D80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90A-47F5-E741-7ED2-651E333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this case, we expect the sum of the squared errors to be </a:t>
                </a:r>
                <a:r>
                  <a:rPr lang="en-US" i="1" dirty="0"/>
                  <a:t>less</a:t>
                </a:r>
                <a:r>
                  <a:rPr lang="en-US" dirty="0"/>
                  <a:t> than if we had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97579-4A16-84A5-23CA-8A5C437C6B4E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0ECB04-F2D3-C55A-A89E-3289E6BD3E9D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63A64-0890-49A1-DD0E-B79F83EFC6F8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3FD34-AE27-AC25-3D69-D25D900D7B63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CEA88C-B79B-3B98-0C28-58520B8DC64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5874E9-DCF3-9487-A049-B92E4EB19E0D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96843-66BE-A463-4BA5-022405AD698F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2C2506-78DA-F433-C2D1-4230B80BA14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F916AC-B9F8-D5F2-D9DA-06A844777F97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56BEAA-EA25-811E-B457-407FE7CEBBA5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09775-25A0-0D66-D3E7-1677A22EDA14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FF89F1-FD2D-C705-C84A-011DAEF33A1B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0B760-DF3F-F003-B43F-84258533A499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FFDF0A-5647-DC2C-DAC7-5F9C60242092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CE43C-453F-9483-B36A-737591390D64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88BDE68-67E0-B9EA-E835-A478D55CD206}"/>
              </a:ext>
            </a:extLst>
          </p:cNvPr>
          <p:cNvSpPr/>
          <p:nvPr/>
        </p:nvSpPr>
        <p:spPr>
          <a:xfrm>
            <a:off x="75177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953117-F74A-C4C0-E17F-A99566891153}"/>
              </a:ext>
            </a:extLst>
          </p:cNvPr>
          <p:cNvSpPr/>
          <p:nvPr/>
        </p:nvSpPr>
        <p:spPr>
          <a:xfrm>
            <a:off x="7456445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6E0E21-A57A-014C-1F11-73AE135E0B76}"/>
              </a:ext>
            </a:extLst>
          </p:cNvPr>
          <p:cNvSpPr/>
          <p:nvPr/>
        </p:nvSpPr>
        <p:spPr>
          <a:xfrm>
            <a:off x="862505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EE6D9D-41D7-AD26-92CF-65C391F325FD}"/>
              </a:ext>
            </a:extLst>
          </p:cNvPr>
          <p:cNvSpPr/>
          <p:nvPr/>
        </p:nvSpPr>
        <p:spPr>
          <a:xfrm>
            <a:off x="79869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C4AB6-3303-972E-7669-D3416DA718A1}"/>
              </a:ext>
            </a:extLst>
          </p:cNvPr>
          <p:cNvSpPr/>
          <p:nvPr/>
        </p:nvSpPr>
        <p:spPr>
          <a:xfrm>
            <a:off x="709605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99E235-E8F8-60F2-98BA-97E25D79015E}"/>
              </a:ext>
            </a:extLst>
          </p:cNvPr>
          <p:cNvSpPr/>
          <p:nvPr/>
        </p:nvSpPr>
        <p:spPr>
          <a:xfrm>
            <a:off x="862505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BE7CE8-C9F4-A74B-C3C2-FF4C1B656975}"/>
              </a:ext>
            </a:extLst>
          </p:cNvPr>
          <p:cNvSpPr/>
          <p:nvPr/>
        </p:nvSpPr>
        <p:spPr>
          <a:xfrm>
            <a:off x="64942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6EA028-B809-6528-1A2E-F9D24D43CA5E}"/>
              </a:ext>
            </a:extLst>
          </p:cNvPr>
          <p:cNvSpPr/>
          <p:nvPr/>
        </p:nvSpPr>
        <p:spPr>
          <a:xfrm>
            <a:off x="5888802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E838-983A-820D-7671-B572720F1120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68242-F769-1C1A-809B-784518BB084B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244DAA-6275-1A09-D2AC-86F62BB70DC6}"/>
              </a:ext>
            </a:extLst>
          </p:cNvPr>
          <p:cNvSpPr/>
          <p:nvPr/>
        </p:nvSpPr>
        <p:spPr>
          <a:xfrm>
            <a:off x="673941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CFDA62-EB0F-C194-3B35-4669C1331D50}"/>
              </a:ext>
            </a:extLst>
          </p:cNvPr>
          <p:cNvSpPr/>
          <p:nvPr/>
        </p:nvSpPr>
        <p:spPr>
          <a:xfrm>
            <a:off x="7883665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5ABDE-CD22-59D4-4D66-0FE91AE790B5}"/>
              </a:ext>
            </a:extLst>
          </p:cNvPr>
          <p:cNvCxnSpPr>
            <a:cxnSpLocks/>
          </p:cNvCxnSpPr>
          <p:nvPr/>
        </p:nvCxnSpPr>
        <p:spPr>
          <a:xfrm flipV="1">
            <a:off x="5257261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CD2114-D245-AA42-D6AE-463EE62F35DF}"/>
              </a:ext>
            </a:extLst>
          </p:cNvPr>
          <p:cNvSpPr txBox="1"/>
          <p:nvPr/>
        </p:nvSpPr>
        <p:spPr>
          <a:xfrm rot="16200000">
            <a:off x="4471155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82DE0-AD5A-013B-E583-5B033EB9A46C}"/>
              </a:ext>
            </a:extLst>
          </p:cNvPr>
          <p:cNvSpPr txBox="1"/>
          <p:nvPr/>
        </p:nvSpPr>
        <p:spPr>
          <a:xfrm>
            <a:off x="6834380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BFE393-9106-51E1-0108-251D09E7741A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14:cNvPr>
              <p14:cNvContentPartPr/>
              <p14:nvPr/>
            </p14:nvContentPartPr>
            <p14:xfrm>
              <a:off x="2619360" y="3532320"/>
              <a:ext cx="6112800" cy="2341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3516120"/>
                <a:ext cx="6145200" cy="23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4001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</m:oMath>
                </a14:m>
                <a:r>
                  <a:rPr lang="en-US" dirty="0"/>
                  <a:t>: Total Sum of Squares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: Residual Sum of Squares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59A3-FE97-2B27-0A79-F82D84F8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781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DFC-6BC9-A59C-7DE8-D8F20048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18056-BCF8-45E3-B103-345DD9689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7A58-428A-AEAC-C8BB-E015BFA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813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CA76-8F77-DFBA-1234-307BC9A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worst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is the same as taking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without considering the predictor,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D66A-3FDE-CBD2-C2D8-0C658909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C667C9-2B32-A881-6739-FC1E73E01C5A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684852-EB35-619A-F13F-7033138DB7B8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FC6C18-2A03-ADFC-2407-152254E9B419}"/>
              </a:ext>
            </a:extLst>
          </p:cNvPr>
          <p:cNvSpPr/>
          <p:nvPr/>
        </p:nvSpPr>
        <p:spPr>
          <a:xfrm>
            <a:off x="10372125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D8C5C4-2EBA-DDA5-791B-0E5F60C2D91A}"/>
              </a:ext>
            </a:extLst>
          </p:cNvPr>
          <p:cNvSpPr/>
          <p:nvPr/>
        </p:nvSpPr>
        <p:spPr>
          <a:xfrm>
            <a:off x="8519520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48CAC-687A-B41D-6BF3-34FDFC996EE4}"/>
              </a:ext>
            </a:extLst>
          </p:cNvPr>
          <p:cNvSpPr/>
          <p:nvPr/>
        </p:nvSpPr>
        <p:spPr>
          <a:xfrm>
            <a:off x="836149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B7A4D-9297-AC6B-3749-F2359514050D}"/>
              </a:ext>
            </a:extLst>
          </p:cNvPr>
          <p:cNvSpPr/>
          <p:nvPr/>
        </p:nvSpPr>
        <p:spPr>
          <a:xfrm>
            <a:off x="1010684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DF17A-5B16-82B6-F6F4-6CB886C66432}"/>
              </a:ext>
            </a:extLst>
          </p:cNvPr>
          <p:cNvSpPr/>
          <p:nvPr/>
        </p:nvSpPr>
        <p:spPr>
          <a:xfrm>
            <a:off x="9418300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012BB-125A-A1E5-2DB6-8959823CA4BA}"/>
              </a:ext>
            </a:extLst>
          </p:cNvPr>
          <p:cNvSpPr/>
          <p:nvPr/>
        </p:nvSpPr>
        <p:spPr>
          <a:xfrm>
            <a:off x="79117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9D8F4-3A6F-E706-DCC1-6474B00C2335}"/>
              </a:ext>
            </a:extLst>
          </p:cNvPr>
          <p:cNvSpPr/>
          <p:nvPr/>
        </p:nvSpPr>
        <p:spPr>
          <a:xfrm>
            <a:off x="10742747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A9111E-BE41-89E4-D94F-FD11397A540E}"/>
              </a:ext>
            </a:extLst>
          </p:cNvPr>
          <p:cNvSpPr/>
          <p:nvPr/>
        </p:nvSpPr>
        <p:spPr>
          <a:xfrm>
            <a:off x="7618936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C633C6-1E38-60F5-82FF-BA8469369489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FD0A5-473F-DF8B-F111-287445E9FAF2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F1FA88-064A-ADF9-1308-D44BDBF3CD12}"/>
              </a:ext>
            </a:extLst>
          </p:cNvPr>
          <p:cNvSpPr/>
          <p:nvPr/>
        </p:nvSpPr>
        <p:spPr>
          <a:xfrm>
            <a:off x="8469550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7D003-B1FE-43C6-A6EC-4E8394FCF2E0}"/>
              </a:ext>
            </a:extLst>
          </p:cNvPr>
          <p:cNvSpPr/>
          <p:nvPr/>
        </p:nvSpPr>
        <p:spPr>
          <a:xfrm>
            <a:off x="10708079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823C-F98C-7BEE-B3A4-4E8210751A41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C9854-0CED-9AF9-CE43-EA654A946800}"/>
              </a:ext>
            </a:extLst>
          </p:cNvPr>
          <p:cNvSpPr txBox="1"/>
          <p:nvPr/>
        </p:nvSpPr>
        <p:spPr>
          <a:xfrm>
            <a:off x="8569309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4AB2D-5DE7-CBA5-CBBF-93E915B46756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DAFB98-BAEE-5942-3493-5259834EA18B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7742F-D45E-2099-535A-59D055412752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E23A32-B9BE-CA23-5CE5-2C40FE10770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298A0D-ADB7-1969-0EE3-9573B3351900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12D98-2BFB-F86F-2C74-8CF12A738107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7BAC42-C4C6-E1FA-545A-BB35E47E2A8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2AB75E-EBA6-414D-7B96-4FB371092C39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A305F3-7F97-1247-B181-0A9AC2202473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E65220-BFDB-DA11-3923-64D9B67A45A0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CD0AC0-0F27-DDE7-AB22-BEB385D5FDEB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7058A8-377D-4A24-3738-27EFB1A6A1C0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2271CC-414B-F4B9-FB49-605ABFFA0428}"/>
              </a:ext>
            </a:extLst>
          </p:cNvPr>
          <p:cNvCxnSpPr>
            <a:cxnSpLocks/>
          </p:cNvCxnSpPr>
          <p:nvPr/>
        </p:nvCxnSpPr>
        <p:spPr>
          <a:xfrm>
            <a:off x="7116444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C05B1D-445E-F809-58AC-6675B0CF728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14:cNvPr>
              <p14:cNvContentPartPr/>
              <p14:nvPr/>
            </p14:nvContentPartPr>
            <p14:xfrm>
              <a:off x="1727640" y="3256200"/>
              <a:ext cx="9082440" cy="2698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3240000"/>
                <a:ext cx="9114840" cy="27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7761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E5EA-4511-BAB8-E95D-49DF5E1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7E1F-6692-F5FB-EB91-DA03077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best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and response variables form a straight line, the residuals are all zero.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B87E-8EF3-3F83-7DE5-39F9B29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61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8D761-A1B7-1E9D-EA08-2F096A733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61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8E9FD2-A1EE-7385-B478-FBE5D687E08F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342E9-F0AB-5A91-2CFD-DE6FA5142185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B6B124-D97C-99AF-A49A-58EA6CBD5327}"/>
              </a:ext>
            </a:extLst>
          </p:cNvPr>
          <p:cNvSpPr/>
          <p:nvPr/>
        </p:nvSpPr>
        <p:spPr>
          <a:xfrm>
            <a:off x="87215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56FD2F-6730-E089-6431-92F2342BC9FF}"/>
              </a:ext>
            </a:extLst>
          </p:cNvPr>
          <p:cNvSpPr/>
          <p:nvPr/>
        </p:nvSpPr>
        <p:spPr>
          <a:xfrm>
            <a:off x="9389035" y="44456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9F8553-C239-BF51-ABD7-179CA4B611DA}"/>
              </a:ext>
            </a:extLst>
          </p:cNvPr>
          <p:cNvSpPr/>
          <p:nvPr/>
        </p:nvSpPr>
        <p:spPr>
          <a:xfrm>
            <a:off x="1059215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02F745-E67E-99B1-94E5-D668980C94F5}"/>
              </a:ext>
            </a:extLst>
          </p:cNvPr>
          <p:cNvSpPr/>
          <p:nvPr/>
        </p:nvSpPr>
        <p:spPr>
          <a:xfrm>
            <a:off x="10118722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C73CFC-7541-A64C-88B7-7661D6D849E7}"/>
              </a:ext>
            </a:extLst>
          </p:cNvPr>
          <p:cNvSpPr/>
          <p:nvPr/>
        </p:nvSpPr>
        <p:spPr>
          <a:xfrm>
            <a:off x="8867762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2F2EC-0A89-1EBF-E6AA-504234720F38}"/>
              </a:ext>
            </a:extLst>
          </p:cNvPr>
          <p:cNvSpPr/>
          <p:nvPr/>
        </p:nvSpPr>
        <p:spPr>
          <a:xfrm>
            <a:off x="100697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90AFFC-2843-926D-DAF0-B68E741B78D9}"/>
              </a:ext>
            </a:extLst>
          </p:cNvPr>
          <p:cNvSpPr/>
          <p:nvPr/>
        </p:nvSpPr>
        <p:spPr>
          <a:xfrm>
            <a:off x="77069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5A286-5CA4-EEC3-0ABA-C138924D1211}"/>
              </a:ext>
            </a:extLst>
          </p:cNvPr>
          <p:cNvSpPr/>
          <p:nvPr/>
        </p:nvSpPr>
        <p:spPr>
          <a:xfrm>
            <a:off x="758236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536A4B-3E3B-F86C-9FF9-EF01AECB7957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AA852-6D0B-6B93-547F-BA21C15A670E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2FD582-14D4-DE73-6C3C-9ACB1B6ACE44}"/>
              </a:ext>
            </a:extLst>
          </p:cNvPr>
          <p:cNvSpPr/>
          <p:nvPr/>
        </p:nvSpPr>
        <p:spPr>
          <a:xfrm>
            <a:off x="834699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1FED85-9E9F-FDCD-EF3D-8D8BDBFEA83B}"/>
              </a:ext>
            </a:extLst>
          </p:cNvPr>
          <p:cNvSpPr/>
          <p:nvPr/>
        </p:nvSpPr>
        <p:spPr>
          <a:xfrm>
            <a:off x="9418658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31E8B-98DB-6E83-0EC7-CABE0B694E92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76FB8-E16B-7A5D-9B13-6C167FF7E65E}"/>
              </a:ext>
            </a:extLst>
          </p:cNvPr>
          <p:cNvSpPr txBox="1"/>
          <p:nvPr/>
        </p:nvSpPr>
        <p:spPr>
          <a:xfrm>
            <a:off x="8361494" y="6383568"/>
            <a:ext cx="2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Amazing Predictor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0B227-8F29-55FE-4F4A-4FAC6836952E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AF1F14-AC69-ECF8-7D1E-E804E1C85855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7B94E8-36AC-8922-EAA6-4E7606C88D96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D4FD4-EF97-3347-E1E3-81DBFCDC238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E82258-E4B8-B940-6C75-FDB4C47072A9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043C45-62AB-E296-575B-DE7FBF7352A8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427A02-3E90-F149-1440-6CD982BC2CF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448B40-6696-0F46-0C5A-6FB12958BF81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E75BE4-7706-9C8A-64CD-8825349B97F2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E968A1-3AC2-8605-B27C-2430DF1131A6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0762B1-5DC0-35B5-7B78-8ED8050DC7B8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0C8DB8-F0B3-50AD-3CD5-6FCAE4AD612A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564A6-F724-0529-B26F-A4A65EBD2488}"/>
              </a:ext>
            </a:extLst>
          </p:cNvPr>
          <p:cNvCxnSpPr>
            <a:cxnSpLocks/>
          </p:cNvCxnSpPr>
          <p:nvPr/>
        </p:nvCxnSpPr>
        <p:spPr>
          <a:xfrm flipV="1">
            <a:off x="6912864" y="3429000"/>
            <a:ext cx="3895344" cy="309067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F24DB1-0857-0F42-EDBF-6229C774A0A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14:cNvPr>
              <p14:cNvContentPartPr/>
              <p14:nvPr/>
            </p14:nvContentPartPr>
            <p14:xfrm>
              <a:off x="1878480" y="3119040"/>
              <a:ext cx="9108720" cy="1515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2280" y="3102840"/>
                <a:ext cx="9141120" cy="15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05105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648-672C-F399-1004-39C783E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DFA2-B0A1-ACFE-587A-0C7C08B9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first of our “big three” assumptions: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89F67-4473-C3FB-040C-F3942544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FAD8-2A99-0BBB-E522-2CAC6790B696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8D5A5-0005-080D-19BB-0BC4E5C1D772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B43C877-F92B-85DD-C79F-6B31B4D8D0C8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A71577-A15D-F859-DC02-938BA22B793A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395F9-3DC9-0009-B7C3-57ADFF699B5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D6780-166D-CE1D-C306-C864346B7150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8AFADF-2D7B-1FC3-E06B-CB5DCCB24725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2CAFFC-48A2-62DA-2E46-35B724DB9271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9D930-A5CC-2BC3-FF96-7D90DBBDAD3C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492F7F-FDC1-166A-F848-F66614EB52AE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6F2FD-2CEE-0B86-4E24-2A1E5C71F574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FF22FC-8C42-71A2-0261-788EB51CB761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41491D8-C066-BB96-9397-1BF468337497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CE661-79DE-7557-5810-2F248DAD0224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803A3F-0F30-71C0-1A1A-3044A2C57131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DD5DA-182E-ED78-093F-DC15B837671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D78EF9-07BB-FE3F-4E21-DCDC40A59644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C94FDA-6E1D-09B1-B94A-16B5A91A58B8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65DD4B-D3F9-D714-35FF-89784A62106C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0D665F-6F50-B83E-1E3D-35F7C327D086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940581-92F9-0432-209D-813E98D53637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AE6CDB-91A8-A587-C4E0-E1E789CF6041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37AC3-182E-3C04-B60F-4A0DBF0A0CED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61726B-71F7-F678-4AE5-462C8AB4271D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D26A15-5433-362E-6751-40DAD7D5BFF4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A84943-79E0-E62C-7273-4C26BA0DA2C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A8C095-00C9-4841-9232-FF17415D2FFC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A4A529-FBCF-1D0C-1C67-6C87292E4781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142E7-250F-2C1B-8706-2FEEB7B36EE8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4F8E3-9591-296A-7414-6E539E77B7E4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5CCB6-08E3-0C0F-EDC0-4182AA738AAE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41D-D90F-C4A9-0E4C-EA6F280A2CD6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F1EE1-B51A-99CE-E69C-5B87E5166964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95D90C-9ED3-800F-EFF3-22D595452685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83F788-856D-3B95-663C-48CBFCFD43EB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41CE92-267C-CBAE-35C9-4DD782E763A1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A2D026-604B-95E2-F221-E1BD0127F7CE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0FB415-707B-96D1-082F-936987DDF924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3E0C7F5-85C1-439C-0CCF-379F7ABFFBFD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A3F2FC-9969-4DDE-4691-A2FFCDE4CE8A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D1DE1F-76C2-39A8-A19E-D4166783525B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5EE30AB-2AAC-CE0F-9785-BE4831613240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93A52-5D11-DE24-9F6A-6CDDEE8A4DD1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9CDA15-9FBE-12A9-D911-2E8C7270B7F2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9B85C6-05F8-E4E7-23AD-DE3A6E30C48B}"/>
              </a:ext>
            </a:extLst>
          </p:cNvPr>
          <p:cNvCxnSpPr>
            <a:cxnSpLocks/>
          </p:cNvCxnSpPr>
          <p:nvPr/>
        </p:nvCxnSpPr>
        <p:spPr>
          <a:xfrm>
            <a:off x="7753526" y="4728214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88FC8B-1941-62B7-B6AC-EEAEE4D741BC}"/>
              </a:ext>
            </a:extLst>
          </p:cNvPr>
          <p:cNvCxnSpPr>
            <a:cxnSpLocks/>
          </p:cNvCxnSpPr>
          <p:nvPr/>
        </p:nvCxnSpPr>
        <p:spPr>
          <a:xfrm flipV="1">
            <a:off x="2106546" y="3102405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14:cNvPr>
              <p14:cNvContentPartPr/>
              <p14:nvPr/>
            </p14:nvContentPartPr>
            <p14:xfrm>
              <a:off x="1603800" y="2365920"/>
              <a:ext cx="2716200" cy="500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00" y="2349720"/>
                <a:ext cx="2748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06136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A54-8821-1F00-08D6-EC82E53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1BA6-5AE1-BBA0-BAC8-5B75BF2F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we have a predictor with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dirty="0"/>
                  <a:t> (ex: wrist circumference) and another predictor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(ex: height), we can say that</a:t>
                </a:r>
              </a:p>
              <a:p>
                <a:pPr lvl="1"/>
                <a:r>
                  <a:rPr lang="en-US" dirty="0"/>
                  <a:t>“Height explains twice as much </a:t>
                </a:r>
                <a:r>
                  <a:rPr lang="en-US"/>
                  <a:t>variance as wrist </a:t>
                </a:r>
                <a:r>
                  <a:rPr lang="en-US" dirty="0"/>
                  <a:t>circumference when estimating weights of pediatric patients aged 12.”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Good to know, but not as useful for MLR:</a:t>
                </a:r>
              </a:p>
              <a:p>
                <a:pPr lvl="1"/>
                <a:r>
                  <a:rPr lang="en-US" dirty="0"/>
                  <a:t>Recall correlation: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It turns out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7FB-AAC1-AA5C-CA58-E1997704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592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4473-4076-C898-90D4-F652458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everything.</a:t>
                </a:r>
              </a:p>
              <a:p>
                <a:r>
                  <a:rPr lang="en-US" dirty="0"/>
                  <a:t>Example: What if we had only two data points?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F6FA-0B84-CEAB-9BE2-4B2DEE42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64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B02AB-AD4F-4C50-2C4C-CB5E7FA66AC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3492D-2701-0884-CEC0-F6D4447315EE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F79813E-ED90-E1A9-4906-9D8897E2470B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ECE4D2-E0B1-40A6-70B1-7E110D85DC0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186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8C31-0F0F-D52E-DD25-7E868B17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8A1-8042-DFA2-E245-460FE94B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What if we had only two data points?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B8300-EC8A-88A5-9A90-F420B82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3428E-9985-560F-39B3-510720C61C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CF31E3-76FD-83F6-D036-D3C535DD508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722C438-0AC2-2C95-6986-D6DFEAFDFE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0B2222-D4CA-7008-1889-2293B54CCB14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2C5362-4AFA-8331-D90A-1BA8469301D9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208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4FEE-91BA-8EAA-9ED6-C0A2E21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3620-4617-AE48-59DD-7068DA53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. A perfect fit!</a:t>
                </a:r>
              </a:p>
              <a:p>
                <a:r>
                  <a:rPr lang="en-US" dirty="0"/>
                  <a:t>But what if we start applying it to test data?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EAC6-911C-BF89-0760-44E03933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66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14AB55-6F03-F090-1D6B-8235DE07FAD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D42D49-0314-7296-017A-216F6AC1E2AC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DE0435-59D3-A715-6F52-15314937D82F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42FE9B-A5B2-4FB8-F76F-197CFBC71BC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176BA-1F4B-0D64-A3E6-098A2020D2AB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CCE1D7-9090-E79C-1B90-2FED05396D8A}"/>
              </a:ext>
            </a:extLst>
          </p:cNvPr>
          <p:cNvSpPr/>
          <p:nvPr/>
        </p:nvSpPr>
        <p:spPr>
          <a:xfrm>
            <a:off x="4047970" y="373587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C4ACA-2A34-CA92-5382-D21FA96CE926}"/>
              </a:ext>
            </a:extLst>
          </p:cNvPr>
          <p:cNvSpPr/>
          <p:nvPr/>
        </p:nvSpPr>
        <p:spPr>
          <a:xfrm>
            <a:off x="5106259" y="39441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E88B0D-DEF2-05CF-E3B8-4BA66304FE75}"/>
              </a:ext>
            </a:extLst>
          </p:cNvPr>
          <p:cNvSpPr/>
          <p:nvPr/>
        </p:nvSpPr>
        <p:spPr>
          <a:xfrm>
            <a:off x="6012307" y="547775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F1895-4331-218B-6D35-56CD713C3EA5}"/>
              </a:ext>
            </a:extLst>
          </p:cNvPr>
          <p:cNvSpPr/>
          <p:nvPr/>
        </p:nvSpPr>
        <p:spPr>
          <a:xfrm>
            <a:off x="6753694" y="606266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6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7E9-6D1C-EF8D-1D22-A71444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3626-8C2A-F985-1E69-C4335ED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alone does not tell us whether the model is statistically meaningful.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whether the slope is distinguishable from zero.</a:t>
                </a:r>
              </a:p>
              <a:p>
                <a:pPr lvl="1"/>
                <a:r>
                  <a:rPr lang="en-US" dirty="0"/>
                  <a:t>It measures fit, not statistical evidence.</a:t>
                </a:r>
              </a:p>
              <a:p>
                <a:pPr lvl="1"/>
                <a:r>
                  <a:rPr lang="en-US" dirty="0"/>
                  <a:t>Does not account for sampling variability, noise level, or uncertainty of the estimated slope.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CFBC-E032-C5DF-DBBD-03BF0F6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691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6268-405A-0A86-6A0B-964C045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DF1-1A69-4BFE-7593-D35E8DD8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The F-test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BB55-C61F-0892-AE94-E1C4942B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get a statistical significance of our fit.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3F1E-7E3A-3B18-FDF1-23C1AFC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968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(using a “can’t stop me” rule).</a:t>
                </a:r>
              </a:p>
              <a:p>
                <a:r>
                  <a:rPr lang="en-US" dirty="0"/>
                  <a:t>This means, 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𝑟𝑒𝑠𝑖𝑑𝑢𝑎𝑙𝑠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4E3FD-CF0A-B3AA-5BC0-AA1B0A3C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441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5EB-726C-350F-D829-DF4E460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3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A85C-AA57-83F9-6409-D214B26D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70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EEEFC-56A1-2F0D-FBC5-BB78DEB02A62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9CD145-8CD5-007B-BF0C-7494631D6E0E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7CCA44-46BF-C537-087A-7A175AB7D9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06A1F8-1DCB-9B03-0768-E92CD4F7215E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35679A-5D54-5816-3ACD-AE9D6AC505AD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84019E-0899-10C6-13E5-B15D3BC28F0C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18CA85-FF29-2BB4-F6F1-E25638954AEF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D8C644-36E6-431A-364D-B5B4BFF37D8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A1EA9-8A37-3BB9-881A-C1CF5ADB66FD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7E64B-59AC-FD3E-263F-5B4345443EB4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5288A3-E75B-3A59-A6AF-8014118FF912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94F19E-29C0-6A28-6EEC-217A3EF43362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C0DB6-0813-104A-4526-D37F9626C710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E86F4C-157F-725D-B74E-D1CE05DDEF08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3B1AE-AB47-E94E-6EAE-A267EED69AF0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73AA6D-B70A-DFBA-3B65-C39E0BE0116A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BB759-07E5-974B-0916-776DA9647C1A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DCB36-7FA8-652B-7C35-5EC9AE8B147A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967ABE-CD0B-D66D-B157-D80F15BF2AED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E71B0B-ACBC-3799-30B0-E9DBCC612D65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EE03D9-BCB0-413D-B39F-E233939067E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5679903-C85E-828E-85B3-8E7772A5134E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91007D-C215-13BB-76C7-EE7E5FAD76AC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7A3C52-27E1-3434-5701-1F681F9466B0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0CE57D-1273-E872-DF8F-C4B0708E8C4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037664A-BBAF-0A6E-9C50-A4A53244064E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3421E6-F6DA-30D2-AB5F-7345541429CD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E26E99-D725-B50F-D03D-D18E9451E266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267478-CFF1-B668-0387-8CF3D0D432CB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13E716-EC9C-1979-84B2-D93AD28DD488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0C6786-E688-F78D-DBE8-E9C3A4DAC28C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4437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892E-1578-3D5C-A8ED-4E5C879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514E-956A-35D2-7E9D-4FB01D8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𝑒𝑥𝑝𝑙𝑎𝑖𝑛𝑒𝑑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𝑒𝑖𝑔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r>
                  <a:rPr lang="en-US" sz="2400" dirty="0"/>
                  <a:t>The numerator is the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denominator is slightly different.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2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9E9-6E9D-33E6-84FA-5732E87A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71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398A0A-0085-0C64-E41A-9BD64F0E4E18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D4403-034A-F08A-DF50-7858E7004A17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A8EA7-D88F-AC55-5D96-C75B126092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64D8E3-2B24-0DB6-E229-0B6E9334962F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C1D86-C1D7-90CC-FC93-A947958E01B4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6E8559-FE2D-26E8-7419-3599FC2EE873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5C84E-E2CA-793A-3827-61F94BE8E6D8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8CC67D-2819-9AE6-1F3C-F0333D64309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86C0FB-AE18-168C-3F16-D3D6FD85F656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C4E063-1E2C-28E1-7F3D-B4111827A728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E5877D-D368-FCA6-47EE-23832C77B233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18D5EF-9B84-BE60-C0B7-54616C9462E1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F68CB8-0A90-E830-B2A6-8F4404CE0E1F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DCFEA5-565C-CF03-8A4E-1E3750B0B5CA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2E203-D0C8-8F77-76FF-EBA2C4ECA407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6907AE-6757-6D83-B98F-30F0B22D3AEE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B699F-A0F3-B0BE-1161-5E8D90079B61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01B329-DF54-1342-596A-7DDABEE75895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43D60C-4553-432B-1C87-158D8438E304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192F9D-3550-71F8-4C5D-B2DC88E02D40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3E03D-24E7-E6CC-3FA8-2BEB4C8034D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1BA546-7A73-1CBB-D8D9-B994CA6C3969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0CF1BB-7440-AF62-A34F-301C3FDDB3A1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AF48E-6CB0-9CBF-5D90-882307DAEE61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F340C-3540-ED58-1B26-955500EB27A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F9BA775-E100-3574-74D6-A6039AF1C0E4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C6922F-44C4-ED2A-C7BB-FCF4ED759E48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48C880-85D9-C197-77FB-CED41EA2F6FD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903190-D518-CF54-1523-5E3DEC0D9374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772BE-5261-9FE1-5394-386DB66F10A9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574F9-C97E-697C-9CA9-0E97BC76E10A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1595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A284-22CB-2945-7885-A95BF4EE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669E-D252-6039-3ABF-812ED69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111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0D07-CDE1-F67B-6206-DEE125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586F-84A6-0542-9D34-A61D68FE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SLR,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               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), </a:t>
                </a:r>
                <a:br>
                  <a:rPr lang="en-US" b="0" dirty="0"/>
                </a:br>
                <a:r>
                  <a:rPr lang="en-US" b="0" dirty="0"/>
                  <a:t>  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𝑜𝑛𝑙𝑦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/>
                  <a:t>         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789F-6667-DC9B-FC74-F71BE208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8889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5BE-6A5A-0165-6BD5-5FFA1946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8366-BB5D-DB14-C1B1-C22C1671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only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What happens to the F</a:t>
                </a:r>
                <a:r>
                  <a:rPr lang="en-US" dirty="0"/>
                  <a:t>-statistic as the number of observations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gets larger?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DCC2-B9B4-FD2B-7CC0-3A656A5B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61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B75B-E0E4-3642-AC21-521A11E0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then use the F-Distribution to calculate a p-value.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𝑛𝑢𝑚𝑒𝑟𝑎𝑡𝑜𝑟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𝑑𝑒𝑛𝑜𝑚𝑖𝑛𝑎𝑡𝑜𝑟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7C1-0CF4-AA10-154C-503E8C0D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75</a:t>
            </a:fld>
            <a:endParaRPr lang="en-US"/>
          </a:p>
        </p:txBody>
      </p:sp>
      <p:pic>
        <p:nvPicPr>
          <p:cNvPr id="1026" name="Picture 2" descr="F-test - Wikipedia">
            <a:extLst>
              <a:ext uri="{FF2B5EF4-FFF2-40B4-BE49-F238E27FC236}">
                <a16:creationId xmlns:a16="http://schemas.microsoft.com/office/drawing/2014/main" id="{81DCD64C-4F4A-83C6-A8A3-04D41870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15" y="3080948"/>
            <a:ext cx="5318570" cy="354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C73C91-2260-E9AC-F0AE-9EBCAA906F9D}"/>
              </a:ext>
            </a:extLst>
          </p:cNvPr>
          <p:cNvSpPr/>
          <p:nvPr/>
        </p:nvSpPr>
        <p:spPr>
          <a:xfrm>
            <a:off x="6217920" y="3529584"/>
            <a:ext cx="19751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E5D9C-603B-52D7-5C17-37680CB0EE2D}"/>
              </a:ext>
            </a:extLst>
          </p:cNvPr>
          <p:cNvSpPr txBox="1"/>
          <p:nvPr/>
        </p:nvSpPr>
        <p:spPr>
          <a:xfrm>
            <a:off x="0" y="6582975"/>
            <a:ext cx="1172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adapted from F-test </a:t>
            </a:r>
            <a:r>
              <a:rPr lang="en-US" sz="1200" dirty="0" err="1"/>
              <a:t>plot.svg</a:t>
            </a:r>
            <a:r>
              <a:rPr lang="en-US" sz="1200" dirty="0"/>
              <a:t>, Gase456, CC by 4.0. Retrieved from </a:t>
            </a:r>
            <a:r>
              <a:rPr lang="en-US" sz="1200" dirty="0">
                <a:hlinkClick r:id="rId4"/>
              </a:rPr>
              <a:t>https://en.wikipedia.org/wiki/F-test</a:t>
            </a:r>
            <a:r>
              <a:rPr lang="en-US" sz="12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11400859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864-2393-6F0C-8F79-621F452E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F-test answers:</a:t>
                </a:r>
              </a:p>
              <a:p>
                <a:pPr lvl="1"/>
                <a:r>
                  <a:rPr lang="en-US" dirty="0"/>
                  <a:t>Does this model beat the null (random) model? </a:t>
                </a:r>
                <a:br>
                  <a:rPr lang="en-US" dirty="0"/>
                </a:br>
                <a:r>
                  <a:rPr lang="en-US" dirty="0"/>
                  <a:t>(Think: favorite color vs weight of our pediatric patients)</a:t>
                </a:r>
              </a:p>
              <a:p>
                <a:pPr lvl="1"/>
                <a:r>
                  <a:rPr lang="en-US" dirty="0"/>
                  <a:t>Is there evidence that the slope is not zero?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1AC-E47B-DF2E-5127-607EE8B7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946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26B-BD73-C0D3-C074-776F72AF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6773-CCF1-F174-8BFD-85DD9FF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second “big three” assumption: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third “big three” assumption: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1724-0891-0CEB-8252-2237BC5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14:cNvPr>
              <p14:cNvContentPartPr/>
              <p14:nvPr/>
            </p14:nvContentPartPr>
            <p14:xfrm>
              <a:off x="1475280" y="2177280"/>
              <a:ext cx="10087920" cy="3259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080" y="2161080"/>
                <a:ext cx="10120320" cy="329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2696578-64FA-3117-D0BF-AFB7BA4989B6}"/>
              </a:ext>
            </a:extLst>
          </p:cNvPr>
          <p:cNvSpPr txBox="1"/>
          <p:nvPr/>
        </p:nvSpPr>
        <p:spPr>
          <a:xfrm>
            <a:off x="5818094" y="4787153"/>
            <a:ext cx="5118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And the </a:t>
            </a:r>
            <a:r>
              <a:rPr lang="en-US" sz="2000" b="1" dirty="0">
                <a:solidFill>
                  <a:schemeClr val="accent1"/>
                </a:solidFill>
              </a:rPr>
              <a:t>uncorrelated</a:t>
            </a:r>
            <a:r>
              <a:rPr lang="en-US" sz="2000" dirty="0">
                <a:solidFill>
                  <a:schemeClr val="accent1"/>
                </a:solidFill>
              </a:rPr>
              <a:t> assumption from #2 automatically gives us </a:t>
            </a:r>
            <a:r>
              <a:rPr lang="en-US" sz="2000" b="1" dirty="0">
                <a:solidFill>
                  <a:schemeClr val="accent1"/>
                </a:solidFill>
              </a:rPr>
              <a:t>independence</a:t>
            </a:r>
            <a:r>
              <a:rPr lang="en-US" sz="2000" dirty="0">
                <a:solidFill>
                  <a:schemeClr val="accent1"/>
                </a:solidFill>
              </a:rPr>
              <a:t> with the Normal/Gaussian assumption.</a:t>
            </a:r>
          </a:p>
        </p:txBody>
      </p:sp>
    </p:spTree>
    <p:extLst>
      <p:ext uri="{BB962C8B-B14F-4D97-AF65-F5344CB8AC3E}">
        <p14:creationId xmlns:p14="http://schemas.microsoft.com/office/powerpoint/2010/main" val="4550405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EA74-CB4D-D174-6F9C-49FD86C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t-tests?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Python/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, we see linear model summary output with t-test p-values as well.</a:t>
                </a:r>
              </a:p>
              <a:p>
                <a:r>
                  <a:rPr lang="en-US" dirty="0"/>
                  <a:t>For SLR, the t-test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mathematically equivalent</a:t>
                </a:r>
                <a:r>
                  <a:rPr lang="en-US" dirty="0"/>
                  <a:t> to the F-test.</a:t>
                </a:r>
              </a:p>
              <a:p>
                <a:r>
                  <a:rPr lang="en-US" dirty="0"/>
                  <a:t>In MLR, they diverge. We will get into that later this week.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A499-67E6-ABA6-7EE9-4FA7580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12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556C-3761-0AB3-102A-B1ECE3C0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20E5-3ECB-8E53-EEAA-0FBB7D45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in R we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command. The summary of that fit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4AA-4A2B-4633-A380-D1BC22B2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06E75-CB71-EEA3-A90D-54D708DAF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8981"/>
            <a:ext cx="5934903" cy="3991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797B0E-6156-AD0C-53EF-C98343740FD4}"/>
              </a:ext>
            </a:extLst>
          </p:cNvPr>
          <p:cNvCxnSpPr/>
          <p:nvPr/>
        </p:nvCxnSpPr>
        <p:spPr>
          <a:xfrm flipH="1">
            <a:off x="5376333" y="2954867"/>
            <a:ext cx="256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5EAB1D-B970-A496-575E-577A005F7431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regressed onto X (predictor).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EED9D7-D45B-DC2C-DE88-862DB3AC70F4}"/>
              </a:ext>
            </a:extLst>
          </p:cNvPr>
          <p:cNvCxnSpPr>
            <a:cxnSpLocks/>
          </p:cNvCxnSpPr>
          <p:nvPr/>
        </p:nvCxnSpPr>
        <p:spPr>
          <a:xfrm flipH="1">
            <a:off x="4639733" y="3818467"/>
            <a:ext cx="337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1203B-7C42-5B02-BFD9-BA04D9A6A6C1}"/>
              </a:ext>
            </a:extLst>
          </p:cNvPr>
          <p:cNvSpPr txBox="1"/>
          <p:nvPr/>
        </p:nvSpPr>
        <p:spPr>
          <a:xfrm>
            <a:off x="7941733" y="36491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distribution of the residuals.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C1EC5E-5C02-33AA-698C-2BA1F21BB604}"/>
              </a:ext>
            </a:extLst>
          </p:cNvPr>
          <p:cNvCxnSpPr>
            <a:cxnSpLocks/>
          </p:cNvCxnSpPr>
          <p:nvPr/>
        </p:nvCxnSpPr>
        <p:spPr>
          <a:xfrm flipH="1">
            <a:off x="6163733" y="4767819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/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5743B-3CD9-332C-91AE-03ED344A49DA}"/>
              </a:ext>
            </a:extLst>
          </p:cNvPr>
          <p:cNvCxnSpPr>
            <a:cxnSpLocks/>
          </p:cNvCxnSpPr>
          <p:nvPr/>
        </p:nvCxnSpPr>
        <p:spPr>
          <a:xfrm flipH="1">
            <a:off x="6163733" y="5029087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/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Note that its t-statistic has the same p-</a:t>
                </a:r>
                <a:r>
                  <a:rPr lang="en-US" sz="1600" dirty="0" err="1"/>
                  <a:t>val</a:t>
                </a:r>
                <a:r>
                  <a:rPr lang="en-US" sz="1600" dirty="0"/>
                  <a:t> as the F-statistic.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blipFill>
                <a:blip r:embed="rId4"/>
                <a:stretch>
                  <a:fillRect l="-867" t="-1020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20F721-E70B-8BBE-EB36-B99FEDFB7ABA}"/>
              </a:ext>
            </a:extLst>
          </p:cNvPr>
          <p:cNvCxnSpPr>
            <a:cxnSpLocks/>
          </p:cNvCxnSpPr>
          <p:nvPr/>
        </p:nvCxnSpPr>
        <p:spPr>
          <a:xfrm flipH="1">
            <a:off x="6392333" y="6172156"/>
            <a:ext cx="161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/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More on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in MLR.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86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B52AF2-C709-A41B-5FDD-24E943FD0EC4}"/>
              </a:ext>
            </a:extLst>
          </p:cNvPr>
          <p:cNvCxnSpPr>
            <a:cxnSpLocks/>
          </p:cNvCxnSpPr>
          <p:nvPr/>
        </p:nvCxnSpPr>
        <p:spPr>
          <a:xfrm flipH="1">
            <a:off x="6036733" y="6417205"/>
            <a:ext cx="1974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043BCB-BEDE-C90A-676D-E6358CDE5EF3}"/>
              </a:ext>
            </a:extLst>
          </p:cNvPr>
          <p:cNvSpPr txBox="1"/>
          <p:nvPr/>
        </p:nvSpPr>
        <p:spPr>
          <a:xfrm>
            <a:off x="7941733" y="6239461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2741786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7" grpId="0"/>
      <p:bldP spid="19" grpId="0"/>
      <p:bldP spid="23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7FA7-10D1-DF00-40DD-4625255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0C99-C803-1271-2E5B-17D3D29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/>
              <a:t> imported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dirty="0"/>
              <a:t>, we build a design matrix (more on that tomorrow) and the output looks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3D3D-772E-B862-862A-682D346B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8CC9-725A-6E1B-13AA-A2EA5869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2" y="2766523"/>
            <a:ext cx="5726118" cy="38316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FFC74C-8290-83D2-F8E2-14AA111F15C4}"/>
              </a:ext>
            </a:extLst>
          </p:cNvPr>
          <p:cNvCxnSpPr>
            <a:cxnSpLocks/>
          </p:cNvCxnSpPr>
          <p:nvPr/>
        </p:nvCxnSpPr>
        <p:spPr>
          <a:xfrm flipH="1">
            <a:off x="3110459" y="2954867"/>
            <a:ext cx="4831274" cy="26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4A92EF-132C-1AD3-B963-575F38A9A316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is the dependent variable.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FE38B-A27D-4A81-43F6-E63A968B070E}"/>
              </a:ext>
            </a:extLst>
          </p:cNvPr>
          <p:cNvCxnSpPr>
            <a:cxnSpLocks/>
          </p:cNvCxnSpPr>
          <p:nvPr/>
        </p:nvCxnSpPr>
        <p:spPr>
          <a:xfrm flipH="1">
            <a:off x="1558977" y="3225500"/>
            <a:ext cx="6382756" cy="219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DEAC8D-5610-2204-1036-A241F1C9A53B}"/>
              </a:ext>
            </a:extLst>
          </p:cNvPr>
          <p:cNvSpPr txBox="1"/>
          <p:nvPr/>
        </p:nvSpPr>
        <p:spPr>
          <a:xfrm>
            <a:off x="7871941" y="3056223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X (predictor) variable.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0E7D1-91C4-CB21-2616-956D460F05FF}"/>
              </a:ext>
            </a:extLst>
          </p:cNvPr>
          <p:cNvCxnSpPr>
            <a:cxnSpLocks/>
          </p:cNvCxnSpPr>
          <p:nvPr/>
        </p:nvCxnSpPr>
        <p:spPr>
          <a:xfrm flipH="1">
            <a:off x="6163733" y="5207385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/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CA375-0C4F-5279-5766-774498BD0751}"/>
              </a:ext>
            </a:extLst>
          </p:cNvPr>
          <p:cNvCxnSpPr>
            <a:cxnSpLocks/>
          </p:cNvCxnSpPr>
          <p:nvPr/>
        </p:nvCxnSpPr>
        <p:spPr>
          <a:xfrm flipH="1">
            <a:off x="6163733" y="5467341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/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blipFill>
                <a:blip r:embed="rId4"/>
                <a:stretch>
                  <a:fillRect l="-867" t="-1754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27B05D-85CF-E04B-0A50-87292AEA2CD3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225500"/>
            <a:ext cx="1983143" cy="69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/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722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5D17D3-A3F9-A9AB-A266-13D32CBD96E2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654733"/>
            <a:ext cx="1983143" cy="55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301CD1-39EB-2E2F-8821-A22010667905}"/>
              </a:ext>
            </a:extLst>
          </p:cNvPr>
          <p:cNvSpPr txBox="1"/>
          <p:nvPr/>
        </p:nvSpPr>
        <p:spPr>
          <a:xfrm>
            <a:off x="7871941" y="4032659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10601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5" grpId="0"/>
      <p:bldP spid="17" grpId="0"/>
      <p:bldP spid="2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Open up your notebooks and datasets from Thursday.</a:t>
                </a:r>
              </a:p>
              <a:p>
                <a:r>
                  <a:rPr lang="en-US" dirty="0"/>
                  <a:t>Using visual EDA (scatterplot matrices and/or correlation heatmaps), compare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values and F-test p-values between different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713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40FE-287F-F959-46D8-95881B1B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Later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datasets we have been looking at have multiple input/predictor variables.</a:t>
                </a:r>
              </a:p>
              <a:p>
                <a:r>
                  <a:rPr lang="en-US" dirty="0"/>
                  <a:t>What is the effect of regressing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more than one variable?</a:t>
                </a:r>
              </a:p>
              <a:p>
                <a:r>
                  <a:rPr lang="en-US" dirty="0"/>
                  <a:t>How much better does our predictive power get if we add more parameters?</a:t>
                </a:r>
              </a:p>
              <a:p>
                <a:r>
                  <a:rPr lang="en-US" dirty="0"/>
                  <a:t>Is there a point of diminishing returns, and how do we know?</a:t>
                </a:r>
              </a:p>
              <a:p>
                <a:r>
                  <a:rPr lang="en-US" dirty="0"/>
                  <a:t>Which variables should we use? Which variables shouldn’t we use?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E315-C54A-CB58-EA76-1BFB7A34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29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purl.org/dc/elements/1.1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0e81aeba-3fbe-492c-aacc-230c0d934791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330</TotalTime>
  <Words>4365</Words>
  <Application>Microsoft Office PowerPoint</Application>
  <PresentationFormat>Widescreen</PresentationFormat>
  <Paragraphs>645</Paragraphs>
  <Slides>82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8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The Big Picture</vt:lpstr>
      <vt:lpstr>Review and Context</vt:lpstr>
      <vt:lpstr>Simple Linear Regression</vt:lpstr>
      <vt:lpstr>More Data Analysis Lingo</vt:lpstr>
      <vt:lpstr>Simple linear regression</vt:lpstr>
      <vt:lpstr>Some Common Assumptions</vt:lpstr>
      <vt:lpstr>β ̂_0 and β ̂_1</vt:lpstr>
      <vt:lpstr>Time for some calculus.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Calculating β ̂_0 and β ̂_1 </vt:lpstr>
      <vt:lpstr>et Voilà.</vt:lpstr>
      <vt:lpstr>Some More Algebra</vt:lpstr>
      <vt:lpstr>Some More Algebra</vt:lpstr>
      <vt:lpstr>Equivalences</vt:lpstr>
      <vt:lpstr>Recall from OA3102</vt:lpstr>
      <vt:lpstr>Recall from OA3102</vt:lpstr>
      <vt:lpstr>The  Least Squares Estimators</vt:lpstr>
      <vt:lpstr>The  Takeaways</vt:lpstr>
      <vt:lpstr>Interpretation</vt:lpstr>
      <vt:lpstr>An Application</vt:lpstr>
      <vt:lpstr>Follow-up From Yesterday #1</vt:lpstr>
      <vt:lpstr>Etymology of notation</vt:lpstr>
      <vt:lpstr>Follow-up From Yesterday #2</vt:lpstr>
      <vt:lpstr>Biased vs Unbiased Estimators</vt:lpstr>
      <vt:lpstr>Biased vs Unbiased Estimators</vt:lpstr>
      <vt:lpstr>Do we need to mindfully select the correct package in R and/or  Python?</vt:lpstr>
      <vt:lpstr>Follow-up From Yesterday #3</vt:lpstr>
      <vt:lpstr>The Least Squares Estimators for a Single Input Variable X</vt:lpstr>
      <vt:lpstr>Interpretation of β ̂_0 and β ̂_1 for SLR</vt:lpstr>
      <vt:lpstr>Interpretation of β ̂_0 and β ̂_1 for SLR</vt:lpstr>
      <vt:lpstr>Some Common Assumptions</vt:lpstr>
      <vt:lpstr>Back to  R and Python</vt:lpstr>
      <vt:lpstr>Goals for Today</vt:lpstr>
      <vt:lpstr>Concept Review: Estimating One-Dimensional Data</vt:lpstr>
      <vt:lpstr>When we have an additional variable…</vt:lpstr>
      <vt:lpstr>When we have an additional variable</vt:lpstr>
      <vt:lpstr>When we have an additional variable</vt:lpstr>
      <vt:lpstr>When we have an additional variable</vt:lpstr>
      <vt:lpstr>An Intuitive Look</vt:lpstr>
      <vt:lpstr>Again: MSE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Takeaway</vt:lpstr>
      <vt:lpstr>Meaningful Predictor</vt:lpstr>
      <vt:lpstr>Simple Linear Regression</vt:lpstr>
      <vt:lpstr>R^2: Measure of how much a predictor variable tells us</vt:lpstr>
      <vt:lpstr>R^2: Measure of how much a predictor variable tells us</vt:lpstr>
      <vt:lpstr>Let’s unpack this some more</vt:lpstr>
      <vt:lpstr>Let’s unpack this some more</vt:lpstr>
      <vt:lpstr>Why this works</vt:lpstr>
      <vt:lpstr>Takeaways</vt:lpstr>
      <vt:lpstr>Limitations</vt:lpstr>
      <vt:lpstr>Limitations</vt:lpstr>
      <vt:lpstr>Limitations</vt:lpstr>
      <vt:lpstr>Limitations</vt:lpstr>
      <vt:lpstr>Enter: The F-test</vt:lpstr>
      <vt:lpstr>Decomposition and Comparison to R^2 </vt:lpstr>
      <vt:lpstr>Decomposition and Comparison to R^2 </vt:lpstr>
      <vt:lpstr>F-statistic</vt:lpstr>
      <vt:lpstr>F-statistic</vt:lpstr>
      <vt:lpstr>F-statistic</vt:lpstr>
      <vt:lpstr>F-statistic</vt:lpstr>
      <vt:lpstr>The F-Distribution</vt:lpstr>
      <vt:lpstr>Mathematical Interpretation</vt:lpstr>
      <vt:lpstr>Why this works</vt:lpstr>
      <vt:lpstr>What about the t-tests?</vt:lpstr>
      <vt:lpstr>R Output</vt:lpstr>
      <vt:lpstr>Python Output</vt:lpstr>
      <vt:lpstr>Back to  R and Python</vt:lpstr>
      <vt:lpstr>Later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8</cp:revision>
  <dcterms:created xsi:type="dcterms:W3CDTF">2026-04-07T19:55:26Z</dcterms:created>
  <dcterms:modified xsi:type="dcterms:W3CDTF">2026-04-22T19:36:50Z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