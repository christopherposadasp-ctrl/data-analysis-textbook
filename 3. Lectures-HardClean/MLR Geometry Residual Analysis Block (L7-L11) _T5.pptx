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51"/>
  </p:notesMasterIdLst>
  <p:sldIdLst>
    <p:sldId id="256" r:id="rId5"/>
    <p:sldId id="355" r:id="rId6"/>
    <p:sldId id="356" r:id="rId7"/>
    <p:sldId id="405" r:id="rId8"/>
    <p:sldId id="410" r:id="rId9"/>
    <p:sldId id="412" r:id="rId10"/>
    <p:sldId id="406" r:id="rId11"/>
    <p:sldId id="407" r:id="rId12"/>
    <p:sldId id="425" r:id="rId13"/>
    <p:sldId id="408" r:id="rId14"/>
    <p:sldId id="409" r:id="rId15"/>
    <p:sldId id="358" r:id="rId16"/>
    <p:sldId id="359" r:id="rId17"/>
    <p:sldId id="360" r:id="rId18"/>
    <p:sldId id="362" r:id="rId19"/>
    <p:sldId id="364" r:id="rId20"/>
    <p:sldId id="365" r:id="rId21"/>
    <p:sldId id="367" r:id="rId22"/>
    <p:sldId id="368" r:id="rId23"/>
    <p:sldId id="369" r:id="rId24"/>
    <p:sldId id="370" r:id="rId25"/>
    <p:sldId id="374" r:id="rId26"/>
    <p:sldId id="371" r:id="rId27"/>
    <p:sldId id="375" r:id="rId28"/>
    <p:sldId id="372" r:id="rId29"/>
    <p:sldId id="376" r:id="rId30"/>
    <p:sldId id="377" r:id="rId31"/>
    <p:sldId id="378" r:id="rId32"/>
    <p:sldId id="379" r:id="rId33"/>
    <p:sldId id="380" r:id="rId34"/>
    <p:sldId id="381" r:id="rId35"/>
    <p:sldId id="382" r:id="rId36"/>
    <p:sldId id="383" r:id="rId37"/>
    <p:sldId id="384" r:id="rId38"/>
    <p:sldId id="385" r:id="rId39"/>
    <p:sldId id="363" r:id="rId40"/>
    <p:sldId id="386" r:id="rId41"/>
    <p:sldId id="387" r:id="rId42"/>
    <p:sldId id="389" r:id="rId43"/>
    <p:sldId id="390" r:id="rId44"/>
    <p:sldId id="392" r:id="rId45"/>
    <p:sldId id="394" r:id="rId46"/>
    <p:sldId id="397" r:id="rId47"/>
    <p:sldId id="398" r:id="rId48"/>
    <p:sldId id="399" r:id="rId49"/>
    <p:sldId id="403" r:id="rId50"/>
    <p:sldId id="404" r:id="rId51"/>
    <p:sldId id="401" r:id="rId52"/>
    <p:sldId id="426" r:id="rId53"/>
    <p:sldId id="427" r:id="rId54"/>
    <p:sldId id="428" r:id="rId55"/>
    <p:sldId id="429" r:id="rId56"/>
    <p:sldId id="430" r:id="rId57"/>
    <p:sldId id="431" r:id="rId58"/>
    <p:sldId id="432" r:id="rId59"/>
    <p:sldId id="433" r:id="rId60"/>
    <p:sldId id="434" r:id="rId61"/>
    <p:sldId id="435" r:id="rId62"/>
    <p:sldId id="436" r:id="rId63"/>
    <p:sldId id="400" r:id="rId64"/>
    <p:sldId id="413" r:id="rId65"/>
    <p:sldId id="418" r:id="rId66"/>
    <p:sldId id="419" r:id="rId67"/>
    <p:sldId id="420" r:id="rId68"/>
    <p:sldId id="421" r:id="rId69"/>
    <p:sldId id="423" r:id="rId70"/>
    <p:sldId id="424" r:id="rId71"/>
    <p:sldId id="437" r:id="rId72"/>
    <p:sldId id="438" r:id="rId73"/>
    <p:sldId id="422" r:id="rId74"/>
    <p:sldId id="439" r:id="rId75"/>
    <p:sldId id="440" r:id="rId76"/>
    <p:sldId id="457" r:id="rId77"/>
    <p:sldId id="458" r:id="rId78"/>
    <p:sldId id="441" r:id="rId79"/>
    <p:sldId id="442" r:id="rId80"/>
    <p:sldId id="443" r:id="rId81"/>
    <p:sldId id="445" r:id="rId82"/>
    <p:sldId id="448" r:id="rId83"/>
    <p:sldId id="460" r:id="rId84"/>
    <p:sldId id="461" r:id="rId85"/>
    <p:sldId id="462" r:id="rId86"/>
    <p:sldId id="463" r:id="rId87"/>
    <p:sldId id="465" r:id="rId88"/>
    <p:sldId id="467" r:id="rId89"/>
    <p:sldId id="471" r:id="rId90"/>
    <p:sldId id="473" r:id="rId91"/>
    <p:sldId id="476" r:id="rId92"/>
    <p:sldId id="477" r:id="rId93"/>
    <p:sldId id="478" r:id="rId94"/>
    <p:sldId id="480" r:id="rId95"/>
    <p:sldId id="481" r:id="rId96"/>
    <p:sldId id="482" r:id="rId97"/>
    <p:sldId id="483" r:id="rId98"/>
    <p:sldId id="484" r:id="rId99"/>
    <p:sldId id="485" r:id="rId100"/>
    <p:sldId id="486" r:id="rId101"/>
    <p:sldId id="487" r:id="rId102"/>
    <p:sldId id="488" r:id="rId103"/>
    <p:sldId id="489" r:id="rId104"/>
    <p:sldId id="490" r:id="rId105"/>
    <p:sldId id="491" r:id="rId106"/>
    <p:sldId id="492" r:id="rId107"/>
    <p:sldId id="493" r:id="rId108"/>
    <p:sldId id="494" r:id="rId109"/>
    <p:sldId id="495" r:id="rId110"/>
    <p:sldId id="496" r:id="rId111"/>
    <p:sldId id="503" r:id="rId112"/>
    <p:sldId id="504" r:id="rId113"/>
    <p:sldId id="505" r:id="rId114"/>
    <p:sldId id="506" r:id="rId115"/>
    <p:sldId id="507" r:id="rId116"/>
    <p:sldId id="497" r:id="rId117"/>
    <p:sldId id="508" r:id="rId118"/>
    <p:sldId id="498" r:id="rId119"/>
    <p:sldId id="499" r:id="rId120"/>
    <p:sldId id="509" r:id="rId121"/>
    <p:sldId id="500" r:id="rId122"/>
    <p:sldId id="501" r:id="rId123"/>
    <p:sldId id="523" r:id="rId124"/>
    <p:sldId id="524" r:id="rId125"/>
    <p:sldId id="525" r:id="rId126"/>
    <p:sldId id="526" r:id="rId127"/>
    <p:sldId id="527" r:id="rId128"/>
    <p:sldId id="528" r:id="rId129"/>
    <p:sldId id="529" r:id="rId130"/>
    <p:sldId id="530" r:id="rId131"/>
    <p:sldId id="531" r:id="rId132"/>
    <p:sldId id="532" r:id="rId133"/>
    <p:sldId id="533" r:id="rId134"/>
    <p:sldId id="534" r:id="rId135"/>
    <p:sldId id="535" r:id="rId136"/>
    <p:sldId id="546" r:id="rId137"/>
    <p:sldId id="519" r:id="rId138"/>
    <p:sldId id="520" r:id="rId139"/>
    <p:sldId id="516" r:id="rId140"/>
    <p:sldId id="549" r:id="rId141"/>
    <p:sldId id="547" r:id="rId142"/>
    <p:sldId id="548" r:id="rId143"/>
    <p:sldId id="550" r:id="rId144"/>
    <p:sldId id="552" r:id="rId145"/>
    <p:sldId id="553" r:id="rId146"/>
    <p:sldId id="554" r:id="rId147"/>
    <p:sldId id="555" r:id="rId148"/>
    <p:sldId id="556" r:id="rId149"/>
    <p:sldId id="514" r:id="rId15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000"/>
    <a:srgbClr val="FF9300"/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108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3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63" Type="http://schemas.openxmlformats.org/officeDocument/2006/relationships/slide" Target="slides/slide59.xml"/><Relationship Id="rId84" Type="http://schemas.openxmlformats.org/officeDocument/2006/relationships/slide" Target="slides/slide80.xml"/><Relationship Id="rId138" Type="http://schemas.openxmlformats.org/officeDocument/2006/relationships/slide" Target="slides/slide134.xml"/><Relationship Id="rId107" Type="http://schemas.openxmlformats.org/officeDocument/2006/relationships/slide" Target="slides/slide103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53" Type="http://schemas.openxmlformats.org/officeDocument/2006/relationships/slide" Target="slides/slide49.xml"/><Relationship Id="rId74" Type="http://schemas.openxmlformats.org/officeDocument/2006/relationships/slide" Target="slides/slide70.xml"/><Relationship Id="rId128" Type="http://schemas.openxmlformats.org/officeDocument/2006/relationships/slide" Target="slides/slide124.xml"/><Relationship Id="rId149" Type="http://schemas.openxmlformats.org/officeDocument/2006/relationships/slide" Target="slides/slide145.xml"/><Relationship Id="rId5" Type="http://schemas.openxmlformats.org/officeDocument/2006/relationships/slide" Target="slides/slide1.xml"/><Relationship Id="rId95" Type="http://schemas.openxmlformats.org/officeDocument/2006/relationships/slide" Target="slides/slide91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113" Type="http://schemas.openxmlformats.org/officeDocument/2006/relationships/slide" Target="slides/slide109.xml"/><Relationship Id="rId118" Type="http://schemas.openxmlformats.org/officeDocument/2006/relationships/slide" Target="slides/slide114.xml"/><Relationship Id="rId134" Type="http://schemas.openxmlformats.org/officeDocument/2006/relationships/slide" Target="slides/slide130.xml"/><Relationship Id="rId139" Type="http://schemas.openxmlformats.org/officeDocument/2006/relationships/slide" Target="slides/slide135.xml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150" Type="http://schemas.openxmlformats.org/officeDocument/2006/relationships/slide" Target="slides/slide146.xml"/><Relationship Id="rId155" Type="http://schemas.openxmlformats.org/officeDocument/2006/relationships/tableStyles" Target="tableStyles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59" Type="http://schemas.openxmlformats.org/officeDocument/2006/relationships/slide" Target="slides/slide55.xml"/><Relationship Id="rId103" Type="http://schemas.openxmlformats.org/officeDocument/2006/relationships/slide" Target="slides/slide99.xml"/><Relationship Id="rId108" Type="http://schemas.openxmlformats.org/officeDocument/2006/relationships/slide" Target="slides/slide104.xml"/><Relationship Id="rId124" Type="http://schemas.openxmlformats.org/officeDocument/2006/relationships/slide" Target="slides/slide120.xml"/><Relationship Id="rId129" Type="http://schemas.openxmlformats.org/officeDocument/2006/relationships/slide" Target="slides/slide125.xml"/><Relationship Id="rId54" Type="http://schemas.openxmlformats.org/officeDocument/2006/relationships/slide" Target="slides/slide50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91" Type="http://schemas.openxmlformats.org/officeDocument/2006/relationships/slide" Target="slides/slide87.xml"/><Relationship Id="rId96" Type="http://schemas.openxmlformats.org/officeDocument/2006/relationships/slide" Target="slides/slide92.xml"/><Relationship Id="rId140" Type="http://schemas.openxmlformats.org/officeDocument/2006/relationships/slide" Target="slides/slide136.xml"/><Relationship Id="rId145" Type="http://schemas.openxmlformats.org/officeDocument/2006/relationships/slide" Target="slides/slide14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49" Type="http://schemas.openxmlformats.org/officeDocument/2006/relationships/slide" Target="slides/slide45.xml"/><Relationship Id="rId114" Type="http://schemas.openxmlformats.org/officeDocument/2006/relationships/slide" Target="slides/slide110.xml"/><Relationship Id="rId119" Type="http://schemas.openxmlformats.org/officeDocument/2006/relationships/slide" Target="slides/slide115.xml"/><Relationship Id="rId44" Type="http://schemas.openxmlformats.org/officeDocument/2006/relationships/slide" Target="slides/slide40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130" Type="http://schemas.openxmlformats.org/officeDocument/2006/relationships/slide" Target="slides/slide126.xml"/><Relationship Id="rId135" Type="http://schemas.openxmlformats.org/officeDocument/2006/relationships/slide" Target="slides/slide131.xml"/><Relationship Id="rId151" Type="http://schemas.openxmlformats.org/officeDocument/2006/relationships/notesMaster" Target="notesMasters/notesMaster1.xml"/><Relationship Id="rId156" Type="http://schemas.microsoft.com/office/2016/11/relationships/changesInfo" Target="changesInfos/changesInfo1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109" Type="http://schemas.openxmlformats.org/officeDocument/2006/relationships/slide" Target="slides/slide10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97" Type="http://schemas.openxmlformats.org/officeDocument/2006/relationships/slide" Target="slides/slide93.xml"/><Relationship Id="rId104" Type="http://schemas.openxmlformats.org/officeDocument/2006/relationships/slide" Target="slides/slide100.xml"/><Relationship Id="rId120" Type="http://schemas.openxmlformats.org/officeDocument/2006/relationships/slide" Target="slides/slide116.xml"/><Relationship Id="rId125" Type="http://schemas.openxmlformats.org/officeDocument/2006/relationships/slide" Target="slides/slide121.xml"/><Relationship Id="rId141" Type="http://schemas.openxmlformats.org/officeDocument/2006/relationships/slide" Target="slides/slide137.xml"/><Relationship Id="rId146" Type="http://schemas.openxmlformats.org/officeDocument/2006/relationships/slide" Target="slides/slide142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slide" Target="slides/slide88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110" Type="http://schemas.openxmlformats.org/officeDocument/2006/relationships/slide" Target="slides/slide106.xml"/><Relationship Id="rId115" Type="http://schemas.openxmlformats.org/officeDocument/2006/relationships/slide" Target="slides/slide111.xml"/><Relationship Id="rId131" Type="http://schemas.openxmlformats.org/officeDocument/2006/relationships/slide" Target="slides/slide127.xml"/><Relationship Id="rId136" Type="http://schemas.openxmlformats.org/officeDocument/2006/relationships/slide" Target="slides/slide132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52" Type="http://schemas.openxmlformats.org/officeDocument/2006/relationships/presProps" Target="presProps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Relationship Id="rId100" Type="http://schemas.openxmlformats.org/officeDocument/2006/relationships/slide" Target="slides/slide96.xml"/><Relationship Id="rId105" Type="http://schemas.openxmlformats.org/officeDocument/2006/relationships/slide" Target="slides/slide101.xml"/><Relationship Id="rId126" Type="http://schemas.openxmlformats.org/officeDocument/2006/relationships/slide" Target="slides/slide122.xml"/><Relationship Id="rId147" Type="http://schemas.openxmlformats.org/officeDocument/2006/relationships/slide" Target="slides/slide143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93" Type="http://schemas.openxmlformats.org/officeDocument/2006/relationships/slide" Target="slides/slide89.xml"/><Relationship Id="rId98" Type="http://schemas.openxmlformats.org/officeDocument/2006/relationships/slide" Target="slides/slide94.xml"/><Relationship Id="rId121" Type="http://schemas.openxmlformats.org/officeDocument/2006/relationships/slide" Target="slides/slide117.xml"/><Relationship Id="rId142" Type="http://schemas.openxmlformats.org/officeDocument/2006/relationships/slide" Target="slides/slide138.xml"/><Relationship Id="rId3" Type="http://schemas.openxmlformats.org/officeDocument/2006/relationships/customXml" Target="../customXml/item3.xml"/><Relationship Id="rId25" Type="http://schemas.openxmlformats.org/officeDocument/2006/relationships/slide" Target="slides/slide21.xml"/><Relationship Id="rId46" Type="http://schemas.openxmlformats.org/officeDocument/2006/relationships/slide" Target="slides/slide42.xml"/><Relationship Id="rId67" Type="http://schemas.openxmlformats.org/officeDocument/2006/relationships/slide" Target="slides/slide63.xml"/><Relationship Id="rId116" Type="http://schemas.openxmlformats.org/officeDocument/2006/relationships/slide" Target="slides/slide112.xml"/><Relationship Id="rId137" Type="http://schemas.openxmlformats.org/officeDocument/2006/relationships/slide" Target="slides/slide13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62" Type="http://schemas.openxmlformats.org/officeDocument/2006/relationships/slide" Target="slides/slide58.xml"/><Relationship Id="rId83" Type="http://schemas.openxmlformats.org/officeDocument/2006/relationships/slide" Target="slides/slide79.xml"/><Relationship Id="rId88" Type="http://schemas.openxmlformats.org/officeDocument/2006/relationships/slide" Target="slides/slide84.xml"/><Relationship Id="rId111" Type="http://schemas.openxmlformats.org/officeDocument/2006/relationships/slide" Target="slides/slide107.xml"/><Relationship Id="rId132" Type="http://schemas.openxmlformats.org/officeDocument/2006/relationships/slide" Target="slides/slide128.xml"/><Relationship Id="rId153" Type="http://schemas.openxmlformats.org/officeDocument/2006/relationships/viewProps" Target="viewProps.xml"/><Relationship Id="rId15" Type="http://schemas.openxmlformats.org/officeDocument/2006/relationships/slide" Target="slides/slide11.xml"/><Relationship Id="rId36" Type="http://schemas.openxmlformats.org/officeDocument/2006/relationships/slide" Target="slides/slide32.xml"/><Relationship Id="rId57" Type="http://schemas.openxmlformats.org/officeDocument/2006/relationships/slide" Target="slides/slide53.xml"/><Relationship Id="rId106" Type="http://schemas.openxmlformats.org/officeDocument/2006/relationships/slide" Target="slides/slide102.xml"/><Relationship Id="rId127" Type="http://schemas.openxmlformats.org/officeDocument/2006/relationships/slide" Target="slides/slide12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52" Type="http://schemas.openxmlformats.org/officeDocument/2006/relationships/slide" Target="slides/slide48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94" Type="http://schemas.openxmlformats.org/officeDocument/2006/relationships/slide" Target="slides/slide90.xml"/><Relationship Id="rId99" Type="http://schemas.openxmlformats.org/officeDocument/2006/relationships/slide" Target="slides/slide95.xml"/><Relationship Id="rId101" Type="http://schemas.openxmlformats.org/officeDocument/2006/relationships/slide" Target="slides/slide97.xml"/><Relationship Id="rId122" Type="http://schemas.openxmlformats.org/officeDocument/2006/relationships/slide" Target="slides/slide118.xml"/><Relationship Id="rId143" Type="http://schemas.openxmlformats.org/officeDocument/2006/relationships/slide" Target="slides/slide139.xml"/><Relationship Id="rId148" Type="http://schemas.openxmlformats.org/officeDocument/2006/relationships/slide" Target="slides/slide14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47" Type="http://schemas.openxmlformats.org/officeDocument/2006/relationships/slide" Target="slides/slide43.xml"/><Relationship Id="rId68" Type="http://schemas.openxmlformats.org/officeDocument/2006/relationships/slide" Target="slides/slide64.xml"/><Relationship Id="rId89" Type="http://schemas.openxmlformats.org/officeDocument/2006/relationships/slide" Target="slides/slide85.xml"/><Relationship Id="rId112" Type="http://schemas.openxmlformats.org/officeDocument/2006/relationships/slide" Target="slides/slide108.xml"/><Relationship Id="rId133" Type="http://schemas.openxmlformats.org/officeDocument/2006/relationships/slide" Target="slides/slide129.xml"/><Relationship Id="rId154" Type="http://schemas.openxmlformats.org/officeDocument/2006/relationships/theme" Target="theme/theme1.xml"/><Relationship Id="rId16" Type="http://schemas.openxmlformats.org/officeDocument/2006/relationships/slide" Target="slides/slide12.xml"/><Relationship Id="rId37" Type="http://schemas.openxmlformats.org/officeDocument/2006/relationships/slide" Target="slides/slide33.xml"/><Relationship Id="rId58" Type="http://schemas.openxmlformats.org/officeDocument/2006/relationships/slide" Target="slides/slide54.xml"/><Relationship Id="rId79" Type="http://schemas.openxmlformats.org/officeDocument/2006/relationships/slide" Target="slides/slide75.xml"/><Relationship Id="rId102" Type="http://schemas.openxmlformats.org/officeDocument/2006/relationships/slide" Target="slides/slide98.xml"/><Relationship Id="rId123" Type="http://schemas.openxmlformats.org/officeDocument/2006/relationships/slide" Target="slides/slide119.xml"/><Relationship Id="rId144" Type="http://schemas.openxmlformats.org/officeDocument/2006/relationships/slide" Target="slides/slide140.xml"/><Relationship Id="rId90" Type="http://schemas.openxmlformats.org/officeDocument/2006/relationships/slide" Target="slides/slide8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ngh, Paolo (CDR)" userId="8e74c7fb-7789-4b96-b003-a5a4a4a70b15" providerId="ADAL" clId="{204F7FE5-E4AF-4463-BC8A-3828B0C3341E}"/>
    <pc:docChg chg="undo custSel addSld delSld modSld sldOrd">
      <pc:chgData name="Singh, Paolo (CDR)" userId="8e74c7fb-7789-4b96-b003-a5a4a4a70b15" providerId="ADAL" clId="{204F7FE5-E4AF-4463-BC8A-3828B0C3341E}" dt="2026-04-14T17:23:17.916" v="398" actId="47"/>
      <pc:docMkLst>
        <pc:docMk/>
      </pc:docMkLst>
    </pc:docChg>
  </pc:docChgLst>
  <pc:docChgLst>
    <pc:chgData name="Singh, Paolo (CDR)" userId="8e74c7fb-7789-4b96-b003-a5a4a4a70b15" providerId="ADAL" clId="{570AD52C-2A5D-1A4B-9570-8B2F823E229A}"/>
    <pc:docChg chg="custSel modSld">
      <pc:chgData name="Singh, Paolo (CDR)" userId="8e74c7fb-7789-4b96-b003-a5a4a4a70b15" providerId="ADAL" clId="{570AD52C-2A5D-1A4B-9570-8B2F823E229A}" dt="2026-04-14T17:21:53.331" v="131"/>
      <pc:docMkLst>
        <pc:docMk/>
      </pc:docMkLst>
    </pc:docChg>
  </pc:docChgLst>
  <pc:docChgLst>
    <pc:chgData name="christopher posadas" userId="c785335156d879ca" providerId="LiveId" clId="{C9D886FB-ED5B-489B-8330-669FD307C29D}"/>
    <pc:docChg chg="custSel addSld delSld modSld">
      <pc:chgData name="christopher posadas" userId="c785335156d879ca" providerId="LiveId" clId="{C9D886FB-ED5B-489B-8330-669FD307C29D}" dt="2026-04-22T22:02:37.523" v="122" actId="2696"/>
      <pc:docMkLst>
        <pc:docMk/>
      </pc:docMkLst>
      <pc:sldChg chg="del">
        <pc:chgData name="christopher posadas" userId="c785335156d879ca" providerId="LiveId" clId="{C9D886FB-ED5B-489B-8330-669FD307C29D}" dt="2026-04-22T19:09:18.728" v="59" actId="2696"/>
        <pc:sldMkLst>
          <pc:docMk/>
          <pc:sldMk cId="109857222" sldId="256"/>
        </pc:sldMkLst>
      </pc:sldChg>
      <pc:sldChg chg="addSp modSp add mod setBg">
        <pc:chgData name="christopher posadas" userId="c785335156d879ca" providerId="LiveId" clId="{C9D886FB-ED5B-489B-8330-669FD307C29D}" dt="2026-04-22T19:09:18.796" v="82" actId="948"/>
        <pc:sldMkLst>
          <pc:docMk/>
          <pc:sldMk cId="200187590" sldId="256"/>
        </pc:sldMkLst>
        <pc:spChg chg="add mod">
          <ac:chgData name="christopher posadas" userId="c785335156d879ca" providerId="LiveId" clId="{C9D886FB-ED5B-489B-8330-669FD307C29D}" dt="2026-04-22T19:09:18.763" v="70" actId="948"/>
          <ac:spMkLst>
            <pc:docMk/>
            <pc:sldMk cId="200187590" sldId="256"/>
            <ac:spMk id="3" creationId="{2554AD11-E7F4-8DA4-B78A-01E2FF0F414C}"/>
          </ac:spMkLst>
        </pc:spChg>
        <pc:spChg chg="add mod">
          <ac:chgData name="christopher posadas" userId="c785335156d879ca" providerId="LiveId" clId="{C9D886FB-ED5B-489B-8330-669FD307C29D}" dt="2026-04-22T19:09:18.780" v="76" actId="948"/>
          <ac:spMkLst>
            <pc:docMk/>
            <pc:sldMk cId="200187590" sldId="256"/>
            <ac:spMk id="4" creationId="{0744C20A-D328-8610-0F83-48614BF04B36}"/>
          </ac:spMkLst>
        </pc:spChg>
        <pc:spChg chg="add mod">
          <ac:chgData name="christopher posadas" userId="c785335156d879ca" providerId="LiveId" clId="{C9D886FB-ED5B-489B-8330-669FD307C29D}" dt="2026-04-22T19:09:18.796" v="82" actId="948"/>
          <ac:spMkLst>
            <pc:docMk/>
            <pc:sldMk cId="200187590" sldId="256"/>
            <ac:spMk id="5" creationId="{10DD5696-8CAC-1350-CA02-A00B45C8E1C5}"/>
          </ac:spMkLst>
        </pc:spChg>
      </pc:sldChg>
      <pc:sldChg chg="del">
        <pc:chgData name="christopher posadas" userId="c785335156d879ca" providerId="LiveId" clId="{C9D886FB-ED5B-489B-8330-669FD307C29D}" dt="2026-04-22T18:34:50.403" v="3" actId="2696"/>
        <pc:sldMkLst>
          <pc:docMk/>
          <pc:sldMk cId="1034441701" sldId="258"/>
        </pc:sldMkLst>
      </pc:sldChg>
      <pc:sldChg chg="del">
        <pc:chgData name="christopher posadas" userId="c785335156d879ca" providerId="LiveId" clId="{C9D886FB-ED5B-489B-8330-669FD307C29D}" dt="2026-04-22T18:27:12.649" v="0" actId="2696"/>
        <pc:sldMkLst>
          <pc:docMk/>
          <pc:sldMk cId="712689108" sldId="307"/>
        </pc:sldMkLst>
      </pc:sldChg>
      <pc:sldChg chg="del">
        <pc:chgData name="christopher posadas" userId="c785335156d879ca" providerId="LiveId" clId="{C9D886FB-ED5B-489B-8330-669FD307C29D}" dt="2026-04-22T18:27:12.656" v="2" actId="2696"/>
        <pc:sldMkLst>
          <pc:docMk/>
          <pc:sldMk cId="1435155535" sldId="334"/>
        </pc:sldMkLst>
      </pc:sldChg>
      <pc:sldChg chg="del">
        <pc:chgData name="christopher posadas" userId="c785335156d879ca" providerId="LiveId" clId="{C9D886FB-ED5B-489B-8330-669FD307C29D}" dt="2026-04-22T18:27:12.653" v="1" actId="2696"/>
        <pc:sldMkLst>
          <pc:docMk/>
          <pc:sldMk cId="1878289720" sldId="337"/>
        </pc:sldMkLst>
      </pc:sldChg>
      <pc:sldChg chg="add">
        <pc:chgData name="christopher posadas" userId="c785335156d879ca" providerId="LiveId" clId="{C9D886FB-ED5B-489B-8330-669FD307C29D}" dt="2026-04-22T19:09:19.341" v="83"/>
        <pc:sldMkLst>
          <pc:docMk/>
          <pc:sldMk cId="621913213" sldId="355"/>
        </pc:sldMkLst>
      </pc:sldChg>
      <pc:sldChg chg="del">
        <pc:chgData name="christopher posadas" userId="c785335156d879ca" providerId="LiveId" clId="{C9D886FB-ED5B-489B-8330-669FD307C29D}" dt="2026-04-22T19:09:18.726" v="58" actId="2696"/>
        <pc:sldMkLst>
          <pc:docMk/>
          <pc:sldMk cId="2218885554" sldId="355"/>
        </pc:sldMkLst>
      </pc:sldChg>
      <pc:sldChg chg="add">
        <pc:chgData name="christopher posadas" userId="c785335156d879ca" providerId="LiveId" clId="{C9D886FB-ED5B-489B-8330-669FD307C29D}" dt="2026-04-22T19:09:19.341" v="83"/>
        <pc:sldMkLst>
          <pc:docMk/>
          <pc:sldMk cId="814765292" sldId="356"/>
        </pc:sldMkLst>
      </pc:sldChg>
      <pc:sldChg chg="del">
        <pc:chgData name="christopher posadas" userId="c785335156d879ca" providerId="LiveId" clId="{C9D886FB-ED5B-489B-8330-669FD307C29D}" dt="2026-04-22T19:09:18.685" v="57" actId="2696"/>
        <pc:sldMkLst>
          <pc:docMk/>
          <pc:sldMk cId="1425211946" sldId="356"/>
        </pc:sldMkLst>
      </pc:sldChg>
      <pc:sldChg chg="add">
        <pc:chgData name="christopher posadas" userId="c785335156d879ca" providerId="LiveId" clId="{C9D886FB-ED5B-489B-8330-669FD307C29D}" dt="2026-04-22T19:09:19.341" v="83"/>
        <pc:sldMkLst>
          <pc:docMk/>
          <pc:sldMk cId="882015071" sldId="358"/>
        </pc:sldMkLst>
      </pc:sldChg>
      <pc:sldChg chg="del">
        <pc:chgData name="christopher posadas" userId="c785335156d879ca" providerId="LiveId" clId="{C9D886FB-ED5B-489B-8330-669FD307C29D}" dt="2026-04-22T19:09:18.510" v="48" actId="2696"/>
        <pc:sldMkLst>
          <pc:docMk/>
          <pc:sldMk cId="3903693155" sldId="358"/>
        </pc:sldMkLst>
      </pc:sldChg>
      <pc:sldChg chg="add">
        <pc:chgData name="christopher posadas" userId="c785335156d879ca" providerId="LiveId" clId="{C9D886FB-ED5B-489B-8330-669FD307C29D}" dt="2026-04-22T19:09:19.341" v="83"/>
        <pc:sldMkLst>
          <pc:docMk/>
          <pc:sldMk cId="2746929847" sldId="359"/>
        </pc:sldMkLst>
      </pc:sldChg>
      <pc:sldChg chg="del">
        <pc:chgData name="christopher posadas" userId="c785335156d879ca" providerId="LiveId" clId="{C9D886FB-ED5B-489B-8330-669FD307C29D}" dt="2026-04-22T19:09:18.477" v="47" actId="2696"/>
        <pc:sldMkLst>
          <pc:docMk/>
          <pc:sldMk cId="3428260049" sldId="359"/>
        </pc:sldMkLst>
      </pc:sldChg>
      <pc:sldChg chg="del">
        <pc:chgData name="christopher posadas" userId="c785335156d879ca" providerId="LiveId" clId="{C9D886FB-ED5B-489B-8330-669FD307C29D}" dt="2026-04-22T19:09:18.443" v="46" actId="2696"/>
        <pc:sldMkLst>
          <pc:docMk/>
          <pc:sldMk cId="3562183397" sldId="360"/>
        </pc:sldMkLst>
      </pc:sldChg>
      <pc:sldChg chg="add">
        <pc:chgData name="christopher posadas" userId="c785335156d879ca" providerId="LiveId" clId="{C9D886FB-ED5B-489B-8330-669FD307C29D}" dt="2026-04-22T19:09:19.341" v="83"/>
        <pc:sldMkLst>
          <pc:docMk/>
          <pc:sldMk cId="4133654492" sldId="360"/>
        </pc:sldMkLst>
      </pc:sldChg>
      <pc:sldChg chg="del">
        <pc:chgData name="christopher posadas" userId="c785335156d879ca" providerId="LiveId" clId="{C9D886FB-ED5B-489B-8330-669FD307C29D}" dt="2026-04-22T19:09:18.308" v="44" actId="2696"/>
        <pc:sldMkLst>
          <pc:docMk/>
          <pc:sldMk cId="4083431499" sldId="361"/>
        </pc:sldMkLst>
      </pc:sldChg>
      <pc:sldChg chg="add del">
        <pc:chgData name="christopher posadas" userId="c785335156d879ca" providerId="LiveId" clId="{C9D886FB-ED5B-489B-8330-669FD307C29D}" dt="2026-04-22T19:32:17.878" v="102" actId="2696"/>
        <pc:sldMkLst>
          <pc:docMk/>
          <pc:sldMk cId="4208711127" sldId="361"/>
        </pc:sldMkLst>
      </pc:sldChg>
      <pc:sldChg chg="add">
        <pc:chgData name="christopher posadas" userId="c785335156d879ca" providerId="LiveId" clId="{C9D886FB-ED5B-489B-8330-669FD307C29D}" dt="2026-04-22T19:09:19.341" v="83"/>
        <pc:sldMkLst>
          <pc:docMk/>
          <pc:sldMk cId="899251866" sldId="362"/>
        </pc:sldMkLst>
      </pc:sldChg>
      <pc:sldChg chg="del">
        <pc:chgData name="christopher posadas" userId="c785335156d879ca" providerId="LiveId" clId="{C9D886FB-ED5B-489B-8330-669FD307C29D}" dt="2026-04-22T19:09:18.376" v="45" actId="2696"/>
        <pc:sldMkLst>
          <pc:docMk/>
          <pc:sldMk cId="2020953590" sldId="362"/>
        </pc:sldMkLst>
      </pc:sldChg>
      <pc:sldChg chg="add">
        <pc:chgData name="christopher posadas" userId="c785335156d879ca" providerId="LiveId" clId="{C9D886FB-ED5B-489B-8330-669FD307C29D}" dt="2026-04-22T19:09:19.341" v="83"/>
        <pc:sldMkLst>
          <pc:docMk/>
          <pc:sldMk cId="858458443" sldId="363"/>
        </pc:sldMkLst>
      </pc:sldChg>
      <pc:sldChg chg="del">
        <pc:chgData name="christopher posadas" userId="c785335156d879ca" providerId="LiveId" clId="{C9D886FB-ED5B-489B-8330-669FD307C29D}" dt="2026-04-22T19:09:17.366" v="22" actId="2696"/>
        <pc:sldMkLst>
          <pc:docMk/>
          <pc:sldMk cId="2120634631" sldId="363"/>
        </pc:sldMkLst>
      </pc:sldChg>
      <pc:sldChg chg="del">
        <pc:chgData name="christopher posadas" userId="c785335156d879ca" providerId="LiveId" clId="{C9D886FB-ED5B-489B-8330-669FD307C29D}" dt="2026-04-22T19:09:18.268" v="43" actId="2696"/>
        <pc:sldMkLst>
          <pc:docMk/>
          <pc:sldMk cId="1230126234" sldId="364"/>
        </pc:sldMkLst>
      </pc:sldChg>
      <pc:sldChg chg="add">
        <pc:chgData name="christopher posadas" userId="c785335156d879ca" providerId="LiveId" clId="{C9D886FB-ED5B-489B-8330-669FD307C29D}" dt="2026-04-22T19:09:19.341" v="83"/>
        <pc:sldMkLst>
          <pc:docMk/>
          <pc:sldMk cId="3247912902" sldId="364"/>
        </pc:sldMkLst>
      </pc:sldChg>
      <pc:sldChg chg="del">
        <pc:chgData name="christopher posadas" userId="c785335156d879ca" providerId="LiveId" clId="{C9D886FB-ED5B-489B-8330-669FD307C29D}" dt="2026-04-22T19:09:18.223" v="42" actId="2696"/>
        <pc:sldMkLst>
          <pc:docMk/>
          <pc:sldMk cId="1577575252" sldId="365"/>
        </pc:sldMkLst>
      </pc:sldChg>
      <pc:sldChg chg="add">
        <pc:chgData name="christopher posadas" userId="c785335156d879ca" providerId="LiveId" clId="{C9D886FB-ED5B-489B-8330-669FD307C29D}" dt="2026-04-22T19:09:19.341" v="83"/>
        <pc:sldMkLst>
          <pc:docMk/>
          <pc:sldMk cId="3598625591" sldId="365"/>
        </pc:sldMkLst>
      </pc:sldChg>
      <pc:sldChg chg="add del">
        <pc:chgData name="christopher posadas" userId="c785335156d879ca" providerId="LiveId" clId="{C9D886FB-ED5B-489B-8330-669FD307C29D}" dt="2026-04-22T19:32:17.830" v="101" actId="2696"/>
        <pc:sldMkLst>
          <pc:docMk/>
          <pc:sldMk cId="256642808" sldId="366"/>
        </pc:sldMkLst>
      </pc:sldChg>
      <pc:sldChg chg="del">
        <pc:chgData name="christopher posadas" userId="c785335156d879ca" providerId="LiveId" clId="{C9D886FB-ED5B-489B-8330-669FD307C29D}" dt="2026-04-22T19:09:18.183" v="41" actId="2696"/>
        <pc:sldMkLst>
          <pc:docMk/>
          <pc:sldMk cId="2775429212" sldId="366"/>
        </pc:sldMkLst>
      </pc:sldChg>
      <pc:sldChg chg="del">
        <pc:chgData name="christopher posadas" userId="c785335156d879ca" providerId="LiveId" clId="{C9D886FB-ED5B-489B-8330-669FD307C29D}" dt="2026-04-22T19:09:18.141" v="40" actId="2696"/>
        <pc:sldMkLst>
          <pc:docMk/>
          <pc:sldMk cId="2850474314" sldId="367"/>
        </pc:sldMkLst>
      </pc:sldChg>
      <pc:sldChg chg="add">
        <pc:chgData name="christopher posadas" userId="c785335156d879ca" providerId="LiveId" clId="{C9D886FB-ED5B-489B-8330-669FD307C29D}" dt="2026-04-22T19:09:19.341" v="83"/>
        <pc:sldMkLst>
          <pc:docMk/>
          <pc:sldMk cId="3491592372" sldId="367"/>
        </pc:sldMkLst>
      </pc:sldChg>
      <pc:sldChg chg="del">
        <pc:chgData name="christopher posadas" userId="c785335156d879ca" providerId="LiveId" clId="{C9D886FB-ED5B-489B-8330-669FD307C29D}" dt="2026-04-22T19:09:18.119" v="39" actId="2696"/>
        <pc:sldMkLst>
          <pc:docMk/>
          <pc:sldMk cId="3907871708" sldId="368"/>
        </pc:sldMkLst>
      </pc:sldChg>
      <pc:sldChg chg="add">
        <pc:chgData name="christopher posadas" userId="c785335156d879ca" providerId="LiveId" clId="{C9D886FB-ED5B-489B-8330-669FD307C29D}" dt="2026-04-22T19:09:19.341" v="83"/>
        <pc:sldMkLst>
          <pc:docMk/>
          <pc:sldMk cId="4150767543" sldId="368"/>
        </pc:sldMkLst>
      </pc:sldChg>
      <pc:sldChg chg="del">
        <pc:chgData name="christopher posadas" userId="c785335156d879ca" providerId="LiveId" clId="{C9D886FB-ED5B-489B-8330-669FD307C29D}" dt="2026-04-22T19:09:18.085" v="38" actId="2696"/>
        <pc:sldMkLst>
          <pc:docMk/>
          <pc:sldMk cId="621218229" sldId="369"/>
        </pc:sldMkLst>
      </pc:sldChg>
      <pc:sldChg chg="add">
        <pc:chgData name="christopher posadas" userId="c785335156d879ca" providerId="LiveId" clId="{C9D886FB-ED5B-489B-8330-669FD307C29D}" dt="2026-04-22T19:09:19.341" v="83"/>
        <pc:sldMkLst>
          <pc:docMk/>
          <pc:sldMk cId="1548435913" sldId="369"/>
        </pc:sldMkLst>
      </pc:sldChg>
      <pc:sldChg chg="add">
        <pc:chgData name="christopher posadas" userId="c785335156d879ca" providerId="LiveId" clId="{C9D886FB-ED5B-489B-8330-669FD307C29D}" dt="2026-04-22T19:09:19.341" v="83"/>
        <pc:sldMkLst>
          <pc:docMk/>
          <pc:sldMk cId="81929054" sldId="370"/>
        </pc:sldMkLst>
      </pc:sldChg>
      <pc:sldChg chg="del">
        <pc:chgData name="christopher posadas" userId="c785335156d879ca" providerId="LiveId" clId="{C9D886FB-ED5B-489B-8330-669FD307C29D}" dt="2026-04-22T19:09:18.053" v="37" actId="2696"/>
        <pc:sldMkLst>
          <pc:docMk/>
          <pc:sldMk cId="2300533271" sldId="370"/>
        </pc:sldMkLst>
      </pc:sldChg>
      <pc:sldChg chg="add">
        <pc:chgData name="christopher posadas" userId="c785335156d879ca" providerId="LiveId" clId="{C9D886FB-ED5B-489B-8330-669FD307C29D}" dt="2026-04-22T19:09:19.341" v="83"/>
        <pc:sldMkLst>
          <pc:docMk/>
          <pc:sldMk cId="191389731" sldId="371"/>
        </pc:sldMkLst>
      </pc:sldChg>
      <pc:sldChg chg="del">
        <pc:chgData name="christopher posadas" userId="c785335156d879ca" providerId="LiveId" clId="{C9D886FB-ED5B-489B-8330-669FD307C29D}" dt="2026-04-22T19:09:17.980" v="35" actId="2696"/>
        <pc:sldMkLst>
          <pc:docMk/>
          <pc:sldMk cId="3095140947" sldId="371"/>
        </pc:sldMkLst>
      </pc:sldChg>
      <pc:sldChg chg="del">
        <pc:chgData name="christopher posadas" userId="c785335156d879ca" providerId="LiveId" clId="{C9D886FB-ED5B-489B-8330-669FD307C29D}" dt="2026-04-22T19:09:17.943" v="33" actId="2696"/>
        <pc:sldMkLst>
          <pc:docMk/>
          <pc:sldMk cId="2410184725" sldId="372"/>
        </pc:sldMkLst>
      </pc:sldChg>
      <pc:sldChg chg="add">
        <pc:chgData name="christopher posadas" userId="c785335156d879ca" providerId="LiveId" clId="{C9D886FB-ED5B-489B-8330-669FD307C29D}" dt="2026-04-22T19:09:19.341" v="83"/>
        <pc:sldMkLst>
          <pc:docMk/>
          <pc:sldMk cId="2633594968" sldId="372"/>
        </pc:sldMkLst>
      </pc:sldChg>
      <pc:sldChg chg="del">
        <pc:chgData name="christopher posadas" userId="c785335156d879ca" providerId="LiveId" clId="{C9D886FB-ED5B-489B-8330-669FD307C29D}" dt="2026-04-22T19:09:18.029" v="36" actId="2696"/>
        <pc:sldMkLst>
          <pc:docMk/>
          <pc:sldMk cId="406132887" sldId="374"/>
        </pc:sldMkLst>
      </pc:sldChg>
      <pc:sldChg chg="add">
        <pc:chgData name="christopher posadas" userId="c785335156d879ca" providerId="LiveId" clId="{C9D886FB-ED5B-489B-8330-669FD307C29D}" dt="2026-04-22T19:09:19.341" v="83"/>
        <pc:sldMkLst>
          <pc:docMk/>
          <pc:sldMk cId="3101823733" sldId="374"/>
        </pc:sldMkLst>
      </pc:sldChg>
      <pc:sldChg chg="add">
        <pc:chgData name="christopher posadas" userId="c785335156d879ca" providerId="LiveId" clId="{C9D886FB-ED5B-489B-8330-669FD307C29D}" dt="2026-04-22T19:09:19.341" v="83"/>
        <pc:sldMkLst>
          <pc:docMk/>
          <pc:sldMk cId="1742279157" sldId="375"/>
        </pc:sldMkLst>
      </pc:sldChg>
      <pc:sldChg chg="del">
        <pc:chgData name="christopher posadas" userId="c785335156d879ca" providerId="LiveId" clId="{C9D886FB-ED5B-489B-8330-669FD307C29D}" dt="2026-04-22T19:09:17.963" v="34" actId="2696"/>
        <pc:sldMkLst>
          <pc:docMk/>
          <pc:sldMk cId="3790308755" sldId="375"/>
        </pc:sldMkLst>
      </pc:sldChg>
      <pc:sldChg chg="add">
        <pc:chgData name="christopher posadas" userId="c785335156d879ca" providerId="LiveId" clId="{C9D886FB-ED5B-489B-8330-669FD307C29D}" dt="2026-04-22T19:09:19.341" v="83"/>
        <pc:sldMkLst>
          <pc:docMk/>
          <pc:sldMk cId="1875094193" sldId="376"/>
        </pc:sldMkLst>
      </pc:sldChg>
      <pc:sldChg chg="del">
        <pc:chgData name="christopher posadas" userId="c785335156d879ca" providerId="LiveId" clId="{C9D886FB-ED5B-489B-8330-669FD307C29D}" dt="2026-04-22T19:09:17.902" v="32" actId="2696"/>
        <pc:sldMkLst>
          <pc:docMk/>
          <pc:sldMk cId="2840478799" sldId="376"/>
        </pc:sldMkLst>
      </pc:sldChg>
      <pc:sldChg chg="del">
        <pc:chgData name="christopher posadas" userId="c785335156d879ca" providerId="LiveId" clId="{C9D886FB-ED5B-489B-8330-669FD307C29D}" dt="2026-04-22T19:09:17.864" v="31" actId="2696"/>
        <pc:sldMkLst>
          <pc:docMk/>
          <pc:sldMk cId="1658917031" sldId="377"/>
        </pc:sldMkLst>
      </pc:sldChg>
      <pc:sldChg chg="add">
        <pc:chgData name="christopher posadas" userId="c785335156d879ca" providerId="LiveId" clId="{C9D886FB-ED5B-489B-8330-669FD307C29D}" dt="2026-04-22T19:09:19.341" v="83"/>
        <pc:sldMkLst>
          <pc:docMk/>
          <pc:sldMk cId="4276681083" sldId="377"/>
        </pc:sldMkLst>
      </pc:sldChg>
      <pc:sldChg chg="del">
        <pc:chgData name="christopher posadas" userId="c785335156d879ca" providerId="LiveId" clId="{C9D886FB-ED5B-489B-8330-669FD307C29D}" dt="2026-04-22T19:09:17.831" v="30" actId="2696"/>
        <pc:sldMkLst>
          <pc:docMk/>
          <pc:sldMk cId="2055896794" sldId="378"/>
        </pc:sldMkLst>
      </pc:sldChg>
      <pc:sldChg chg="add">
        <pc:chgData name="christopher posadas" userId="c785335156d879ca" providerId="LiveId" clId="{C9D886FB-ED5B-489B-8330-669FD307C29D}" dt="2026-04-22T19:09:19.341" v="83"/>
        <pc:sldMkLst>
          <pc:docMk/>
          <pc:sldMk cId="2121670385" sldId="378"/>
        </pc:sldMkLst>
      </pc:sldChg>
      <pc:sldChg chg="add">
        <pc:chgData name="christopher posadas" userId="c785335156d879ca" providerId="LiveId" clId="{C9D886FB-ED5B-489B-8330-669FD307C29D}" dt="2026-04-22T19:09:19.341" v="83"/>
        <pc:sldMkLst>
          <pc:docMk/>
          <pc:sldMk cId="708736160" sldId="379"/>
        </pc:sldMkLst>
      </pc:sldChg>
      <pc:sldChg chg="del">
        <pc:chgData name="christopher posadas" userId="c785335156d879ca" providerId="LiveId" clId="{C9D886FB-ED5B-489B-8330-669FD307C29D}" dt="2026-04-22T19:09:17.797" v="29" actId="2696"/>
        <pc:sldMkLst>
          <pc:docMk/>
          <pc:sldMk cId="3238016870" sldId="379"/>
        </pc:sldMkLst>
      </pc:sldChg>
      <pc:sldChg chg="add">
        <pc:chgData name="christopher posadas" userId="c785335156d879ca" providerId="LiveId" clId="{C9D886FB-ED5B-489B-8330-669FD307C29D}" dt="2026-04-22T19:09:19.341" v="83"/>
        <pc:sldMkLst>
          <pc:docMk/>
          <pc:sldMk cId="1777371602" sldId="380"/>
        </pc:sldMkLst>
      </pc:sldChg>
      <pc:sldChg chg="del">
        <pc:chgData name="christopher posadas" userId="c785335156d879ca" providerId="LiveId" clId="{C9D886FB-ED5B-489B-8330-669FD307C29D}" dt="2026-04-22T19:09:17.764" v="28" actId="2696"/>
        <pc:sldMkLst>
          <pc:docMk/>
          <pc:sldMk cId="3072948654" sldId="380"/>
        </pc:sldMkLst>
      </pc:sldChg>
      <pc:sldChg chg="del">
        <pc:chgData name="christopher posadas" userId="c785335156d879ca" providerId="LiveId" clId="{C9D886FB-ED5B-489B-8330-669FD307C29D}" dt="2026-04-22T19:09:17.720" v="27" actId="2696"/>
        <pc:sldMkLst>
          <pc:docMk/>
          <pc:sldMk cId="2494632822" sldId="381"/>
        </pc:sldMkLst>
      </pc:sldChg>
      <pc:sldChg chg="add">
        <pc:chgData name="christopher posadas" userId="c785335156d879ca" providerId="LiveId" clId="{C9D886FB-ED5B-489B-8330-669FD307C29D}" dt="2026-04-22T19:09:19.341" v="83"/>
        <pc:sldMkLst>
          <pc:docMk/>
          <pc:sldMk cId="4053378040" sldId="381"/>
        </pc:sldMkLst>
      </pc:sldChg>
      <pc:sldChg chg="del">
        <pc:chgData name="christopher posadas" userId="c785335156d879ca" providerId="LiveId" clId="{C9D886FB-ED5B-489B-8330-669FD307C29D}" dt="2026-04-22T19:09:17.674" v="26" actId="2696"/>
        <pc:sldMkLst>
          <pc:docMk/>
          <pc:sldMk cId="1144881802" sldId="382"/>
        </pc:sldMkLst>
      </pc:sldChg>
      <pc:sldChg chg="add">
        <pc:chgData name="christopher posadas" userId="c785335156d879ca" providerId="LiveId" clId="{C9D886FB-ED5B-489B-8330-669FD307C29D}" dt="2026-04-22T19:09:19.341" v="83"/>
        <pc:sldMkLst>
          <pc:docMk/>
          <pc:sldMk cId="3880056336" sldId="382"/>
        </pc:sldMkLst>
      </pc:sldChg>
      <pc:sldChg chg="add">
        <pc:chgData name="christopher posadas" userId="c785335156d879ca" providerId="LiveId" clId="{C9D886FB-ED5B-489B-8330-669FD307C29D}" dt="2026-04-22T19:09:19.341" v="83"/>
        <pc:sldMkLst>
          <pc:docMk/>
          <pc:sldMk cId="1017039651" sldId="383"/>
        </pc:sldMkLst>
      </pc:sldChg>
      <pc:sldChg chg="del">
        <pc:chgData name="christopher posadas" userId="c785335156d879ca" providerId="LiveId" clId="{C9D886FB-ED5B-489B-8330-669FD307C29D}" dt="2026-04-22T19:09:17.628" v="25" actId="2696"/>
        <pc:sldMkLst>
          <pc:docMk/>
          <pc:sldMk cId="1325169651" sldId="383"/>
        </pc:sldMkLst>
      </pc:sldChg>
      <pc:sldChg chg="add">
        <pc:chgData name="christopher posadas" userId="c785335156d879ca" providerId="LiveId" clId="{C9D886FB-ED5B-489B-8330-669FD307C29D}" dt="2026-04-22T19:09:19.341" v="83"/>
        <pc:sldMkLst>
          <pc:docMk/>
          <pc:sldMk cId="2092619477" sldId="384"/>
        </pc:sldMkLst>
      </pc:sldChg>
      <pc:sldChg chg="del">
        <pc:chgData name="christopher posadas" userId="c785335156d879ca" providerId="LiveId" clId="{C9D886FB-ED5B-489B-8330-669FD307C29D}" dt="2026-04-22T19:09:17.552" v="24" actId="2696"/>
        <pc:sldMkLst>
          <pc:docMk/>
          <pc:sldMk cId="3818973145" sldId="384"/>
        </pc:sldMkLst>
      </pc:sldChg>
      <pc:sldChg chg="add">
        <pc:chgData name="christopher posadas" userId="c785335156d879ca" providerId="LiveId" clId="{C9D886FB-ED5B-489B-8330-669FD307C29D}" dt="2026-04-22T19:09:19.341" v="83"/>
        <pc:sldMkLst>
          <pc:docMk/>
          <pc:sldMk cId="3448166293" sldId="385"/>
        </pc:sldMkLst>
      </pc:sldChg>
      <pc:sldChg chg="del">
        <pc:chgData name="christopher posadas" userId="c785335156d879ca" providerId="LiveId" clId="{C9D886FB-ED5B-489B-8330-669FD307C29D}" dt="2026-04-22T19:09:17.464" v="23" actId="2696"/>
        <pc:sldMkLst>
          <pc:docMk/>
          <pc:sldMk cId="3448918507" sldId="385"/>
        </pc:sldMkLst>
      </pc:sldChg>
      <pc:sldChg chg="add">
        <pc:chgData name="christopher posadas" userId="c785335156d879ca" providerId="LiveId" clId="{C9D886FB-ED5B-489B-8330-669FD307C29D}" dt="2026-04-22T19:09:19.341" v="83"/>
        <pc:sldMkLst>
          <pc:docMk/>
          <pc:sldMk cId="413276843" sldId="386"/>
        </pc:sldMkLst>
      </pc:sldChg>
      <pc:sldChg chg="del">
        <pc:chgData name="christopher posadas" userId="c785335156d879ca" providerId="LiveId" clId="{C9D886FB-ED5B-489B-8330-669FD307C29D}" dt="2026-04-22T19:09:17.328" v="21" actId="2696"/>
        <pc:sldMkLst>
          <pc:docMk/>
          <pc:sldMk cId="3786674138" sldId="386"/>
        </pc:sldMkLst>
      </pc:sldChg>
      <pc:sldChg chg="del">
        <pc:chgData name="christopher posadas" userId="c785335156d879ca" providerId="LiveId" clId="{C9D886FB-ED5B-489B-8330-669FD307C29D}" dt="2026-04-22T19:09:17.283" v="20" actId="2696"/>
        <pc:sldMkLst>
          <pc:docMk/>
          <pc:sldMk cId="2047028147" sldId="387"/>
        </pc:sldMkLst>
      </pc:sldChg>
      <pc:sldChg chg="add">
        <pc:chgData name="christopher posadas" userId="c785335156d879ca" providerId="LiveId" clId="{C9D886FB-ED5B-489B-8330-669FD307C29D}" dt="2026-04-22T19:09:19.341" v="83"/>
        <pc:sldMkLst>
          <pc:docMk/>
          <pc:sldMk cId="3418735201" sldId="387"/>
        </pc:sldMkLst>
      </pc:sldChg>
      <pc:sldChg chg="del">
        <pc:chgData name="christopher posadas" userId="c785335156d879ca" providerId="LiveId" clId="{C9D886FB-ED5B-489B-8330-669FD307C29D}" dt="2026-04-22T19:09:17.233" v="18" actId="2696"/>
        <pc:sldMkLst>
          <pc:docMk/>
          <pc:sldMk cId="213086058" sldId="388"/>
        </pc:sldMkLst>
      </pc:sldChg>
      <pc:sldChg chg="add del">
        <pc:chgData name="christopher posadas" userId="c785335156d879ca" providerId="LiveId" clId="{C9D886FB-ED5B-489B-8330-669FD307C29D}" dt="2026-04-22T19:32:17.782" v="100" actId="2696"/>
        <pc:sldMkLst>
          <pc:docMk/>
          <pc:sldMk cId="4062407732" sldId="388"/>
        </pc:sldMkLst>
      </pc:sldChg>
      <pc:sldChg chg="add">
        <pc:chgData name="christopher posadas" userId="c785335156d879ca" providerId="LiveId" clId="{C9D886FB-ED5B-489B-8330-669FD307C29D}" dt="2026-04-22T19:09:19.341" v="83"/>
        <pc:sldMkLst>
          <pc:docMk/>
          <pc:sldMk cId="179926999" sldId="389"/>
        </pc:sldMkLst>
      </pc:sldChg>
      <pc:sldChg chg="del">
        <pc:chgData name="christopher posadas" userId="c785335156d879ca" providerId="LiveId" clId="{C9D886FB-ED5B-489B-8330-669FD307C29D}" dt="2026-04-22T19:09:17.257" v="19" actId="2696"/>
        <pc:sldMkLst>
          <pc:docMk/>
          <pc:sldMk cId="1204374723" sldId="389"/>
        </pc:sldMkLst>
      </pc:sldChg>
      <pc:sldChg chg="del">
        <pc:chgData name="christopher posadas" userId="c785335156d879ca" providerId="LiveId" clId="{C9D886FB-ED5B-489B-8330-669FD307C29D}" dt="2026-04-22T19:09:17.184" v="17" actId="2696"/>
        <pc:sldMkLst>
          <pc:docMk/>
          <pc:sldMk cId="735568764" sldId="390"/>
        </pc:sldMkLst>
      </pc:sldChg>
      <pc:sldChg chg="add">
        <pc:chgData name="christopher posadas" userId="c785335156d879ca" providerId="LiveId" clId="{C9D886FB-ED5B-489B-8330-669FD307C29D}" dt="2026-04-22T19:09:19.341" v="83"/>
        <pc:sldMkLst>
          <pc:docMk/>
          <pc:sldMk cId="3186849851" sldId="390"/>
        </pc:sldMkLst>
      </pc:sldChg>
      <pc:sldChg chg="add del">
        <pc:chgData name="christopher posadas" userId="c785335156d879ca" providerId="LiveId" clId="{C9D886FB-ED5B-489B-8330-669FD307C29D}" dt="2026-04-22T19:32:17.720" v="99" actId="2696"/>
        <pc:sldMkLst>
          <pc:docMk/>
          <pc:sldMk cId="212423478" sldId="391"/>
        </pc:sldMkLst>
      </pc:sldChg>
      <pc:sldChg chg="del">
        <pc:chgData name="christopher posadas" userId="c785335156d879ca" providerId="LiveId" clId="{C9D886FB-ED5B-489B-8330-669FD307C29D}" dt="2026-04-22T19:09:17.104" v="16" actId="2696"/>
        <pc:sldMkLst>
          <pc:docMk/>
          <pc:sldMk cId="2625581872" sldId="391"/>
        </pc:sldMkLst>
      </pc:sldChg>
      <pc:sldChg chg="del">
        <pc:chgData name="christopher posadas" userId="c785335156d879ca" providerId="LiveId" clId="{C9D886FB-ED5B-489B-8330-669FD307C29D}" dt="2026-04-22T19:09:17.060" v="15" actId="2696"/>
        <pc:sldMkLst>
          <pc:docMk/>
          <pc:sldMk cId="689961852" sldId="392"/>
        </pc:sldMkLst>
      </pc:sldChg>
      <pc:sldChg chg="add">
        <pc:chgData name="christopher posadas" userId="c785335156d879ca" providerId="LiveId" clId="{C9D886FB-ED5B-489B-8330-669FD307C29D}" dt="2026-04-22T19:09:19.341" v="83"/>
        <pc:sldMkLst>
          <pc:docMk/>
          <pc:sldMk cId="2729609619" sldId="392"/>
        </pc:sldMkLst>
      </pc:sldChg>
      <pc:sldChg chg="del">
        <pc:chgData name="christopher posadas" userId="c785335156d879ca" providerId="LiveId" clId="{C9D886FB-ED5B-489B-8330-669FD307C29D}" dt="2026-04-22T19:09:17" v="14" actId="2696"/>
        <pc:sldMkLst>
          <pc:docMk/>
          <pc:sldMk cId="18887497" sldId="393"/>
        </pc:sldMkLst>
      </pc:sldChg>
      <pc:sldChg chg="add del">
        <pc:chgData name="christopher posadas" userId="c785335156d879ca" providerId="LiveId" clId="{C9D886FB-ED5B-489B-8330-669FD307C29D}" dt="2026-04-22T19:32:17.668" v="98" actId="2696"/>
        <pc:sldMkLst>
          <pc:docMk/>
          <pc:sldMk cId="990850503" sldId="393"/>
        </pc:sldMkLst>
      </pc:sldChg>
      <pc:sldChg chg="add">
        <pc:chgData name="christopher posadas" userId="c785335156d879ca" providerId="LiveId" clId="{C9D886FB-ED5B-489B-8330-669FD307C29D}" dt="2026-04-22T19:09:19.341" v="83"/>
        <pc:sldMkLst>
          <pc:docMk/>
          <pc:sldMk cId="1809616798" sldId="394"/>
        </pc:sldMkLst>
      </pc:sldChg>
      <pc:sldChg chg="del">
        <pc:chgData name="christopher posadas" userId="c785335156d879ca" providerId="LiveId" clId="{C9D886FB-ED5B-489B-8330-669FD307C29D}" dt="2026-04-22T19:09:16.841" v="11" actId="2696"/>
        <pc:sldMkLst>
          <pc:docMk/>
          <pc:sldMk cId="4275513242" sldId="394"/>
        </pc:sldMkLst>
      </pc:sldChg>
      <pc:sldChg chg="add del">
        <pc:chgData name="christopher posadas" userId="c785335156d879ca" providerId="LiveId" clId="{C9D886FB-ED5B-489B-8330-669FD307C29D}" dt="2026-04-22T19:32:17.563" v="96" actId="2696"/>
        <pc:sldMkLst>
          <pc:docMk/>
          <pc:sldMk cId="4013829410" sldId="395"/>
        </pc:sldMkLst>
      </pc:sldChg>
      <pc:sldChg chg="del">
        <pc:chgData name="christopher posadas" userId="c785335156d879ca" providerId="LiveId" clId="{C9D886FB-ED5B-489B-8330-669FD307C29D}" dt="2026-04-22T19:09:16.891" v="12" actId="2696"/>
        <pc:sldMkLst>
          <pc:docMk/>
          <pc:sldMk cId="4169616690" sldId="395"/>
        </pc:sldMkLst>
      </pc:sldChg>
      <pc:sldChg chg="del">
        <pc:chgData name="christopher posadas" userId="c785335156d879ca" providerId="LiveId" clId="{C9D886FB-ED5B-489B-8330-669FD307C29D}" dt="2026-04-22T19:09:16.951" v="13" actId="2696"/>
        <pc:sldMkLst>
          <pc:docMk/>
          <pc:sldMk cId="2521927861" sldId="396"/>
        </pc:sldMkLst>
      </pc:sldChg>
      <pc:sldChg chg="add del">
        <pc:chgData name="christopher posadas" userId="c785335156d879ca" providerId="LiveId" clId="{C9D886FB-ED5B-489B-8330-669FD307C29D}" dt="2026-04-22T19:32:17.621" v="97" actId="2696"/>
        <pc:sldMkLst>
          <pc:docMk/>
          <pc:sldMk cId="3616585524" sldId="396"/>
        </pc:sldMkLst>
      </pc:sldChg>
      <pc:sldChg chg="add">
        <pc:chgData name="christopher posadas" userId="c785335156d879ca" providerId="LiveId" clId="{C9D886FB-ED5B-489B-8330-669FD307C29D}" dt="2026-04-22T19:09:19.341" v="83"/>
        <pc:sldMkLst>
          <pc:docMk/>
          <pc:sldMk cId="2301253440" sldId="397"/>
        </pc:sldMkLst>
      </pc:sldChg>
      <pc:sldChg chg="del">
        <pc:chgData name="christopher posadas" userId="c785335156d879ca" providerId="LiveId" clId="{C9D886FB-ED5B-489B-8330-669FD307C29D}" dt="2026-04-22T19:09:16.781" v="10" actId="2696"/>
        <pc:sldMkLst>
          <pc:docMk/>
          <pc:sldMk cId="2562843634" sldId="397"/>
        </pc:sldMkLst>
      </pc:sldChg>
      <pc:sldChg chg="add">
        <pc:chgData name="christopher posadas" userId="c785335156d879ca" providerId="LiveId" clId="{C9D886FB-ED5B-489B-8330-669FD307C29D}" dt="2026-04-22T19:09:19.341" v="83"/>
        <pc:sldMkLst>
          <pc:docMk/>
          <pc:sldMk cId="833514689" sldId="398"/>
        </pc:sldMkLst>
      </pc:sldChg>
      <pc:sldChg chg="del">
        <pc:chgData name="christopher posadas" userId="c785335156d879ca" providerId="LiveId" clId="{C9D886FB-ED5B-489B-8330-669FD307C29D}" dt="2026-04-22T19:09:16.725" v="9" actId="2696"/>
        <pc:sldMkLst>
          <pc:docMk/>
          <pc:sldMk cId="1230764453" sldId="398"/>
        </pc:sldMkLst>
      </pc:sldChg>
      <pc:sldChg chg="add">
        <pc:chgData name="christopher posadas" userId="c785335156d879ca" providerId="LiveId" clId="{C9D886FB-ED5B-489B-8330-669FD307C29D}" dt="2026-04-22T19:09:19.341" v="83"/>
        <pc:sldMkLst>
          <pc:docMk/>
          <pc:sldMk cId="698030090" sldId="399"/>
        </pc:sldMkLst>
      </pc:sldChg>
      <pc:sldChg chg="del">
        <pc:chgData name="christopher posadas" userId="c785335156d879ca" providerId="LiveId" clId="{C9D886FB-ED5B-489B-8330-669FD307C29D}" dt="2026-04-22T19:09:16.685" v="8" actId="2696"/>
        <pc:sldMkLst>
          <pc:docMk/>
          <pc:sldMk cId="2161279909" sldId="399"/>
        </pc:sldMkLst>
      </pc:sldChg>
      <pc:sldChg chg="add">
        <pc:chgData name="christopher posadas" userId="c785335156d879ca" providerId="LiveId" clId="{C9D886FB-ED5B-489B-8330-669FD307C29D}" dt="2026-04-22T19:09:19.745" v="84"/>
        <pc:sldMkLst>
          <pc:docMk/>
          <pc:sldMk cId="3080652441" sldId="400"/>
        </pc:sldMkLst>
      </pc:sldChg>
      <pc:sldChg chg="add">
        <pc:chgData name="christopher posadas" userId="c785335156d879ca" providerId="LiveId" clId="{C9D886FB-ED5B-489B-8330-669FD307C29D}" dt="2026-04-22T19:09:19.341" v="83"/>
        <pc:sldMkLst>
          <pc:docMk/>
          <pc:sldMk cId="1951363421" sldId="401"/>
        </pc:sldMkLst>
      </pc:sldChg>
      <pc:sldChg chg="del">
        <pc:chgData name="christopher posadas" userId="c785335156d879ca" providerId="LiveId" clId="{C9D886FB-ED5B-489B-8330-669FD307C29D}" dt="2026-04-22T19:09:16.542" v="4" actId="2696"/>
        <pc:sldMkLst>
          <pc:docMk/>
          <pc:sldMk cId="3243778271" sldId="401"/>
        </pc:sldMkLst>
      </pc:sldChg>
      <pc:sldChg chg="del">
        <pc:chgData name="christopher posadas" userId="c785335156d879ca" providerId="LiveId" clId="{C9D886FB-ED5B-489B-8330-669FD307C29D}" dt="2026-04-22T19:09:16.648" v="7" actId="2696"/>
        <pc:sldMkLst>
          <pc:docMk/>
          <pc:sldMk cId="947035080" sldId="402"/>
        </pc:sldMkLst>
      </pc:sldChg>
      <pc:sldChg chg="add del">
        <pc:chgData name="christopher posadas" userId="c785335156d879ca" providerId="LiveId" clId="{C9D886FB-ED5B-489B-8330-669FD307C29D}" dt="2026-04-22T19:32:17.508" v="95" actId="2696"/>
        <pc:sldMkLst>
          <pc:docMk/>
          <pc:sldMk cId="2958531690" sldId="402"/>
        </pc:sldMkLst>
      </pc:sldChg>
      <pc:sldChg chg="del">
        <pc:chgData name="christopher posadas" userId="c785335156d879ca" providerId="LiveId" clId="{C9D886FB-ED5B-489B-8330-669FD307C29D}" dt="2026-04-22T19:09:16.624" v="6" actId="2696"/>
        <pc:sldMkLst>
          <pc:docMk/>
          <pc:sldMk cId="969664938" sldId="403"/>
        </pc:sldMkLst>
      </pc:sldChg>
      <pc:sldChg chg="add">
        <pc:chgData name="christopher posadas" userId="c785335156d879ca" providerId="LiveId" clId="{C9D886FB-ED5B-489B-8330-669FD307C29D}" dt="2026-04-22T19:09:19.341" v="83"/>
        <pc:sldMkLst>
          <pc:docMk/>
          <pc:sldMk cId="3930114879" sldId="403"/>
        </pc:sldMkLst>
      </pc:sldChg>
      <pc:sldChg chg="del">
        <pc:chgData name="christopher posadas" userId="c785335156d879ca" providerId="LiveId" clId="{C9D886FB-ED5B-489B-8330-669FD307C29D}" dt="2026-04-22T19:09:16.585" v="5" actId="2696"/>
        <pc:sldMkLst>
          <pc:docMk/>
          <pc:sldMk cId="1027065881" sldId="404"/>
        </pc:sldMkLst>
      </pc:sldChg>
      <pc:sldChg chg="add">
        <pc:chgData name="christopher posadas" userId="c785335156d879ca" providerId="LiveId" clId="{C9D886FB-ED5B-489B-8330-669FD307C29D}" dt="2026-04-22T19:09:19.341" v="83"/>
        <pc:sldMkLst>
          <pc:docMk/>
          <pc:sldMk cId="2493867149" sldId="404"/>
        </pc:sldMkLst>
      </pc:sldChg>
      <pc:sldChg chg="add">
        <pc:chgData name="christopher posadas" userId="c785335156d879ca" providerId="LiveId" clId="{C9D886FB-ED5B-489B-8330-669FD307C29D}" dt="2026-04-22T19:09:19.341" v="83"/>
        <pc:sldMkLst>
          <pc:docMk/>
          <pc:sldMk cId="1171046901" sldId="405"/>
        </pc:sldMkLst>
      </pc:sldChg>
      <pc:sldChg chg="del">
        <pc:chgData name="christopher posadas" userId="c785335156d879ca" providerId="LiveId" clId="{C9D886FB-ED5B-489B-8330-669FD307C29D}" dt="2026-04-22T19:09:18.664" v="56" actId="2696"/>
        <pc:sldMkLst>
          <pc:docMk/>
          <pc:sldMk cId="2076199833" sldId="405"/>
        </pc:sldMkLst>
      </pc:sldChg>
      <pc:sldChg chg="del">
        <pc:chgData name="christopher posadas" userId="c785335156d879ca" providerId="LiveId" clId="{C9D886FB-ED5B-489B-8330-669FD307C29D}" dt="2026-04-22T19:09:18.577" v="53" actId="2696"/>
        <pc:sldMkLst>
          <pc:docMk/>
          <pc:sldMk cId="1920488716" sldId="406"/>
        </pc:sldMkLst>
      </pc:sldChg>
      <pc:sldChg chg="add">
        <pc:chgData name="christopher posadas" userId="c785335156d879ca" providerId="LiveId" clId="{C9D886FB-ED5B-489B-8330-669FD307C29D}" dt="2026-04-22T19:09:19.341" v="83"/>
        <pc:sldMkLst>
          <pc:docMk/>
          <pc:sldMk cId="2180307231" sldId="406"/>
        </pc:sldMkLst>
      </pc:sldChg>
      <pc:sldChg chg="del">
        <pc:chgData name="christopher posadas" userId="c785335156d879ca" providerId="LiveId" clId="{C9D886FB-ED5B-489B-8330-669FD307C29D}" dt="2026-04-22T19:09:18.565" v="52" actId="2696"/>
        <pc:sldMkLst>
          <pc:docMk/>
          <pc:sldMk cId="2628322892" sldId="407"/>
        </pc:sldMkLst>
      </pc:sldChg>
      <pc:sldChg chg="add">
        <pc:chgData name="christopher posadas" userId="c785335156d879ca" providerId="LiveId" clId="{C9D886FB-ED5B-489B-8330-669FD307C29D}" dt="2026-04-22T19:09:19.341" v="83"/>
        <pc:sldMkLst>
          <pc:docMk/>
          <pc:sldMk cId="4222397714" sldId="407"/>
        </pc:sldMkLst>
      </pc:sldChg>
      <pc:sldChg chg="del">
        <pc:chgData name="christopher posadas" userId="c785335156d879ca" providerId="LiveId" clId="{C9D886FB-ED5B-489B-8330-669FD307C29D}" dt="2026-04-22T19:09:18.524" v="50" actId="2696"/>
        <pc:sldMkLst>
          <pc:docMk/>
          <pc:sldMk cId="283729634" sldId="408"/>
        </pc:sldMkLst>
      </pc:sldChg>
      <pc:sldChg chg="add">
        <pc:chgData name="christopher posadas" userId="c785335156d879ca" providerId="LiveId" clId="{C9D886FB-ED5B-489B-8330-669FD307C29D}" dt="2026-04-22T19:09:19.341" v="83"/>
        <pc:sldMkLst>
          <pc:docMk/>
          <pc:sldMk cId="654115739" sldId="408"/>
        </pc:sldMkLst>
      </pc:sldChg>
      <pc:sldChg chg="del">
        <pc:chgData name="christopher posadas" userId="c785335156d879ca" providerId="LiveId" clId="{C9D886FB-ED5B-489B-8330-669FD307C29D}" dt="2026-04-22T19:09:18.517" v="49" actId="2696"/>
        <pc:sldMkLst>
          <pc:docMk/>
          <pc:sldMk cId="2056344516" sldId="409"/>
        </pc:sldMkLst>
      </pc:sldChg>
      <pc:sldChg chg="add">
        <pc:chgData name="christopher posadas" userId="c785335156d879ca" providerId="LiveId" clId="{C9D886FB-ED5B-489B-8330-669FD307C29D}" dt="2026-04-22T19:09:19.341" v="83"/>
        <pc:sldMkLst>
          <pc:docMk/>
          <pc:sldMk cId="3147270502" sldId="409"/>
        </pc:sldMkLst>
      </pc:sldChg>
      <pc:sldChg chg="add">
        <pc:chgData name="christopher posadas" userId="c785335156d879ca" providerId="LiveId" clId="{C9D886FB-ED5B-489B-8330-669FD307C29D}" dt="2026-04-22T19:09:19.341" v="83"/>
        <pc:sldMkLst>
          <pc:docMk/>
          <pc:sldMk cId="2488089068" sldId="410"/>
        </pc:sldMkLst>
      </pc:sldChg>
      <pc:sldChg chg="del">
        <pc:chgData name="christopher posadas" userId="c785335156d879ca" providerId="LiveId" clId="{C9D886FB-ED5B-489B-8330-669FD307C29D}" dt="2026-04-22T19:09:18.660" v="55" actId="2696"/>
        <pc:sldMkLst>
          <pc:docMk/>
          <pc:sldMk cId="2816400457" sldId="410"/>
        </pc:sldMkLst>
      </pc:sldChg>
      <pc:sldChg chg="del">
        <pc:chgData name="christopher posadas" userId="c785335156d879ca" providerId="LiveId" clId="{C9D886FB-ED5B-489B-8330-669FD307C29D}" dt="2026-04-22T19:09:18.622" v="54" actId="2696"/>
        <pc:sldMkLst>
          <pc:docMk/>
          <pc:sldMk cId="460662328" sldId="412"/>
        </pc:sldMkLst>
      </pc:sldChg>
      <pc:sldChg chg="add">
        <pc:chgData name="christopher posadas" userId="c785335156d879ca" providerId="LiveId" clId="{C9D886FB-ED5B-489B-8330-669FD307C29D}" dt="2026-04-22T19:09:19.341" v="83"/>
        <pc:sldMkLst>
          <pc:docMk/>
          <pc:sldMk cId="3866962762" sldId="412"/>
        </pc:sldMkLst>
      </pc:sldChg>
      <pc:sldChg chg="add">
        <pc:chgData name="christopher posadas" userId="c785335156d879ca" providerId="LiveId" clId="{C9D886FB-ED5B-489B-8330-669FD307C29D}" dt="2026-04-22T19:09:19.745" v="84"/>
        <pc:sldMkLst>
          <pc:docMk/>
          <pc:sldMk cId="2675359034" sldId="413"/>
        </pc:sldMkLst>
      </pc:sldChg>
      <pc:sldChg chg="add">
        <pc:chgData name="christopher posadas" userId="c785335156d879ca" providerId="LiveId" clId="{C9D886FB-ED5B-489B-8330-669FD307C29D}" dt="2026-04-22T19:09:19.745" v="84"/>
        <pc:sldMkLst>
          <pc:docMk/>
          <pc:sldMk cId="3582631006" sldId="418"/>
        </pc:sldMkLst>
      </pc:sldChg>
      <pc:sldChg chg="add">
        <pc:chgData name="christopher posadas" userId="c785335156d879ca" providerId="LiveId" clId="{C9D886FB-ED5B-489B-8330-669FD307C29D}" dt="2026-04-22T19:09:19.745" v="84"/>
        <pc:sldMkLst>
          <pc:docMk/>
          <pc:sldMk cId="271690220" sldId="419"/>
        </pc:sldMkLst>
      </pc:sldChg>
      <pc:sldChg chg="add">
        <pc:chgData name="christopher posadas" userId="c785335156d879ca" providerId="LiveId" clId="{C9D886FB-ED5B-489B-8330-669FD307C29D}" dt="2026-04-22T19:09:19.745" v="84"/>
        <pc:sldMkLst>
          <pc:docMk/>
          <pc:sldMk cId="1209323168" sldId="420"/>
        </pc:sldMkLst>
      </pc:sldChg>
      <pc:sldChg chg="add">
        <pc:chgData name="christopher posadas" userId="c785335156d879ca" providerId="LiveId" clId="{C9D886FB-ED5B-489B-8330-669FD307C29D}" dt="2026-04-22T19:09:19.745" v="84"/>
        <pc:sldMkLst>
          <pc:docMk/>
          <pc:sldMk cId="4057692197" sldId="421"/>
        </pc:sldMkLst>
      </pc:sldChg>
      <pc:sldChg chg="add">
        <pc:chgData name="christopher posadas" userId="c785335156d879ca" providerId="LiveId" clId="{C9D886FB-ED5B-489B-8330-669FD307C29D}" dt="2026-04-22T19:09:19.745" v="84"/>
        <pc:sldMkLst>
          <pc:docMk/>
          <pc:sldMk cId="2210911812" sldId="422"/>
        </pc:sldMkLst>
      </pc:sldChg>
      <pc:sldChg chg="add">
        <pc:chgData name="christopher posadas" userId="c785335156d879ca" providerId="LiveId" clId="{C9D886FB-ED5B-489B-8330-669FD307C29D}" dt="2026-04-22T19:09:19.745" v="84"/>
        <pc:sldMkLst>
          <pc:docMk/>
          <pc:sldMk cId="1004461656" sldId="423"/>
        </pc:sldMkLst>
      </pc:sldChg>
      <pc:sldChg chg="add">
        <pc:chgData name="christopher posadas" userId="c785335156d879ca" providerId="LiveId" clId="{C9D886FB-ED5B-489B-8330-669FD307C29D}" dt="2026-04-22T19:09:19.745" v="84"/>
        <pc:sldMkLst>
          <pc:docMk/>
          <pc:sldMk cId="3323413212" sldId="424"/>
        </pc:sldMkLst>
      </pc:sldChg>
      <pc:sldChg chg="del">
        <pc:chgData name="christopher posadas" userId="c785335156d879ca" providerId="LiveId" clId="{C9D886FB-ED5B-489B-8330-669FD307C29D}" dt="2026-04-22T19:09:18.551" v="51" actId="2696"/>
        <pc:sldMkLst>
          <pc:docMk/>
          <pc:sldMk cId="143467055" sldId="425"/>
        </pc:sldMkLst>
      </pc:sldChg>
      <pc:sldChg chg="add">
        <pc:chgData name="christopher posadas" userId="c785335156d879ca" providerId="LiveId" clId="{C9D886FB-ED5B-489B-8330-669FD307C29D}" dt="2026-04-22T19:09:19.341" v="83"/>
        <pc:sldMkLst>
          <pc:docMk/>
          <pc:sldMk cId="3702013967" sldId="425"/>
        </pc:sldMkLst>
      </pc:sldChg>
      <pc:sldChg chg="add">
        <pc:chgData name="christopher posadas" userId="c785335156d879ca" providerId="LiveId" clId="{C9D886FB-ED5B-489B-8330-669FD307C29D}" dt="2026-04-22T19:09:19.745" v="84"/>
        <pc:sldMkLst>
          <pc:docMk/>
          <pc:sldMk cId="3910606642" sldId="426"/>
        </pc:sldMkLst>
      </pc:sldChg>
      <pc:sldChg chg="add">
        <pc:chgData name="christopher posadas" userId="c785335156d879ca" providerId="LiveId" clId="{C9D886FB-ED5B-489B-8330-669FD307C29D}" dt="2026-04-22T19:09:19.745" v="84"/>
        <pc:sldMkLst>
          <pc:docMk/>
          <pc:sldMk cId="3514636155" sldId="427"/>
        </pc:sldMkLst>
      </pc:sldChg>
      <pc:sldChg chg="add">
        <pc:chgData name="christopher posadas" userId="c785335156d879ca" providerId="LiveId" clId="{C9D886FB-ED5B-489B-8330-669FD307C29D}" dt="2026-04-22T19:09:19.745" v="84"/>
        <pc:sldMkLst>
          <pc:docMk/>
          <pc:sldMk cId="2639048209" sldId="428"/>
        </pc:sldMkLst>
      </pc:sldChg>
      <pc:sldChg chg="add">
        <pc:chgData name="christopher posadas" userId="c785335156d879ca" providerId="LiveId" clId="{C9D886FB-ED5B-489B-8330-669FD307C29D}" dt="2026-04-22T19:09:19.745" v="84"/>
        <pc:sldMkLst>
          <pc:docMk/>
          <pc:sldMk cId="3481317551" sldId="429"/>
        </pc:sldMkLst>
      </pc:sldChg>
      <pc:sldChg chg="add">
        <pc:chgData name="christopher posadas" userId="c785335156d879ca" providerId="LiveId" clId="{C9D886FB-ED5B-489B-8330-669FD307C29D}" dt="2026-04-22T19:09:19.745" v="84"/>
        <pc:sldMkLst>
          <pc:docMk/>
          <pc:sldMk cId="1195090263" sldId="430"/>
        </pc:sldMkLst>
      </pc:sldChg>
      <pc:sldChg chg="add">
        <pc:chgData name="christopher posadas" userId="c785335156d879ca" providerId="LiveId" clId="{C9D886FB-ED5B-489B-8330-669FD307C29D}" dt="2026-04-22T19:09:19.745" v="84"/>
        <pc:sldMkLst>
          <pc:docMk/>
          <pc:sldMk cId="1543605468" sldId="431"/>
        </pc:sldMkLst>
      </pc:sldChg>
      <pc:sldChg chg="add">
        <pc:chgData name="christopher posadas" userId="c785335156d879ca" providerId="LiveId" clId="{C9D886FB-ED5B-489B-8330-669FD307C29D}" dt="2026-04-22T19:09:19.745" v="84"/>
        <pc:sldMkLst>
          <pc:docMk/>
          <pc:sldMk cId="2922883410" sldId="432"/>
        </pc:sldMkLst>
      </pc:sldChg>
      <pc:sldChg chg="add">
        <pc:chgData name="christopher posadas" userId="c785335156d879ca" providerId="LiveId" clId="{C9D886FB-ED5B-489B-8330-669FD307C29D}" dt="2026-04-22T19:09:19.745" v="84"/>
        <pc:sldMkLst>
          <pc:docMk/>
          <pc:sldMk cId="2070319411" sldId="433"/>
        </pc:sldMkLst>
      </pc:sldChg>
      <pc:sldChg chg="add">
        <pc:chgData name="christopher posadas" userId="c785335156d879ca" providerId="LiveId" clId="{C9D886FB-ED5B-489B-8330-669FD307C29D}" dt="2026-04-22T19:09:19.745" v="84"/>
        <pc:sldMkLst>
          <pc:docMk/>
          <pc:sldMk cId="2125810529" sldId="434"/>
        </pc:sldMkLst>
      </pc:sldChg>
      <pc:sldChg chg="add">
        <pc:chgData name="christopher posadas" userId="c785335156d879ca" providerId="LiveId" clId="{C9D886FB-ED5B-489B-8330-669FD307C29D}" dt="2026-04-22T19:09:19.745" v="84"/>
        <pc:sldMkLst>
          <pc:docMk/>
          <pc:sldMk cId="3690391877" sldId="435"/>
        </pc:sldMkLst>
      </pc:sldChg>
      <pc:sldChg chg="add">
        <pc:chgData name="christopher posadas" userId="c785335156d879ca" providerId="LiveId" clId="{C9D886FB-ED5B-489B-8330-669FD307C29D}" dt="2026-04-22T19:09:19.745" v="84"/>
        <pc:sldMkLst>
          <pc:docMk/>
          <pc:sldMk cId="1102927084" sldId="436"/>
        </pc:sldMkLst>
      </pc:sldChg>
      <pc:sldChg chg="add">
        <pc:chgData name="christopher posadas" userId="c785335156d879ca" providerId="LiveId" clId="{C9D886FB-ED5B-489B-8330-669FD307C29D}" dt="2026-04-22T19:09:19.745" v="84"/>
        <pc:sldMkLst>
          <pc:docMk/>
          <pc:sldMk cId="2752002323" sldId="437"/>
        </pc:sldMkLst>
      </pc:sldChg>
      <pc:sldChg chg="add">
        <pc:chgData name="christopher posadas" userId="c785335156d879ca" providerId="LiveId" clId="{C9D886FB-ED5B-489B-8330-669FD307C29D}" dt="2026-04-22T19:09:19.745" v="84"/>
        <pc:sldMkLst>
          <pc:docMk/>
          <pc:sldMk cId="2518410453" sldId="438"/>
        </pc:sldMkLst>
      </pc:sldChg>
      <pc:sldChg chg="add">
        <pc:chgData name="christopher posadas" userId="c785335156d879ca" providerId="LiveId" clId="{C9D886FB-ED5B-489B-8330-669FD307C29D}" dt="2026-04-22T19:09:19.745" v="84"/>
        <pc:sldMkLst>
          <pc:docMk/>
          <pc:sldMk cId="3865429110" sldId="439"/>
        </pc:sldMkLst>
      </pc:sldChg>
      <pc:sldChg chg="add">
        <pc:chgData name="christopher posadas" userId="c785335156d879ca" providerId="LiveId" clId="{C9D886FB-ED5B-489B-8330-669FD307C29D}" dt="2026-04-22T19:09:19.745" v="84"/>
        <pc:sldMkLst>
          <pc:docMk/>
          <pc:sldMk cId="3978902303" sldId="440"/>
        </pc:sldMkLst>
      </pc:sldChg>
      <pc:sldChg chg="add">
        <pc:chgData name="christopher posadas" userId="c785335156d879ca" providerId="LiveId" clId="{C9D886FB-ED5B-489B-8330-669FD307C29D}" dt="2026-04-22T19:09:20.092" v="85"/>
        <pc:sldMkLst>
          <pc:docMk/>
          <pc:sldMk cId="882166497" sldId="441"/>
        </pc:sldMkLst>
      </pc:sldChg>
      <pc:sldChg chg="add">
        <pc:chgData name="christopher posadas" userId="c785335156d879ca" providerId="LiveId" clId="{C9D886FB-ED5B-489B-8330-669FD307C29D}" dt="2026-04-22T19:09:20.092" v="85"/>
        <pc:sldMkLst>
          <pc:docMk/>
          <pc:sldMk cId="1554473573" sldId="442"/>
        </pc:sldMkLst>
      </pc:sldChg>
      <pc:sldChg chg="add">
        <pc:chgData name="christopher posadas" userId="c785335156d879ca" providerId="LiveId" clId="{C9D886FB-ED5B-489B-8330-669FD307C29D}" dt="2026-04-22T19:09:20.092" v="85"/>
        <pc:sldMkLst>
          <pc:docMk/>
          <pc:sldMk cId="55755632" sldId="443"/>
        </pc:sldMkLst>
      </pc:sldChg>
      <pc:sldChg chg="add del">
        <pc:chgData name="christopher posadas" userId="c785335156d879ca" providerId="LiveId" clId="{C9D886FB-ED5B-489B-8330-669FD307C29D}" dt="2026-04-22T22:02:37.519" v="121" actId="2696"/>
        <pc:sldMkLst>
          <pc:docMk/>
          <pc:sldMk cId="3972848725" sldId="444"/>
        </pc:sldMkLst>
      </pc:sldChg>
      <pc:sldChg chg="add">
        <pc:chgData name="christopher posadas" userId="c785335156d879ca" providerId="LiveId" clId="{C9D886FB-ED5B-489B-8330-669FD307C29D}" dt="2026-04-22T19:09:20.092" v="85"/>
        <pc:sldMkLst>
          <pc:docMk/>
          <pc:sldMk cId="799288895" sldId="445"/>
        </pc:sldMkLst>
      </pc:sldChg>
      <pc:sldChg chg="add del">
        <pc:chgData name="christopher posadas" userId="c785335156d879ca" providerId="LiveId" clId="{C9D886FB-ED5B-489B-8330-669FD307C29D}" dt="2026-04-22T22:02:37.514" v="120" actId="2696"/>
        <pc:sldMkLst>
          <pc:docMk/>
          <pc:sldMk cId="1742072048" sldId="446"/>
        </pc:sldMkLst>
      </pc:sldChg>
      <pc:sldChg chg="add del">
        <pc:chgData name="christopher posadas" userId="c785335156d879ca" providerId="LiveId" clId="{C9D886FB-ED5B-489B-8330-669FD307C29D}" dt="2026-04-22T22:02:37.510" v="119" actId="2696"/>
        <pc:sldMkLst>
          <pc:docMk/>
          <pc:sldMk cId="1825454792" sldId="447"/>
        </pc:sldMkLst>
      </pc:sldChg>
      <pc:sldChg chg="add">
        <pc:chgData name="christopher posadas" userId="c785335156d879ca" providerId="LiveId" clId="{C9D886FB-ED5B-489B-8330-669FD307C29D}" dt="2026-04-22T19:09:20.092" v="85"/>
        <pc:sldMkLst>
          <pc:docMk/>
          <pc:sldMk cId="2980184568" sldId="448"/>
        </pc:sldMkLst>
      </pc:sldChg>
      <pc:sldChg chg="add del">
        <pc:chgData name="christopher posadas" userId="c785335156d879ca" providerId="LiveId" clId="{C9D886FB-ED5B-489B-8330-669FD307C29D}" dt="2026-04-22T22:02:37.506" v="118" actId="2696"/>
        <pc:sldMkLst>
          <pc:docMk/>
          <pc:sldMk cId="2650931276" sldId="449"/>
        </pc:sldMkLst>
      </pc:sldChg>
      <pc:sldChg chg="add del">
        <pc:chgData name="christopher posadas" userId="c785335156d879ca" providerId="LiveId" clId="{C9D886FB-ED5B-489B-8330-669FD307C29D}" dt="2026-04-22T22:02:37.500" v="117" actId="2696"/>
        <pc:sldMkLst>
          <pc:docMk/>
          <pc:sldMk cId="3029475461" sldId="450"/>
        </pc:sldMkLst>
      </pc:sldChg>
      <pc:sldChg chg="add del">
        <pc:chgData name="christopher posadas" userId="c785335156d879ca" providerId="LiveId" clId="{C9D886FB-ED5B-489B-8330-669FD307C29D}" dt="2026-04-22T22:02:37.496" v="116" actId="2696"/>
        <pc:sldMkLst>
          <pc:docMk/>
          <pc:sldMk cId="1511253231" sldId="451"/>
        </pc:sldMkLst>
      </pc:sldChg>
      <pc:sldChg chg="add del">
        <pc:chgData name="christopher posadas" userId="c785335156d879ca" providerId="LiveId" clId="{C9D886FB-ED5B-489B-8330-669FD307C29D}" dt="2026-04-22T22:02:37.523" v="122" actId="2696"/>
        <pc:sldMkLst>
          <pc:docMk/>
          <pc:sldMk cId="2501475107" sldId="452"/>
        </pc:sldMkLst>
      </pc:sldChg>
      <pc:sldChg chg="add del">
        <pc:chgData name="christopher posadas" userId="c785335156d879ca" providerId="LiveId" clId="{C9D886FB-ED5B-489B-8330-669FD307C29D}" dt="2026-04-22T21:13:06.314" v="108" actId="2696"/>
        <pc:sldMkLst>
          <pc:docMk/>
          <pc:sldMk cId="62175231" sldId="453"/>
        </pc:sldMkLst>
      </pc:sldChg>
      <pc:sldChg chg="add del">
        <pc:chgData name="christopher posadas" userId="c785335156d879ca" providerId="LiveId" clId="{C9D886FB-ED5B-489B-8330-669FD307C29D}" dt="2026-04-22T21:13:06.256" v="107" actId="2696"/>
        <pc:sldMkLst>
          <pc:docMk/>
          <pc:sldMk cId="789005378" sldId="454"/>
        </pc:sldMkLst>
      </pc:sldChg>
      <pc:sldChg chg="add del">
        <pc:chgData name="christopher posadas" userId="c785335156d879ca" providerId="LiveId" clId="{C9D886FB-ED5B-489B-8330-669FD307C29D}" dt="2026-04-22T21:13:06.182" v="106" actId="2696"/>
        <pc:sldMkLst>
          <pc:docMk/>
          <pc:sldMk cId="3150430881" sldId="455"/>
        </pc:sldMkLst>
      </pc:sldChg>
      <pc:sldChg chg="add del">
        <pc:chgData name="christopher posadas" userId="c785335156d879ca" providerId="LiveId" clId="{C9D886FB-ED5B-489B-8330-669FD307C29D}" dt="2026-04-22T19:32:17.479" v="94" actId="2696"/>
        <pc:sldMkLst>
          <pc:docMk/>
          <pc:sldMk cId="598375324" sldId="456"/>
        </pc:sldMkLst>
      </pc:sldChg>
      <pc:sldChg chg="add">
        <pc:chgData name="christopher posadas" userId="c785335156d879ca" providerId="LiveId" clId="{C9D886FB-ED5B-489B-8330-669FD307C29D}" dt="2026-04-22T19:09:20.092" v="85"/>
        <pc:sldMkLst>
          <pc:docMk/>
          <pc:sldMk cId="1876028045" sldId="457"/>
        </pc:sldMkLst>
      </pc:sldChg>
      <pc:sldChg chg="add">
        <pc:chgData name="christopher posadas" userId="c785335156d879ca" providerId="LiveId" clId="{C9D886FB-ED5B-489B-8330-669FD307C29D}" dt="2026-04-22T19:09:20.092" v="85"/>
        <pc:sldMkLst>
          <pc:docMk/>
          <pc:sldMk cId="1831446943" sldId="458"/>
        </pc:sldMkLst>
      </pc:sldChg>
      <pc:sldChg chg="add del">
        <pc:chgData name="christopher posadas" userId="c785335156d879ca" providerId="LiveId" clId="{C9D886FB-ED5B-489B-8330-669FD307C29D}" dt="2026-04-22T21:13:06.124" v="105" actId="2696"/>
        <pc:sldMkLst>
          <pc:docMk/>
          <pc:sldMk cId="1421124095" sldId="459"/>
        </pc:sldMkLst>
      </pc:sldChg>
      <pc:sldChg chg="add">
        <pc:chgData name="christopher posadas" userId="c785335156d879ca" providerId="LiveId" clId="{C9D886FB-ED5B-489B-8330-669FD307C29D}" dt="2026-04-22T19:09:20.641" v="86"/>
        <pc:sldMkLst>
          <pc:docMk/>
          <pc:sldMk cId="3653145613" sldId="460"/>
        </pc:sldMkLst>
      </pc:sldChg>
      <pc:sldChg chg="add">
        <pc:chgData name="christopher posadas" userId="c785335156d879ca" providerId="LiveId" clId="{C9D886FB-ED5B-489B-8330-669FD307C29D}" dt="2026-04-22T19:09:20.641" v="86"/>
        <pc:sldMkLst>
          <pc:docMk/>
          <pc:sldMk cId="66904044" sldId="461"/>
        </pc:sldMkLst>
      </pc:sldChg>
      <pc:sldChg chg="add">
        <pc:chgData name="christopher posadas" userId="c785335156d879ca" providerId="LiveId" clId="{C9D886FB-ED5B-489B-8330-669FD307C29D}" dt="2026-04-22T19:09:20.641" v="86"/>
        <pc:sldMkLst>
          <pc:docMk/>
          <pc:sldMk cId="2130476875" sldId="462"/>
        </pc:sldMkLst>
      </pc:sldChg>
      <pc:sldChg chg="add">
        <pc:chgData name="christopher posadas" userId="c785335156d879ca" providerId="LiveId" clId="{C9D886FB-ED5B-489B-8330-669FD307C29D}" dt="2026-04-22T19:09:20.641" v="86"/>
        <pc:sldMkLst>
          <pc:docMk/>
          <pc:sldMk cId="2006701901" sldId="463"/>
        </pc:sldMkLst>
      </pc:sldChg>
      <pc:sldChg chg="add del">
        <pc:chgData name="christopher posadas" userId="c785335156d879ca" providerId="LiveId" clId="{C9D886FB-ED5B-489B-8330-669FD307C29D}" dt="2026-04-22T19:32:17.414" v="93" actId="2696"/>
        <pc:sldMkLst>
          <pc:docMk/>
          <pc:sldMk cId="1746841453" sldId="464"/>
        </pc:sldMkLst>
      </pc:sldChg>
      <pc:sldChg chg="add">
        <pc:chgData name="christopher posadas" userId="c785335156d879ca" providerId="LiveId" clId="{C9D886FB-ED5B-489B-8330-669FD307C29D}" dt="2026-04-22T19:09:20.641" v="86"/>
        <pc:sldMkLst>
          <pc:docMk/>
          <pc:sldMk cId="1305786206" sldId="465"/>
        </pc:sldMkLst>
      </pc:sldChg>
      <pc:sldChg chg="add del">
        <pc:chgData name="christopher posadas" userId="c785335156d879ca" providerId="LiveId" clId="{C9D886FB-ED5B-489B-8330-669FD307C29D}" dt="2026-04-22T19:32:17.371" v="92" actId="2696"/>
        <pc:sldMkLst>
          <pc:docMk/>
          <pc:sldMk cId="1218018648" sldId="466"/>
        </pc:sldMkLst>
      </pc:sldChg>
      <pc:sldChg chg="add">
        <pc:chgData name="christopher posadas" userId="c785335156d879ca" providerId="LiveId" clId="{C9D886FB-ED5B-489B-8330-669FD307C29D}" dt="2026-04-22T19:09:20.641" v="86"/>
        <pc:sldMkLst>
          <pc:docMk/>
          <pc:sldMk cId="2316253135" sldId="467"/>
        </pc:sldMkLst>
      </pc:sldChg>
      <pc:sldChg chg="add del">
        <pc:chgData name="christopher posadas" userId="c785335156d879ca" providerId="LiveId" clId="{C9D886FB-ED5B-489B-8330-669FD307C29D}" dt="2026-04-22T19:32:17.340" v="91" actId="2696"/>
        <pc:sldMkLst>
          <pc:docMk/>
          <pc:sldMk cId="591928205" sldId="468"/>
        </pc:sldMkLst>
      </pc:sldChg>
      <pc:sldChg chg="add">
        <pc:chgData name="christopher posadas" userId="c785335156d879ca" providerId="LiveId" clId="{C9D886FB-ED5B-489B-8330-669FD307C29D}" dt="2026-04-22T19:09:20.641" v="86"/>
        <pc:sldMkLst>
          <pc:docMk/>
          <pc:sldMk cId="1460788185" sldId="469"/>
        </pc:sldMkLst>
      </pc:sldChg>
      <pc:sldChg chg="add">
        <pc:chgData name="christopher posadas" userId="c785335156d879ca" providerId="LiveId" clId="{C9D886FB-ED5B-489B-8330-669FD307C29D}" dt="2026-04-22T19:09:20.641" v="86"/>
        <pc:sldMkLst>
          <pc:docMk/>
          <pc:sldMk cId="2451533473" sldId="470"/>
        </pc:sldMkLst>
      </pc:sldChg>
      <pc:sldChg chg="add">
        <pc:chgData name="christopher posadas" userId="c785335156d879ca" providerId="LiveId" clId="{C9D886FB-ED5B-489B-8330-669FD307C29D}" dt="2026-04-22T19:09:20.641" v="86"/>
        <pc:sldMkLst>
          <pc:docMk/>
          <pc:sldMk cId="102815821" sldId="471"/>
        </pc:sldMkLst>
      </pc:sldChg>
      <pc:sldChg chg="add">
        <pc:chgData name="christopher posadas" userId="c785335156d879ca" providerId="LiveId" clId="{C9D886FB-ED5B-489B-8330-669FD307C29D}" dt="2026-04-22T19:09:20.641" v="86"/>
        <pc:sldMkLst>
          <pc:docMk/>
          <pc:sldMk cId="2178425552" sldId="472"/>
        </pc:sldMkLst>
      </pc:sldChg>
      <pc:sldChg chg="add">
        <pc:chgData name="christopher posadas" userId="c785335156d879ca" providerId="LiveId" clId="{C9D886FB-ED5B-489B-8330-669FD307C29D}" dt="2026-04-22T19:09:20.641" v="86"/>
        <pc:sldMkLst>
          <pc:docMk/>
          <pc:sldMk cId="3916252054" sldId="473"/>
        </pc:sldMkLst>
      </pc:sldChg>
      <pc:sldChg chg="add">
        <pc:chgData name="christopher posadas" userId="c785335156d879ca" providerId="LiveId" clId="{C9D886FB-ED5B-489B-8330-669FD307C29D}" dt="2026-04-22T19:09:20.641" v="86"/>
        <pc:sldMkLst>
          <pc:docMk/>
          <pc:sldMk cId="1628677971" sldId="474"/>
        </pc:sldMkLst>
      </pc:sldChg>
      <pc:sldChg chg="add">
        <pc:chgData name="christopher posadas" userId="c785335156d879ca" providerId="LiveId" clId="{C9D886FB-ED5B-489B-8330-669FD307C29D}" dt="2026-04-22T19:09:20.641" v="86"/>
        <pc:sldMkLst>
          <pc:docMk/>
          <pc:sldMk cId="2711376576" sldId="475"/>
        </pc:sldMkLst>
      </pc:sldChg>
      <pc:sldChg chg="add">
        <pc:chgData name="christopher posadas" userId="c785335156d879ca" providerId="LiveId" clId="{C9D886FB-ED5B-489B-8330-669FD307C29D}" dt="2026-04-22T19:09:20.641" v="86"/>
        <pc:sldMkLst>
          <pc:docMk/>
          <pc:sldMk cId="3723385170" sldId="476"/>
        </pc:sldMkLst>
      </pc:sldChg>
      <pc:sldChg chg="add">
        <pc:chgData name="christopher posadas" userId="c785335156d879ca" providerId="LiveId" clId="{C9D886FB-ED5B-489B-8330-669FD307C29D}" dt="2026-04-22T19:09:20.641" v="86"/>
        <pc:sldMkLst>
          <pc:docMk/>
          <pc:sldMk cId="2606327215" sldId="477"/>
        </pc:sldMkLst>
      </pc:sldChg>
      <pc:sldChg chg="add">
        <pc:chgData name="christopher posadas" userId="c785335156d879ca" providerId="LiveId" clId="{C9D886FB-ED5B-489B-8330-669FD307C29D}" dt="2026-04-22T19:09:20.641" v="86"/>
        <pc:sldMkLst>
          <pc:docMk/>
          <pc:sldMk cId="3845179794" sldId="478"/>
        </pc:sldMkLst>
      </pc:sldChg>
      <pc:sldChg chg="add del">
        <pc:chgData name="christopher posadas" userId="c785335156d879ca" providerId="LiveId" clId="{C9D886FB-ED5B-489B-8330-669FD307C29D}" dt="2026-04-22T19:32:17.295" v="90" actId="2696"/>
        <pc:sldMkLst>
          <pc:docMk/>
          <pc:sldMk cId="2585238518" sldId="479"/>
        </pc:sldMkLst>
      </pc:sldChg>
      <pc:sldChg chg="add">
        <pc:chgData name="christopher posadas" userId="c785335156d879ca" providerId="LiveId" clId="{C9D886FB-ED5B-489B-8330-669FD307C29D}" dt="2026-04-22T19:09:20.641" v="86"/>
        <pc:sldMkLst>
          <pc:docMk/>
          <pc:sldMk cId="1477353485" sldId="480"/>
        </pc:sldMkLst>
      </pc:sldChg>
      <pc:sldChg chg="add">
        <pc:chgData name="christopher posadas" userId="c785335156d879ca" providerId="LiveId" clId="{C9D886FB-ED5B-489B-8330-669FD307C29D}" dt="2026-04-22T19:09:20.641" v="86"/>
        <pc:sldMkLst>
          <pc:docMk/>
          <pc:sldMk cId="178831495" sldId="481"/>
        </pc:sldMkLst>
      </pc:sldChg>
      <pc:sldChg chg="add">
        <pc:chgData name="christopher posadas" userId="c785335156d879ca" providerId="LiveId" clId="{C9D886FB-ED5B-489B-8330-669FD307C29D}" dt="2026-04-22T19:09:20.641" v="86"/>
        <pc:sldMkLst>
          <pc:docMk/>
          <pc:sldMk cId="2905472675" sldId="482"/>
        </pc:sldMkLst>
      </pc:sldChg>
      <pc:sldChg chg="add">
        <pc:chgData name="christopher posadas" userId="c785335156d879ca" providerId="LiveId" clId="{C9D886FB-ED5B-489B-8330-669FD307C29D}" dt="2026-04-22T19:09:20.641" v="86"/>
        <pc:sldMkLst>
          <pc:docMk/>
          <pc:sldMk cId="1046556822" sldId="483"/>
        </pc:sldMkLst>
      </pc:sldChg>
      <pc:sldChg chg="add">
        <pc:chgData name="christopher posadas" userId="c785335156d879ca" providerId="LiveId" clId="{C9D886FB-ED5B-489B-8330-669FD307C29D}" dt="2026-04-22T19:09:20.641" v="86"/>
        <pc:sldMkLst>
          <pc:docMk/>
          <pc:sldMk cId="698626994" sldId="484"/>
        </pc:sldMkLst>
      </pc:sldChg>
      <pc:sldChg chg="add">
        <pc:chgData name="christopher posadas" userId="c785335156d879ca" providerId="LiveId" clId="{C9D886FB-ED5B-489B-8330-669FD307C29D}" dt="2026-04-22T19:09:20.641" v="86"/>
        <pc:sldMkLst>
          <pc:docMk/>
          <pc:sldMk cId="1945836199" sldId="485"/>
        </pc:sldMkLst>
      </pc:sldChg>
      <pc:sldChg chg="add">
        <pc:chgData name="christopher posadas" userId="c785335156d879ca" providerId="LiveId" clId="{C9D886FB-ED5B-489B-8330-669FD307C29D}" dt="2026-04-22T19:09:20.641" v="86"/>
        <pc:sldMkLst>
          <pc:docMk/>
          <pc:sldMk cId="431492160" sldId="486"/>
        </pc:sldMkLst>
      </pc:sldChg>
      <pc:sldChg chg="add">
        <pc:chgData name="christopher posadas" userId="c785335156d879ca" providerId="LiveId" clId="{C9D886FB-ED5B-489B-8330-669FD307C29D}" dt="2026-04-22T19:09:20.641" v="86"/>
        <pc:sldMkLst>
          <pc:docMk/>
          <pc:sldMk cId="1214918726" sldId="487"/>
        </pc:sldMkLst>
      </pc:sldChg>
      <pc:sldChg chg="add">
        <pc:chgData name="christopher posadas" userId="c785335156d879ca" providerId="LiveId" clId="{C9D886FB-ED5B-489B-8330-669FD307C29D}" dt="2026-04-22T19:09:20.641" v="86"/>
        <pc:sldMkLst>
          <pc:docMk/>
          <pc:sldMk cId="86179499" sldId="488"/>
        </pc:sldMkLst>
      </pc:sldChg>
      <pc:sldChg chg="add">
        <pc:chgData name="christopher posadas" userId="c785335156d879ca" providerId="LiveId" clId="{C9D886FB-ED5B-489B-8330-669FD307C29D}" dt="2026-04-22T19:09:20.641" v="86"/>
        <pc:sldMkLst>
          <pc:docMk/>
          <pc:sldMk cId="2109091681" sldId="489"/>
        </pc:sldMkLst>
      </pc:sldChg>
      <pc:sldChg chg="add">
        <pc:chgData name="christopher posadas" userId="c785335156d879ca" providerId="LiveId" clId="{C9D886FB-ED5B-489B-8330-669FD307C29D}" dt="2026-04-22T19:09:20.641" v="86"/>
        <pc:sldMkLst>
          <pc:docMk/>
          <pc:sldMk cId="476083118" sldId="490"/>
        </pc:sldMkLst>
      </pc:sldChg>
      <pc:sldChg chg="add">
        <pc:chgData name="christopher posadas" userId="c785335156d879ca" providerId="LiveId" clId="{C9D886FB-ED5B-489B-8330-669FD307C29D}" dt="2026-04-22T19:09:20.641" v="86"/>
        <pc:sldMkLst>
          <pc:docMk/>
          <pc:sldMk cId="3006658398" sldId="491"/>
        </pc:sldMkLst>
      </pc:sldChg>
      <pc:sldChg chg="add">
        <pc:chgData name="christopher posadas" userId="c785335156d879ca" providerId="LiveId" clId="{C9D886FB-ED5B-489B-8330-669FD307C29D}" dt="2026-04-22T19:09:20.641" v="86"/>
        <pc:sldMkLst>
          <pc:docMk/>
          <pc:sldMk cId="2584686902" sldId="492"/>
        </pc:sldMkLst>
      </pc:sldChg>
      <pc:sldChg chg="add">
        <pc:chgData name="christopher posadas" userId="c785335156d879ca" providerId="LiveId" clId="{C9D886FB-ED5B-489B-8330-669FD307C29D}" dt="2026-04-22T19:09:20.641" v="86"/>
        <pc:sldMkLst>
          <pc:docMk/>
          <pc:sldMk cId="2340145180" sldId="493"/>
        </pc:sldMkLst>
      </pc:sldChg>
      <pc:sldChg chg="add">
        <pc:chgData name="christopher posadas" userId="c785335156d879ca" providerId="LiveId" clId="{C9D886FB-ED5B-489B-8330-669FD307C29D}" dt="2026-04-22T19:09:20.641" v="86"/>
        <pc:sldMkLst>
          <pc:docMk/>
          <pc:sldMk cId="639577726" sldId="494"/>
        </pc:sldMkLst>
      </pc:sldChg>
      <pc:sldChg chg="add">
        <pc:chgData name="christopher posadas" userId="c785335156d879ca" providerId="LiveId" clId="{C9D886FB-ED5B-489B-8330-669FD307C29D}" dt="2026-04-22T19:09:20.641" v="86"/>
        <pc:sldMkLst>
          <pc:docMk/>
          <pc:sldMk cId="181600558" sldId="495"/>
        </pc:sldMkLst>
      </pc:sldChg>
      <pc:sldChg chg="add">
        <pc:chgData name="christopher posadas" userId="c785335156d879ca" providerId="LiveId" clId="{C9D886FB-ED5B-489B-8330-669FD307C29D}" dt="2026-04-22T19:09:20.641" v="86"/>
        <pc:sldMkLst>
          <pc:docMk/>
          <pc:sldMk cId="2024938357" sldId="496"/>
        </pc:sldMkLst>
      </pc:sldChg>
      <pc:sldChg chg="add">
        <pc:chgData name="christopher posadas" userId="c785335156d879ca" providerId="LiveId" clId="{C9D886FB-ED5B-489B-8330-669FD307C29D}" dt="2026-04-22T19:09:20.641" v="86"/>
        <pc:sldMkLst>
          <pc:docMk/>
          <pc:sldMk cId="3622293208" sldId="497"/>
        </pc:sldMkLst>
      </pc:sldChg>
      <pc:sldChg chg="add">
        <pc:chgData name="christopher posadas" userId="c785335156d879ca" providerId="LiveId" clId="{C9D886FB-ED5B-489B-8330-669FD307C29D}" dt="2026-04-22T19:09:20.641" v="86"/>
        <pc:sldMkLst>
          <pc:docMk/>
          <pc:sldMk cId="42415163" sldId="498"/>
        </pc:sldMkLst>
      </pc:sldChg>
      <pc:sldChg chg="add">
        <pc:chgData name="christopher posadas" userId="c785335156d879ca" providerId="LiveId" clId="{C9D886FB-ED5B-489B-8330-669FD307C29D}" dt="2026-04-22T19:09:20.641" v="86"/>
        <pc:sldMkLst>
          <pc:docMk/>
          <pc:sldMk cId="3662138717" sldId="499"/>
        </pc:sldMkLst>
      </pc:sldChg>
      <pc:sldChg chg="add">
        <pc:chgData name="christopher posadas" userId="c785335156d879ca" providerId="LiveId" clId="{C9D886FB-ED5B-489B-8330-669FD307C29D}" dt="2026-04-22T19:09:20.641" v="86"/>
        <pc:sldMkLst>
          <pc:docMk/>
          <pc:sldMk cId="31799455" sldId="500"/>
        </pc:sldMkLst>
      </pc:sldChg>
      <pc:sldChg chg="add">
        <pc:chgData name="christopher posadas" userId="c785335156d879ca" providerId="LiveId" clId="{C9D886FB-ED5B-489B-8330-669FD307C29D}" dt="2026-04-22T19:09:20.641" v="86"/>
        <pc:sldMkLst>
          <pc:docMk/>
          <pc:sldMk cId="3767230175" sldId="501"/>
        </pc:sldMkLst>
      </pc:sldChg>
      <pc:sldChg chg="add">
        <pc:chgData name="christopher posadas" userId="c785335156d879ca" providerId="LiveId" clId="{C9D886FB-ED5B-489B-8330-669FD307C29D}" dt="2026-04-22T19:09:21.076" v="87"/>
        <pc:sldMkLst>
          <pc:docMk/>
          <pc:sldMk cId="698690506" sldId="502"/>
        </pc:sldMkLst>
      </pc:sldChg>
      <pc:sldChg chg="add">
        <pc:chgData name="christopher posadas" userId="c785335156d879ca" providerId="LiveId" clId="{C9D886FB-ED5B-489B-8330-669FD307C29D}" dt="2026-04-22T19:09:20.641" v="86"/>
        <pc:sldMkLst>
          <pc:docMk/>
          <pc:sldMk cId="1223124896" sldId="503"/>
        </pc:sldMkLst>
      </pc:sldChg>
      <pc:sldChg chg="add">
        <pc:chgData name="christopher posadas" userId="c785335156d879ca" providerId="LiveId" clId="{C9D886FB-ED5B-489B-8330-669FD307C29D}" dt="2026-04-22T19:09:20.641" v="86"/>
        <pc:sldMkLst>
          <pc:docMk/>
          <pc:sldMk cId="3672787590" sldId="504"/>
        </pc:sldMkLst>
      </pc:sldChg>
      <pc:sldChg chg="add">
        <pc:chgData name="christopher posadas" userId="c785335156d879ca" providerId="LiveId" clId="{C9D886FB-ED5B-489B-8330-669FD307C29D}" dt="2026-04-22T19:09:20.641" v="86"/>
        <pc:sldMkLst>
          <pc:docMk/>
          <pc:sldMk cId="2324223056" sldId="505"/>
        </pc:sldMkLst>
      </pc:sldChg>
      <pc:sldChg chg="add">
        <pc:chgData name="christopher posadas" userId="c785335156d879ca" providerId="LiveId" clId="{C9D886FB-ED5B-489B-8330-669FD307C29D}" dt="2026-04-22T19:09:20.641" v="86"/>
        <pc:sldMkLst>
          <pc:docMk/>
          <pc:sldMk cId="2982927896" sldId="506"/>
        </pc:sldMkLst>
      </pc:sldChg>
      <pc:sldChg chg="add">
        <pc:chgData name="christopher posadas" userId="c785335156d879ca" providerId="LiveId" clId="{C9D886FB-ED5B-489B-8330-669FD307C29D}" dt="2026-04-22T19:09:20.641" v="86"/>
        <pc:sldMkLst>
          <pc:docMk/>
          <pc:sldMk cId="2329815873" sldId="507"/>
        </pc:sldMkLst>
      </pc:sldChg>
      <pc:sldChg chg="add">
        <pc:chgData name="christopher posadas" userId="c785335156d879ca" providerId="LiveId" clId="{C9D886FB-ED5B-489B-8330-669FD307C29D}" dt="2026-04-22T19:09:20.641" v="86"/>
        <pc:sldMkLst>
          <pc:docMk/>
          <pc:sldMk cId="2761088137" sldId="508"/>
        </pc:sldMkLst>
      </pc:sldChg>
      <pc:sldChg chg="add">
        <pc:chgData name="christopher posadas" userId="c785335156d879ca" providerId="LiveId" clId="{C9D886FB-ED5B-489B-8330-669FD307C29D}" dt="2026-04-22T19:09:20.641" v="86"/>
        <pc:sldMkLst>
          <pc:docMk/>
          <pc:sldMk cId="2392870103" sldId="509"/>
        </pc:sldMkLst>
      </pc:sldChg>
      <pc:sldChg chg="add">
        <pc:chgData name="christopher posadas" userId="c785335156d879ca" providerId="LiveId" clId="{C9D886FB-ED5B-489B-8330-669FD307C29D}" dt="2026-04-22T19:09:21.076" v="87"/>
        <pc:sldMkLst>
          <pc:docMk/>
          <pc:sldMk cId="2357732110" sldId="510"/>
        </pc:sldMkLst>
      </pc:sldChg>
      <pc:sldChg chg="add">
        <pc:chgData name="christopher posadas" userId="c785335156d879ca" providerId="LiveId" clId="{C9D886FB-ED5B-489B-8330-669FD307C29D}" dt="2026-04-22T19:09:21.076" v="87"/>
        <pc:sldMkLst>
          <pc:docMk/>
          <pc:sldMk cId="2199276779" sldId="511"/>
        </pc:sldMkLst>
      </pc:sldChg>
      <pc:sldChg chg="add">
        <pc:chgData name="christopher posadas" userId="c785335156d879ca" providerId="LiveId" clId="{C9D886FB-ED5B-489B-8330-669FD307C29D}" dt="2026-04-22T19:09:21.076" v="87"/>
        <pc:sldMkLst>
          <pc:docMk/>
          <pc:sldMk cId="28775679" sldId="512"/>
        </pc:sldMkLst>
      </pc:sldChg>
      <pc:sldChg chg="add">
        <pc:chgData name="christopher posadas" userId="c785335156d879ca" providerId="LiveId" clId="{C9D886FB-ED5B-489B-8330-669FD307C29D}" dt="2026-04-22T19:09:21.076" v="87"/>
        <pc:sldMkLst>
          <pc:docMk/>
          <pc:sldMk cId="2792095202" sldId="513"/>
        </pc:sldMkLst>
      </pc:sldChg>
      <pc:sldChg chg="add">
        <pc:chgData name="christopher posadas" userId="c785335156d879ca" providerId="LiveId" clId="{C9D886FB-ED5B-489B-8330-669FD307C29D}" dt="2026-04-22T19:09:21.076" v="87"/>
        <pc:sldMkLst>
          <pc:docMk/>
          <pc:sldMk cId="2401567234" sldId="514"/>
        </pc:sldMkLst>
      </pc:sldChg>
      <pc:sldChg chg="add del">
        <pc:chgData name="christopher posadas" userId="c785335156d879ca" providerId="LiveId" clId="{C9D886FB-ED5B-489B-8330-669FD307C29D}" dt="2026-04-22T21:13:06.120" v="104" actId="2696"/>
        <pc:sldMkLst>
          <pc:docMk/>
          <pc:sldMk cId="2932541495" sldId="515"/>
        </pc:sldMkLst>
      </pc:sldChg>
      <pc:sldChg chg="add">
        <pc:chgData name="christopher posadas" userId="c785335156d879ca" providerId="LiveId" clId="{C9D886FB-ED5B-489B-8330-669FD307C29D}" dt="2026-04-22T19:09:21.076" v="87"/>
        <pc:sldMkLst>
          <pc:docMk/>
          <pc:sldMk cId="2002057416" sldId="516"/>
        </pc:sldMkLst>
      </pc:sldChg>
      <pc:sldChg chg="add del">
        <pc:chgData name="christopher posadas" userId="c785335156d879ca" providerId="LiveId" clId="{C9D886FB-ED5B-489B-8330-669FD307C29D}" dt="2026-04-22T19:32:17.220" v="89" actId="2696"/>
        <pc:sldMkLst>
          <pc:docMk/>
          <pc:sldMk cId="2908029661" sldId="517"/>
        </pc:sldMkLst>
      </pc:sldChg>
      <pc:sldChg chg="add del">
        <pc:chgData name="christopher posadas" userId="c785335156d879ca" providerId="LiveId" clId="{C9D886FB-ED5B-489B-8330-669FD307C29D}" dt="2026-04-22T19:32:17.205" v="88" actId="2696"/>
        <pc:sldMkLst>
          <pc:docMk/>
          <pc:sldMk cId="3642411378" sldId="518"/>
        </pc:sldMkLst>
      </pc:sldChg>
      <pc:sldChg chg="add">
        <pc:chgData name="christopher posadas" userId="c785335156d879ca" providerId="LiveId" clId="{C9D886FB-ED5B-489B-8330-669FD307C29D}" dt="2026-04-22T19:09:21.076" v="87"/>
        <pc:sldMkLst>
          <pc:docMk/>
          <pc:sldMk cId="260721318" sldId="519"/>
        </pc:sldMkLst>
      </pc:sldChg>
      <pc:sldChg chg="add">
        <pc:chgData name="christopher posadas" userId="c785335156d879ca" providerId="LiveId" clId="{C9D886FB-ED5B-489B-8330-669FD307C29D}" dt="2026-04-22T19:09:21.076" v="87"/>
        <pc:sldMkLst>
          <pc:docMk/>
          <pc:sldMk cId="2871717304" sldId="520"/>
        </pc:sldMkLst>
      </pc:sldChg>
      <pc:sldChg chg="add">
        <pc:chgData name="christopher posadas" userId="c785335156d879ca" providerId="LiveId" clId="{C9D886FB-ED5B-489B-8330-669FD307C29D}" dt="2026-04-22T19:09:21.076" v="87"/>
        <pc:sldMkLst>
          <pc:docMk/>
          <pc:sldMk cId="3340697238" sldId="522"/>
        </pc:sldMkLst>
      </pc:sldChg>
      <pc:sldChg chg="add">
        <pc:chgData name="christopher posadas" userId="c785335156d879ca" providerId="LiveId" clId="{C9D886FB-ED5B-489B-8330-669FD307C29D}" dt="2026-04-22T19:09:21.076" v="87"/>
        <pc:sldMkLst>
          <pc:docMk/>
          <pc:sldMk cId="2276131071" sldId="523"/>
        </pc:sldMkLst>
      </pc:sldChg>
      <pc:sldChg chg="add">
        <pc:chgData name="christopher posadas" userId="c785335156d879ca" providerId="LiveId" clId="{C9D886FB-ED5B-489B-8330-669FD307C29D}" dt="2026-04-22T19:09:21.076" v="87"/>
        <pc:sldMkLst>
          <pc:docMk/>
          <pc:sldMk cId="2728595165" sldId="524"/>
        </pc:sldMkLst>
      </pc:sldChg>
      <pc:sldChg chg="add">
        <pc:chgData name="christopher posadas" userId="c785335156d879ca" providerId="LiveId" clId="{C9D886FB-ED5B-489B-8330-669FD307C29D}" dt="2026-04-22T19:09:21.076" v="87"/>
        <pc:sldMkLst>
          <pc:docMk/>
          <pc:sldMk cId="2987076631" sldId="525"/>
        </pc:sldMkLst>
      </pc:sldChg>
      <pc:sldChg chg="delSp add mod">
        <pc:chgData name="christopher posadas" userId="c785335156d879ca" providerId="LiveId" clId="{C9D886FB-ED5B-489B-8330-669FD307C29D}" dt="2026-04-22T22:02:37.455" v="110"/>
        <pc:sldMkLst>
          <pc:docMk/>
          <pc:sldMk cId="2594189088" sldId="526"/>
        </pc:sldMkLst>
        <pc:spChg chg="del">
          <ac:chgData name="christopher posadas" userId="c785335156d879ca" providerId="LiveId" clId="{C9D886FB-ED5B-489B-8330-669FD307C29D}" dt="2026-04-22T22:02:37.455" v="110"/>
          <ac:spMkLst>
            <pc:docMk/>
            <pc:sldMk cId="2594189088" sldId="526"/>
            <ac:spMk id="7" creationId="{ADFEFFC9-B403-DA81-75C4-3842C80923E1}"/>
          </ac:spMkLst>
        </pc:spChg>
      </pc:sldChg>
      <pc:sldChg chg="add">
        <pc:chgData name="christopher posadas" userId="c785335156d879ca" providerId="LiveId" clId="{C9D886FB-ED5B-489B-8330-669FD307C29D}" dt="2026-04-22T19:09:21.076" v="87"/>
        <pc:sldMkLst>
          <pc:docMk/>
          <pc:sldMk cId="1110515987" sldId="527"/>
        </pc:sldMkLst>
      </pc:sldChg>
      <pc:sldChg chg="add">
        <pc:chgData name="christopher posadas" userId="c785335156d879ca" providerId="LiveId" clId="{C9D886FB-ED5B-489B-8330-669FD307C29D}" dt="2026-04-22T19:09:21.076" v="87"/>
        <pc:sldMkLst>
          <pc:docMk/>
          <pc:sldMk cId="471598881" sldId="528"/>
        </pc:sldMkLst>
      </pc:sldChg>
      <pc:sldChg chg="add">
        <pc:chgData name="christopher posadas" userId="c785335156d879ca" providerId="LiveId" clId="{C9D886FB-ED5B-489B-8330-669FD307C29D}" dt="2026-04-22T19:09:21.076" v="87"/>
        <pc:sldMkLst>
          <pc:docMk/>
          <pc:sldMk cId="2717894708" sldId="529"/>
        </pc:sldMkLst>
      </pc:sldChg>
      <pc:sldChg chg="add">
        <pc:chgData name="christopher posadas" userId="c785335156d879ca" providerId="LiveId" clId="{C9D886FB-ED5B-489B-8330-669FD307C29D}" dt="2026-04-22T19:09:21.076" v="87"/>
        <pc:sldMkLst>
          <pc:docMk/>
          <pc:sldMk cId="2636663886" sldId="530"/>
        </pc:sldMkLst>
      </pc:sldChg>
      <pc:sldChg chg="add">
        <pc:chgData name="christopher posadas" userId="c785335156d879ca" providerId="LiveId" clId="{C9D886FB-ED5B-489B-8330-669FD307C29D}" dt="2026-04-22T19:09:21.076" v="87"/>
        <pc:sldMkLst>
          <pc:docMk/>
          <pc:sldMk cId="3692651029" sldId="531"/>
        </pc:sldMkLst>
      </pc:sldChg>
      <pc:sldChg chg="add">
        <pc:chgData name="christopher posadas" userId="c785335156d879ca" providerId="LiveId" clId="{C9D886FB-ED5B-489B-8330-669FD307C29D}" dt="2026-04-22T19:09:21.076" v="87"/>
        <pc:sldMkLst>
          <pc:docMk/>
          <pc:sldMk cId="34057583" sldId="532"/>
        </pc:sldMkLst>
      </pc:sldChg>
      <pc:sldChg chg="add">
        <pc:chgData name="christopher posadas" userId="c785335156d879ca" providerId="LiveId" clId="{C9D886FB-ED5B-489B-8330-669FD307C29D}" dt="2026-04-22T19:09:21.076" v="87"/>
        <pc:sldMkLst>
          <pc:docMk/>
          <pc:sldMk cId="2874927200" sldId="533"/>
        </pc:sldMkLst>
      </pc:sldChg>
      <pc:sldChg chg="add">
        <pc:chgData name="christopher posadas" userId="c785335156d879ca" providerId="LiveId" clId="{C9D886FB-ED5B-489B-8330-669FD307C29D}" dt="2026-04-22T19:09:21.076" v="87"/>
        <pc:sldMkLst>
          <pc:docMk/>
          <pc:sldMk cId="4139669514" sldId="534"/>
        </pc:sldMkLst>
      </pc:sldChg>
      <pc:sldChg chg="add">
        <pc:chgData name="christopher posadas" userId="c785335156d879ca" providerId="LiveId" clId="{C9D886FB-ED5B-489B-8330-669FD307C29D}" dt="2026-04-22T19:09:21.076" v="87"/>
        <pc:sldMkLst>
          <pc:docMk/>
          <pc:sldMk cId="2522600632" sldId="535"/>
        </pc:sldMkLst>
      </pc:sldChg>
      <pc:sldChg chg="add del">
        <pc:chgData name="christopher posadas" userId="c785335156d879ca" providerId="LiveId" clId="{C9D886FB-ED5B-489B-8330-669FD307C29D}" dt="2026-04-22T22:02:37.482" v="112" actId="2696"/>
        <pc:sldMkLst>
          <pc:docMk/>
          <pc:sldMk cId="2004815913" sldId="537"/>
        </pc:sldMkLst>
      </pc:sldChg>
      <pc:sldChg chg="add">
        <pc:chgData name="christopher posadas" userId="c785335156d879ca" providerId="LiveId" clId="{C9D886FB-ED5B-489B-8330-669FD307C29D}" dt="2026-04-22T19:09:21.076" v="87"/>
        <pc:sldMkLst>
          <pc:docMk/>
          <pc:sldMk cId="378545245" sldId="546"/>
        </pc:sldMkLst>
      </pc:sldChg>
      <pc:sldChg chg="add">
        <pc:chgData name="christopher posadas" userId="c785335156d879ca" providerId="LiveId" clId="{C9D886FB-ED5B-489B-8330-669FD307C29D}" dt="2026-04-22T19:09:21.076" v="87"/>
        <pc:sldMkLst>
          <pc:docMk/>
          <pc:sldMk cId="3340557414" sldId="547"/>
        </pc:sldMkLst>
      </pc:sldChg>
      <pc:sldChg chg="add">
        <pc:chgData name="christopher posadas" userId="c785335156d879ca" providerId="LiveId" clId="{C9D886FB-ED5B-489B-8330-669FD307C29D}" dt="2026-04-22T19:09:21.076" v="87"/>
        <pc:sldMkLst>
          <pc:docMk/>
          <pc:sldMk cId="595822847" sldId="548"/>
        </pc:sldMkLst>
      </pc:sldChg>
      <pc:sldChg chg="modSp add mod">
        <pc:chgData name="christopher posadas" userId="c785335156d879ca" providerId="LiveId" clId="{C9D886FB-ED5B-489B-8330-669FD307C29D}" dt="2026-04-22T22:02:37.474" v="111" actId="20577"/>
        <pc:sldMkLst>
          <pc:docMk/>
          <pc:sldMk cId="1168911768" sldId="549"/>
        </pc:sldMkLst>
        <pc:spChg chg="mod">
          <ac:chgData name="christopher posadas" userId="c785335156d879ca" providerId="LiveId" clId="{C9D886FB-ED5B-489B-8330-669FD307C29D}" dt="2026-04-22T22:02:37.474" v="111" actId="20577"/>
          <ac:spMkLst>
            <pc:docMk/>
            <pc:sldMk cId="1168911768" sldId="549"/>
            <ac:spMk id="3" creationId="{CD60E5A4-3019-004C-1679-A7394684BEA2}"/>
          </ac:spMkLst>
        </pc:spChg>
      </pc:sldChg>
      <pc:sldChg chg="add">
        <pc:chgData name="christopher posadas" userId="c785335156d879ca" providerId="LiveId" clId="{C9D886FB-ED5B-489B-8330-669FD307C29D}" dt="2026-04-22T19:09:21.076" v="87"/>
        <pc:sldMkLst>
          <pc:docMk/>
          <pc:sldMk cId="3704648243" sldId="550"/>
        </pc:sldMkLst>
      </pc:sldChg>
      <pc:sldChg chg="add del">
        <pc:chgData name="christopher posadas" userId="c785335156d879ca" providerId="LiveId" clId="{C9D886FB-ED5B-489B-8330-669FD307C29D}" dt="2026-04-22T21:13:06.116" v="103" actId="2696"/>
        <pc:sldMkLst>
          <pc:docMk/>
          <pc:sldMk cId="4181650066" sldId="551"/>
        </pc:sldMkLst>
      </pc:sldChg>
      <pc:sldChg chg="add">
        <pc:chgData name="christopher posadas" userId="c785335156d879ca" providerId="LiveId" clId="{C9D886FB-ED5B-489B-8330-669FD307C29D}" dt="2026-04-22T19:09:21.076" v="87"/>
        <pc:sldMkLst>
          <pc:docMk/>
          <pc:sldMk cId="2832855857" sldId="552"/>
        </pc:sldMkLst>
      </pc:sldChg>
      <pc:sldChg chg="add">
        <pc:chgData name="christopher posadas" userId="c785335156d879ca" providerId="LiveId" clId="{C9D886FB-ED5B-489B-8330-669FD307C29D}" dt="2026-04-22T19:09:21.076" v="87"/>
        <pc:sldMkLst>
          <pc:docMk/>
          <pc:sldMk cId="801303929" sldId="553"/>
        </pc:sldMkLst>
      </pc:sldChg>
      <pc:sldChg chg="add">
        <pc:chgData name="christopher posadas" userId="c785335156d879ca" providerId="LiveId" clId="{C9D886FB-ED5B-489B-8330-669FD307C29D}" dt="2026-04-22T19:09:21.076" v="87"/>
        <pc:sldMkLst>
          <pc:docMk/>
          <pc:sldMk cId="2888100334" sldId="554"/>
        </pc:sldMkLst>
      </pc:sldChg>
      <pc:sldChg chg="add">
        <pc:chgData name="christopher posadas" userId="c785335156d879ca" providerId="LiveId" clId="{C9D886FB-ED5B-489B-8330-669FD307C29D}" dt="2026-04-22T19:09:21.076" v="87"/>
        <pc:sldMkLst>
          <pc:docMk/>
          <pc:sldMk cId="538061813" sldId="555"/>
        </pc:sldMkLst>
      </pc:sldChg>
      <pc:sldChg chg="add">
        <pc:chgData name="christopher posadas" userId="c785335156d879ca" providerId="LiveId" clId="{C9D886FB-ED5B-489B-8330-669FD307C29D}" dt="2026-04-22T19:09:21.076" v="87"/>
        <pc:sldMkLst>
          <pc:docMk/>
          <pc:sldMk cId="1030956315" sldId="556"/>
        </pc:sldMkLst>
      </pc:sldChg>
      <pc:sldChg chg="add">
        <pc:chgData name="christopher posadas" userId="c785335156d879ca" providerId="LiveId" clId="{C9D886FB-ED5B-489B-8330-669FD307C29D}" dt="2026-04-22T19:09:21.076" v="87"/>
        <pc:sldMkLst>
          <pc:docMk/>
          <pc:sldMk cId="2597393981" sldId="557"/>
        </pc:sldMkLst>
      </pc:sldChg>
      <pc:sldChg chg="add del">
        <pc:chgData name="christopher posadas" userId="c785335156d879ca" providerId="LiveId" clId="{C9D886FB-ED5B-489B-8330-669FD307C29D}" dt="2026-04-22T22:02:37.492" v="115" actId="2696"/>
        <pc:sldMkLst>
          <pc:docMk/>
          <pc:sldMk cId="4202272298" sldId="558"/>
        </pc:sldMkLst>
      </pc:sldChg>
      <pc:sldChg chg="add del">
        <pc:chgData name="christopher posadas" userId="c785335156d879ca" providerId="LiveId" clId="{C9D886FB-ED5B-489B-8330-669FD307C29D}" dt="2026-04-22T22:02:37.488" v="114" actId="2696"/>
        <pc:sldMkLst>
          <pc:docMk/>
          <pc:sldMk cId="359080048" sldId="559"/>
        </pc:sldMkLst>
      </pc:sldChg>
      <pc:sldChg chg="add del">
        <pc:chgData name="christopher posadas" userId="c785335156d879ca" providerId="LiveId" clId="{C9D886FB-ED5B-489B-8330-669FD307C29D}" dt="2026-04-22T22:02:37.486" v="113" actId="2696"/>
        <pc:sldMkLst>
          <pc:docMk/>
          <pc:sldMk cId="153007796" sldId="560"/>
        </pc:sldMkLst>
      </pc:sldChg>
    </pc:docChg>
  </pc:docChgLst>
  <pc:docChgLst>
    <pc:chgData name="Singh, Paolo (CDR)" userId="8e74c7fb-7789-4b96-b003-a5a4a4a70b15" providerId="ADAL" clId="{07EA12FF-6538-58A0-B870-149C394003F4}"/>
    <pc:docChg chg="undo custSel addSld delSld modSld sldOrd">
      <pc:chgData name="Singh, Paolo (CDR)" userId="8e74c7fb-7789-4b96-b003-a5a4a4a70b15" providerId="ADAL" clId="{07EA12FF-6538-58A0-B870-149C394003F4}" dt="2026-04-14T14:40:50.307" v="8777" actId="1076"/>
      <pc:docMkLst>
        <pc:docMk/>
      </pc:docMkLst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6:52:12.749"/>
    </inkml:context>
    <inkml:brush xml:id="br0">
      <inkml:brushProperty name="width" value="0.09086" units="cm"/>
      <inkml:brushProperty name="height" value="0.09086" units="cm"/>
      <inkml:brushProperty name="color" value="#FF0000"/>
    </inkml:brush>
    <inkml:brush xml:id="br1">
      <inkml:brushProperty name="width" value="0.09071" units="cm"/>
      <inkml:brushProperty name="height" value="0.09071" units="cm"/>
      <inkml:brushProperty name="color" value="#3165BB"/>
    </inkml:brush>
  </inkml:definitions>
  <inkml:trace contextRef="#ctx0" brushRef="#br0">27554 2277 7820,'-13'-41'6,"6"5"186,3-13 0,11 9 0,8 3 1,10 9-1,4 7-192,1 9 0,-7-17 0,-5 2 0</inkml:trace>
  <inkml:trace contextRef="#ctx0" brushRef="#br1" timeOffset="1.05">6202 7445 7928,'-12'-11'1198,"0"2"0,-1 2 0,1 0 1495,0 0 1,1 3-836,3-4-1559,2 5 1,6-1-1,0 8 1,0 4-1,0 3 1,0 3 1759,0 2-1897,0 4 1,0 4 0,0 4 0,0 3-1,0 6 1,0 3 0,0 2 0,0 3-1,2 3-139,2 1 0,2-1 0,7-4 0,0-6-404,4-4 0,-3-11 0,3 1 0,0-7-101,-1-6 1,1-4 0,-5-7 0,0-1 446,0-3 0,-1-3 0,-1-7 0,-2-2 138,2-5 0,-3-6-20,1-2-48,-5 1 0,3-1 0,-3 0 0,1 2 0,-1-1 0,-2 1 0,-1 0 513,0 4 0,0-2-230,0 4 0,0 4 0,0 0 883,0 4-883,-5 0 0,3 8-551,-2 5 1,3 1 195,1 7 1,4-4 116,0 5 33,6-1 1,-7 0-1,5 0 1,1 2 0,2 1-1,2 2 1,0 2 660,4 2 0,-2 6-446,5 2 0,1 2 0,3 9 0,1 2-283,0 0 1,-2 6-250,-3 1 1,1 8-1,-9 5 1,-5 2-302,-4 2 0,-14-1 482,-6 1 0,-11-1 0,10-30 1,-1-2-1,-2 0 0,-2-2 551,-25 23 0,0-7-209,3-6 0,1-5 0,5-6 1,-2-9-320,1-8 0,3-7-98,4-2 1,2-6 0,5-5 0,3-6-4544,8-2 1,2-3 4640,9-7 0,20-10 0,8-8 0,3-5 0,0-1 0</inkml:trace>
  <inkml:trace contextRef="#ctx0" brushRef="#br1" timeOffset="2.04">6128 7236 7983,'0'-8'-1161,"-1"1"2076,-3 2-118,3-5 1,-6 7-1,3-4 1,-3 1-1,-1 0 3199,-1 1-3197,7 1-359,-9 4 0,11 0 1190,0 0-1371,0 0 0,15 0 0,-1 0 0,3 0 0,5 0 1,0 0-1,1 0 103,2 0 0,-3-5 1,6 1-1,-2 0-428,-1-1 1,0 3 192,-1-2-389,-5 3 0,3-3 0,-5 0 1,-1 1-1,1 2 0,-1 1-1034,-1 0 988,-7 0 1,-2 1 755,-6 3 21,0-3 0,-6 5-236,-2-6 0,1 0-314,-1 0 1,4 0-7,-4 0 0,4 0 55,-5 0 0,5 0 1,-4-1 69,-2-4 1,0 0 155,-3-3 0,1-3 0,0 3 0,-1-3 336,1-2 1,-4 2-384,-1 3 1,1-3 0,3 3-1,1-1-597,0 0 0,4 0-837,-1 5 0,5-5-4044,-4 5 5331,5 0 0,31 21 0,13 3 0</inkml:trace>
  <inkml:trace contextRef="#ctx0" brushRef="#br1" timeOffset="3.05">7310 7630 7861,'-1'-8'184,"-2"-1"1,-1 0 0,0-1 2413,-2 2 0,5 1-1047,-3 3-1093,2 3 0,4-5 0,2 6 1,4 0 110,3 0 0,1 0 0,2 0 0,2 0-696,5 0 0,2-4 0,2 0 0,1 1-773,2 2 0,-2 1 1,3 0-1,-3 0-5645,-1 0 6545,-6 0 0,-62 22 0,-20 5 0</inkml:trace>
  <inkml:trace contextRef="#ctx0" brushRef="#br1" timeOffset="4.05">7334 7827 7861,'0'12'-14,"0"-5"0,6-2 1469,2-5 1,3-5-1,1-3 1,2-3-907,2-2 0,4 1 1,6 0-550,2 0 0,26-12 0,10-2 0</inkml:trace>
  <inkml:trace contextRef="#ctx0" brushRef="#br1" timeOffset="5.05">8627 7273 7848,'12'0'103,"0"-4"1,1-2-1,-1 1 1,-1-2 2350,-3 0-1230,-3 5 0,-11-4-340,-7 6-731,-4 6 0,-8 0 0,-1 7 0,-1-1 0,-3 0 0,-1 1 1,0-1 80,0 0 0,3-4 0,0-1 0,0 0-54,-1 0 1,8-4-171,-4 1-25,9-3 0,-2-1 0,5 0 1,3-1 96,1-3 211,4 2 1,6-3-1,3 5 694,5 0 1,0 1-120,-1 3-642,-2-2 1,-5 4 0,2-1-1,1 3-59,-1 3 1,2 1 0,-1 0 0,-1 2-42,-2 2 0,1-2-91,2 2 0,-3 4 1,5 0-1,-2 5-118,0 3 1,0 4 2,-4 5 1,4 0 181,0 0-166,0 0 0,-4 0 0,0-1 0,0 1 0,0 0 29,0 0 1,0 0 0,0-1 0,0-2 30,0-1 0,0-6 8,0 2 0,-4 2 1,-1 1-1,-1 0-7,1 1 1,-3-4 84,3 4 1,0-4 88,1 3-146,3-4 0,-5 0 0,6-6 0,0-1 0,0 1-79,0 1 0,0-3 1,0 0-1,0-1-46,0 0 0,1-3 90,4 5 0,-4-5-37,3 5 21,-3-6 0,-1 8 0,0-1 0,0 4 0,0 3 178,0-2 0,0 0 1,0 1-1,-1 0-121,-3 0 1,3-4 16,-4-3 1,4 1-225,1-6 182,0 0 0,0-3 0,0-1 0,0 0-67,0 1 1,0-5-115,0 0 157,0-5 0,0 4 72,0-3-45,0-3 1,0 10 0,-1-3 0,-2 3 26,-1 2 0,-2-1 1,4 0-1,-2 0-6,1 1 0,1-5-6,2 0 0,0 0-18,0 5 18,0-7 1,0 5 287,0-2 734,0-4-305,0 1-357,0-1 7,0-4 1,0 6-435,0-3 36,0-2 1,2 3-60,2-5 0,-1 0 184,5 0-164,-5-5 64,8-2 0,-5-1 0,7 1 0,-1 1 26,0 4 1,1-1-1,-1 0 1,0-1-6,1 1 0,-1 2-47,0 1 0,2 0 0,1 0 0,1 0-44,-1 0 1,-1 0-474,-2 0-720,1 0-419,-1 0 0,-4 0 0,0 0 1664,2 0 0,-16-44 0,-2-10 0</inkml:trace>
  <inkml:trace contextRef="#ctx0" brushRef="#br1" timeOffset="6.05">8984 7519 7814,'-2'-7'1296,"-1"2"1431,-1-1-2387,-5 5 0,6-5 0,-4 8 0,2 2 1,2 4-1,2 4 693,1 5 1,0-2-622,0 5-179,0 1 0,1-1 0,3 0 1,4-1-1,3-2 0,2 1 153,-1-3 1,2-6 0,1-5 0,1-4 304,-1-4-551,-1-9 0,-2-6 0,0-6 0,1 1 0,-2-2 0,-3-1 0,-3-2 1008,1 1-987,-5 2 1,5 7 0,-6 3 0,1 4 0,2 5-476,1 7 1,1 9 230,-1 8-37,3 10 1,5-5 0,2 11 0,1 0 0,2-1 0,-2 1-1,-2 0-238,0-1 0,-7 3 469,-1-2 1,-7-3 743,-6-1-659,-6-3 1,-20-2 0,-4 1 0,-3-2-1,-3-4 331,0-6 1,5-7 0,-1-6 0,4 0-867,4 0 1,8 0-948,0 0 1,11-1-1857,1-3 1,15 7 623,5-3 1,8 4 2517,9 0 0,27-8 0,7 2 0</inkml:trace>
  <inkml:trace contextRef="#ctx0" brushRef="#br1" timeOffset="7.05">9500 7814 7814,'4'-8'4148,"1"0"-969,-3-2 1,0 6-2641,-2 4-532,0 6-211,0 6 0,0 0 0,0 1 0,0-1 1,0 0 203,0 1 0,-6 10 0,-1 3 0</inkml:trace>
  <inkml:trace contextRef="#ctx0" brushRef="#br1" timeOffset="8.05">8971 8725 7814,'0'-8'-712,"0"0"2664,0-2-838,0 5 1,0-2-1,-1 4-167,-3-1 0,1 1-622,-5 7-111,5 3 0,-2 10 0,5 0 0,0 3 0,0 0 1,0 1-1,0-2 0,0-2 0,0 0 374,0 1 0,1-6 1,3 0-1,4-6-390,3-5 1,-3-1 0,1-3-1,0-5-163,2-8 0,1-6 0,1-3 1,-2 1-186,-3-1 0,1 2 0,-4 2-199,-3 5 1,4 9 0,-2 8 329,-1 10 0,2 8 0,-1 10 1,0 5 118,2 6 1,1-2-77,5 3-65,0-2 0,-4-4 1,-1-1-1,-1-2 1,-4-2 316,0-3-56,-2-6 0,-11-3 0,-7-6 0,-7-1 1,-5-3 310,-1-4 0,4-3 0,-2-1 0,3 0-1253,1 0 0,6 0 21,3 0-3708,2 6 2995,7 1 0,7 5 0,10-1 1414,5-3 0,31-23 0,15-14 0,-17 9 0,1-1 0,0 1 0</inkml:trace>
  <inkml:trace contextRef="#ctx0" brushRef="#br1" timeOffset="9.05">9451 9020 7297,'-5'-6'-1547,"3"0"1547,-9 6 0,10 0 0,-4 0 0,5 0 145,0 0 1732,-6 0-1160,-1 0 377,0 0-269,2 0 0,1-1 434,0-3-934,0 2 737,4-3 1,0-1 758,0-2-1539,0 3 0,1-5 0,3 5 0,4-1 110,3 1-408,-4 1 0,4 0 0,-3-1 0,3 3-69,1 0-58,1 2 1,-1 0-1,-1 2 1,-3 2-102,-4 4 1,-2 3 0,-2 3 0,0 2 396,0 5 0,0-2 52,0 1 1,-4 1-1,-1 2 1,3-3 248,0-3 0,2-3-93,0-2 1,0 0 442,0 0-611,6-5 1,1-1 0,5-8 0,0-3-1,2-6-845,2-4 1,-1-7-1,6 2 1,-1-4 651,0 0 0,-1-10 0,1-6 0,0-3 0,0 0 0</inkml:trace>
  <inkml:trace contextRef="#ctx0" brushRef="#br1" timeOffset="10.05">10116 7285 7599,'-11'-1'94,"1"-2"0,2-1 1,0 0 1464,1-2 0,-3 4 0,5-5 1422,-2 1-1922,4 2-331,-2 4 0,6 0 579,3 0-1209,9 0 0,6 0 1,5 0-1,2 0 1,3 0-1,4 0 0,2-1-158,2-3 1,-1 3-1,-2-5 1,-2 2-1,-2-2 1,-4 1-37,-5 0 0,0-1 0,-7 3 554,-3-1-104,-7 0-209,1 4 1,-6 0-1,-2 1 1,-2 4-1,-1 3 287,1 3 0,1 1-174,4 0-184,0 1 0,-5-1 1,1 0-1,2 2 1,0 2 99,2 5 0,2-1 1,0 4-1,2 3 115,-1 3 0,-1 4-218,-2 7-54,0 3 1,0 15-1,0 2 1,0 2 0,0 0-58,0-1 1,4-1-152,0 1 0,0-6 0,-4-3 0,0-2-15,0-2 0,0-4 253,0 0 1,0-11 9,0-1 1,0-1 0,0-4 0,0 1 399,0 1 0,0-3-102,0 6 1,0-4 37,0 4-383,0 0 1,0 6-1,0 0 1,0-4 0,0-1 36,0-2 0,0-2 0,0-7 0,0-1-82,0-2 1,0-4-60,0 0 0,0-2 122,0-2-218,0 0 0,1 1 1,2-1-1,1 0 0,-1 0-219,-2 1 0,3 3 1,0 1-97,-1-2 1,0-6 43,1-1 7,-3-5 526,5 3 237,-6-6 351,0 0-176,0-6-313,0 5 0,0-6-57,0 3 0,0 1 81,0-5-598,0 5 379,-6-2-151,5 5 0,-6 0 0,3 0 0,-4 0 0,-4 0 109,-5 0 1,-2 5 0,-7 5 0,-3 3 593,-4 4 1,3 3-317,2-3 0,2-1 68,1-4-2252,6 1 1,1-2-3534,14-3 5505,8-8 0,27-20 0,12-11 0,0-2 0,0-1 0</inkml:trace>
  <inkml:trace contextRef="#ctx0" brushRef="#br1" timeOffset="11.05">13783 7187 7767,'0'-12'174,"0"-1"0,0 1 0,0 0 1090,0-1 1,0 5 0,-1 1 1221,-4 2-1657,4 1-605,-4 4 1,5 1 0,0 5-1,0 6 1,0 6 0,0 3-1,0 3 116,0 2 0,0 1 0,0-1 0,0 1 140,0 2-441,5-6 0,-2-1 0,5-5 0,2-2 0,1-3 0,2-4 0,2-4-21,2-2-73,5-8 0,-3-6 0,5-9 1,1-2-1,0-2 0,-1 2 1,-1 4-246,-2 7 263,-3 5 1,-2 7 0,1 1 0,-2 3 0,0 6 115,1 5 0,-1 3 0,4 2 0,0-3 356,0-4 1,2-2-72,4-2 0,-2-5 0,-1-10 1,-3-6 919,-1-7 0,1-10-188,-7-4 0,2-1-134,-10 1-729,0-2 0,-10 5 1,-2-2-1,-3 8 0,-1 6-773,0 4-3391,-1 2-786,1 5 2904,11 1 0,3 1 0,14-2 0,1-2 1813,2-4 0,13-13 0,6-12 0</inkml:trace>
  <inkml:trace contextRef="#ctx0" brushRef="#br1" timeOffset="12.05">13783 6793 7756,'0'-8'-386,"0"0"2505,0-2-669,0 5 1318,0-6-1173,0 9 0,-1-3-727,-4 5-715,4 0 1,5 4 0,10 0-167,4-1 1,4-2 0,6-1 0,6 0-115,6 0 1,4 0 0,5-1 0,-1-2-23,-3-1 0,-3-4 0,-6 2 0,-3 1-29,-4-1 124,-9 2 259,-2 4 158,-11 0-288,-2 0-378,-5 0 57,0 0 419,-5 0-117,3 0 18,-3 0-4,5-5 9,0 3-174,0-3 0,-2 5 98,-2 0 1,2 0 67,-7 0 0,7-1-62,-2-4 1,1 4 0,0-4-260,-1-1-34,-6-1 0,5-5-90,-3 0 300,-3-1 1,5 1-1,-3 0 1,2-1-1,0 1-488,0 0 0,3 0 0,-4-1-1907,-2 1-451,5 5 2920,-1 2 0,39 10 0,8 2 0</inkml:trace>
  <inkml:trace contextRef="#ctx0" brushRef="#br1" timeOffset="13.05">14927 7162 7738,'-8'0'740,"1"-1"0,1-2 593,-1-1 0,5 0 0,2 4 0,9 0-250,6 0 0,4-4-1771,5 0 354,6 0 0,6 4 0,5 0 0,-3-2 0,-2-1 0,-5-1 0,-1 2-2178,-2 0 0,-8 2 1439,-3 0 1073,-9 0 0,-34 7 0,-19 3 0,-3 0 0,0 0 0</inkml:trace>
  <inkml:trace contextRef="#ctx0" brushRef="#br1" timeOffset="14.05">14927 7310 7738,'-11'12'499,"7"0"604,-8 1-690,8-6 1,0 2 0,9-5 0,8-1 0,7-3 1499,8-4 1,0-3-1457,9-5-539,-3-1 0,9 3 0,-5 0 0,2 2 82,1-2 0,5-12 0,-2-4 0</inkml:trace>
  <inkml:trace contextRef="#ctx0" brushRef="#br1" timeOffset="15.05">16256 6928 7865,'9'-8'6390,"-1"0"-6212,-5 0 1,1 1-1,-8 1 1,-6 2-460,-5 0 123,-4 0 1,-7 4 0,-3 0 0,-5 2 0,-4 2 0,-3 4 0,1 3-338,2 1 0,6 0 1,4 1-1,3-2 305,4-3 0,4 1 0,6-3 1908,3 1-513,2-5-883,12 4 1,-4-6-1,6 0 1,2 0-1,1 1 1,1 2 283,1 1 1,-1 4-1,-1-2 1,-2-1-58,0 1 1,-3 3 34,3 0-482,-4 1 0,-1-1 1,2-1-1,-1 3 0,2 2 1,-2 4-1,2-1 96,0 2 1,-3-2-211,4 9 1,-5-3-106,1 7 122,-2-3 1,2 0 0,0 1 0,-1 3 0,-2 0 130,-1 0 0,0 0 1,0-2-1,1 2 22,3 1 1,-2-3-114,2 0 1,-3-2 0,1 0-1,0 2-156,2 0 0,2 1-12,-2-4 0,-3-1 117,4 1-56,-4-1 1,-1 1 0,0 0 0,0-1 0,0 2 18,0 3 1,0-2 0,0 5 0,0-1 14,0 1 0,0-4-80,0 5 0,0-4 0,0 4 0,0 0-17,0-2 0,0-1 110,0-5 1,0-1 225,0 1-122,0-6 1,0 3-1,0-4 1,0 1 0,0 3 334,0 1-397,0-4 1,0 3 0,0-4 0,0 1 0,0 1 9,0 0 1,0 1-1,0-3 1,0 0-36,0 0 0,0 2-33,0-3 1,0 3 29,0-3-49,0-1 0,0 0 0,0 2 1,0 0-1,0 0-12,0-3 1,0 0 0,0 0 0,0 3-142,0 1 0,0-3 169,0 5 0,0-5 0,0 5 0,0-1-54,0-1 0,0 3 194,0-5 0,0 0 214,0 0-282,0-4 0,0 9 0,0-4 0,-1 0 0,-2 0 38,-1-3-118,0 4 0,4-1 1,0 3-1,-2-1 1,-1-1-30,-1 0 1,0 1-1,4 4 1,0-2 75,0-2 0,0-1-1,0 2 1,0 1-78,0-6 79,0 0 1,0-3 0,0 0 0,0 2 0,0 2 108,0-2-119,0-1 0,0-1 0,0 2 1,0 3-1,-1 1-21,-3 3 1,2 1 0,-3 2 0,1 0 15,0-1 1,-4 5-23,3 0 1,0-1 15,1-3-14,3-1 1,-5-3 0,5-2 0,-2-1-1,-1-2-20,1 2 0,2-4 0,1 2 1,0-1-3,0 2 1,0-4-138,0 4 1,0 0 0,0 0 0,0-1 217,0 2 1,-4-4 27,0 2 0,-1-2 103,5-2-132,0 0 0,-4 5 0,0-1 0,2-1-83,0-1 0,2-2 0,-1 1-302,-3-1 0,2 0 186,-2 1 0,3 0 299,1 4-54,-6-4 1,5 5 0,-3-6 0,1-1 0,0-1 788,-1-2 388,0 0 1328,-1-1-1823,3-1-781,-3-12 0,6-1 60,3-5-42,-2 5 1,9-4 0,-3 3-1,3-2 1,3 1-260,2 1 231,-2-1 1,9-2 0,-1 2-1,4 1 1,4-2-109,1-1 1,-2 3 0,2 1 0,-1 0-308,-2 0 1,-4 5-58,-3-2-1945,2 2-2454,-9 2 4905,4 0 0,-39-38 0,-8-10 0</inkml:trace>
  <inkml:trace contextRef="#ctx0" brushRef="#br1" timeOffset="16.05">16466 7248 7736,'0'-8'539,"0"0"0,-2-2 1364,-2-1-702,3 5 1,-5-5-61,6 2 0,0 9-553,0 5-387,0 4 1,0 5 0,0 2 0,0 5 0,0 2 0,0 2 0,0-1 825,0 1-954,0-1 1,0 1 0,0 0 0,0-2-1,0-1 1,0-3 0,2-1 339,2-3-494,-3-7 1,10 1-1,-3-4 1,5-5-1,2-6 1,2-8-1,4-3-680,5-5 590,-1-1 0,5 3 0,-6 4 0,1 4 1,-2 3-1,-1 5 0,-3 4-292,-1 4 0,-2 3 974,-3 6-374,-7-1 1,5 4 0,-4 1 0,1-4-1,-1-2 415,-1-2 1,3-7 0,1 0 176,5-9 1,-5-7-345,2-10 1,-4-5 146,0 0-576,-2-5 0,-6 2 0,0-3 1,-2 2-1,-2 4-151,-4 3 0,-4 7 0,-3 4 0,-2 6-273,2 5 1,2 4-1807,0 4 1,5 7 232,0 5 946,5 0 1,-1 1 1094,8-1 0,25 17 0,10 0 0</inkml:trace>
  <inkml:trace contextRef="#ctx0" brushRef="#br1" timeOffset="17.05">17106 7421 7773,'0'-13'4520,"0"1"-3381,5 5 1255,-4-4-1950,5 15 1,-6-6-1,0 11 1,0 3 0,-1 4-1,-2 0 1,-1 0-190,1 1 1,0-1-1,1-4 1,-3 1-844,3-1 0,0 0 1,1-1-1562,-3-2 2149,2 1 0,-14-14 0,2 3 0</inkml:trace>
  <inkml:trace contextRef="#ctx0" brushRef="#br1" timeOffset="18.05">16466 8319 7836,'5'-12'389,"-3"3"1,2 1 0,-3-1 1416,-1-2-1176,0 4 1,0-4 0,1 4 479,3 0 1,-2 0-526,2 3 488,-3 3 1,-1-3-850,0 8 0,0-1 0,0 5 0,0 2-213,0 0 0,0 7 0,0 1 0,0 1-134,0 3 0,0 1 0,0 0 0,0-2-67,0-5 0,0 2 1,2-3-1,0-3 404,3-2 36,4-7-231,-2-3 1,7-9 0,1-6 0,2-3 0,1-1 0,1-1 0,-1 1 9,0 2 1,2 9-73,-3 4 1,3 3-1,-2 2 1,0 3-39,0 4 1,-1 7 16,0 2 1,-4-2 7,4-7 54,-9 3 1,3-10-1,-3 2 1,2-6 188,-2-5 0,-3-8 1,-5-6-1,0-4 498,0-3 1,-9-4-180,-3 5 1,-8-5 159,4 4-1750,-6 0 1,7 10 0,-3 3-1,3 3-5694,4 5 6778,7 3 0,37 16 0,15 2 0</inkml:trace>
  <inkml:trace contextRef="#ctx0" brushRef="#br1" timeOffset="19.05">16983 8381 7773,'-7'-2'3948,"3"-2"1,2 1-3492,2-5 0,6 1 0,2-2 0,4 1 0,3-3 0,3-3 273,1-3 0,2 1-412,3 4-483,1-1 1,-2 7 0,-2 2 0,-5 2 0,-4 4 0,-3 2 0,-5 5-903,-3 6 1,-8 4-1,-4 7 1,-5 2 652,-3 0 0,2 1 0,-2-3 0,1 1 725,3 2 0,3-4 0,4-6 1,4-1 95,2-3 0,2-6 0,3-2 0,4-1 186,5-4 1,10 0 0,1-4 0,6 0-286,3-2 0,-4-5-3143,5 5 2030,-6-5 0,-1 6 1,-6-4-1,-3 2 805,-2 2 0,-28-4 0,-9 0 0</inkml:trace>
  <inkml:trace contextRef="#ctx0" brushRef="#br1" timeOffset="20.05">16761 8996 8652,'-7'-8'5611,"3"-1"-3039,3 7-3009,1-4-512,0 6 0,0 2 0,1 0 0,2 4 949,1 1 0,-5 34 0,-6 12 0</inkml:trace>
  <inkml:trace contextRef="#ctx0" brushRef="#br1" timeOffset="21.05">16687 9279 7767,'7'0'7281,"0"0"-7897,-3 0-3009,-3 0 3625,10 0 0,2 16 0,6 5 0</inkml:trace>
  <inkml:trace contextRef="#ctx0" brushRef="#br1" timeOffset="22.05">16700 9488 16310,'-7'0'-662,"1"0"1,44-11-1,10-3 1</inkml:trace>
  <inkml:trace contextRef="#ctx0" brushRef="#br1" timeOffset="23.05">16503 9956 7726,'0'-8'758,"0"-1"1149,0 0 1,0-2-852,0-2 0,0 5-627,0 0 1355,0 5-1139,0-2 1,0 16 0,0 4-394,0 3 1,0 4 0,1-5 0,2 1-226,1 0 0,0-2 0,-4-3 0,1-1-193,3 0 1,-1-1 102,5-3 1,2-2-60,6-6 95,-2-6 1,9-1-1,-2-5 1,2 1 0,2 2-1,-1 2 1,1 1-195,-1 4 0,0 0 314,-4 2 1,2 6-1,-6 1 522,0-1-306,-3 5 501,-6-9-610,4-2 1,-10-9 0,3-7-1,-2-6 1,-4-5-112,-2-6 0,2 3 1,-7 1-1,0 5-642,-2 3 1,3 3-583,-1 6 1,5 5-3115,-4 3 3218,5 3 0,-2 6 0,5 3 1031,0 3 0,22 29 0,5 6 0</inkml:trace>
  <inkml:trace contextRef="#ctx0" brushRef="#br1" timeOffset="24.05">17019 10177 13985,'7'6'1065,"-3"2"1,-2 3 0,-2 1 906,0 0-1820,0 1 1,0 0 0,0 2 0,0 3 0,0 0-1,0 0 1,0-2 0,0 1 420,0-1 1,0 0-825,0-3-400,0-6 0,0-1-481,0-1 1149,0-10 1,0 4-1,0-11 1,0-2 0,0-1-1,1-1 1,2-1 0,2 1 860,2-1 0,-3-3-321,5 3-764,-7 1 1,9 0 0,-3-1 0,3 2-1,2 2 1,-1 0 0,0 0-1721,1-4 1923,-1 9 0,0-7 1,0 11-1,1 1 1,-1 2 103,0 1 0,1 5 0,-2 3 0,-2 5-860,-1 3 1,-1-2 421,1 2 1,-2-2-201,-6-2 1492,0 0-883,0 1 1,4-8-1,0-5 1,0-8 517,2-7 0,-4 0 952,7-6 0,-1 2-197,4-1-1140,0-3 1,1 9 0,-1-1 0,0 5 0,1 6-111,-1 3 1,2 2 0,-1 3-1,1 6-618,-3 5 1,-3 5 483,0 9 1,-1-3 242,-3 3-29,-2-3 1,3-3 0,-5-2-1,0-5 1,0-2-2660,0-2 2545,0-5 1,0-3 217,0-8 1,0-3-279,0-5 0,22-50 0,-8 25 0,-1 0 0</inkml:trace>
  <inkml:trace contextRef="#ctx0" brushRef="#br1" timeOffset="25.05">17696 6830 7768,'-4'-8'3829,"0"0"-3375,0 5 0,9-3 1,5 8-1,5 0 731,6 3-1012,2 4 0,1-8 0,1 4 1,0-3-1,1 1 0,1 1 1,2-1 375,-2-2 1,-1-1-375,-1 0 1,-2 0 0,-3 0-1,-3-1 1,-3-2 1226,-2-1-108,-5 0-152,-2-2-841,-10 5 1,2-4 106,-5 5 0,5 1-89,-1 3 1,1-1-1,-1 5-931,3 0 0,-5 5 0,6 0 0,0 2 1,0 3-351,0 1 1053,0 2 0,0 7 1,0 2-1,0 2 1,0 2 51,0 2 0,0 2 1,0 0-1,0 1 182,0-4 1,2-1-291,2 3 1,-2-4 0,5-2-1,0 1-44,0-1 1,-4-2 61,1 4 0,-2 0 6,3 4-7,-4 0 0,4-1 1,-5 1-1,0 0 1,0 0 146,0 0 1,0-1 0,0-3 0,0-5 10,0-2 1,0-1-77,0-1 1,0 1-113,0 0 14,0-6 1,0 4-1,0-1 1,0 5-1,0 5 22,0-1 0,0 5 0,0-5 0,0 2-66,0 0 1,0-2 49,0 2 1,0-3 0,0-5 0,0-1 37,0 1 1,0-2-121,0-2 1,0-2 31,0-3 0,0-1 0,0 4 0,2-1-1,2-3 1,-3 3 11,3-2 1,-2 8 1,-2 0 5,0-5 0,0 14 1,0-8-1,0 1 1,0 0 921,0-2-736,0 1 1,0-4 0,0-2 0,0 0-1,0-1-172,0-1 1,0 0 0,0-5-230,0 0 1,0 1 6,0-1 0,0 0-150,0 1 364,0-1 0,0 0 0,0 1 0,1-1 0,2 0 256,1 1 0,0 3 1,-4 0-1,0 1-171,0 1 1,0-3 6,0 5 1,0-5-364,0 2 128,0-4 1,0 4-1,0-1 1,0-1-1,0-1-577,0-2 635,0 6 1,0-5 0,1 4-1,2-2 1,1 0 78,-1 1 1,-2 1 0,-1-4 0,0 2 116,0 2 1,0-1 154,0-3 0,0 0 0,0 2 0,0 2 78,0-2 1,0-6-341,0 0 0,0-1-679,0 4 518,0 0 1,0 1-1,0-1 1,0 0-178,0 1 280,0-1 1,0 0 0,0 1 0,0-1-89,0 0 198,0 0 1,0-3 0,0-1 0,0 1-27,0 2-132,0 2 1,0-1 0,0 0 0,0 1-269,0-1 322,0 0 0,0-4 1,0 1-1,-1 0-70,-3 2-22,3 1 0,-5-3 0,6-1-156,0 1 278,0 2 0,0-2 0,0-1 0,0 1 312,0 2 59,0 2-114,0-1-369,0 0 0,0-4 1,0 1-310,0 0 322,0 2 1,0-3 0,0 0 0,0 2-31,0 1 90,0 1 1,0-3 0,0-1 0,0 1 262,0 2 0,0-3-123,0 1-80,0-7-193,0 9 140,0-9 1,0 5-122,0-3 93,0 2 0,0 3 0,0-1-172,0 1 289,0-3 334,0 5-413,0-10-45,0 5 0,0-5-239,0 3 287,0-2 215,0 3 306,0-5-175,0 0-736,-5 0 309,3 0 386,-3 0-63,5 0-255,0 0-823,-6 0-70,5 0-214,-10 0 887,10 0 0,-10 1 0,2 3 0,-1 5-423,-3 2 522,6-5 0,-2 1 0,3-4 1,-1 1-1,-1 0-800,1 2-2274,2-5 3229,0 5 0,14-39 0,-1-8 0</inkml:trace>
  <inkml:trace contextRef="#ctx0" brushRef="#br1" timeOffset="26.05">5378 13340 7901,'-8'-6'769,"-1"-2"0,1-3 0,0 0 1723,0 3 0,5 1-919,-1 3-660,3 3 0,2-5 1144,3 6-1717,-3 6 0,5-3 1,-6 5-1,0 1 0,0 4 1,0 3-1,0 5 1761,0 2-2080,0 7 1,0 7 0,0 8 0,1 3 0,2 0 0,2-2 0,2-2 0,3-3 0,1-4-443,1-3 0,5-12-711,-1-2 900,6-10 1,-9-5 0,5-6 0,-1-6 0,-1-8 0,-1-9 0,-1-8 124,-2-6 0,0 1 1,-1-5-1,-2 1 262,-5 0 1,-3 4 38,-1 4 1,0 4-1,0-1 1,0 4 1264,0 7-821,0 4-561,0 8 0,1 3 0,2 9 0,3 6-125,0 4 1,-1 9-35,3 0 1,1 2 74,8 7 0,-4-4 0,5 4 0,-1 2-13,-1 5 0,6-1 372,-2 7 1,2-1-925,-1 4 701,2 0 0,-5 6 0,2 2 0,-5 3 0,-5 2 160,-6-1 0,-5-2 284,-8 3-450,1-14 1,-16 9 0,-1-16 0,-6-1 0,-6-3 21,-4-5-145,-9-1 0,-6-12 0,-5-4 0,1-6 0,1-5-78,1-2-547,17-2 0,0-6 1,18-2-1,3-4 1,5-3-2664,5-2 1,5-5 3287,5 2 0,4-3 0,0-2 0,0 0 0</inkml:trace>
  <inkml:trace contextRef="#ctx0" brushRef="#br1" timeOffset="27.05">5329 13069 7885,'-13'0'702,"1"-1"0,0-2 2396,-1-1 1,2-1-706,3 0-1402,3 4 1,6-4-1,3 5 5,4 0 1,7 0 0,3-2-1,1-1-619,3-1 1,2-1 0,1 2 0,4-2-408,4-2 1,3 3 0,0-3-1,1 1-175,0 4 0,0-4 0,-1 1 0,-2-1-105,-1 1 1,-7 1 0,0 4-1,-6 0-164,-2 0 1,-6 0 347,-3 0 0,-8 0 465,-1 0-366,-6 0-103,0 0-46,-5 0 136,9 0 638,-9 0-391,10 0 0,-6 0 122,3 0-351,3 0 0,-6-2 0,4-2 0,-2-3-364,-2 1 0,0-5 1,-3 2-1,2-1-58,-1-3 0,-4 1 288,-3 0 0,2-2 0,-2-1 1,1-2-75,-2 2 0,4 2 254,-4 0 1,4 1-118,0 0-3700,6 5 1408,-3-4 0,15 10 2385,3-3 0,23 4 0,9 4 0,7-1 0,-1 1 0</inkml:trace>
  <inkml:trace contextRef="#ctx0" brushRef="#br1" timeOffset="28.05">6215 12638 7881,'-9'0'341,"1"0"0,-1 0 1,-2 0 2172,-2 0 0,1-4 1105,0 0-2300,5 0-953,1 10 0,8-5 0,2 3 0,4-1 0,4 0 0,4 1 0,3-2 345,4 0 1,-1-6-1,8-2 1,0-1-516,3-2 1,1-6-1,1-3 1,1 0-531,2 0 1,2-2-1,-4 4 1,-4 0-677,-3 3-3037,-3 0 1,-7 3 1478,-2 1 0,-11 9 0,-6 7 2568,-6 0 0,-22 9 0,-5-2 0</inkml:trace>
  <inkml:trace contextRef="#ctx0" brushRef="#br1" timeOffset="29.05">6461 12602 7881,'-8'1'700,"-1"3"1,5-1 972,-4 5 1,4 2 1558,-4 6-2651,5 3 0,-7 11 1,5 3-1,-1 4 1,1 3-1,1 1 1,0-2-326,0 0 0,0-7 1,4-2-1,1-2-846,3-5 0,-1-8 333,5-3-3321,0 1 3578,5-12 0,4-6 0,2-9 0</inkml:trace>
  <inkml:trace contextRef="#ctx0" brushRef="#br1" timeOffset="30.05">7002 13328 7855,'-12'0'1174,"4"0"1,0 0 0,-2 0 4093,-1 0-4638,-1 0 0,6 0 0,6 0 0,8 0 0,7 0 0,6-2 131,2-2 0,7 1-845,3-5-506,-3 5 1,4-6 0,-5 5 0,-2 1 0,-1 0 0,-2 1 0,-4-3-966,-3 3 0,-4 0 0,-2 4 0,-3 2 0,-5 4-277,-6 3 0,-3 1 1832,-7 1 0,-32 4 0,-8 3 0</inkml:trace>
  <inkml:trace contextRef="#ctx0" brushRef="#br1" timeOffset="31.05">6978 13635 7850,'-6'7'3739,"5"-1"1,-3-2-2377,8 0 0,3 0 0,6-4 0,4 0-1031,3 0 1,3-1-1,2-2 1,0-1-1013,-1 1 0,1 0 1,0 0-1,-1-1-1295,1 2 1975,-6 0 0,-1 8 0,-6 1 0</inkml:trace>
  <inkml:trace contextRef="#ctx0" brushRef="#br1" timeOffset="32.04">8331 13057 7770,'-5'-19'1521,"2"1"1,-5 6 3745,-2-1-4994,-1 7 0,-1 0 1,0 6-1,-1 1 0,0 4 1,-5 3-1,-5 3 0,-5 1 1,1-1-188,1-3 0,1 2 47,1-6-117,-1 0 1,2-4 0,3 0 0,3-1 0,3-4 586,2-3 0,5 1 590,3-1-220,3 5 0,2-2-491,3 5 0,2 5 0,2 4 0,-4 2-230,-3 1 1,4 4 79,-1 1-393,0 5 0,-4-3 0,0 5 0,0 1 0,0 1-546,0 3 420,0 2 0,0 6 0,0 0 1,0 1-1,0 3-77,0 4 0,-4-1 1,-2 0-1,1-2 246,-1-2 1,-2-2-92,4-1 0,-4-5-45,4-4 72,0-2 0,-1-1 0,0-1 0,-1 0 0,1-2-443,2-2 1,-2-5 322,1 2-118,0-9 874,4-3-330,5-5 1,2 0 0,5-1 0,2-2 0,4-2 520,6-2 1,4-1 0,7-5 0,6 2 630,6 3 0,-1-3-1122,7 3 0,-6-3-254,-2-1-160,-5 5 1,-5 1-1,-10 6-3260,-7 0 1,-11-1-614,-7-3 4033,0 3 0,-22-38 0,1-2 0</inkml:trace>
  <inkml:trace contextRef="#ctx0" brushRef="#br1" timeOffset="33.04">8725 13475 7848,'-12'-4'1340,"-1"-1"1,1-1 338,0 1 0,4 1 0,1 5 0,1 3 576,4 4-1950,0 9 0,-2 1 0,0 5 0,1 0 1,2 4-1,1 2 0,0 3 289,0-1 0,4-4 0,3 1 0,2-5-427,5-3 1,7-9-1,-2 0 1,1-4-90,1-4 0,-1-3 0,4-6 1,-3-6-139,0-7 0,-6-6 1,1-2-1,-2-3-113,-2-2 0,-1 4 1,-1-4-1,-3 2 265,-2 3 0,-1 2 1,-4 5-1,0 2 545,0 0 1,0 9-165,0-4 1,-4 11-5,0 2-545,0 5 0,5 13 1,2 2-1,3 5 1,0 4-1,4 3 1,1 4-449,1 1 1,1 0 430,-1 0 0,0 5 0,-1 3 1,-1 2 65,-2-2 0,-5 3 513,1-3 0,-10 4-994,-6 4 805,-6-7 0,-8 0 0,-4-13 1,-7-7-1,-7-7-142,-3-7 0,-4-9 1,-1-3-1,0-7-155,4-4 0,6-5-1291,9-1 1,10 1-44,10 4 459,7 5 1,6-4 0,1 4 0,4-1 0,9 0-3256,9-2 1,7-1 4129,7-1 0,2-2 0,2-2 0,2-3 0</inkml:trace>
  <inkml:trace contextRef="#ctx0" brushRef="#br1" timeOffset="34.04">9328 13808 7829,'0'-7'4915,"0"1"0,0 9-2928,0 5 1,0 2-1211,0 10-605,0 1 0,0 7 1,0 1-1,0-1 0,0-2 1,0-3-1,0-1-1114,0-2 0,1-5 0,2 2-2187,1-4 0,0-7 3129,-4-6 0,6-77 0,-3 27 0,1-1 0</inkml:trace>
  <inkml:trace contextRef="#ctx0" brushRef="#br1" timeOffset="35.04">10263 13463 7776,'-12'-7'885,"4"0"1,0 5 1593,-2-3-2112,-1 1 1,4 6 0,3 3 0,3 6 0,1 6 0,0 2 0,1 3 0,2 1 1124,1 1 0,2 0-792,-2-4-551,2 3 0,7-3 0,-1 3 0,2-3 1,2-3-1,5-5 0,2-4 0,0-4 0,-1-2 187,-1-2 0,-5-3 1,3-4-1,-1-7-181,-3-3 0,-1-4 0,-2-5 0,0-1-212,0-2 0,-3-5 0,-2 3 1,-1-2 3,1 0 1,-4 10 0,1-2 0,-3 3 251,-1 3 86,0 1 0,0 14-444,0 8 170,0 3 0,0 18 1,2-1-1,1 9 1,2 5 343,2 3-349,1 6 1,2-7 0,1 3 0,2 1 0,1 0 187,0 2 1,-4-2 0,-1 0 0,-5 0-38,-3-1 0,-4 0-103,-5 6 1,-1-9 100,-12 1-129,1-9 1,-5-10 0,-1-4 0,-3-7 0,-3-4 10,-4-4 1,-1-12-1,0-4 1,0-4-502,0 0 0,10-4-1216,2 5 1,13 3-20,0 5 1,13 1 768,3-1 1,17 1 0,7 3 929,7-4 0,0-4 0,5-3 0,2-2 0,1 1 0</inkml:trace>
  <inkml:trace contextRef="#ctx0" brushRef="#br1" timeOffset="36.04">10965 13881 7776,'-7'-1'1094,"2"-2"1065,-1-1-1702,5-5 0,-5 6 0,8-5 1,2-2-1,5-1 0,5-1 1,4 0-1,1-1 346,3 1 0,-3-2-920,1-2 58,1 8 0,-1-7 1,0 9-1,-3 1 1,-2-1-1,-2 5-334,-5 4 0,-3 5 0,-5 8 0,0 5-102,0 2 0,-6 6-48,-7-1 424,1 7 1,-6-8 0,6 6 0,0 0-1,1-1 1,1 0 0,3-2 393,2-3 0,-1-5 538,2-1 0,4-8 174,0 0 0,6-7 68,6-6 1,2-9-481,2-3-448,-2-9 1,8 3 0,-5-4 0,1 2 0,0-1 244,-3 2 0,-1-3-372,-2 6 0,0-22 0,0-2 0</inkml:trace>
  <inkml:trace contextRef="#ctx0" brushRef="#br1" timeOffset="37.04">11556 13131 7776,'-7'-6'436,"-4"1"1,4-5 0,-1 2 1826,0-2 0,5 4 1002,-1-3-2766,2 7 1,4-4 0,2 6 0,5 0 694,6 0-1100,-1 0 0,9 4 1,-2 0-1,2 0 1,2 1-1,-1-1 0,2 0-28,3 1-137,-3-3 1,5 3 0,-3-5 0,0 0 0,0 0 0,-4 0 0,-3 0-465,-5 0 1193,-2-5 1,-2 2-1,-1-5 1,-3-2 709,-3-1 0,-5 4-1233,-5 3 0,0 4-73,-3 4 16,2 3 1,2 5 0,0 1 0,1 0 0,2 3 658,1 0-667,0 6 0,0-3 1,0 6-1,0 1 1,0 4 4,0 7 1,0 1 0,0 8 0,0 4-41,0 1 0,4 8-159,0-1 1,4-4-1343,-3 0 1288,4-4 1,-2-10 0,4-3 0,-2-4-1,0-6-942,0-6 849,-3-6 0,3-7 0,-3-1-784,1-2 1013,1-1-507,4-4 382,-5 0 727,4 0-744,-10-5 774,5 3-397,-6-3 1,-10 5 51,-2 0-462,-3 0 1,-2 4 0,0 1 0,-1 2 0,-1 2-340,0-3 0,2 5 0,-2-4 0,1 1-311,3 1 0,1-7-2029,2 2 1633,5-2 814,-4-2 449,10 0 0,17-55 0,-2 21 0,0 0 0</inkml:trace>
  <inkml:trace contextRef="#ctx0" brushRef="#br1" timeOffset="38.04">14041 13340 8223,'0'-12'5855,"0"-1"-4451,0 6-795,0 2 0,0 20 0,0 6 1,0 5-1,-1 4 308,-3 2 0,3 4-247,-4 1-547,4 0 0,1-4 0,0-2 0,0-2 1,1-6-1,2-5 0,3-6 35,0-4 0,4-2 0,5-8 0,3-4 0,1-9 0,3-10-158,1-5 0,3-4 1,1-5-1,2 1-382,-1 3 0,-7 7 0,-1 4 0,-3 6 56,-2 4 0,-1 9 0,-3 6 0,-3 10 219,-4 8 0,2 10 1,-1 4-1,1 2 113,-1 2 1,5-1-91,-2-4 36,3 4 1,3-11 0,2-1 0,4-7 0,4-8-31,0-5 147,6-2 1,0-9-1,5-4 1,-4-7-1,-1-2 477,-2-2-368,-8-4 0,-2 4 0,-7-4 0,-2 4 0,-2 2 732,-1 0-605,-2 0 0,-6-3 0,-2 1 0,-4 3 0,-4-1 506,-5 1-683,-2 4 0,-5-8 1,-1 4-1,2 0 0,1 2-691,1 4 1,5 0-2187,-5 1 0,11 4 1,-1 0 2748,4-2 0,19-6 0,9-3 0</inkml:trace>
  <inkml:trace contextRef="#ctx0" brushRef="#br1" timeOffset="39.04">14152 12983 7786,'-12'0'197,"0"0"0,-2-1 0,-1-2 0,-2-1 1,2 1 2382,2 2 1,0-3 355,1 0-2653,5-1 1,3 5 0,8 0 0,6 0 0,5 0 0,5 0 0,4 0 285,0 0 1,5 5 0,1-1 0,1-2-311,4 0 0,0-6 0,3-2 0,2-1-269,1-2 1,6-2-1,-2-1 1,3-1-147,1 1 0,-5 1 0,-5 1 0,-5 4-566,-5 0 609,-8 2 1,-9 5 0,-9 3 257,-6 5 0,-4 0 0,-4 1 83,3-2 0,1-5 1,4 2 51,-1 1-153,0-5 125,4 5 138,-5-6-199,3 0 0,-4 0-250,1 0 1,0-2 0,-5-2-291,2-4 1,4-2-38,-4 2 0,1-3-107,-1 3 348,-3-3 0,3-1 0,-7-1 0,-2 1 0,1-2-95,-2-2 0,3 2 0,-4-2 0,1 2-184,3 2 0,1 4 90,2 0 0,0 5 83,-1-1-1820,7 2 0,-4 4-1641,6 2 3222,0 3 490,9-1 0,62-6 0,-23-3 0,0 0 0</inkml:trace>
  <inkml:trace contextRef="#ctx0" brushRef="#br1" timeOffset="40.04">15518 13241 9025,'1'-8'772,"4"1"0,4 2 1,5 2-1,4 0 1334,1-1-2102,1 3 0,5-4 0,-1 3 0,0-1 1,-2-1-1,-2 2 0,1 0 0,-2 2 1,-3 0-809,-2 0 0,-2 0 1,0 0-1348,1 0 0,-6 6 579,-3 2 1572,-3-3 0,-39 23 0,-10-1 0</inkml:trace>
  <inkml:trace contextRef="#ctx0" brushRef="#br1" timeOffset="41.05">15629 13438 7816,'-7'-1'2063,"3"-3"-1345,3 3 0,2-6 0,3 4-244,4-1 0,7 0 0,3 4 0,0 0-683,0 0 0,3 0 0,-1 0 0,0 0-658,1 0 0,-2-2 0,3 0 0,-3-4 867,-1-1 0,3-23 0,-1-9 0</inkml:trace>
  <inkml:trace contextRef="#ctx0" brushRef="#br1" timeOffset="42.05">14964 12478 7839,'-12'0'220,"0"-4"0,-1 0 0,2 0 0,2 0 1,1-1 2102,-2-2-1364,-1 4 1,3-7 0,3 6 97,3 2 1,6 0-716,13 2-218,2 0 0,7 0 0,3 0 0,3-1 0,5-2 0,3-2 0,2-2-87,2-3-159,-4 5 0,2-6 0,-5 3 0,-1-3 0,-5-2 0,-6 2 0,-8 2 0,-3 1-3176,-2-2 1474,-5-1 1114,-1 4 0,-6 1 0,-2 3 710,-2-1 0,-30 11 0,-12 6 0</inkml:trace>
  <inkml:trace contextRef="#ctx0" brushRef="#br1" timeOffset="43.05">15223 12380 7868,'-7'0'331,"-4"0"0,8 0 511,-5 0 1,5 6 743,-1 2-1255,-3 8 0,6 5 0,-4 7 0,0 5 0,0 4 0,0 3 0,-2 1 68,0-2 0,4 0 1,-1-5-1,3-4-1320,1-5 966,5-9-850,2 2 0,5-11 0,1-3 0,-1-3 0,0-2 805,0-3 0,6-25 0,1-11 0</inkml:trace>
  <inkml:trace contextRef="#ctx0" brushRef="#br1" timeOffset="44.05">16589 12872 8310,'-6'-7'770,"5"-3"0,-5 3 1,2-2 108,0 1 0,-5 6 0,0-3 0,-1 4-144,-3 1-717,-5 0 1,-1 6 0,-5 2 0,-2 3 0,-2 1 0,-2 0 0,0 1-125,0-1 1,-3-1-1,5-2 1,0-2-89,2-1 0,6-2 1,1-4 228,1 0 1,6 0 281,3 0 0,8 0 0,1 0-20,7 0 1,0 0 0,1 0 340,1 0-286,2 0-271,2 5 0,-2-2 0,-3 5 0,-3 0 1,-1 1-1,2-1 0,-1 1 219,1 2 1,2 6-350,-4-1 38,6 1 0,-8-1 0,5 2 1,0 1-1,-1 3 136,-1 1-47,-1 2 0,-4 1 0,0 1 0,0 3 0,-1 1-55,-3 4 1,-3 0-1,-6 2 1,1 0-129,0 0 1,0 0 32,-1 0 0,1 0-3,0 0-11,-1-6 0,2-1 1,2-7-1,1-2 1,-1-3 34,3-1 1,-4-7-1,5 1 1,-1-3 48,1-1 328,1-4 275,4 2-96,0-5-187,0 0-164,5-5 1,3 3-1,9-3 1,3 1-1,5-2 361,3 0 1,4 1 0,5-3-1,1-1-10,3-2 1,1 0-286,4 3 1,-8-2-1230,-5 6 324,-6 0 0,2 4 0,-9 0 0,-3 0-1330,-4 0 0,-6 1 0,-4 3-2071,-6 4 4086,-4-2 0,-21-12 0,-5-7 0</inkml:trace>
  <inkml:trace contextRef="#ctx0" brushRef="#br1" timeOffset="45.05">16946 13266 7849,'-6'-7'1010,"3"-4"1,-3 3 587,0-3 1,1 4-263,1 3-1063,2 3 0,-3 2 0,5 3 0,0 5 0,0 3 0,0 4 890,0 5 0,0 2-906,0 2 0,-4 5 0,-2 3 0,1 2 0,-2 2 0,1 0-43,1 0 1,-3-2 0,4-2 0,1-5-245,1-7 1,4-7 0,2-7-1,4-3 29,3-5 1,3-6 0,2-11 0,5-7-167,2-6 1,2-5 0,-1 1 0,1 2-255,-1 4 1,1 9-287,0 3 559,-1 4 1,-1 2 0,-1 3 0,-3 6 0,-1 8 0,-4 7 0,-3 5 12,-3 4 1,-1 0 243,1-2 1,3 2 0,-3-4 0,3 0 244,2 0 1,-1-7-160,0-7 1,2-3 368,2-1-404,-2-5 1,8-8 0,-4-7 0,-1-3 0,1-3 5,-3-3 1,-5 1 0,-3-3 0,-2 0-226,-2-1 0,-3 3-91,-4-3 0,-5-1 1,-7-4-1,-3 0-403,0 0 1,-3 4 79,5 0 0,-3 10-27,4-1-335,-1 7 0,3 5 0,-1 9 1,-1 6-552,1 5 1,7 4 0,4 5 0,4 2 1385,4 0 0,30 32 0,-11-25 0,0 1 0</inkml:trace>
  <inkml:trace contextRef="#ctx0" brushRef="#br1" timeOffset="46.05">17746 13438 10152,'6'3'2963,"-2"4"-1311,-2 5 0,-2 10-1048,0 3-360,0-1 1,0 11 0,-2-7 0,0 0-1,-2-2 1,0-2 0,-1-1-956,1-2 0,-1 1 1,2-6-2673,-1-1 3383,0-7 0,9-34 0,6-19 0,0-2 0,-1-1 0</inkml:trace>
  <inkml:trace contextRef="#ctx0" brushRef="#br1" timeOffset="47.05">19001 13229 7830,'-4'-8'1873,"0"0"0,-1 4-163,5-5-460,0 7-873,0-4 1,0 8 0,0 2 0,0 4 0,0 4 0,-1 6 259,-3 7 0,3 1 1,-3 6-1,2 3-486,2 0 0,0 1 1,0-2-1,2-3-123,2-1 1,1-6 0,5-8 0,-2-4-19,1-3 1,4-9 0,3-11 0,5-9-341,2-8 1,2-6 0,-1-3 0,1 1-126,-1 3 1,0 5 0,-4 7-1,-3 5 135,-4 2 0,0 9 1,-3 6 10,-1 10 1,-4 3 681,-5 6-292,6 1 0,-4 2 0,7-3 0,0-3 1,3-4-1,5 0 0,3-2 5,4-3 1,0-4-127,1-8 0,-1-4 0,1-9 1,-2-3 397,-2-4 0,-5-2-186,-8-2 0,-2 0 557,-6-4-411,0-1 1,-10-3 0,-3 3 0,-5 5 0,-4 2 27,-1 1 1,2 6-1,1 4 1,-1 5-1709,2 6 1,5 3 223,6 1-2987,5 0 3176,-2 5 0,6 4 0,5 6 1,6 1 948,7-1 0,10 9 0,4 4 0,3 2 0,0 0 0</inkml:trace>
  <inkml:trace contextRef="#ctx0" brushRef="#br1" timeOffset="48.05">19776 13451 7830,'8'-9'-719,"0"1"2355,-5 0 1,3 0 718,-6 0-1819,0 5 0,0-4 0,1 4 0,3-2 0,4-1 560,3 1 1,3-3-601,2 4-402,-2-6 0,9 7 1,-4-4-1,2 2 1,-2 2-1,-1 2 1,-3 1-447,-1 0 0,-3 1 0,-3 3 0,-4 5-866,-3 2 0,-2 6 474,-3 4 529,-9 2 1,-2 6-1,-5 1 1,-2 0-1,0 1 1,0-1-1,3 2 351,1-1 1,6-5 63,4-1 0,5-2 0,0-6 1,6-4 899,5-3 0,9-5 237,3-5 1,5 0-408,4 0-739,-4-11 1,10 3 0,-7-8 0,-2 3 0,-2 4-1511,-4 1 0,-3 5 0,2-1 1319,-2 2 0,16-36 0,0-10 0</inkml:trace>
  <inkml:trace contextRef="#ctx0" brushRef="#br1" timeOffset="49.05">21437 13291 7805,'0'-9'1675,"0"1"1,2-1 4586,2-2-5309,-3 4 1,5-4 0,-6 3-2526,0-3 1,5 4 0,3 3 1571,3 3 0,29 17 0,6 4 0</inkml:trace>
  <inkml:trace contextRef="#ctx0" brushRef="#br1" timeOffset="50.05">21868 13217 7805,'7'-2'0,"-2"0"1055,1-2 1,-5-6 2938,3 2-351,-2 2-6403,-2-5 0,5 10-1779,3-3 4539,3 3 0,2 12 0,-1 2 0</inkml:trace>
  <inkml:trace contextRef="#ctx0" brushRef="#br1" timeOffset="51.05">22274 13180 10651,'2'-7'3675,"0"2"-2938,2-1 1,1 3 0,-4-3-3578,3 0 2840,-3 2 0,16 4 0,-4 0 0</inkml:trace>
  <inkml:trace contextRef="#ctx0" brushRef="#br1" timeOffset="52.05">23259 12946 7821,'0'-8'714,"0"0"843,0-2-966,0 5 1,-2-1-1,0 8 1,-2 3-1,1 6 1,0 7 680,-1 5 0,3 0-481,-4 10-599,-1 0 1,3 4 0,-4 0 0,2-2 0,0-2 0,1-4-1,0-3-47,2-2 1,0 0 0,4-5-150,2-7 1,2-5 0,7-7 0,-1-3-135,0-5 1,5-2-1,1-10 1,-1-2-248,1-1 1,3 0 0,-5 1 0,-1 3-195,-1 1 0,-2 3 35,0 6 393,1-1 1,-5 8 0,0-2-1,0 4 1,1 4 0,-3 4-135,0 3 1,2 2 298,-4-1 1,6 4-1,-2 1 1,3-2 123,1-2 1,5 0-87,-1-1 0,6 0 172,-2 1-149,4-6 0,-4-2 0,-1-5 0,0 0 0,-1 0 113,0 0 0,-2-4 0,-5-2 0,-1 0 70,-2-4 1,-4-1-187,4-1 0,-5 4-243,1-1 164,-2 1 0,-2-4 0,0 0 0,0-1 0,0 1 6,0 0 34,-6-1 0,3-4 0,-5-4 0,0-2 0,0-3 127,0-3 0,-1 3 0,-3-4 1,0 1 134,-1 1 1,1-1-216,0 4 1,0 5 160,-1-1-962,6 6 0,-4-1 0,3 8-1394,-3 4 0,4 4 631,3 4 1,8 4 610,5 8 0,2-2 873,1 2 0,-5-7 0,26 18 0,1 0 0</inkml:trace>
  <inkml:trace contextRef="#ctx0" brushRef="#br1" timeOffset="53.05">23911 13291 11232,'0'-7'4772,"0"12"-4484,0 4 0,0 12 1,0-4-1,0-2 363,0-1-603,0 3 1,0-3-1,0 2 1,1-2 0,2-2-1,1 1-245,-1-1-248,-2 0-84,-1 1 329,0-7 203,0 0 0,0-7 0,0-4 0,0-3 80,0-3-68,0-1 0,0 0 0,0-1 0,0 1 0,0-2 0,2-1 1,0-1-8,2 1 0,5 1 0,-4 2 0,2 0-1,3-1 0,-1 1-13,-1 0 0,3 3 0,-3 1 1,3 0-7,2 1 0,-5-2-301,0 5 193,0-1-32,5 5 1,-1 0 0,0 0 30,1 0 1,-1 5 0,-1 0 385,-3 2 17,3 1-230,-4 4 126,5 1 0,-5-5 0,-3 0 1,-1 0 236,1-1 0,-3 4-282,3-3-70,-2-2 0,-2 1-57,0-3 42,0-3 1,1 5-109,3-6 36,-2-6 1,4 3-1,-2-5 1,3-1-211,0-2 1,0 2 0,-3 1 117,4-1 1,-2 2 65,-2-1 0,1 3 158,-1-3-125,1 6 1,-4-5 0,3 4 49,4-1 1,-1-2 0,1 4 155,2-2-51,-5-1-102,6 5 168,-4 6 1,0 1 0,-2 5-1,-1 0 1,1 1 145,-3-1 1,4 2 0,-2 1 0,-1 2-50,-2 3 1,-1-5-348,0 1 0,0 2 67,0-2-195,0 1 1,0-5 0,0 0-1561,0 1-1825,0-7 2210,0 0 0,1-6 0,2-1 0,3-5 1349,0-6 0,14-33 0,6-14 0</inkml:trace>
  <inkml:trace contextRef="#ctx0" brushRef="#br1" timeOffset="54.05">24539 12675 7821,'-7'-1'546,"1"-2"1,1-1 1535,-3 1 1,1 2-248,-1 1-1570,5 0 1,8 1 0,12 2 0,5 1-1,4-1-119,2-2 1,0 1-1,4 0 1,3 3-110,0-3 0,-2 0 0,-2-2 0,0 0-105,-4 0 1,-1-2 0,-3-2 0,-2-3 118,-5 1 0,-2-4 0,-2 5 419,0-2 339,-5-2-158,-1 3-507,-12 0 0,1 12-195,-4 2 10,4 3 0,5 1 0,0 0 0,0 2 0,0 2 1,0 5-1,0 2-101,0 2 0,0 1 234,0 3 0,0 2 0,0 6 0,0 1 388,0 3 1,-1-1-192,-3 5 0,2-4 263,-2 4-471,3-11 1,1 6-1,0-10 1,0 0-1,0 0-90,0-2-1,0-2 0,0-7 1,0-3-1,0-1 0,0 0-122,0 2 1,0-1-1,0-4 1,0 2-172,0 2 1,0-2 109,0 2 1,0-2 294,0-2 205,0-5 470,0 4-457,0-9 1,0 2-252,0-8 0,0 1-82,0-5 1,0 4-1,0-5-52,0 0 158,0 3 1,0-5 51,0 3 0,0 1-87,0-1 1,0 4 26,0-4-216,0 5 0,-2-4 0,-2 4 0,-4-1-85,-3 2 0,-3 0 1,-1 4-1,-2 2-251,-3 4 1,-1 3 173,-8 1 0,4 2 63,1 2-378,-1-2 1,11 4 0,-1-6-537,6 0 0,5-5 0,9-3-246,7-2 0,2-2-399,7 0 1,-5 0 437,4 0 1351,1 0 0,15-6 0,2-1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6:52:12.804"/>
    </inkml:context>
    <inkml:brush xml:id="br0">
      <inkml:brushProperty name="width" value="0.09071" units="cm"/>
      <inkml:brushProperty name="height" value="0.09071" units="cm"/>
      <inkml:brushProperty name="color" value="#3165BB"/>
    </inkml:brush>
  </inkml:definitions>
  <inkml:trace contextRef="#ctx0" brushRef="#br0">7741 5956 7702,'-9'-1'774,"1"-2"1,-1-1 2361,-2 1-1777,-2-4 0,8 6 1016,5-3-1569,0 3 0,11 2 0,-3 2 1,3 1 296,1-1 1,-4-2 0,1 0 0,0 2 749,2 1-1342,2 0-653,4-4 1,-3 0 0,2-1-1,-1-2 1,0-1 0,2 0 0,-2 0-1387,-1 0 1,2-2 0,0 3-1,-1-1-1171,-1 2 0,-6 0-912,1 2 2159,-7 0 0,8 6 1452,-6 2 0,-33 36 0,-12 9 0</inkml:trace>
  <inkml:trace contextRef="#ctx0" brushRef="#br0" timeOffset="1">7790 6227 7702,'-12'0'5540,"-1"0"-3180,6 0 1,3 0-1594,8 0 1,9-1-1,7-4 1,3-3 180,2-3 1,0 3-986,-1 0-515,1 0 0,-2 0 0,-1 1 0,-3 1 0,0 3 0,-1 2 0,0 1 552,-3 0 0,4 0 0,0 0 0</inkml:trace>
  <inkml:trace contextRef="#ctx0" brushRef="#br0" timeOffset="2">9328 5427 7687,'8'-7'1072,"-1"2"4074,-1-1-4404,-2 5 1,-10-5 0,-3 6-1,-6 2-220,-6 2 0,-3 1-318,-5 4-129,-3 2 1,0-9 0,-1 5 0,-1-1 0,-1-4 0,3 1 0,3 0 180,3 1-232,1 0 1,2-4-1,2 0 1,5 1-1,2 2 1,3 3-1,2-1 207,1 0 75,5 0 0,-3 0 1,6 3-1,2 2 0,1-1 1364,1 0-1342,5-7 1,-6 8 0,5-5 0,2 2 0,1 3 223,1 1 0,-1 1 1,-1 0-1,-4 2-212,0 2 0,3-1-295,0 6 1,-3 1-1,1 7 1,-1 3-278,-4 4 0,0 8 202,-2 5 1,0 8 0,-2 10 0,1-31 0,0-1-105,-1 1 1,0 0 0,-8 28-192,2-3 0,-2-3 214,2-5 109,-3-13 1,10 5 0,-5-16 0,2-3 0,-1-2-46,-2 1 0,3-3 0,-3 8 0,0-2-67,0 1 0,0 4 138,-1-4 1,-1-2-90,5-6 241,-1 2 0,5-14 0,0 4 801,0-2-737,0-6 1,6 1-1,2-8 1,3-1-1,1-2-4,1-2 0,0 4 0,4-2 1,3 1-237,4 0 0,2-2 0,2 2 0,0 3 0,4-3 0,-4 2 0,6 2 0,-7 0 0,-3 0 0,-7 0 0,-3 0 0,-2 0-1133,1 0 0,-8 0-8698,-5 0 9564,0 6 1,-5-5 0,5 5-1</inkml:trace>
  <inkml:trace contextRef="#ctx0" brushRef="#br0" timeOffset="3">9882 5366 7862,'0'-9'303,"-1"2"0,-2 1 0,-3 0 1018,-1 1 1,5-5 0,-2 2 603,2-3-230,2 4 0,-4 0-485,0 3 1,1 3-1,6-2 1,1 6-389,-1 5 1,2 4 0,-1 6-1,-1 5-200,-1 5 0,2 6 0,0-1 0,-1 2-748,-2 2 1,-1 0 0,0-1 0,0-4-969,0-3 1,0-3 691,0-1-700,0-1 1,0-4 0,1-4 0,2-2-1,2-3 1,2-3 0,1-3 1101,-1 1 0,21-27 0,-1-1 0</inkml:trace>
  <inkml:trace contextRef="#ctx0" brushRef="#br0" timeOffset="4">9783 6313 7862,'-12'0'1130,"0"0"1481,0 0 0,6-1-1710,6-3 1,11-3-335,9-6-378,4 7 0,0-9 0,2 2 0,2 0 0,2-1 0,0 2 1,0-1 467,-3 1-783,-1 0 1,-5 5-1,-2 1 1,-1 2 0,-3 2-1384,-2 3 1307,-6 4 1,-3 12 0,-6 1 0,-5 1 0,-3 3 0,-3 1 0,-1 1 0,-1 1 0,0 1-220,-2 3 0,-3-3 0,2 2 1,0-2 567,1-1 0,0 0 1110,5-1-855,-1 1 0,3-5 1,0 1-1,3-1 0,2 0 1,3-4 1451,5-2 1,8-2-945,5 0-577,6-5 0,-3-1 1,6-6-1,0-2 0,-1-1 1912,1-1-2510,-1-5 0,-4 2 1,-4-4-1,-2 1 1,-2 4-1463,0 0 0,1-2 1,-2 2-1,-3 0 1727,-4-4 0,-8-12 0,-3-4 0</inkml:trace>
  <inkml:trace contextRef="#ctx0" brushRef="#br0" timeOffset="5">10546 5366 7862,'-8'0'429,"0"0"1286,-2 0 186,5-6 0,1 5-386,8-3 0,3 2-1280,5 2 0,-4 0 0,1 0 0,0 0 1,3-1-1,3-2 591,2-1 1,5-1-1,-2 2 1,3-3-505,2-1 0,1 1 1,3-4-1,2 2-394,1-2 1,2 3 0,-5-1 0,-2-1-211,-1-2 0,-3 4 0,-2 1-364,-5 1 575,-2 4 0,-9-5 288,-5 6 1,-1 2-1,-7 2 349,-2 4 0,1-1-36,0 1-350,4-5 1,-1 8-1,0-3 1,-1 3 196,3 1-308,2 0 0,-2 1 0,0 0 0,1 2 0,2 3 61,1 1-140,-6 7 1,5 4-1,-3 4 1,1 1-1,1 2 158,-3 2-109,-4 2 1,7-4 0,-3 0 0,1-1-1,0-1-67,1 2 1,2-8-1,1 5 1,0-4-55,0-1 1,0 1 105,0-1 0,0-3-4,0 2-36,0-2 0,0-1 0,0 1 0,0 1 0,1 1-266,3-5 322,-2 1 1,3-4 0,-5 4 0,0 1 0,0-2 130,0-2 1,0 2 0,0-3 0,-1 2 154,-3-1 1,2 1-277,-2-6 1,1 4-1,1-2 1,-3 0 239,3 0 0,-1-2-92,-1-3 0,3-1-396,-4 0-6,4 0 0,1 1 112,0-1 1,0-4 0,0 0 0,0 2 209,0 1 0,0-3-141,0 0 0,0 1 1,0 3-1,0 0 13,0 0 0,0-3 122,0-1 1,0-4 12,0 4 125,0-5 1,1 2 813,4-5-952,-4 0 0,4-5 0,-3-3-112,2-3 0,-3 4 0,6-4-1128,-3 3 856,-2-3 0,3 3 0,-5-1-201,0 0 1,-7 3-1,-4 2-41,-4 3 0,-3 1 256,2 0 0,-3 5 0,-4 4 0,1 0-632,1-1 1,2 3-66,-1-2 1,2 1-1556,5 3 1369,1-6 1,1 4 1140,3-3 0,46-41 0,17-9 0</inkml:trace>
  <inkml:trace contextRef="#ctx0" brushRef="#br0" timeOffset="6">20933 15506 7829,'-11'1'2002,"3"3"0,-3-2-1265,3 2 1,1 3-1,0 1 1,0 3-1,2 1 2959,-1 0-3281,2 6 0,4-4 1,0 4-1,1-2 0,2 0 1,3-1-1,-1-1 0,2-2-212,0 1-1624,-5-1 1,8-4-1,-4-1 1421,0-1 0,-3-19 0,3-7 0</inkml:trace>
  <inkml:trace contextRef="#ctx0" brushRef="#br0" timeOffset="7">16158 12085 7778,'-8'-2'3744,"0"-2"-2707,-2-4 0,5 1 0,2 0 0,7 2 1393,8 2-2318,1-4 1,8 6-1,-3-3 1,1 2-1,2 2 1,-1 0-1,0 0-2156,-3 0 0,1 6 523,-2 2 1521,-2 3 0,-12 1 0,-11 1 0</inkml:trace>
  <inkml:trace contextRef="#ctx0" brushRef="#br0" timeOffset="8">16220 9673 7847,'-13'0'123,"1"0"0,1-2 1,1 0-1,2-3 925,-1 3-198,3-5 0,2 6 1,8-4-1,6 4 1,5 1 1053,5 0 0,4 0-1792,0 0 1,2 4-1,2 2 1,2-1 0,0 1-1,0-2-536,-3 1 424,5-3 0,8-11 0,6-4 0,6-4 0,1-1 0</inkml:trace>
  <inkml:trace contextRef="#ctx0" brushRef="#br0" timeOffset="9">20871 9476 7882,'7'0'1533,"4"0"-965,-10 0 1,6 0-1,-4-2 401,1-2 1,6 3-466,-2-3 1,-3 1-78,-1-1 1,-1 3-172,1-3 0,-4 2-390,0 2 1,-4 2 0,-5 0 0,0 4-42,0 1 0,2-5 0,-1 4-15,-2-1 1,3-3-338,-1 2 419,0-3 358,-4-6-284,5-2 1211,1 0-105,6 1-788,0 6 266,0 0-341,0-5 0,0 4 85,0-10-796,0 4 282,0 0 0,5 3 0,-1 8 220,-2 4 0,27 31 0,5 7 0</inkml:trace>
  <inkml:trace contextRef="#ctx0" brushRef="#br0" timeOffset="10">16293 15543 7842,'-1'7'232,"-3"-3"542,-4-3-284,2-1 0,-1 0 1002,3 0-537,3 0 198,-5 0 0,6-1 1531,0-3-2358,0 2 0,0-5 1,2 5 467,2-2-348,-3-1-185,5 5 0,-1 0 0,2-1 0,1-2 260,1-1 0,-5-4-511,4 4 0,-4-4 0,3 2 0,0-1-84,-1-2 1,1-2 117,1-1 1,3-1-1,-4 1 1,1 0 145,1-1 1,-3-3 96,3 0 1,0-1 95,-5 5-294,6-6 0,-5 4 0,5-2 0,-3 2 1,0 2-247,-1 0 0,1-1 1,3 1-1,-2 0-99,2-1 0,1-3 159,1 0 0,-4-2 0,0 3 1,2-2 7,1 2 1,1-2 214,0 0 0,-1-3 52,-2 3-116,2 1 0,-5 4 0,7-1 0,-1 1 0,-1 0-80,-3-1 0,3 1 1,-3 0-1,3-1-146,2 1 1,-1 0 139,0 0 1,0-1 0,1 1 0,-1 0-34,0-1 1,-1 1-6,-3 0 1,3-1 235,-2 1-211,2 0 1,0-5 0,-2 1 0,-1 1 0,2 0-8,1-2 1,-3 4-1,0-4 1,0 4-8,-1 0 0,3 1 17,-6 0 1,5-2-264,0-2 195,-4 7 1,2-7 0,-3 8 0,3-3 0,1-3-34,0-2 0,-4 4 0,3-2 0,0 4 36,0 1 1,0-2 182,1-2-236,3 1 383,-4 0 1,1 0 0,-1-1-1,0 1 1,0 0-56,2-1 0,2 2 1,1 2-1,1-1-372,-1-3 1,0 0-61,1-3 1,3 2 180,0 2 0,1 0 0,-5-1 0,0 1-42,1 0 1,-1-1 233,0 1 1,1 0 0,-1-1 0,0 0 231,1-4 0,-1 4-179,0-4 0,0-2-220,1-1 0,-1 0 0,0 0 0,1-1-134,-1 2 0,0-3-61,1 6 1,-1-4 26,0 3 149,1-5 1,-1 9 0,0-5 0,0 0 0,-1-1 47,-2 0 0,2-3 1,-3 5-1,3 1 145,1-2 0,0 3 1,1-5 1,0 3-84,4-3 0,-4 3 0,4-2 1,-4 0-18,0 0 0,0 3-27,4-5 1,-4 5-65,4-5 62,2 1 1,-4-1 0,4 1 0,0-2-1,-1-2-18,0 0 1,2 1 0,-2 1 0,0 1 11,0-1 0,0 3 9,-2-1 1,-2-1-11,2-3 35,-2 4 1,-2-3 0,0 3 0,1-4 0,0 1 201,4 3-164,-4-4 1,5 5 0,-6-5 0,2-1-1,1 0 137,2 1 1,3-1-190,-4 1 0,6-2 0,-1-2 0,1 0-80,-2 0 1,3 2 70,-2 2 0,2-1-162,2 0 184,-1 1 0,-3 1 0,-2 1 0,0 1 0,-1-1 81,0-1 1,-2 3 0,-3 0 0,-3 1 154,-1 0 0,2 3 113,-3-5 0,3 5-143,1-5 1,0 2 0,1-3 0,0 2-177,4-2 1,-2-1-130,5-2 6,-5 0 0,9 2 1,-5 1-1,1 2 0,1-1-126,1 2 0,-3-3 203,1 6 1,-3-6 0,2 3 0,-1-2 14,-3 1 0,0 3 179,1-3 1,-1-1-373,6-3 170,-6-1 1,4 0 0,-4 1-1,1-1 1,1 1-182,0-1 0,-3 5 1,3-1-1,-4 1 83,0 0 0,-1-2 70,0 6 1,0-4 30,1 3 0,3-5 1,1 3-1,-1-1 94,2-1 1,-3 1-51,5-5 0,1-4-199,3 1 144,1-1 1,-2 0 0,-1 0 0,-1 3 0,-1 3 40,-1 3 1,0 1 0,-3-2 0,0 3 90,-1 0 1,-1 5 79,-2-4 0,-2 2 46,2-1-220,-8 2 0,12-5 0,-7 3 0,1-3 0,4-2-17,3 1 1,-4-1-1,4-4 1,-4 1-45,0-1 0,3 1 13,0-1 0,5 2-7,-5 2 71,1-2 1,-1 5 0,2-4 0,0 3-1,-1 1 92,-1 3 1,-1 2-1,0-1 1,1-1-15,-1-1 1,3-6-83,-2 1 1,5 2 95,-5-1-277,6-1 1,-4-6 0,2 1 0,-2 2 0,-1 1-122,-1 0 0,0 2 0,-3 2 0,-1 2-46,0 1 0,-1-1 339,-3 0 1,3 1-204,-2 4 230,1-6 1,3 4-1,-1-2 1,0 1 0,1 0 10,-1-2 1,0-3-1,2 3 1,1 1-14,1-2 0,2 4-93,-1-2 1,-4-2 46,4 2 1,-4-1 0,0 5 0,-1 0-52,0 0 1,1-1 1,-1 1-95,0 0 0,-4-1 1,1 2-1,-1 2-174,-1 1 1,4-1 41,-3-3 0,-1-2 203,1-2 7,0 2 0,4-3 1,-1 4-1,-1 0 1,-2-2 92,2-2 0,1-3 0,0 3 0,-2 2 40,-1 2 1,-1 0 106,1 1 0,2 4-93,-6-1-76,6 1 0,-9 0 1,4 1-1,0 0 1,0 2-91,2-1 1,-3-2 0,3 3 0,0-2-263,-1-3 1,3-1 248,3-1 1,-1 0-102,-3 0 237,3 5 0,-4-4 1,5 3-1,0-2 441,1 2 1,-1-2 201,0 6-562,-5-5 73,-1 7-1192,-6-3-737,0 5-177,0 0 0,1-4 1614,3-1 1,-2 0-733,2 1 0,1 1 1021,-1-5 0,-11 5 0,-6-2 0</inkml:trace>
  <inkml:trace contextRef="#ctx0" brushRef="#br0" timeOffset="11">20441 9599 7885,'-13'11'-263,"1"-2"1,0-2 0,1 0 0,1-2 1626,2 1-188,5-2 0,-6-3 1,3 2 903,-1 1 0,10 0-1297,1-4 0,2 0 0,2 0-45,1 0 1,4 0 0,2 0 0,1 0-245,-1 0 1,0-1 0,0-2 0,3-2 179,1-2-695,2-1 0,-1 0 1,1 1-1,-1 0 1,1 1-1,-1 0 1,1 0 9,-2 1 1,3-4 0,-6 4 0,1-1 0,-1 0 0,0-1-226,0-3 0,-3 3 438,-1-1-70,1 5 1,-1-6 0,-1 3 0,-1 1 0,-4-2 544,0 0-17,-2 5 157,-4-4-431,0 6 1710,0 0-2096,-5 0 0,3 0 0,-3 0 0,5 0 0,0 1 0,0 4 0,0 3 0,0 3 0,0 1 0,0 0 0,0 1 0,0-1 0,0 0 0,1 1 0,3-1 0,-2 0 0,3-4 0,-5 1 0,0 0 0,0 2 0,0 1 0,0 2 0,0 1 0,0 1 0,0 0 0,0-3 0,0 0 0,0-1 0,0 0 0,0 0 0,0-3 0,0-1 0,0 1 0,0 2 0,-1 0 0,-2-1 0,-1-2 0,0-5 0,4 2 0,0-5 0,-2 4 0,-2 0 0,3 1 0,-5 0 0,2-2 0,-1 5 0,-2 2 0,4-4 0,-1 3 0,-3-7 0,6 4 0,-5-6 0,6 0 0,0 0 0,0-6 0,5 4 0,-1-7 0,1 1 0,-1-4 0,-1 0 0,5-1 0,0 0 0,-1-4 0,3 2-1,-6-5 1,4 0-516,-4 0 390,0-3 1,0 8 0,1-4 0,-3 1 0,0 3-2,-2 1 1,0 2-1,0-1 22,0 1 0,0 4-256,0 0 0,0 0 39,0-5 1,0 5 66,0 0 1,0 4-278,0-4 476,0-1 1,0 1-214,0 0 783,5 5-436,-4-2-168,5 5 0,-7 4 0,-2 1-36,-1 2 0,-2-4 363,2 1-215,-3-3 0,-1-1 0,0 0 10,-2 0 0,-1 0-112,-1 0 1,0 0 0,-2 0 0,-1 2-442,-1 2 0,-6-1 203,1 5 1,-2-4 0,-2 3 0,1-1-263,-1 1 1,5-3 351,-1 5 1,6-7-101,-1 2 108,2 3 0,2-5 20,-1 2 275,7-3 0,2-1-53,8 0 95,-3 0 1,10 0 0,-4-1 0,1-2 94,0-1 0,0 0 1,5 4-1,-1-2 58,0-2 1,1 3-75,-1-3 0,0 1 1,1 0-1,-1-1 87,0 2 0,-1-1-133,-3-1 1,7 2 0,-2-2 0,0 2-356,1-3 0,-2 3 84,1-6 1,-1 5-1,0-3 1,0 2-87,1 0 1,-1-4 170,0 4 1,-3 0 628,-1 4 371,-5 0-461,2 0 1,-5 1-305,0 3 0,-4 3 1,-2 5-1,1 1 119,0-1 0,-4 4-36,5 1 1,-4 5 0,3-2 0,-1 3 131,1 2 0,-1 0-283,2-1 1,1 1-1,-4-1 1,1 1-33,-1 0 1,3-5-100,-5 1 0,5-5 0,-2 3 0,0-1-124,3-3 0,2-5-365,1-2-146,-6-5-11,5 7-149,-4-8-1209,5 3-265,0-5 1,0-1-3948,0-3 6216,0 2 0,5-8 0,2 3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6:52:12.816"/>
    </inkml:context>
    <inkml:brush xml:id="br0">
      <inkml:brushProperty name="width" value="0.09071" units="cm"/>
      <inkml:brushProperty name="height" value="0.09071" units="cm"/>
      <inkml:brushProperty name="color" value="#3165BB"/>
    </inkml:brush>
  </inkml:definitions>
  <inkml:trace contextRef="#ctx0" brushRef="#br0">7654 6412 7809,'-12'0'1373,"0"0"1,0 0 0,1-2 112,2-2 0,5 3 0,8-3 1,6 2-1,4 2 139,2 0 0,6 0-780,-2 0-694,4 0 1,2 0 0,1 0-1,2 0 1,-2 0 0,-1 0 0,-1-1-631,-1-3 1,1 2 0,0-3-1,-2 1-1026,-3 0 0,-2-4 1,-6 3-1,-1 1-1115,-3-1 0,-3 5 0,-10 0 2620,-3 7 0,-46 20 0,20-11 0,1 1 0</inkml:trace>
  <inkml:trace contextRef="#ctx0" brushRef="#br0" timeOffset="1">7691 6645 7858,'-12'6'1063,"0"2"1522,-1-3-1778,7 6 312,0-9 0,13 3 0,5-5 0,7-1 0,5-2 1983,0-1-2915,1-6 0,-2 5 0,-1-3 0,-3 4 0,0 2-2044,0 2 0,-2 0 1857,3 0 0,6 0 0,6 0 0</inkml:trace>
  <inkml:trace contextRef="#ctx0" brushRef="#br0" timeOffset="2">9857 4996 7845,'0'-8'1837,"0"0"1,-1 0-399,-3 1 1,1 0 0,-5 4-367,-2-1-993,-6 0 1,-3 5 0,-7 2 0,-2 3 0,-3 1 0,-3 2 0,-5 1 12,1-2 1,-1 3 0,-1-4 0,0 1-79,5 0 1,-1-5-1,7 2 1,1-1-68,-2 0 0,8 5 1,-1-5-1,3 0 180,5 1 0,2-2 0,0 4 0,2 0 193,3 0 0,3-3 1,3 3-1,0-1 249,-2 1 1,-1-3 0,5 4 0,0 2 127,0 1 0,5 1-147,-1 1-407,0-1 0,0 6 0,1 2 0,1 3 1,1 3-1,-1 2 0,3 2 251,-3 1 0,4 2-351,-6 4-78,6 5 1,-5 1-1,5 3 1,-3-2 0,-1 0-45,1 0 1,1-3 142,5 4-235,-1-6 0,-4 8 0,1-6 0,-1-1 0,0-1 60,0 2 1,-5 2-1,1 3 1,-3-1 328,-1 2 0,0-4-132,0 3 0,0-11-27,0 2-39,0-3 1,0-2-1,0-2 1,0-2-1,0 1-1,0-1 1,0-2 0,0-2-1,0 2 258,0 3 1,0-3-154,0 3 1,0-4 306,0 0-377,0 0 0,-1-1 0,-2 1 0,-1 0 0,1-1 3,2 1 1,-3 1 0,0 0 0,1 0-118,2-3 1,1-1 88,0 2 1,0 1-209,0 0 129,0-6 1,0 3-1,0-5 1,0 3-1,0 0-40,0-1 1,0 5-1,1-5 1,2 1-127,1 1 0,1-5 148,-1 5 1,-2-2 271,2 1-182,-3 3 0,-1-5 0,0 4 1,0-3-1,0 0 101,0 1 1,0-5 0,-1 2 0,-2 0 100,-1-1 0,-1 2-153,1-2 1,2-1 50,-2 6-89,-3-6 1,6 7 0,-3-4 0,2 1-1,1 1 12,-3-1 0,3 5 0,-4-4 0,4 3-182,1 2 0,0-4 80,0-1 1,-4 1 196,0 3-130,0-5 0,4 5 1,-2-5-1,0 1 1,-2 1 47,1 1-115,1 1 1,-2 1 0,0 1-1,2 0 1,0 1-168,2 2 1,0-2 199,0 3 1,0 1 0,0-1 0,0 0 67,0 1 0,0-4-43,0 2 0,-1-2 133,-3-1-107,2 0 1,-7 3 0,5 2 0,0 0 0,-1 2-68,1-1 1,-4 2 0,4 4-1,0 0-68,-2 0 0,5 0-84,-3 0 1,-1-3 105,0 3 63,-4-8 1,6 12 0,-4-10 0,2 2 0,1 0 218,-2 1 0,5-3-521,-3 2 328,-3 0 0,6 4 0,-5 1 0,2 2 0,-1 1-82,-2-2 0,0 0 0,-3-1 1,2 2-48,-1 1 0,-1 0 64,2-4 1,-3-2 110,3-2 1,1 3-1,0-5 1,1-1 145,4-5 1,-4-2-98,2-7 0,0 1 267,4-5-223,0 0 0,-4-3 125,0-1 1,0-4-111,4 4 1,0-4-126,0 4 1,1-5-272,3 1 342,-2 3 0,9-4 1,-3 4-1,3 0 0,2-2 139,4 0 0,-1 0 0,9-5 1,5 0-244,4 0 0,7-5 0,0 1 0,4-5 0,-4 1 0,0-3 0,-5-2 0,-5 2 0,-6 3 0,-6-1 0,-7 5 0,-5-1-747,-1 5 0,-6 6 1,-2 2-1,0 4-1118,-3 5 1,-4-4-1,2 4 1,-1-3-4101,0-2 5965,-1-5 0,-14-24 0,-3-10 0</inkml:trace>
  <inkml:trace contextRef="#ctx0" brushRef="#br0" timeOffset="3">10325 5439 7803,'-12'-12'1087,"3"1"0,3 2 0,-1 2 3875,0 1-4464,4 2 1,-2 5 0,6 5 0,3 6 0,4 7 0,5 6 0,2 2 0,1 3 1555,-1 2 1,-1 1-1385,-2 4-719,0-6 0,-3 3 0,-1-5 0,0-2 0,0-1 1,0-2-1,1-3-1213,-3 0 0,4-6 0,-4 1 0,0-2-5832,4-2 7094,1-5 0,1-34 0,0-14 0</inkml:trace>
  <inkml:trace contextRef="#ctx0" brushRef="#br0" timeOffset="4">10288 6867 7847,'0'-12'425,"0"-1"1,0 1-1,0 0 4015,0-1-3557,0 1 1,1 5-1,2 4 1,1 8-1,-1 7 963,-2 7 0,-1 6-1046,0 3-566,0 4 1,-5 6-1,-5 2 1,-3 2 0,-4 2-1,2 1 1,1-1 599,2-3-959,0-8 1,1-3 0,3-7 0,4-3 0,4-5 0,4-5-562,4-6 787,8-8 1,5-3 0,6-5-1,3 0 1,2-1 0,1 1-1,1 0 59,3-1 1,-7 2-1,5 2 1,-3 1 143,-5-2 0,-2 3-69,-5-1-346,3 5 1,-13-4-1,2 5 1,-2-4-233,-3-1 389,-2-1 1,-5 0 0,0-2 0,0-2 0,0-4 119,0-3 1,0 4-1,-1-3 1,-2 1 82,-1 1 0,0 0 518,4 3 230,-6 1-804,5 5 1,-4 0 0,5 10-194,0 7 0,0 14 0,0 5 0,5 5 0,-2 7 0,4 1 0,-1 1 0,0-1 0,-1-2 0,5-2 0,-3-2 0,1-5 0,0-6 0,-4-2 0,4-7 0,-3 2 0,3-1-1640,-5-9 1,7 8-1,-1-9-8191,2 0 9680,-5-2 1,11-26 0,-3-7 0</inkml:trace>
  <inkml:trace contextRef="#ctx0" brushRef="#br0" timeOffset="5">10583 8344 7798,'0'-15'630,"0"2"1,-1 4 0,-2 0 0,-1 1 2230,1-1-2159,2-2 1,-4 3 0,-4 1-1,-2 3 1,-2 5 0,-2 6 984,-2 4 1,-5 7-1366,2 2-262,-9 9 0,2-1 0,-6 8 0,-1 4 0,-3 3 1,-1 7-1,1 3 151,5 3 0,6 1 1,7 5-1,7 0-262,6-1 0,5-6 0,4-6 0,5-8-79,8-7 0,6-2 0,3-6 0,-1-2 135,1-5 0,5-4 38,3-2 83,3-6 1,0 2 0,1-5 0,-1-1 0,-2-3 0,-2-4 0,-1-4 704,0-3 0,-7-2-601,0 1 1,-7-4-1,-1-1 1,-1 2 24,2 2 1,-9-4-301,0 1 1,-1-1 271,-3 5-506,0 0 0,-5-2 0,-2-1 1,-3-1-1,0 1-618,-4 1 0,-1 6 1,-1 1-1,-1 1-121,1 4 1,0 7 941,0 7 1,-2 6-40,-3 7 236,9-1 1,-7 1-1,11 0 1,1-1 0,2 1 436,1 0 1,0-6 0,0-3 0,1-4 739,3-3 1,5-4-1694,7-5 1,-2 0 202,2 0-1354,-2 0 1,-2-4 0,-1-2 1545,-3 0 0,-13-24 0,-9-10 0</inkml:trace>
  <inkml:trace contextRef="#ctx0" brushRef="#br0" timeOffset="6">11051 5033 7840,'-12'-7'295,"-1"-4"1,1 5-1,1-3 1,3 1 1879,4-1-1825,2 3 1,4-3-1,2 5 1,4 1 0,3 1-1,1 2 1,2 0 1365,2 0 0,-1 0-930,6 0-510,0 0 0,4 0 0,4 0 0,5 0 0,6 0 0,5-1 1,4-3 867,5-4-1100,-4 2 0,8-9 0,-8 3 0,-5 0 0,-5 1 0,-10 4 465,-7 1-483,-10 2 1,-9 4 0,-8 0 0,-4 0-1,-3 2 1,-2 0 406,1 2 0,0 6 0,-1-3 0,1 1 350,0 0-983,-1 0 201,1 5 0,5 0 0,3 3 0,1 1 1,1 1-48,-2 0 0,0 4 1,4 0-1,0 5 32,0 6 0,0 2 322,0 2 0,4 4-152,0 0-80,5 6 1,-6 2 0,4 8 0,0 4 0,-2 0-43,1 1 1,2-5 0,-3-1 0,1-1-179,-1-3 1,3-3 80,-3-4 0,-1-1 39,-4-3 1,4-1 0,0 3 0,-1 0 55,-2-4 0,-1 1 177,0 1 1,0-5 134,0 5-230,0-11 0,-4 9 0,0-9 1,1 2-1,2 2-52,1 2 0,0 2 1,0 2-1,0 2-94,0 2 1,0-3-124,0 4 0,-4-6 205,-1 2-35,1-2 1,0-6-1,0-1 0,1 1 1,2 0 587,1 0-347,0-6 1,0 9 0,0-3 0,0 1-1,0-1 47,0-5 0,0 4-346,0 1 0,0-2 0,0 2 1,0 0-227,0-2 0,0 5 112,0-4 1,-4 5 45,0 4 28,0-8 1,4 12-1,0-8 1,0 0 0,0 0-162,0 0 1,0-10-1,0 3 1,0-6 214,0-2 0,1 1 435,3 1 1,-2 0-134,2-4 25,-3 3 0,-1-3 0,0 4 0,0 1 1,0-1-299,0 1 0,4 5 0,0 3 0,-1 2 0,-2 2 0,-1-1 0,0-3 0,0 1 0,0-5 0,0 5 0,2-4 0,0 3 0,3-5 0,-3-3 0,0-4 0,-2 2 0,0-4 0,0 1 0,0 1 0,0-5 0,0 5 0,4-1 0,0 5 0,0 0 0,-4-1 0,0 1 0,1-1 0,2 1 0,1 0 0,0-1 0,-4 1 0,0-2-478,0-2 0,4-2 286,0-3 0,1-1-57,-5 6 173,0-6 0,0 8 0,1-2 1,2 2-1,1 1-108,-1 1 1,-2 0-1,0-2 1,2-1-176,1-2 0,0-1 309,-4 2 0,0-7-58,0-6 81,6-5 188,-5 7 1,5-7-392,-6 5 0,1-3 19,3 3 0,-3 0 0,3 4 1,-2 1-286,-2-1 0,1 0 250,3 0 1,-2 1 317,2-1-16,-3 0 0,-1-3 505,0-1 0,0-4 98,0 4-343,0-5 81,0 2-3112,0-5 1605,0 6 1476,0-5 1,-1 5 0,-2-8 1302,-1-2-1444,0-3 1,2-1-1,-2 1 1,-4 2 23,-3 2 0,3 2-961,0 1 0,0 0 0,-5 0 0,1 1-1130,0 3 1,-1 2 445,1 2 0,-4 1 1396,-1-4 0,-10 4 0,1-2 0</inkml:trace>
  <inkml:trace contextRef="#ctx0" brushRef="#br0" timeOffset="7">19591 14029 12145,'-6'-7'6025,"0"2"-5165,6 5 1,0 1 205,0 3-865,0-2 0,6 3 0,0-4 0,3 2 0,-1 1 0,1-1-55,2-2 1,6-1 0,1 0 0,1 0 22,3 0 1,1-1-61,1-3-154,-4 3 0,3-9 0,-4 5 1,0-1-1,-2 1 0,-4 2 1,0 1-1,-3 1 0,0-2-508,-2-1 0,-4 0-2246,5 4-1304,-7 0 3175,4 0-2917,-6 0 3845,0 0 0,11-16 0,2-5 0</inkml:trace>
  <inkml:trace contextRef="#ctx0" brushRef="#br0" timeOffset="8">22200 12885 8655,'0'-9'2375,"0"1"0,0-1-440,0-2 1,2 0 0,0 1-1255,3 2 1,-1 7-1,-4 1 1,0 6 0,0 5-795,0 2 1,0 0 0,0 2 0,0 3-1,0 0 1,0 0-1121,0-3 0,0 3 1,0-2-1,0-1 1,0-1-4459,0-2 5691,5-5 0,24-18 0,11-10 0</inkml:trace>
  <inkml:trace contextRef="#ctx0" brushRef="#br0" timeOffset="9">23665 12909 7881,'-8'-8'669,"1"0"0,1-2 0,4-1 4049,0-1-4013,2 5 0,2 7 1,0 10-1,2 3 0,-1 4 1,-1-1-510,-2 2 1,1-3 0,2 4 0,1-1 0,-2-3 0,0-1-1033,-2-2 0,1 0 1,3 1-1,5-2 1,1-3 835,3-4 0,37-52 0,-20 17 0,1 0 0</inkml:trace>
  <inkml:trace contextRef="#ctx0" brushRef="#br0" timeOffset="10">25019 12897 7881,'8'-1'643,"0"-2"1,0-3 0,0 1 354,1-1 1,-5 1-1,4 2 1,1-1-240,2 1 0,-2 3 1,-3 4-1,0 5 0,-3 2 1,-2 2-307,-1 4 1,0 0-1,0 5 1,0-3-566,0-1 0,0 3 0,0-5 0,0-1 0,0-1-4946,0-2 5058,0 0 0,16-54 0,5-14 0</inkml:trace>
  <inkml:trace contextRef="#ctx0" brushRef="#br0" timeOffset="11">26778 12885 7808,'0'-13'1190,"2"6"0,0 2 1,3 0-274,-3-4 0,0 11 0,-4 5 0,0 8 0,-4 4 0,1 3-492,-1 1 1,2 1 0,4 0 0,0-2-664,0-2 1,0-4 0,0 4 0,1-3-291,3-2-1058,-2-1 0,9-6 0,-3-1 1586,3-1 0,23-30 0,6-10 0</inkml:trace>
  <inkml:trace contextRef="#ctx0" brushRef="#br0" timeOffset="12">20625 11359 7749,'-5'6'771,"3"1"3086,-2-3-2094,3-2 1,1 2-1020,0-8 0,1 2 1,3-2-1,5 3-743,2 1 1,1 0 0,0 0 0,0 0 0,1 0 0,0 0-842,4 0 247,-4 0 0,5-1 0,-4-2 0,1-1 1,1 0 592,-1-2 0,-6-28 0,-4-13 0</inkml:trace>
  <inkml:trace contextRef="#ctx0" brushRef="#br0" timeOffset="13">20564 10239 7754,'-13'0'4265,"1"0"-3315,5 0 0,2-2 1,6-2-518,3-4 0,2 1 1,3 0-1,-1 2 0,2 1 1,1 0 494,1 0-957,1-6 0,0 9 0,2-3 0,2 2 1,-2 2-1,-2-1 0,0-2 0,-1-1-2247,0 1 1,1 2 0,-1 2 2275,0 3 0,1 3 0</inkml:trace>
  <inkml:trace contextRef="#ctx0" brushRef="#br0" timeOffset="14">20514 8971 7754,'-8'-8'1276,"1"0"1899,2-2-2794,1 5 1,1-1 0,3 6 0,6 0-1,3 0 338,3 0 1,5 0-424,-1 0-306,6 0 1,-7 0 0,6 0 0,-1 0-1,1 0 1,-2-1 0,-1-2-985,-3-1 1,-2-1 0,0 2 0,-1-1 993,0 1 0,-16-4 0,-4 0 0</inkml:trace>
  <inkml:trace contextRef="#ctx0" brushRef="#br0" timeOffset="15">20551 7765 12972,'0'-7'2787,"4"1"-2933,1 1 0,4 4 0,-1-4-1493,3-1 1148,2 5 1,-1-5 0,0 6 0,1-1 0,-1-2-2331,0-1 1377,0 0 1444,1-1 0,10-13 0,3-8 0</inkml:trace>
  <inkml:trace contextRef="#ctx0" brushRef="#br0" timeOffset="16">20354 6682 7787,'-12'0'2067,"0"0"0,6 0-1822,6 0 1,11-1-1,11-2 1,6-2 291,4-2-609,9-1 1,-2-5-1,3 1 1,-2 0-1,-2-1 1,-4 1-1,-1 0-1718,-2 0 1,-9 5-242,-1 3 2031,-12 2 0,-30 2 0,-14 0 0</inkml:trace>
  <inkml:trace contextRef="#ctx0" brushRef="#br0" timeOffset="17">20478 5685 7788,'-7'-5'720,"1"-2"0,2-1 2304,0 0-2741,0 5 0,5-7 0,3 6 0,6 0 0,4 0 0,3 0 0,4 0 1,4 0-1,3 0 486,4 1 1,-5 2-554,2 1-691,2-6 0,-3 5 0,3-3 0,-1 2 0,-3 2 475,-1 0 0,-12 0 0,-3 0 0</inkml:trace>
  <inkml:trace contextRef="#ctx0" brushRef="#br0" timeOffset="18">26409 6510 7788,'-8'4'546,"0"0"791,-2-1-883,5-2 1260,-1-1 716,6 0 1319,0 0-3313,6 0 1,-4 0-106,7 0 1,-5 0 0,3 2-43,-2 2 1,-1 3-1,-4 5-281,0 0 0,-1 1 1,-2-1-372,-1 0 0,-4-4 1,2-1-565,-1-1 611,-1-2 197,1-4 0,-2-6 0,5-2 1,1-3-1,2-1 0,1 0 90,0-1 0,1 5 121,3 0-84,-3 5 1,6-2-40,-3 5 0,-2 5 0,2 3-89,-3 3 0,-5 2 93,0-1 0,-6 0 88,2 0 1,1-5 0,-1-3 241,-1-2 1,2-2-119,-1 0 0,5-7 92,-1-5-124,2-1 1,2-4-1,2 6 1,0 1 119,3 2-88,-1 5-457,1-2 0,-4 6 1,4 3-1,-4 4-363,-1 3 1,0 2-2604,0-1 1551,0-5 1687,0-2 0,22-21 0,5-5 0</inkml:trace>
  <inkml:trace contextRef="#ctx0" brushRef="#br0" timeOffset="19">20625 13008 7842,'8'0'1056,"1"0"-411,-7 0 880,4 0 16,-6 0 404,0 0-1704,0-6-137,0 5 1,0-6 0,-2 4-40,-2-1 1,3-1-206,-3 1 1,1 2-709,-1-2 918,3 3 1,-5-1 684,6-2-95,0 3 0,0-10-385,0 3 0,0 4-1050,0 4 561,0 5 945,0 7 545,-5-5-574,-2-1 0,0-8-153,3-2-784,3 3 0,1-6-979,0 3 1214,0 3 0,11 6 0,2 9 0</inkml:trace>
  <inkml:trace contextRef="#ctx0" brushRef="#br0" timeOffset="20">20588 13020 7447,'7'0'1004,"-1"0"1,-6-1-146,0-4 132,0 4-342,0-4-577,0 5 2650,0 0-2758,5 0 822,-4 0-362,5 0 0,-6-2 0,1 0-198,3-3 1,-2 0-251,2 1 1,-3 1 0,1-4-121,2 2 0,-2-3 0,5 2-573,-1-1 854,-2 5 1,0-9 0,1 4-1,1-1 1,-1-1 0,-1 1-10,2 1 1,-3-2-1,3 3 1,1 1-235,0-1 1,-3-3-54,4 1 0,-1 1 0,3 0 72,-2 1 1,-4-2 187,4 4 1,-4-4 0,3 2 89,-1 0 0,2 2-221,-4-5 1,4 5 128,-4-4-104,6 5 0,-7-4 0,5 3 0,1-4-11,2-3 1,0 3 0,-1 1 0,-3 0 201,-2 1 0,5 1-163,-2-3 0,-1 4 83,1-4-196,-5 5 1,6-4 0,-3 5 0,1-4-93,2-1 1,-2 5-1,0-4 1,0 2 14,0 0 1,-3 0 107,4 4 1,-4-4-9,4 0 71,-5-1 0,8 1 0,-4-1 0,1-1 0,0 0 157,2-1 1,-3 3 0,1-5 188,1 0-319,2-2-18,2-1-30,-1-1 0,-4 5 0,0 0-135,2-2 0,-1-1 0,1 0-75,-2 3 0,-4-3 154,4 3 1,-5 1 294,1-1-126,3 0 1,-4 0 0,4-1-1,0 0 1,-2-2 29,0-1 0,4 3 0,-4 1 0,2-1-89,3-2 0,-4 3-174,3-1 0,-5 2 0,4-1 116,0-3 1,0 6-1,-1-5 1,0 3-1,0 1-61,2-1 0,-2 3 0,1-3 0,1 0 51,-3 0 1,5 3 29,-2-4 1,0 4-18,-1-4 44,3-1 1,-4 1 0,5 0 0,1 0 0,-1 0-22,0-1 0,1 1 0,-1-4 0,2 0-66,2-1 0,-2 1-48,2 0 1,-2-1 0,-2 2-1,0 2 34,1 1 1,-1-1 66,0-3 0,1 0 233,-1-1-198,-5 1 0,4 0 1,-3 0-1,3-1 0,1 1-10,1 0 1,-3-1 0,0 0 0,-2-2-285,2-2 0,1 1 114,1 3 1,0 1 0,1 0-1,-2 0-103,-3-1 1,3 2 314,-3 3 0,3-3 399,1 3-359,-5-3 1,4 0 0,-3 2 0,3 0 0,1 0 316,1-2-430,-1-1 0,0-1 0,2 1 0,1 0 0,1-1 13,0 1 1,1 0-1,0-1 1,-2 1-14,-2 0 0,0-1 274,-1 1 0,0 0 89,1 0-319,-1 5 0,0-4 1,1 3-1,-3-3 0,0-2-166,-2 1 1,0 0 0,5-1 0,-1 1-151,0 0 1,-3 4 200,-1-1 1,-1 1 5,1-4 138,3 0 0,-8-1 0,5 1 1,0 0 390,-1-1-442,4 1 0,-6 0 0,5-1 0,-2 1 0,0 0-225,-1-1 1,4 1 0,-3 0-1,3 1-112,1 3 0,1-3 219,-1 3 0,0-3 232,1-2-61,-1 1 1,-4 4 0,0 0 0,2-2 89,1-1 1,1-1-1,0 1 1,1 1-249,-1 2 0,4 0-389,1-4 1,1-1 189,-2 1 206,-2 0 0,8-1 0,-6 1 1,-1-2-1,-1 1 169,-2 0 1,-1-2 0,-1 7 0,-2-3 135,1-1 1,-2 0-65,1-1 0,-4 1 0,5 0 0,-1-1-414,-1 1 1,4 0 153,-3-1 0,1 1-307,0 0 381,2 0 0,-5-1 1,7 1-1,-2 0 1,-2-1 102,-1 1 1,1 0 0,3-1 0,0 1-173,1 0 0,-1-1 72,0 1 0,5-2-273,-1-2 244,6 2 1,-3-3-1,4 3 1,-1-1 0,-1-3-34,0-1 170,-3 4 0,4-4 0,-5 4 1,-2-2-1,-2 1 611,0-2-593,-1 5 0,0-7 0,2 5 0,1-1 1,1 0-159,-1-2 1,-1 0 75,-2-3 0,1 2 0,-1 4 0,0-1 123,1 1 1,-1-3-150,0 2 1,-4-1 403,1 5-306,-1-6 0,4 4 0,0-2 0,1 1 1,-1 0 142,0-1-322,1-1 0,3 1 1,2-1-1,1 2 1,1 2-108,0 0 1,1 0 418,-4-4-214,5 4 0,-9-5 0,5 4 0,-1-1 0,-1-3 181,-1-1 0,-1 3 0,-1-3 0,2-1-96,2 1 1,-1 3-237,-3-5 1,-1 5 169,0-5-83,1 6 1,-1-4 0,0 4 0,-1-1 0,-1 1 108,-2 1 1,-1 2 0,2 0 0,-1-2 81,2-3 1,1 4 41,1-4 0,1 6-3,-1-1-224,0 3 0,0-9 0,1 5 0,0 1 1,3 0-168,0 0 0,2-2 0,-3-1 0,1-2-31,-1 2 0,0 2 483,2 0 0,-4-3 0,4 0-106,-4-1 1,0 1 0,-1-1 0,-1 2 0,-1 2 133,-2 0 1,0 1 0,4 0-1,1-1-246,-1 1 0,0-2-253,0-2 1,1 5 66,-1-5 93,0 5 0,1-7 1,-1 6-1,0-1 1,1 0 107,-1-4 1,-4 4 0,0-4 0,2 4 61,1 0 0,-3 1-31,0 0 0,0-1 0,5 1 1,-1 0-163,0-1 1,1 1 13,-1 0 0,0 1-137,1 3 166,-1-3 1,0 1 0,2-5 0,1 1 0,1-1 68,-1 2 0,-1-1 0,-2 2 0,1-2 53,-1-2 1,0 2-13,1-2 0,3-2-137,0 1 97,1-5 0,-5 9 0,2-5 0,1 2 0,1-1 87,-1 2 1,-2 2 0,-4 0 0,-2 1 142,-2 0 0,4-1-5,-5 1 1,5 1-138,0 3-139,-4-3 1,5 4-1,-5-5 1,2-1-1,1 1-50,-1 0 1,4 0-1,-3-2 1,3-1-269,1-2 1,1 0 65,-1 0 1,0 4-60,1-4 457,-1-2 1,-1 5 0,-2-2 0,0 4 0,-1 2 128,-1 2 0,4 0 0,-3-5 1,3 1-109,1 0 0,0-1-131,1 1 0,4-2-14,4-2 1,-2 2 0,0-2-1,-1 1-80,-3-2 1,3 4 74,-2-4 1,1 4-1,-5 0 1,0 1 142,0 0 0,-3 0 114,-1-1-196,0 1 1,3 0 0,-1 1-1,-4 1-31,0 2 0,3 0-65,0-5 1,2 1 0,1-2 0,0-1-206,1-1 1,-1-5 21,0 5 0,5-6-52,-1 2 0,4-4 0,-2 1 0,0 1-169,0 2 0,-2 5 647,-3-2 0,-5 4-122,0 0 323,-5 6 1,6-3 0,-5 1-193,-1-2 0,0-1 1,0 0-1,2-1-238,2 1 0,-3 0-305,4 0 0,0-1 170,5 1 1,0 0-1,2-1 1,2 1-229,-2 0 1,-3 4 353,-4-1 1,2 5-1,-5-3 1,1 1 314,-1-1-181,-1 4 256,2-3-271,-5 1 1,9 2-1,-5-5 36,2-1-88,1-2 1,5-2 0,-2 1 0,-2 0-66,-1-1 0,-4 5-78,5 0 1,-3 0 0,4-3-105,-2 3 1,-4-3 293,5 2 0,-7 3-150,2-3 93,3 7 0,-5-9 0,3 3 0,-1-3-9,0-2 0,0 5 0,-2 0 1,0-2-323,3-1 275,4-1 0,-3 0-294,2-1 307,-3 1 0,1 1 0,1 2 0,1 0 0,-1 0 15,-2-2 0,3 3-7,-4 0 35,1-1 1,-1 1 0,1 1 0,1 0 0,0 1-46,1-4 1,1 5 0,3-1 57,-2 1 528,2 3-187,-5-9-273,7 10 1,-5-9 0,0 5 0,2-1-332,1 1 177,-5-5 1,5 9-1,-4-4 1,1 0-88,1 1 1,-5-1-164,4 1 220,-5 2 1,3-4 295,-1 1 1,-4 3 147,3-6 0,2 3-268,-2-3 0,1 5 0,-2-2 1,2 1-40,2 0 0,-3-4-169,4 4 1,-3-5-379,3 5 0,-4-4 0,4 3-212,2-2 1,-4 3 140,3-5 109,-7 7 0,8-5-829,-6 3 1302,0 2 0,-26 2 0,-5 7 0</inkml:trace>
  <inkml:trace contextRef="#ctx0" brushRef="#br0" timeOffset="21">26101 6744 7890,'-12'1'61,"0"2"1,0 1 0,-1 0 716,1 2-264,5-5 1,0 4 0,6-6 0,1-2 0,5-1 761,5 1 1,2-2-846,1 1-151,-1-6 0,4 8 1,1-5-1,-2 0 0,-2 1 1,0 1-1,-1 1 1339,0-2-1521,1 5 1,-1-9-1,2 5 1,1 0-1,1-2 1,0 0 0,2-3 97,3-1-235,2-1 1,-3 0 0,0 1 0,-3 1-1,-2 2 1,-1-2 91,-2 0 289,1 3 0,-6 0 1,-5 4 26,-4-1 1,-1 4-450,-5 4 0,4 6 0,-3-2 0,1 3-129,3 1 1,-2 0 199,1 1 1,-2-1-74,2 0 197,3 1 0,-6 3 0,4 2 0,-1 0 1,2 1 112,0 0 0,-2-3 0,0 5 1,0-1 98,-2-1 1,5 3-210,-3-5 1,3 3-183,1-3 0,0 3 1,0-3-1,0-2-88,0-2 1,0 0 14,0-1 0,0 0-15,0 1 418,5-7 0,-2 0 316,5-6-58,-5 0 1,2-2 291,-5-2-646,0-2-366,0-7 1,0 5 0,0 0-1132,0-2 995,0-1 0,0-1 0,0 0-158,0-1 1,0 1 274,0 0 1,0-1 163,0 1-28,0 0 1,0 0 0,0-1 0,0 1 0,0 0 25,0-1 1,0 0-1,0-2 1,0-2-149,0 2 1,0 0 26,0-1 0,0 2 16,0-2-22,0 2 1,-4 2 0,0-1-1,0 1-328,-2 0 204,5 5 0,-6 1 138,3 6 300,3 0 1,-6 0 1021,3 0-652,2 0-308,-3 0-168,-1 0 0,4 0 1,-6 0-1,-2 2 0,-1 2-239,-1 4 1,-6 3 0,-4 1 0,-4 2-281,-3 2 0,-1-2 102,2 3 0,2-4-159,-3-1 605,3 1 0,3-5 1,2-1-1,5-2 193,2-2 0,3-3-35,3-4 0,2 1-113,6-5 0,2 5 0,1-2 0,2 1-2,2 0 0,-3-2-88,4 2 1,0 1-237,5-5 247,-1 5 1,4-6 0,2 3 0,1 1 0,3-2 47,1 0 1,6 3-48,0-4-1,5 0 0,-7-5 0,5 1 0,-2 1 0,-3 2 38,-1 0 1,-5 2 0,-2-2 233,-1 1 109,-7 5-218,-6-2-90,-5 5 0,-1 5 0,-2 3 1,-2 4-1,-2 4 119,-3 0 1,3 6-1,0-2 0,1 4 216,-1 0 1,3 1-275,-5-1 1,7 0 4,-2-4-276,-3 3 0,5-8 1,-2 5-1,3-3-1776,1-2-42,0-6 1,0 2-1640,0-3 3571,0-3 0,16-16 0,5-9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6:52:12.838"/>
    </inkml:context>
    <inkml:brush xml:id="br0">
      <inkml:brushProperty name="width" value="0.09071" units="cm"/>
      <inkml:brushProperty name="height" value="0.09071" units="cm"/>
      <inkml:brushProperty name="color" value="#3165BB"/>
    </inkml:brush>
    <inkml:brush xml:id="br1">
      <inkml:brushProperty name="width" value="0.09071" units="cm"/>
      <inkml:brushProperty name="height" value="0.09071" units="cm"/>
      <inkml:brushProperty name="color" value="#FF8000"/>
    </inkml:brush>
    <inkml:brush xml:id="br2">
      <inkml:brushProperty name="width" value="0.09071" units="cm"/>
      <inkml:brushProperty name="height" value="0.09071" units="cm"/>
      <inkml:brushProperty name="color" value="#57D200"/>
    </inkml:brush>
    <inkml:brush xml:id="br3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2966 7211 7750,'0'-12'1177,"0"0"1,0 0 1686,0-1 1,-2 1-2071,-2 0 0,3 3 1,-3 4-1,2 4 568,2 6-1223,0 10 0,0 4 1,0 7-1,0 3 1,0 4-1,0 1 0,0 0-50,0-1 1,0-2 0,2 1-1,1-6 1,2-6 0,2-2-99,2-3 0,2-3 1,2-3-1,-1-7 198,0-4 0,2-5 0,1-7 0,1-2-202,-1-5 1,-5-2-1,-2-3 1,0-1-1,-1-3 1,-3-1 244,-2 1 0,-2 2 0,0 3 1,0 0-1,0 2 0,0 3 1325,0 3-1402,0 9 0,-2-2 1,0 9-1,-2 7 1,1 9-1,3 8-154,4 6 1,3 3 0,6 8-1,4 2-187,3 2 1,4 1-1,0 5 1,1 0-202,-1 3 0,-4-6 0,-5 2 1,-6-1 648,-5 0 0,-9 1 0,-9-1 0,-9-3 102,-9-4 1,-3-8-1,-2-4 1,-1-5 143,-3-3 1,1-5-1,-4-8 1,2-3-986,2-4 0,3-1 0,5 0 0,4 0-2567,6 0 0,10-1 3044,8-4 0,35-40 0,-10 15 0,-1 0 0</inkml:trace>
  <inkml:trace contextRef="#ctx0" brushRef="#br0" timeOffset="1">2757 6965 7805,'-9'-1'5800,"3"-3"-770,0-4-4676,2 2 0,4-1 0,3 5 0,4-3 0,6 3 1,5-1-1,5 0 1244,5-1-1680,3 0 0,11-1 1,2-2-1,1-1 1,-1-1-1,-2 1 1,-2 0-1,-3 1 1,-6 2-1017,-6 2 0,-6 2 939,-6 1 1,-7 1 0,-3 2 752,-6 1 1,-3 1-773,-7-1 1,5-2-1,1 3 126,2 1 1,-1-5 0,2 3 199,-4-3 1,1-2 0,-1-2 0,0-2 0,-1-2 0,1-1-1,-1 1 1,-2-8 0,-2 3-1,1-2 1,0 0 0,-2 2-424,-2 0 1,2-1 0,-2 2-1,2 2 1,3 1-3200,3-2 3474,-3 5 0,37 10 0,3 9 0</inkml:trace>
  <inkml:trace contextRef="#ctx0" brushRef="#br0" timeOffset="2">3840 7113 7798,'-20'-5'897,"3"2"0,4-4 1,1 1 165,0 4 1,6 2 0,6 2 0,8 3-569,7-3 0,5 4 0,6-2 1,2-1-266,5-2 1,4-6 0,1-2 0,1-2 143,-4 1-1291,-6 6 1,1-8-1,-5 4 1,-2 1-1,-4 1 917,-7 5 0,-43 27 0,-17 11 0</inkml:trace>
  <inkml:trace contextRef="#ctx0" brushRef="#br0" timeOffset="3">3840 7322 7810,'-7'6'3999,"3"-5"-3238,8 3 0,8-4 0,10-4 0,5-4 1,5-3-1,0 0 132,1 3 1,0-2-894,4 6 0,6-10 0,6-3 0,3 0 0,1-1 0</inkml:trace>
  <inkml:trace contextRef="#ctx0" brushRef="#br0" timeOffset="4">4873 6793 7744,'8'0'603,"1"0"2683,0 0 0,-5-1-2909,-4-3 0,-6 2 0,-10-2 0,-1 3 0,-1 1 0,-1 0-478,0 0 0,-2 4 1,-3 1-1,-1 1 1,2-1-1,1-1-197,1 2 0,6-5 1,-3 5-1,2-2 1313,0 0 1,1 5-169,6 0 0,9-4 0,9-1 0,2-1 0,2 0 1066,4 1-1792,-4 5 0,5-6 1,-6 5-1,1 2 1,-1 1-1,0 1 1,-1 2-1,-1 1 1,-2 3-165,2 1 1,-1 1 0,1 6 0,-2 3 0,0 5 0,0 4-746,1 3 633,-7 6 1,4-3 0,-6 6-1,0 4 1,-2 2 0,0 0 0,-4-2-1,-1 0 1,-1 0-89,1 2 1,-4-4 0,5 0-1,-3-5 1,2-5 0,1 1-3,-1 2 1,3-3 0,-3-1 0,0-3 59,0-1 0,-1 6 0,-4 1 0,1-1 185,3-2 0,-3-2 1,4-4-1,-1-1-93,-1-1 0,5-10 0,-3 1 0,2-5 205,2-4 0,2-1 242,1-2 0,5-5 1,3-3 261,3-3 0,3-1 0,3-1 0,3-2 153,3-1 0,2-6 0,1 1 1,1-5-352,2-2 0,4-1 1,-6 5-1,-2 0-860,-3-1 1,-7 2-1,0 2-3917,-6 1 4359,-3 5 0,-39-57 0,12 26 0,1-1 0</inkml:trace>
  <inkml:trace contextRef="#ctx0" brushRef="#br0" timeOffset="5">5316 7027 7718,'-1'-11'1064,"-2"1"0,-1 2 1273,1-1 0,2 4-1778,1 5 0,0 7 0,0 10 0,0 2-132,0 0 0,1 8 0,2-2 0,3 1-129,0 0 0,-2-1 0,5-1 0,0-1 0,1-2 0,-1-5 360,0-2-486,-1-2 1,4-5 0,2-3 0,1-4 0,1-5 0,-1-8 0,-2-6 0,-4-5 0,-1-5-211,2-4 0,-3-2 0,0-2 0,-2 1 1,-2 3-1,-2 6-894,-1 5 657,0-1 1,4 21 0,2 7 0,1 11 0,2 9-1,2 3 226,1 5 0,1 1 0,-1 0 0,2-2 0,-1-1 0,1-1 187,-3 1 1,-7-3-1,0-3 1,-4-1 0,-5 0-1,-9-2 358,-9-2 0,-3-5 0,-7 0 0,-1-4-448,-2-3 1,1-5-1,2 1 1,4-2-1012,3-2 1,7 0-777,3 0 1,7 1 0,5 3 0,3 4 1738,1 3 0,60 7 0,-22-8 0,-1-1 0</inkml:trace>
  <inkml:trace contextRef="#ctx0" brushRef="#br0" timeOffset="6">5845 7371 7718,'-5'-6'2852,"-2"3"0,0 6 3008,3 5-6025,3 3 0,1 1 0,0 0 1,0 1-1,0-1 0,0 0 0,0 1 1,0-1-1,0 0-3566,0 0 1,0 1 3730,0-1 0,5 6 0,2 1 0</inkml:trace>
  <inkml:trace contextRef="#ctx0" brushRef="#br0" timeOffset="7">5366 8085 8343,'0'-8'4464,"0"0"-3428,0-2 0,0 6 1,0 4-782,0 7 1,0 9-1,0 5 1,1 2-1,2 3 1,1 1 153,-2 2 0,4-2 1,-1-6-1,2-3 1,3-3-1,1-2-178,1-2 0,-4-6 1,0-4-1,2-8 0,1-9 1,1-8-313,1-4 1,-2-2-1,-2-5 1,-2 4-1,-2 2 1,-2 5-1147,-2 2 1,4 9 968,-1 5 0,5 15 0,-1 16 0,3 6 0,2 4 0,-1 4 155,0 2 1,1 7-1,-1-4 1,0 0-1,-1 2 1,-3-2 165,-4 1 1,-4-3-1,-5-8 1,-9-3-1,-9-4 1,-8-5 316,-5-3 0,-1-9 1,0-4-1,0-3 1,3-1-1,4 0-960,5 0 0,10-5 0,3-3 1,8-2-1,8 0-5564,8 2 6144,6 0 0,29-12 0,13-5 0,3-2 0,1 1 0</inkml:trace>
  <inkml:trace contextRef="#ctx0" brushRef="#br0" timeOffset="8">5845 8405 13566,'9'-7'416,"-3"2"1,1 1-1,0-2 25,3-1 0,1 5 0,0-4 1,-2 2-1,-1 0-497,2 1 1,-3 2 0,1 1-416,2 0 0,-5 1 257,-1 3 0,-2-1 1,-2 5-1,-2 2 182,-2 1 1,-3 1-1,-4 0 1,2 1-1,0-1 1,1 2 106,1 2 1,-2-2-1,3 2 1,1-2 0,-1-2 807,4 1-634,0-1 0,4 0 0,2-1 0,4-3 0,3-4 0,1-2 0,1-2 265,-1 0 1,4 0 0,1-2 0,-1 0 0,1-2-1,-1-1-1907,-1 0 1,-1 4 1392,-2-4 0,6-40 0,1-9 0</inkml:trace>
  <inkml:trace contextRef="#ctx0" brushRef="#br0" timeOffset="9">6301 6842 7688,'0'-8'768,"-2"1"1,0 0 873,-2 1 0,-2 3 0,3-3 1181,-1 1-2462,0 3 1,6-3 0,2 6-1,4 2-19,3 1 1,7 0-1,2-4 1,3-1-1,2-2 1,1-2-131,3-2 0,2 3 1,5-4-1,-2-1 0,-3 3 1,-2 1 154,-6 4-210,2 1 1,-12 0-1,3 1 415,-7 4 1,-3-3-1,-8 5 1,-1 0 598,-1 0-1159,0-4 0,4 7 0,-1-1 1,-2 2-1,-1 1 0,1 2 1,2 2-1,1 5 0,0 3-160,0 5 1,0 4-1,0 8 1,0 4-1,0 4 1,0 4-80,0 5 0,5-4 1,4 0-1,0-4 218,-1 0 1,3-1 0,-2-1 0,0-2 155,-1-1 0,3-5 0,-4 2 0,0 1 25,-3 2 0,2-4 0,-2-3 0,-2-4-91,0 1 1,-2 0 0,0 1 0,0-4-70,0-3 1,1 1 0,2-1-1,1-2 24,-1-1 0,-2-2 0,0-3 0,2 0-6,1 1 0,2 1 0,-4 2 0,3-1-120,-3 1 0,1-2 0,0-1 1,1-1-201,-1 0 1,2-1-1,-1-1 1,-1-2 432,-2-1 1,-1-7 52,0-1-426,0-5-1085,0 3 204,0-6 1554,0 5 300,0 2 0,-1 0-286,-3-3 1,1-3-1,-5-1-391,-2 0 0,-1 0 0,-1 0 0,0 0-514,-1 0 1,0 4 0,-2 2 0,-2-1-443,2 1 1,2 2-1,0-3 1,1 1-638,0-1 1,-1-1-1,1-4-800,0 0 1,5-1 2326,3-3 0,13-58 0,-2 22 0,0 0 0</inkml:trace>
  <inkml:trace contextRef="#ctx0" brushRef="#br0" timeOffset="10">8971 6928 7694,'-1'-8'1377,"-2"0"1,-2-2 3142,-2-1-4284,4 5 1,-2 2 0,5 8-1,0 4 1,0 4 0,0 5 0,0 4-1,0 5 1,0 3 422,0-2 1,0 4-1,0-3 1,0 0 413,0-2-936,0-7 1,0 3-1,0-6 1,1-2 0,2-6-1,2-9 1,2-10-177,3-9 0,5-3 0,2 0 1,1 2-1,1 5 0,0 2-346,3 2 0,0 5 0,0 3 0,-1 4 0,-1 4 0,1 6 209,-1 5 0,-5 4 1,2 4-1,-4-1 1,0-3-1,-1-1 1340,0-3-929,0-1 1,1-7 0,-1-3 0,0-6 0,1-6 0,-1-8 0,0-8 328,1-4 1,-7-4 0,0-5-1,-2 0-347,0 1 1,0 4 0,-5 3 0,-3 5-299,-4 3 0,-3-1 1,-2 7-1,1 4-1339,0 6 0,-1 4-2335,1 1 1,5 1 1565,3 3 0,8-3 2189,4 3 0,47-24 0,-21 6 0,-1 1 0</inkml:trace>
  <inkml:trace contextRef="#ctx0" brushRef="#br0" timeOffset="11">8910 6584 7694,'-13'-2'805,"2"-2"1,2-2 1283,1-1 1,6-3-1,4 6-1234,9 1 1,2 2 0,8 0 0,1-2-562,1-1 0,7 0 0,3 2 0,4-1-227,4-1 0,0-4 0,7 3 0,2-1 1,1-1-1,-2 1-305,-4-4 1,-4 3 0,-8 0 0,-6 2-695,-5 2 943,-9 2 1,-9 6 0,-8 3 0,-5 2-1,0 0 1,-1-2 467,2 1 0,4-3 0,-4-2 719,-2-3-1089,-1-6 1,3-2-1,0-5 1,-2-1-1,-1 1 1,-2 0-1,-2-1 1,-3 1 0,-1 0 1,-3 0 1,0-1 0,0 1 0,3 1 0,0 1 0,1 2-1255,0-1-1066,2 3 0,3-3 2209,1 4 0,27 7 0,7 5 0</inkml:trace>
  <inkml:trace contextRef="#ctx0" brushRef="#br0" timeOffset="12">10473 6559 8130,'6'-1'2646,"0"-2"-135,-1-1-1904,-3 0 0,3 3 0,-3-2 0,-1-1 0,-2 1-270,-9 2 0,-2 1-805,-9 0 388,-5 0 1,-7 4 0,-8 1 0,-2 1 0,-1 0 0,1 0 0,2-1-68,0-2 1,4 3 0,6-2-1,2-2 387,6 0 1,4 2 0,7 0 240,-1-1-4,6-2 0,3-1 1,8 0 143,5 0-584,-4 6 0,6-4 0,-3 7 558,3 0-408,-4-3 1,3 0-1,-6-1 1,0 3 413,1 3-521,-3-5 0,5 5 0,-5-2 1,4 0 239,1-1-339,-5 3 0,9-4 1,-4 5-1,0 1 212,-3-1-99,3 0 0,-4 5 1,3 1-1,1 1 1,-1 3 48,-1 1 0,1 7 0,-4 1 0,3 4-42,-3 1 0,0 0-90,-2 9 1,0-1-383,0 1 261,0 3 0,0-6 0,0 2 0,0-6 0,0-3-2,0-1 1,0-3 0,0 2-1,0 0 113,0-2 1,0 5 2,0-3 0,0 4 33,0 4-46,0-3 1,0 4 0,-2-6-1,0-2 1,-3-3 54,3-1 0,0-2 0,2-6 1,0-3-208,0-1 1,0-2 56,0-4 96,0 1-22,0-1 1,0 0 0,0 1 0,0-1 0,0 0-3,0 0 0,0 1 0,0 0 1,0 4 79,0 3 1,0 0-55,0 0 0,-4-4 334,0 5-242,-5-6 0,6 3 1,-4-6-1,0 0 86,0 1-190,5-6 0,-5-1 0,4-2 0,-1 5 80,1 2 1,-2-3 0,1 0 0,-1 2 276,0 1 0,4 1 130,-3 0-60,2 0 234,2 1 0,0-5-228,0 0 1,6-5 0,3 1-1,6-4 114,6-4 0,3-2-527,5-2 1,7-4 63,5 0-493,11-1 0,-7-6 1,9 4-1,-2-1 0,-4-1-3026,-8 0 2480,-2 3 1,-13-9-1,1 2 1,-7-2 972,-5-2 0,-27-32 0,0 24 0,-1 0 0</inkml:trace>
  <inkml:trace contextRef="#ctx0" brushRef="#br0" timeOffset="13">9722 7101 7879,'-8'0'990,"1"-2"1,0 0 2605,0-3-3269,4 1 0,-1 4 0,8 0 1,5 0-1,2 0-215,1 0 1,0 0-328,1 0-432,-1 0 1,0 0-1,0 0 1,1 2 0,-2 2 646,-3 4 0,-14 8 0,-7 4 0</inkml:trace>
  <inkml:trace contextRef="#ctx0" brushRef="#br0" timeOffset="14">9660 7298 7721,'-6'1'4795,"1"3"-3988,4-3 1,2 5 0,5-6-1,5 0-481,4 0 0,7 0 0,-2 0 0,4 0-826,0 0 0,5 0 1,1 0 499,1 0 0,19-22 0,7-5 0</inkml:trace>
  <inkml:trace contextRef="#ctx0" brushRef="#br0" timeOffset="15">10780 6879 7756,'-8'-4'1819,"1"-1"461,2-2-1594,1 4 1,4-1-1,0 8 1,0 6 747,0 5 1,0 5-863,0 9-451,0-3 0,0 9 0,1-2 1,2 1-1,2-1 0,2-4 1,3-3-35,1-1 0,1-10 1,2-5-1,1-4 81,1-7 1,6-10 0,-2-11 0,4-7-537,0-8 228,1 6 0,-2-9 0,-2 11 0,-4 3 0,0 4 0,-1 6-425,-1 2 1,-2 13 0,-4 6-1,-2 8-58,-2 3 1,4 5 560,-5-5 216,0 1 1,0-5 0,1-1 0,2-3 0,1-5 0,1-7 1308,-1-9 0,-4-6-795,4-10 1,-5-2 58,1-6-657,-3 0 0,-2 0 1,-3 0-1,-4 2 1,-3 2-1351,-2 4 0,1 9-1269,0 3 1,1 10 1117,3 7 1431,2 11 0,44 47 0,-14-22 0,0 0 0</inkml:trace>
  <inkml:trace contextRef="#ctx0" brushRef="#br0" timeOffset="16">11482 6879 7781,'-4'-8'1330,"-1"0"1850,1 5-2249,4-2-386,0 10 1,0 2-1,0 7 1,-1 2 0,-2 4-1,-1 2 1,1 0-972,2-1 1,1-1-277,0 5-611,0-6 1,1 3-1,2-6 1,1-1 1312,-1-1 0,-2-2 0,-1 1 0</inkml:trace>
  <inkml:trace contextRef="#ctx0" brushRef="#br0" timeOffset="17">10731 7790 7769,'-7'-12'1428,"3"-1"1,3 1 1893,1 0-2970,0-1 1,0 5-1,1 1 1,2 5-1,2 6 1,1 8-1,1 6 612,-1 4 1,-3 1-648,1 1-179,3 7 1,-6-1 0,4 2 0,-4-1 0,0-4 0,2-1 0,1-4 420,-1-3-505,-2-3 0,5-5 0,1-4 0,2-8 1,2-10-1,4-8 0,3-6 0,4-2-329,1-2 1,2-3-1,-1 8 1,-1 5-129,-2 4 0,1 8 0,-4 3 1,-1 5-50,1 7 1,-3 2-1,-5 9 1,-3 0 431,-2 0 1,1-4 42,-2 2 721,-3-4 0,5-8 0,-6-10 0,0-10 795,0-6 1,-5-10-1322,1-1 1,-5-9 0,2-5 0,-1 0-171,-1 1 0,3 4-1241,-3 8 1,0 4 274,5 9-966,0 2 0,4 13 1,1 6-1,3 8 1884,4 7 0,14 22 0,4 1 0</inkml:trace>
  <inkml:trace contextRef="#ctx0" brushRef="#br0" timeOffset="18">11297 7962 7768,'-8'0'4391,"0"0"-3717,5 0 0,-1-5 0,9-4-57,8-1 1,-1-3-233,4 1-313,3 0 1,1-1 0,4 1-1,1 1 1,-2 1 0,-1 4-1,-3 0-251,-1 3 1,-6 2 12,-4 1 23,-5 11 0,3-1 0,-8 10 0,-2 2 0,-4 1 0,-3 2 0,-1 1-799,-1 3 923,1-4 1,0 6 0,1-7-1,3-1 1,4-1 0,2-3 0,2-1 739,0-3 1,6-2 0,2-5-1,3-4 676,1-3 1,6-1-381,2 0-1172,4-5 0,-1-2 1,-1-7-1,-3-1 0,0-3-1240,0-1 0,-4 4 1,2-3 1394,-4 1 0,0-24 0,-1-11 0</inkml:trace>
  <inkml:trace contextRef="#ctx0" brushRef="#br0" timeOffset="19">11789 6547 7745,'-16'1'119,"0"2"0,0 1 1,3-1-1,1-2 2821,-1-1-2104,6 0 1,-1-4 0,8 0 0,6 3 0,5 3 726,5 7 1,3-3-937,6 3-478,-1-1 1,6 0 0,3-1 0,3-2 0,1-2 0,0-2 0,0-2 508,-1-3-687,-4-3 1,2-9-1,-4-1 1,-1 1 0,-2-1-1,-5 1 1,-3 1-1,-5 1 1,-3 3-953,-3 3 941,-5-3 1,-2 11 472,-5 0-276,-5 0 1,6 10 0,-4-5-1,0 2 1,0 3 240,-2 1 0,3 1-121,2 0-250,-3 1 0,6 0 0,-3 4 0,1 3 0,0 5-86,-1 4 1,-1 2 0,2 7 0,-1 2-112,1 1 1,-2 5 322,1 0 0,-2 7-1264,2 4 1186,3-2 0,-5 4 1,6-6-1,0-1 1,0-1 20,0-2 1,0-5-1,0-5 1,2-5-95,2-5 0,-2-3-50,7-1 1,-7-1 64,2 1-56,3 0 0,-5 1 0,2 2 0,-3 4 0,-1 1-98,0-1 1,0 1 0,0 3 0,0-2 812,0-1 1,0-6-778,0 2 1,0-5-340,0-3 410,0-3 1,0-2 0,0 1 0,0-2-1,0-2 62,0 0 1,0 0-1,0 2 1,0 2 141,0-2 1,0 3-124,0-2 0,0 4 54,0-3-59,0-1 0,0-3 0,0-1 0,0 0 0,2 0 224,2 1-84,-3-6 1,4-1 195,-5-1 0,2-4-444,2 3 0,-3-1-503,3 1 399,-2-3-16,-2 5 1,0-5 0,0 3-197,0 4 667,0-2 441,0-1-702,0-5 1,0-1 0,-2-2-1,0-2-181,-2-2 1,-6 4-301,2-1 1,0 3-410,-5 1 671,4 0 0,-10 1 0,2 3 0,-2 4 0,-2 3-70,1 2 1,1-1 0,-2 0 0,5-1-269,2-3 1,2 2-835,0-6 338,5 6 0,3-10 0,8 1 1025,4-4 0,14-32 0,5-16 0,3 0 0,0 0 0</inkml:trace>
  <inkml:trace contextRef="#ctx0" brushRef="#br0" timeOffset="20">13758 7162 7719,'-8'-4'866,"1"-1"1,2-2 2369,2-3-2758,2 5 1,2-1-1,3 6 1,4 2-1,3 0 1583,2 2-1905,4 1 1,-2-1 0,5 0-1,-1-1 1,0-2 0,3-1-1,1 0-213,2 0 0,3-1 0,1-4 1,-2-1-912,-1-1 1,-6-3 0,-4 6-1,-2 1-383,-2 2 0,-5 2 0,-5 3 234,-4 5 1,-6 6 1116,-9 1 0,-13 3 0,-8 0 0,-5 1 0,0 0 0</inkml:trace>
  <inkml:trace contextRef="#ctx0" brushRef="#br0" timeOffset="21">13746 7445 7719,'-7'7'0,"2"0"1974,5-3 0,1-3-209,3 3-1159,3-2 0,11-2 1,4 0-1,4 0 1,5 0-1,3 0 1,5-2-1249,-1-2 0,4 3-2232,-1-3 2874,0 3 0,2-5 0,0-1 0</inkml:trace>
  <inkml:trace contextRef="#ctx0" brushRef="#br0" timeOffset="22">14915 6793 7953,'-4'-8'3467,"0"0"-2002,-6 5-605,9-3-621,-4 6 0,5 2 0,0 2 0,0 5 0,0 5 0,1 4 0,2 1 275,1 3 1,5 1-1,-2 2 1,1-1-318,1 1 0,-1-4 1,5-2-1,2 0-107,2 0 1,1-8 0,-2 0 0,5-4-100,2-5 0,3-7 0,1-7 0,2-8-176,-2-3 0,-2-7 1,-3-3-1,-3-2-237,-1-2 415,-2 0 0,-9 1 1,-3 2-1,-3 3 0,-1 1 1,-1 4-1,-3 4 545,-4 5 1,1 5 0,-1 4-20,-2 4 1,0 13-658,2 8 148,3 5 1,5 8-1,0 3 1,1 2-1,3 2-100,4 0 1,5 1-1,2 2 1,3 2-223,1 2 1,1 1 208,5 4 0,-6-4 0,-3-1 0,-3 0 144,-5 0 1,-3-9 131,-5 2 1,-11-4-1,-6 0 1,-11-4 18,-9-3 1,-1-3-126,-7-3 0,-6-7 0,-6-9 0,-3-3-409,-2-1 1,12-1 152,5-3 1,16-3-1851,8-6 1261,12 7 0,1-5 0,8 4 1,6-1 777,8-1 0,27-15 0,11-9 0</inkml:trace>
  <inkml:trace contextRef="#ctx0" brushRef="#br0" timeOffset="23">14792 6362 7772,'-8'0'105,"0"0"0,-1-1 1292,3-3 1,0 1-1,6-5 207,0-2 1,6 5-834,2 1-522,3 2 0,5 2 1,2 0-1,1 0 1,3 0-1,1 0 1,3 2 60,3 2 0,-2-3 0,6 3 1,0-2-402,-2-2 1,4 0 0,-5 0 0,0 0-617,0 0 1,-3 0 149,-6 0 39,-4 0 1,-7 0 52,-6 0 1070,-11 0-453,-6 0 0,-9-2 0,5 0 0,1-3 0,-1 1 0,1 0 0,0-1 335,-2-2 1,0-1-653,-2-5 81,-4 1 0,5-4 1,-5-2-1,0 0 1,2-1-188,2 0 1,1 4 46,-2-2 1,4 5 0,4 4-1274,1 4-26,5 2 1,3 8 187,8 2 1335,8 3 0,18 7 0,9 4 0,4 1 0,0 0 0</inkml:trace>
  <inkml:trace contextRef="#ctx0" brushRef="#br0" timeOffset="24">15826 6645 7754,'-2'-12'528,"0"0"1,-4 1 3211,-1 3-3374,5 2 0,-4 7 0,5 5 1,-2 5-1,-1 7 0,1 5 0,2 6 1,1 2-1,0 3 559,0 5 0,0-7-871,0 5-125,5-8 1,-3 1 0,2-5-1,-3-1 1,-1 0 0,0-4-4104,0-4 2671,0-7 0,0-11 0,0-9 1503,0-4 0,-5-34 0,-2-4 0</inkml:trace>
  <inkml:trace contextRef="#ctx0" brushRef="#br0" timeOffset="25">15678 6830 8133,'1'-11'1218,"4"3"0,-3 2 337,7 6 0,-1 0 448,4 0-1893,6 0 1,-3 0 0,5 0 0,2 0 0,3 0-1,2 0 1,2 0-2055,-2 0 1,3 0 1510,-1 0-2864,5 0 3297,-8-5 0,4-13 0,-5-8 0</inkml:trace>
  <inkml:trace contextRef="#ctx0" brushRef="#br0" timeOffset="26">16269 6719 7746,'0'-8'555,"0"0"463,0-2 0,-2 5 0,0-1 675,-2 1 440,-1 3-1666,5-3 0,0 10 0,0 4 1,0 3-100,0 4 0,0 1 0,0 6 0,0 3-49,0 0 1,0 0 0,0-3 0,2-1-156,2-1 0,-1-6 1,5 1-1,1-4-27,2-3 0,2-4 0,0-6 0,4-5-63,3-6 0,-1-6 0,2-7 0,1 2-339,1 3 0,-4 2 0,-2 7 0,-4 3-219,0 4 0,-2 5 130,-3 7 354,3 0 0,-9 12 1,5-5-1,0 2 1,0 1 128,3 0 1,-4-3-1,3-7 1,1-4 252,6-2 0,-3-8-205,4-2 0,0-8-31,0-5-105,-6-8 1,-6 2 0,-5-6 0,-1 0 0,-3 2-19,-4 2 1,-9 5 0,-3 3 0,-4 6-677,0 6 1,3 3-276,1 6 0,5 0-2325,-2 0 984,9 0 0,-1 6 2269,4 2 0,23-19 0,10-4 0</inkml:trace>
  <inkml:trace contextRef="#ctx0" brushRef="#br0" timeOffset="27">16097 6436 7746,'5'7'1711,"-4"-2"0,6-5-1110,-3 0 1,3 0-1,5 0 1,1 0-1,0-1 1,4-2 957,3-1 0,4-1-696,0 1-793,6 2 0,0-5 0,5 5 0,-3-2 0,1 0 0,0-1 0,-2 1-225,0 2 1,-3-4 0,-3 2 0,-2 1-1,-2 2 1,-5 1-1088,-2 0 1130,-7 0 1,-2-1-1,-6-2 284,-3-1 0,-3-2 1,-6 4-68,1-3 1,0-4 0,-1 2 0,1-1 109,0 0 0,-2-1 0,-1-3 0,-3 0 41,-1-1 1,4 3 0,-1 0 0,2 2-133,2-2 0,-1-1 0,1 0 1,1 2-1262,3 1 0,-2 3-3904,6-3 5041,0 5 0,28-17 0,18-9 0,-1 2 0,0 0 0</inkml:trace>
  <inkml:trace contextRef="#ctx0" brushRef="#br0" timeOffset="28">17438 6916 8537,'0'-8'1678,"3"1"0,3 2-213,7 2-1626,7-4 0,-1 4 0,6-4 0,1 1 0,1 0 0,2 1 161,-2 2 0,-39-4 0,-11 0 0</inkml:trace>
  <inkml:trace contextRef="#ctx0" brushRef="#br0" timeOffset="29">17389 7027 7737,'-6'12'0,"5"0"0,-3 1 823,2-6 0,4 2 1,2-5-1,4-1 0,4-2 1,5-1-1,3-1 1700,4-3-2465,6 3 0,-2-9 1,9 4-59,6 0 0,-6-14 0,8-9 0,1-2 0,5-2 0,-1-1 0,1 0 0</inkml:trace>
  <inkml:trace contextRef="#ctx0" brushRef="#br0" timeOffset="30">18656 6436 7754,'-12'0'1145,"0"0"1420,-1 0-2399,1 0 1,4 0 0,-2 0 0,-3 0 0,-7 2 0,-4 2 0,-5 5 0,-5 5 0,-6 2 354,-5-1 0,-3-1-206,-1-2-262,0 1 1,5-7 0,4-1 0,6-4-1,5-1 1,6-1-140,7-4 0,5 3 280,11-7 1,1 7 388,3-2 0,-1 2-129,5 2 1,-4 2-1,3 2 168,-1 4 0,2 3-195,-4 1-312,0 6 0,2-3 0,0 6 0,3-1 1,-3 1 504,0-1-542,4 1 1,-5 3 0,5 2-1,-4 2 1,1 0 79,0 0 1,-3 2-1,3 0 1,-2 1-231,-2 3 1,3-2 54,-2 1 0,1-1-85,-1 5 124,-2 0 0,7 0 1,-5 0-1,0 0 1,1-1 46,-1-4 1,0 4 0,-3-5-1,2 2-91,1 0 0,0-6-27,-4 2 1,0 1-177,0-1 199,0 5 1,0-8-1,0 4 1,0-1-1,0 1-61,0 1 0,0-3 0,0 0 1,0-2 122,0-1 0,0 0 57,0-1 0,0-3 362,0-1-417,0 1 1,-1 3-1,-3 2 1,-3 2-1,0 0-139,3 0 0,-2-2 1,1 0-1,-1 1 63,1 2 0,0 0 58,0-5 1,4 1-220,-3-1 144,3 1 1,-1 4 0,-1-1 0,-1 0 0,2-2-6,0-2 1,-2 2 0,-1 2 0,-1 0-85,1 0 1,-3-2-75,3-2 1,0 1 473,1 0-225,3-1 0,-9-1 0,6-1 0,1-1 0,2 1-29,1 1 0,0 0 26,0-2-2,0 2 0,0-8 1,0 5-1,0 2 1,0 0 215,0-1-202,0 2 0,0-5 0,0 4 0,0-2 0,0 1-74,0-2 1,0 0-1,0-4 1,0 1 73,0-1 0,-2-1-59,-2-2 0,3 1 0,-3-1 0,2 0 54,2 1 1,0 3-84,0 0 1,-4 6 54,0-1-52,0 2 1,3 4 0,-2-1 0,-1-2 0,1-2 39,2-3 1,-3 3 0,-2-6 0,1-1 1,-1-1 0,1-3-11,1-3 1,2-1 18,-2-3-25,3-3 0,-3 10 0,-2-4 0,1 1-126,-1 0 124,-3 1 0,6 3 1,-4 0-1,0 0 428,1 1 712,3-6 614,-3-2-1122,6-5 1160,0 0-1739,6-5 0,1 3 107,5-2 0,0-1 0,2 1 0,2 1 109,5 1 1,3-3-183,5-3 0,-1 1 168,4-1-778,1 0 0,4-1 0,0 1 0,-1 0 1,-4 0-807,-3 0 618,-8 5 0,-4-3 1,-4 6-1,-2-1-5086,-3-3 5819,-3 2 0,-27-19 0,-5 0 0</inkml:trace>
  <inkml:trace contextRef="#ctx0" brushRef="#br0" timeOffset="31">18607 7002 8843,'-1'-7'4616,"-2"5"-4090,-1 4 0,0 5 0,4 7 1,0 1 8,0 1-405,0 6 0,0-7 0,0 4 0,0 1 0,0-3 0,1 1 0,2-3 325,1-1 0,1-2 0,-1-1-48,5-3 1,2-2 0,1-8-304,0-2 1,1-4-1,-1-8 1,0-6-3,0-6 0,1-2 0,-1-4 0,0 3-64,1 1 1,-2 1 0,-2 6 0,-2 2 19,-2 5 0,4 6 0,-4 3-220,2 2 1,0 8-109,1 9 227,3 6 1,-4 8 0,5 2 0,0 4 0,1 2-1,-1 2 1,0 2-297,1 0 0,-7 2 292,-1 1 0,-4-4 0,-4 1 1,-5-5-51,-8-3 1,-8-5 513,-4-5 1,-4-5 226,-5 1 1,-4-7 0,0-5 0,2-3 25,0-1 1,5 0-811,5 0 1,2-4-2063,11 0 1,-1 0-500,5 4 1,6 4 227,6 0 2473,6 0 0,39-20 0,8-5 0</inkml:trace>
  <inkml:trace contextRef="#ctx0" brushRef="#br0" timeOffset="32">19050 7236 9442,'0'-5'2476,"0"5"1,0 6 386,0 5-2745,0 2 0,-1 0 1,-2 2-1,-1 2 0,1-2 1,2 0-1,-1 0 0,0 1-2467,-3-1 0,1-1-594,4-2 2943,0-5 0,22-45 0,6-17 0</inkml:trace>
  <inkml:trace contextRef="#ctx0" brushRef="#br0" timeOffset="33">19505 6941 7767,'0'-13'794,"2"2"1,0 2 1362,3 1 1,0 6-532,-1 2-1334,-3 6 1,5 7-1,-6 4 1,0 3 0,0 5-1,0 2 1,0 3 100,0 2 0,0-5 1,0 2-1,1-3-724,3-1 0,-2-2 0,2-3 0,-3-3-810,-1-4 1,0-4 0,-1-3-1809,-3 0 2949,2-2 0,-30-53 0,15 18 0,-1 0 0</inkml:trace>
  <inkml:trace contextRef="#ctx0" brushRef="#br0" timeOffset="34">19382 7064 7763,'-7'-13'4607,"2"5"-3483,5 0 0,5 5 0,5-1 0,4 3-7,2 1 1,6-4-525,-2 0-1296,-2 0 0,5 4 0,-3 0 0,-1 1 0,-1 2 0,-2 2 703,0 2 0,17 1 0,0 4 0</inkml:trace>
  <inkml:trace contextRef="#ctx0" brushRef="#br0" timeOffset="35">19899 6916 7763,'-7'-5'2567,"2"2"-23,5-5-1906,0-1 1,1 3-1,3 0 1,4 2 427,3 0 0,0 1-749,-2 7-228,-4-2 0,-5 10 1,0-1-1,0 5 1,0 2-1,0 1 1,0 0-1,0 3 1,-1 2-104,-3 0 0,2-1 1,-2-1-1,3-3 81,1-1 1,0-6 0,1-5 143,3-1 0,3-3 0,5-8 0,1-4-65,-1-6 1,2 1-15,2-2-268,-2 2 1,3 2-1,-3 1 1,1 1-1,2 3 1,-2 2-1132,-2 2 1080,0 7 1,-1 3 64,0 5 1,-4-1 185,1-2 0,-5-4 14,4-5 139,-5-5 0,6-2 0,-3-7 0,-1-2 1,1-5 479,-4-2 1,4-6 0,-2 0 0,-1 2 353,-2 1 1,-5 3-1081,0 2 0,-6 5-1355,2 8-429,3-3 0,-6 9 0,4 0-363,0 4 1,2 1 0,6 4 2175,3-1 0,14 20 0,8 1 0</inkml:trace>
  <inkml:trace contextRef="#ctx0" brushRef="#br0" timeOffset="36">20478 7051 7744,'4'-8'2776,"0"0"-1363,0 5 0,-3-2-39,3 5-1055,-2 5 0,3 2 0,-5 5 0,0 1 0,0-1-155,0 0-415,0 1 0,4-1 0,0 0 0,-1 1 0,-2-1 0,-1 0 0,0 1 251,0-1 0,-10-5 0,-4-2 0</inkml:trace>
  <inkml:trace contextRef="#ctx0" brushRef="#br0" timeOffset="37">18644 8651 7703,'-6'-11'1193,"0"2"0,-3 2 3826,1 1-4416,5 2-481,-2 4 1,5 2 0,0 3-1,0 6 1,0 6 0,0 2-1,0 3 471,0 1 0,1 1-95,3 1-286,-2 0 0,7-6 1,-3-1-1,1-2 0,2-1 1,2-4 44,2-6 1,-3-5 0,0-4-1,-2-5-232,2-6 0,1-9 0,1-6 0,-1 0-106,-3 0 0,2 1-133,-6 5 223,0-1 1,0 2 0,0 3-1,0 4-92,2 7 0,1 5 113,5 8-200,0 8 1,0 9-1,2 7 1,1 7 0,2 4-367,-2 6 1,1 1 0,-2 1 0,-5 4-167,-2 0 0,-3-1 809,-4-1 0,-11-5-293,-5-3 338,-11-3 0,-9-2 0,-5-3 0,0-6 0,0-6 217,0-9 1,0-5 0,5-9 0,5-2 153,6-4 0,6-3-1664,7-1 0,5 4 194,3-1-965,3 7 0,6-9 0,5 3 1912,5-3 0,13-12 0,7-5 0,4-2 0,1 0 0</inkml:trace>
  <inkml:trace contextRef="#ctx0" brushRef="#br0" timeOffset="38">19075 8922 15136,'8'-5'346,"0"-4"0,2-2 0,1 0 232,1 3-733,0-3 1,0 9 0,1-5-1,-1 1 1,0 4 0,-1 2 0,-2 5-1,-5 6-1022,-3 4 0,-2 7 814,-3-2 363,-3 9 0,-6-3 0,1 3 0,1-3 0,2-2 1,0 0-1,1-4 0,1-3 0,3-4 902,3 0 1,2-3 0,3-1-660,5-5 1,3-3-1,3-2 1,3-3-872,1-5 1,1-3 0,5-3-1,0-3-2013,-1-1 1,1-1 2640,-1-5 0,6-16 0,2-4 0</inkml:trace>
  <inkml:trace contextRef="#ctx0" brushRef="#br0" timeOffset="39">19591 8565 8407,'-6'14'2434,"2"1"-1252,2 1 0,2 6-501,0-1-509,0 7 1,0 5-1,0 7 1,2 1-1,0 0 471,2 1-825,0-9 1,-4 5 0,0-13-1,0-6 1,0-4-1294,0-3 0,0-10 0,0-6 1475,0-6 0,-10-19 0,-4-3 0</inkml:trace>
  <inkml:trace contextRef="#ctx0" brushRef="#br0" timeOffset="40">19481 8885 7682,'1'-8'3165,"3"0"1,-1 4-2078,5-5 1,0 5-391,5-4-1398,-1 5 1,2-4-1,2 5 1,5-4-1,0 1 1,1-1 699,-1 4 0,27-11 0,10 0 0</inkml:trace>
  <inkml:trace contextRef="#ctx0" brushRef="#br0" timeOffset="41">19875 8725 9927,'5'-7'7366,"-4"2"-7192,5 5 1,-6 1 0,1 3-152,3 4 1,-2 9 0,2 3 0,-3 4-33,-1 0 1,0 1-145,0-1 116,0 1 1,0-2 0,0-2-1,0-5 1,1-3 0,2-4-1,3-2 10,1-2 0,-3-6 1,4-7-1,1-3-99,2-1 1,2-1 0,0 1 0,2 1-319,2 3 1,-1 2 0,-4 6 0,1 0 12,-1 0 1,0 2 0,1 2 457,-1 4 1,-4-2 327,0-2 1,-3-3 656,3-1-680,-6-5 0,4-8 1,-6-9-1,0-5 0,0-6 1587,0-2-1715,0-2 0,0 0 0,-1 1-545,-4 3 1,0 3-1589,-3 6 1,-3 6-2762,3 6 4690,2 5 0,6 23 0,7 5 0</inkml:trace>
  <inkml:trace contextRef="#ctx0" brushRef="#br0" timeOffset="42">20231 8897 7662,'11'-1'548,"-1"-2"1,-2-2 455,2-2 0,1-1-347,1-5-577,6 7 0,-1-5 0,5 2 1,-1 0-1,-1 1-24,0 4 122,3 2 0,-10 2 1,2 2-1,-5 2 1,-6 4 392,-2 3 0,-7 7 0,0 2 0,-2 3-351,-2 2 1,-1 0 0,2-1 0,4 1-217,2-1 0,2 0 7,0-4 186,0-2 1,2-6 0,2-1 0,5-3 0,5-3 0,2-5 603,-1-5 0,-1-1-1498,-2-7 575,1 1 0,-1-4 0,0-1-2610,1 2 0,-1 0 2732,0-1 0,-2-38 0,-2-15 0,-2 17 0,1 1 0,-1-1 0</inkml:trace>
  <inkml:trace contextRef="#ctx0" brushRef="#br0" timeOffset="43">20736 6522 7669,'-8'0'399,"0"-1"0,-2-2 0,-1-2 2881,-1-2-2689,5 4 1,-3-4 0,8 5 0,3-1 66,6 4 1,5-1-357,5 4-158,2-2 0,5 2 0,1 0 1,1-1-1,3-2 0,2-1 1,0 0 199,-2 0 0,1 0 0,-1 0 1,-2 0-78,-1 0 0,-7 0 1,-2 0-1,-5-1 469,-4-3-551,3 2 47,-9-3-415,3 5 0,-6 0 1,-3 0 106,-5 0 0,4 1 156,1 3 0,-2-1 0,2 5 0,0 2 122,-1 1 0,3 1-145,-2 0 0,2 6 136,-3 2-223,4 4 1,-4 4 0,5 3-1,0 0 1,1 5-162,3 3 260,-3-1 0,10 9 0,-4-5 0,1 2 0,-1 3 304,-1 0-293,3 3 1,-7-1 0,2-1-1,-3-2 1,-1-2 72,0-2 0,0-1-96,0-4 0,0-1 0,0-2 0,0-1-135,0 1 1,0 3-67,0 4 0,0 1 79,0 4 38,0-4 0,-1-1 1,-2 0-1,-1-1 1,0-3 31,-2-5 1,4 0-10,-7-3 62,7-9 1,-4 11 0,6-10 0,0-2 0,0-1-3,0-2 1,0 6 0,0-3 0,0 2 40,0-1 1,0 1-426,0 3 1,0 1 51,0 0 206,0-1 1,0-3-1,-1-1 1,-2 2-1,-2 1 204,-2 2 1,4-6-1,-2-2 1,1-4 183,-1 0 1,-3 0-269,4 4 0,-1-4-21,1 4 0,2-4 1,-2 0-1,3 0-124,1 4 1,-4-4-68,-1 4 0,1-3 142,4-2-54,0 0 0,0 0 0,-1 2 1,-2 1-1,-1 3 25,1 1 0,1-2 0,-1 2 0,-1 0 30,1 0 0,0 1-97,-1 5 0,3-4 113,-3-1-7,2-5 0,2 3 0,-1-6 1,-2 1-23,-1-1 0,0 0 0,3 0-408,-3 1 289,2-1 170,-3 0 1,5 1-1,-2-2 1,0-2 429,-2-1-481,0 1 0,4 3-289,0 0 0,0-4 188,0 1-410,0-7 1,0 5-6,0-3 698,0 3 0,0 1 370,0 1-326,-6-7 1,5 5 650,-3-3 196,2-2-188,2 3-316,0-5 1,0-1-674,0-3-392,-5 2-547,-2-3 851,-5 5 0,-2 1 1,-1 2-1,-1 2 0,-1 2-375,-1 3 1,5 1 0,-5 1 0,1-1-868,1-3 1,4 3-1750,4-3 3215,-1-2 0,13-17 0,5-10 0</inkml:trace>
  <inkml:trace contextRef="#ctx0" brushRef="#br0" timeOffset="44">22188 15518 7336,'-7'6'-195,"0"-5"25,3 3 481,3-3 0,-9 1 159,6 2-246,0-3-547,-1 5 0,2-2 323,-5 0 0,5 0 0,-2-4 0</inkml:trace>
  <inkml:trace contextRef="#ctx0" brushRef="#br0" timeOffset="45">22114 15567 7850,'-5'9'-1284,"-3"-1"1962,-3 1 0,-2-3 75,1-2 0,0-3-283,-1-1 0,2-1 0,2-2 0,2-2 612,2-2 0,-4 3-284,5-4 1,0 3 80,4-3 0,0 4-532,0-4 1,2 5 0,2-1-118,4 3 1,-1 1 0,0-2 0,-1 0 197,1-2 1,-3-1 0,5 4-82,0-3 0,2 3 0,0-5 1,-1 2 89,-2 0 1,0-2-1,4 4 1,1-4-120,-1-1 0,0 3 1,0-4-1,2 0-271,3 1 0,-2-4 0,4 4 0,0-1-154,0 0 1,0 0 0,3-5 0,0 1 44,4 0 1,-1-1 0,3 1 0,-2 0 63,-1 0 1,1-1 0,1 1 0,2 0 99,-2-1 1,-1 1-1,-1 0 1,-1-1 24,1 1 0,0 0 1,-2-2-1,-3-1-131,-3-1 1,-2-1 0,0 5 0,1 0-84,-1-1 1,-1 5-1,-2 0 1,1 0-14,-1 1 0,2-4 0,1 4 0,2-1 43,3 0 1,0-1 0,5-3 0,-1-1 85,1-4 1,0 3 0,-1-2-1,1 2-28,-1 2 1,1 0 0,-2-1-1,-2 1-79,-5 0 0,2 4 0,-2 1 1,-1 0-44,-1 0 1,-2 4 0,1-2 0,-1 1 27,0 0 0,1-5 1,-1 4-1,0 0 98,0-1 1,5-3-1,1 0 1,1-2 66,3-1 1,1 0-1,2-2 1,-1-1-38,1-1 0,-1-1 1,0 5-1,-2 0-12,-2-1 1,-4 5 0,4 1 0,-3 0-41,-2 1 1,-1 3-1,-2-3 1,1 2-103,-1 0 1,0-1 0,1 2-1,0-2 74,4-2 0,-4-2 0,4-3 1,-4 0 115,0 0 0,3-1 1,1 1-1,-2-2 123,-2-2 1,0 2-1,-1-1 1,0 4-138,0 3 0,1 1 1,-1-2-246,0 0 0,1 7 0,-1-4 1,0 2-50,1 0 0,0-1 0,2 2 0,2-3 290,-2-1 1,0 3-1,0-4 1,1-1 130,-1-2 1,-1 2 0,-2 1-1,1-1-29,-1-2 1,2 3 0,2-1-190,5 0 1,-6 2 0,0-1-139,0-2 0,0 3 0,-3-1 206,0-1 0,1 2 80,-1-2 1,0 5-1,1-2-254,-1 0 0,0-2 0,0 2 0,1 1 36,-1-1 1,0-3-1,1 2 1,-1-1 118,0 0 0,1 1 0,-1-3 0,0 2 212,0-2 1,1 4 0,-1-3 0,0 0-116,1-2 1,-1 3 0,0 1-1,1 0-167,-1 0 1,2 0-1,1-2 1,1 2-28,-1 1 0,-5-2 0,-2 3 0,1-2 109,2-3 1,2 1 0,-1-1 0,0 2 21,1-2 1,-1 4 0,-1-3 0,-2 1-97,0 1 0,-1-2 0,3 3 0,-2 1 43,0-1 1,-3-3 0,4 2 0,-2 0 81,2 3 1,-3-3-1,1 0-75,1 1 0,2-5 1,2 4-108,-1 0 1,0-4 0,1 4 0,-1 0 1,0 0-1,0 5 1,1-2 62,-1 1 1,0-3 0,2 1 69,2-2 1,-6 4 0,2-2 0,-1 1 34,0 0 1,1-4-1,1 3 1,-1 1-7,0-1 0,1 2 1,-1-4-1,0 0-4,1 1 0,-1 3 1,-1-3-1,-2 2-64,0 0 0,-5-4 1,4 4-1,0 0-155,-1-2 0,4 4 0,-3-5 35,3 1 0,-3 1 0,0 2 1,1-2 110,-2-2 1,3 3 0,-1-5 108,2 0 0,-3 2 1,0-1 34,2-2 0,-1 3 1,1 1-1,-3-1-196,-2 0 0,5 3 0,-4-4 0,3-1 35,-1 3 0,0-4 1,3 5-1,-1-2 99,-2-3 0,0 3 0,4-1 0,1 0 44,-1 1 0,0-4 0,1 4 0,-3-1-112,-1 0 1,2 4 0,-3-3 0,3 0-356,1 0 0,4 5 0,1-4 1,-2 2 77,-1 0 1,-2-2-1,0 4 1,0-2 389,1 1 0,-1-3 1,0 1 251,1-2 1,-5 4-1,0-2-109,2-1 0,1 1 0,1-5-230,0 2 1,-4 5 0,-1-2-1,0 1-89,0 0 0,-3-4 0,4 3 0,0 1-46,-1-1 0,4 2 1,-3-4 95,3 2 0,-2-3 1,-1 3-1,0 1 121,-1-1 0,4-1 0,-3-3 147,3 1 0,1 4 1,1-3 49,-1 1 0,-4 1 0,0 2-245,2-1 1,1-4 0,1 4-68,0 1 1,-3-3 0,-1 2 0,1 0 122,2-1 0,2 2 0,-1-4 0,0 0 26,1 1 1,-1-1 0,0-3 0,0 3-45,1 2 0,-1-3 0,0 2 0,1 1-76,-1-1 1,0-2 0,1 3 0,-1-1 118,0 1 0,1-5 1,-1 3 107,0 0 0,-4-2 1,1 3 58,0-1 1,2-1-695,1-4 0,-3 4-2143,-1 0 1,-4 5 0,4-1 0,-4 2 0,3 4-2802,-2 2 5334,0-3 0,-5-17 0,0-12 0</inkml:trace>
  <inkml:trace contextRef="#ctx0" brushRef="#br0" timeOffset="46">26323 12860 7906,'-12'-4'283,"-1"0"0,2 0 0,2 0 0,2-2 6172,2-1-5626,0 5 1,12-4 0,4 6 0,4 0-567,0 0 1,4 4-1,2 0 1,2 0-126,2 2 1,-5-5 0,1 3 0,1-2 0,0-2 0,-1 0-75,0 0 0,-5-4 1,4-1-1,-1 1 0,-2 0 1,1-1-847,-3-2 495,-7 4 0,2-1 1,-6 8-1,-2 6 1,-7 5-1,-7 7 1,-7 6-1,-4 8 299,-2 4 1,-1 2 0,-1-4 0,-2 1-1,3-5 1,4-4-1893,6-7 0,2 0 1880,2-6 0,43-77 0,-10 18 0,1 0 0</inkml:trace>
  <inkml:trace contextRef="#ctx0" brushRef="#br0" timeOffset="47">26544 13611 7844,'-5'-7'548,"4"0"1,-5 4 0,2-2 1972,0-2 1,0 6-1255,4 1-992,0 11 1,0 4 0,1 4 0,3 0-1,5 0 1,1 3 0,3 0 336,-1-2 0,2 2 1,1-5-1,1-2 1,-1-2-1,0 0-341,2-1 0,-4-5 1,4-3-1,-2-3 0,0-1 1,1-1-365,-1-3 0,-1-3 1,-3-5-1,-1-1 0,-2 0 1,0-2-444,-1-2 0,2-5 0,-5 3 1,-1-1-1,-1-1 0,-2-1 435,0-1 1,0 2 0,0 2 0,0 0 0,-2 1 0,-1 1 802,-1 2-718,0 6 0,4 7 1,2 8-189,2 7 1,-2 7 0,7 1 0,0 3 242,2 5 0,1-2 1,1 5-1,-1-1 26,0 1 1,2-3 0,0 3 0,-1 1 132,-2-1 1,-2-2 0,-1-6 0,-4 2 86,-3 3 0,-8-4 1,-6 1-1,-11-6-311,-7-2 1,-11 2 0,-6-5-1,-4-2-406,0-4 0,-3-6 0,3 0 1,3-7-253,2-9 0,15 0 1,3-6-1,10-1-1026,5 1 0,7 3 1,3-5 1709,3-1 0,17-23 0,5-7 0</inkml:trace>
  <inkml:trace contextRef="#ctx0" brushRef="#br0" timeOffset="48">26569 13389 7844,'-12'0'2317,"4"-1"0,-1-2-954,0-1 1,6 0 0,6 4 0,9 0-1124,6 0 1,8 0-1,7 0 1,4 0-1,2-2 1,4 0-90,0-2-297,-3-6 0,5 7 0,-8-4 0,-5 2 1,-6 2-1,-6 1 0,-4-1-121,-2-1 0,-8 0 900,-6 4 0,-6 0-45,-6 0 1,0 0 0,-1 0 0,1 0 618,0 0-1252,-1 0 1,-3-4 0,-2-2 0,0 1 0,-1-2 0,0 0 0,-1-1 0,-1-1-1,2 3-1122,1 0 625,2 2 1,3 0 0,1 0-1,0 1-3026,-1 2 2311,7 6 0,2 2 1,8 5 1256,4 1 0,27-10 0,12-5 0,3 1 0,1 1 0</inkml:trace>
  <inkml:trace contextRef="#ctx0" brushRef="#br1" timeOffset="49">22114 15494 7943,'-8'0'-859,"0"0"977,-2 0 0,3 0-10,-1 0 0,4 0 154,-4 0 0,5-2 200,-1-2-372,3 3 0,-1-5 279,-2 6 912,3 0-734,-5 0 0,5 0 1,-3 0-1,-3 2 678,0 2 1,2-2-283,5 7 1227,0-7-1603,0 4 1,5-12 0,2-2-1,1-3-378,1-1 1,-1-5-1,4 0 1,0-2-34,1-3 1,3-3 0,0-4 0,-1-3 35,-1-4 1,-2-2 0,1-2 0,0-2-179,4-2 0,-3-1 0,2-3 0,-2 3-127,-2 4 1,0 1 0,1 2 0,-1 1-20,0 5 1,0 5 0,-1 3 0,-1 0 94,-2 4 0,0-3 0,5 3 0,-1 0-3,0-1 0,1 4 1,-1-5-1,0-2-53,1 3 0,-1-1 0,0-3 0,0-1 86,1-3 0,0 3 0,2-2 0,0 2 150,-4 1 0,2 1 0,-5-1 0,3 0-13,1 1 0,0 3 1,1 2-1,-1 0-174,0 0 1,1 4-1,-1-3 1,-1 0-58,-3-2 0,3-1 1,-3-2-1,3-3 92,2 0 0,-5 0 1,-1 1-1,-1 1 226,1-1 1,-3 0 0,3 2 0,0 1-148,0 2 0,-3-1 1,4-2-1,0 1-167,-1 2 0,4 1 0,-3-3 1,2 1-86,-2-1 1,3-1 0,-4-2 0,1 1 151,0-1 1,-1 1 0,3 0 0,-3 4 106,-2 3 0,3 0 0,-2 0 1,-1 1-55,1-2 1,3 4-1,-1-3 1,3 0-166,2 1 1,-1-6 0,0 3 0,-1 0 60,-3 2 1,3-1-1,-2 2 1,2 0 106,1-2 0,-5 4 0,-2-2 0,-1 2 84,0 2 0,5-1 1,-4 1-1,0 0-94,1 0 0,-1-5 0,0 1 1,1-1-162,1 0 1,4 3-1,-4-3 1,1 2 105,0-1 1,-4 2 0,3-2 0,0 2 103,0 2 0,-3 0 0,4-1-74,2 1 0,-3 0-45,1-1 1,-1 1 0,2 0 18,0 0 0,-7 3 0,4 1 0,-2-1 104,0-2 0,4-2 0,-4 1 0,0 0 83,2-1 0,-5 1 0,5 0-30,-1-1 1,-4 1 0,5 0-117,-1 0 1,-3-1 0,2 1 0,-1 1-100,1 3 1,-3-5 0,5 3 0,-2-5 33,0-1 0,4 1 0,-4 0 0,0-2 33,2-3 0,-1 4 0,3-3 0,-2 1 30,-1 3 0,-2-3 1,5 2-1,0 1 7,-1 1 0,0 6 0,-4 0 0,2 0 127,2 1 1,-3-4-140,4 3 0,-1-3 0,3-2 0,-2 1-74,2 0 1,-4-1 0,3 1 0,0 0 44,2 0 1,-3-1-1,1 1 1,-1 0 121,-1-1 1,2 1 0,-3 0 154,0-1 0,1 1 1,3 0-173,-2-1 1,-4 1 0,3 0-179,-1 0 0,3-1 0,-2 1 0,0 0 25,-3-1 0,3 1 0,0 0 0,1-2 98,0-2 1,-4 2 0,3-2 85,-2 2 1,4 2-1,-5-1 1,0 2 136,1 3 0,-3-3-98,2 3 0,1-3 59,-1-1 0,2 5-368,-2 3-425,-3-3 0,6 6-1204,-3-4 0,-2 3 0,3-1-87,0-1 0,1-2 1880,2 2 0,3-35 0,-4-15 0</inkml:trace>
  <inkml:trace contextRef="#ctx0" brushRef="#br1" timeOffset="50">23554 11765 7927,'-8'0'681,"0"0"1,-1-2-281,3-2 1,-1 3 0,4-5-1,-2 2 819,-2 0 0,4-1-39,-1 1 0,1 2-278,-1-2 0,4 3 92,0 1-753,6 0 1,10-2-1,2-2 1,1-4-1,3-4 1,2-5-1,4-3 1,2-5-1,1-3-353,3-5 1,-2-3 0,-2 1 0,-3 2 0,-5 6 0,-3 5-1221,-4 5 1257,-6 4 0,-4 7 0,-6 7 0,-3 12 0,-5 9 0,-2 6 303,-1 4 1,0 5-1,0 4 1,-1-2 0,2-2-1,2-4-124,0-4 1,7-3 0,-2-3 0,2-2 0,4-6-1655,2-6 163,3-3 0,5-6 1,0 0 1385,1 0 0,10-33 0,3-8 0</inkml:trace>
  <inkml:trace contextRef="#ctx0" brushRef="#br1" timeOffset="51">23160 13303 7957,'0'-8'530,"0"0"0,0-2 1216,0-1 0,0 3 476,0 0-1469,0-1 1,2 4-527,2 5 0,-3 5 0,3 9 1,-1 1-1,0 3 0,1 1-100,-1 3 0,-2 1 0,-1 2 0,0-1 1,0 1-1,0-2-235,0-2 1,0-3-1,0-6 1,0 0 19,0 1 0,1-8 0,2-5 0,1-7 0,-1-5 1,0-3-22,1-2 0,-2-3 0,5 2 0,0 0 0,0 1 0,1 2-156,-1 1 1,4 6-1,-3 1 1,3 1 103,1 4 1,1 2 0,-1 4 0,0 4 0,1 3 273,-1 1 1,-4-1-1,0-1 0,2-4 1,1 0 333,1-3 1,-4-2-1,0-1 1,1-1 0,-2-3-200,-3-5 1,-2-2 0,1-1 0,1 0 0,-1-2-1,-2-1-860,-1-1 561,0-1 0,0 1 0,0-1 0,-1 1 0,-2 0 0,-2-1 0,-2 2-128,-3 2 0,-1 0 1,-1 1-1,0 1-130,-1 3 0,5-2 0,0 6-3656,-2 1 651,0 2 3314,3 6 0,12 24 0,9 11 0</inkml:trace>
  <inkml:trace contextRef="#ctx0" brushRef="#br1" timeOffset="52">23185 13069 7759,'0'-12'1363,"0"0"-783,-6 5 0,5 0 451,-3 3 659,3 2-960,1-3 1,1 5 0,2 1 468,1 3 0,5-2-978,0 2 0,1-3 0,3-1 0,-1 0-163,0 0 0,-3 0 0,-1-1 0,1-2 1,2-2-1,2-1-181,-1 1 4,0-5 1,1 9-1,-3-5 1,0 2-1,-2-1 1,2-1-1,1 1-1302,1 2 1,0 2 1836,1 1 586,-6 0-185,-2 0-370,-5 0 0,-1 0-2692,-3 0 1235,2 0 1313,-3 0 1,3 0 295,-2 0-325,3 0-860,-5 0 708,6 0 348,0 0 21,0-6-295,0 5 1,-1-9-682,-3 6 0,3-1 291,-4 1 1,0 1 0,0-4 129,-2 2 1,4-1 0,-3 3-189,1-1 0,4-1 1,-5 2-903,1-1 0,2 0-1514,-5 4 2668,5 0 0,14 5 0,9 2 0</inkml:trace>
  <inkml:trace contextRef="#ctx0" brushRef="#br1" timeOffset="53">26815 12626 8175,'0'-7'615,"0"-4"155,0 10 0,-1-9 488,-3 6 0,1 0-732,-5 4-643,5 0 0,-4 0 0,3 2-558,-4 2 1,2-2 0,1 7 0,1 0-334,0 2 1,0-3 942,4 1 1,-2-5 743,-2 4 1,1 0 678,-5 4-1265,6-5 0,-5 0 1,4-3-1,-3 3 1,1 1-540,0 0 0,-1-3 568,2 3 1673,3-6 907,-5 4-2942,6-6 1,0-1-701,0-4 1,0 3 0,0-6 939,0-2 0,6-23 0,0-7 0</inkml:trace>
  <inkml:trace contextRef="#ctx0" brushRef="#br1" timeOffset="54">26729 12712 8175,'0'9'1549,"1"-4"-1332,4-4 1,-4 1 0,4-10 0,-1-3 0,2-3-1,-1-4-136,1-1 1,2 4 0,-4-3 0,-1 2 0,0-1 0,-1 2-157,3 2 1,-1-4-1,-4 1 1,0 1 74,0 1 0,0-9 0,0-3 0</inkml:trace>
  <inkml:trace contextRef="#ctx0" brushRef="#br1" timeOffset="55">26864 12195 8175,'-12'0'478,"5"0"1,-2-1-1,3-2 1,1-2 414,-1-2 0,2-1 1,6-3-1480,2 3 1,-2-2-1,7 6 1,0 1 585,2 2 0,12 1 0,3 0 0</inkml:trace>
  <inkml:trace contextRef="#ctx0" brushRef="#br1" timeOffset="56">27000 11752 8175,'0'-8'180,"0"0"0,-2 0 1,0 0 94,-2-1 1,0 5-1,4-4-1048,0-1 773,5-2 0,7-7 0,7-1 0</inkml:trace>
  <inkml:trace contextRef="#ctx0" brushRef="#br1" timeOffset="57">27086 11359 8175,'-4'-9'-20,"0"1"1,1-1 19,2-2 0,12-13 0,2-2 0</inkml:trace>
  <inkml:trace contextRef="#ctx0" brushRef="#br1" timeOffset="58">27172 10965 8200,'-8'0'-315,"1"-2"315,2-2 0,11-2 0,8-7 0</inkml:trace>
  <inkml:trace contextRef="#ctx0" brushRef="#br1" timeOffset="59">27246 10608 8206,'-8'-1'148,"1"-4"0,1-3-58,4-3 1,6-1-1,4 0 1,3-1 0,3 1-91,2 0 0,25-39 0,-15 21 0,0 0 0</inkml:trace>
  <inkml:trace contextRef="#ctx0" brushRef="#br1" timeOffset="60">27431 10165 8206,'-7'0'-404,"1"-1"1,6-4-27,0-3 430,0-3 0,28-28 0,6-8 0</inkml:trace>
  <inkml:trace contextRef="#ctx0" brushRef="#br1" timeOffset="61">27541 9808 8163,'-1'-12'2829,"-3"-1"-2674,2 1 1,-3 0-1,5 0-746,0-1 0,1 5 591,3 0 0,11-20 0,5-7 0,3-5 0,0-1 0</inkml:trace>
  <inkml:trace contextRef="#ctx0" brushRef="#br1" timeOffset="62">27640 9427 8176,'0'-9'8,"0"1"272,0-1 30,0 3 0,-2-3 733,-2 4-1043,3-4 0,6-9 0,9-8 0</inkml:trace>
  <inkml:trace contextRef="#ctx0" brushRef="#br1" timeOffset="63">27664 9267 8254,'-8'0'860,"1"-2"-549,2-2 0,2-3 0,7-5-98,4 0-213,3-1 0,24-15 0,4-5 0</inkml:trace>
  <inkml:trace contextRef="#ctx0" brushRef="#br1" timeOffset="64">27578 9168 8254,'-12'0'812,"0"0"932,-1 0 1,5 0-270,0 0-1224,5 0 0,7-5 0,9-2 0,0 0 200,1 3 0,-6-2 0,0 2 0,2 0-131,1-1 0,-3 2 1,0-5-1,2-2-204,1-1 0,5-1 0,1 0 1,-2-1-277,-2 1 1,4-2 0,-1-1 0,0-1-413,2 1 1,-4 1 153,2 2 490,-7 0 0,0-1 1,-5 4 93,-1 5 0,-2 1 0,-2 11 0,-2 2 40,-1 1 0,-4 1-149,4 0 0,-2 1 1,4-1-1,-2 0 223,1 0 1,1 1-130,2-1 0,-1 0 413,-3 1-503,3-1 0,-5 0 0,5 1 0,-2-1 1,-1 2-73,1 2 1,-2-2 0,-1 2 0,1-2-132,-1-2 1,2 0-230,4 1-184,-5-1-38,3-5 514,-3 4 0,6-10 1,2 2-1,1-6 139,-1-5 0,4 1-105,1-1 0,-3 0 258,-1-5-224,3 1 0,-5-2 1,3-1-1,-1-1 1,0 1-19,-1 1-5,-2 2 1,-1 0-1,0-1 1,0 1-1,2 0-134,2-1 1,-3 1-1,3 0 1,-2-1-78,-2 1 1,0 0 222,0 0 1,1-1-132,3 1 261,-2 0 0,3 3 1,-5 1 24,0-1-58,-5 3 0,2-3 0,-5 4-134,-2 3 1,-1 0 0,-1 4-1,1 2-484,3 4 1,-3 3 294,3 1 0,-8 1 0,0-1 0,1 0-72,1 1 1,2 0 150,0 4 1,-1-4-136,1 4 315,-6-4 0,6 0 1,-3-1-1,4 0 1,0 1 80,2-1 1,0-4-1,0 0-359,1 2-256,5-5 598,-3 1 0,16-16 0,2-3 0,2-4 383,0-1 1,-1 1-203,4 0 1,-4 2 58,4-5-235,-4 5 1,0-3-1,0 6 1,2-1-312,2 1 0,-1 1-341,-3 3 0,-7 8-206,-1 8 1,-4 3 777,-1 1 0,-11 17 0,-3 4 0</inkml:trace>
  <inkml:trace contextRef="#ctx0" brushRef="#br2" timeOffset="65">22139 15518 8270,'-8'0'-1555,"-1"0"1828,7-5 1,-2-2 1222,8-5-849,-3 5 1,5-4-1,-6 3 444,0-3 1,1 4-609,3 3-484,-3 2 1,6 2 0,-3-1 0,6-2-1,4-2 1,2-2 242,-1-3-175,-1-1 1,-1-1 0,2-2 0,3-1 0,0-2 0,1-3-1,-1-1 263,0-3 0,4 4 0,-2-1 0,3-1 106,2-1 1,0-1-35,-1-1-315,1 6 1,-2-4-1,-1 2 1,-2-2-1,1-2 505,-2 1-543,4-1 0,-8-1 1,6-1-1,-1-3 0,1-1-17,-1 1 0,-3-2 1,2 1-1,0 1 1,0 0 1,-4 2-11,2 3 0,-2 4-69,1 1 148,-2-1 1,5-3 0,-4-1 0,3 1 0,1-1-2,3 0 1,1-1-1,3-1 1,3-2-53,3 2 1,4-3-17,1 1 0,0-5-31,0 1 31,-6-2 0,3-1 1,-6 2-1,-4 2 1,-2 1-14,0 0 1,-3 3 0,2 0-1,1 2-22,1 1 1,2 0 25,-1 1 1,2-1 7,3 0 56,-3-5 1,5 3 0,-2-6 0,2 0 0,1 1 183,-3-1 1,-3-1 0,-2-6-1,1-2-21,-1-2 1,1 4-89,0-1 1,1 4-438,2 4 182,-2-2 0,4 9 0,-5-3 0,0 5 0,-1 2 96,1 1 1,1 1 0,0-5-1,0-1 43,-3-3 0,-1 2-13,3-6 0,1 0-57,2-4 49,-7 1 0,7 0 0,-8 3 1,0 4-1,-1 2-23,-1-2 1,3 7 0,-5-1-1,-1 4 42,-1 4 1,-1 0 24,4-1 0,-2-2-47,5-3-33,-5-2 1,10 4 0,-2-8-1,5-3 1,0-5 51,2 1 0,-4 0 0,3-2 0,-3 2 197,-1 1 0,-2 2 15,-3-2 0,0 2-185,-4 2 66,-2 3 0,5-10 0,-4 5 0,3-2 0,1 2-189,3 1-94,1-5 1,1 5 0,1-2 0,0 3 0,-1 3-124,1 1 0,-1 1 0,1 0 0,0 3 167,-1 0 1,-3 1 48,-1-5 0,1 4 65,3 1 10,-4-1 1,-1-3 0,-4-1 0,3 1 0,-1-1 208,1 0 1,0 1 0,-3-1-1,1 0-89,-1 1 0,5-1-125,0 1 0,-1-1-28,2 0 40,-1 1 1,5-1-1,-1 1 1,1-1 0,0 0 44,-1 1 0,5-2 0,0-2 0,-1 0 67,2 0 0,-8 2-59,3 2 1,-9-1 0,1 2 0,-2 1 222,1 2 1,-6 3-143,2-3 0,-4 5-2,1-2-168,1-2 0,1 0 0,6-4 1,-1 1-1,2 1-141,3-1 0,2-2 0,1-2 0,1 0 1,0 3 1,-1 2 6,1 0 0,-5 0 68,1 4 214,-6 1 0,3 3 0,-7 1 0,-2 0 0,-1 0 418,2-1-518,1 1 0,3 0 0,1-1 0,1 0 0,0-4-167,2-3 0,-3-5 100,6-4 123,-6 3 1,8-8 0,-4 4-1,2 0 1,-1-1 59,2-1 1,1 5 0,2-2 0,1 3 235,3 2 1,-3-1-173,2 0 0,-2 5 64,-1-1-261,0 6 0,-5-7 0,-1 5 1,-1-1-1,-3-1-20,-1 0 1,-2 2 0,0-2 0,-1 0-33,-3 0 1,3 4 34,-2-2 0,2-1-37,1 2 25,0-6 0,5 4 0,-1-3 0,-1 0 0,0-1-52,1-1 0,-2 4 1,3 1-1,-4 2 14,-1-1 1,-3 1 35,-1 3 1,-1 5-209,1 0 199,-3 5 1,-3-6-1,1 3-53,1-1-31,5-1 0,-6 0 0,5 0 0,2-2 0,1-1-586,1-1 636,6-6 1,-3 5 0,4-5-1,-1 1 1,-3 1 115,-2 1 0,0 1 0,-1 3 0,0 2 149,1 1 1,-5 1-239,0-1 1,-4-2-101,4 6 73,-5-6 1,7 8 0,-5-5 0,1 0 0,0 0-81,1-3 0,1 2 0,5-3 313,-1-2 0,-4-2-33,0 2 1,-1 1 0,3 1-1,-3 1-41,-2 2 1,5 1-77,-2-1 0,-1-3-384,1 3 227,-5 3 0,4-5 0,-5 5 257,2-2 0,2 3-7,-2-5 0,-1 3 80,5-3 0,-5 3-169,1 1 1,1 3-1,1-5 1,1 0-99,2 0 1,-2 0 125,1-1 1,-4-3 0,4 4-1,1-1-3,-3 0 0,4 4-64,-6-4 0,2 4 17,-2-5-1102,-3 7-1191,5-4 147,-6 6 382,0 0 1,4-1 71,0-3 0,1 2 0,-1-2 1678,5 3 0,18-21 0,6-5 0</inkml:trace>
  <inkml:trace contextRef="#ctx0" brushRef="#br2" timeOffset="66">27578 8885 8384,'-5'-7'1519,"-2"-4"0,-1 10 355,-1-3 463,7 2-1842,-4-3 1,6 2-1,0-5 1,2-2 0,2 0-173,4-3 1,7 1 0,3 0 0,1-2-1,3-1 1,1-3-210,2-1 0,1 4 0,1-3 0,3 2-149,2-1 0,-5 2 1,2 7-1,-5 4-262,-3 3 0,-5 2 1,-8 4-1,-5 9 287,-6 9 1,-9 9 0,-10 8 0,-4 2 20,-3 2 0,1-6 1,4-1-1,4-7-457,4-4 0,2-1-1402,2-1 1280,5-10 1,3 1-1,9-11 568,7-1 0,18-26 0,7-13 0,6-2 0,1 1 0</inkml:trace>
  <inkml:trace contextRef="#ctx0" brushRef="#br2" timeOffset="67">24883 10854 8261,'-12'0'242,"4"0"1,1 1 1138,1 4-1171,2 1 0,4 4 1,2 1-1,2 3 0,4-1 1,1 1-1,1-2 0,-2 1 1,2-1 416,1 0 1,-3-1 0,-1-1-1,0-4-235,-1 0 0,-1-5 0,1-8 0,0-8-110,-3-6 1,-2-3-1,-1-8 1,0-3-152,0 0 0,0-1 0,0 3 0,0 5 182,0 2 1,-1 2-1,-2 4-227,-1 4 1,1 9 0,7 8-144,4 10 0,9 7 0,3 6 0,5 2 58,4 3 1,-2-2-1,4 5 1,-1 1 135,-2 2 0,-9-3 517,-7 9-534,1-6 0,-13 8 0,0-5 0,-7 2 0,-6-1-71,-3-3 0,-2-5 1,-4-7-1,2-4-817,-2-4 0,-1-7-55,-2-5 1,6-3 0,3-1-1754,2 0 0,7-5 2576,3-4 0,24-29 0,8-8 0</inkml:trace>
  <inkml:trace contextRef="#ctx0" brushRef="#br2" timeOffset="68">25166 10362 8338,'-11'1'1361,"3"3"1,4-1-1052,8 5 1,3 0 0,7 6 0,2 1 195,4 2-834,-2 4 0,5-3 0,-2 4 1,1-3-1,0 0 0,-3 1 0,-1 0-777,-3-1 0,-2 0-723,0-2 1828,-6-4 0,-29 27 0,-13 0 0</inkml:trace>
  <inkml:trace contextRef="#ctx0" brushRef="#br2" timeOffset="69">25203 10633 8338,'-7'-13'212,"3"1"0,3 0 224,1-1 1,1-4 0,3-3 0,6 0-143,5-1 0,0 6 0,5-1 1,2 2-4118,2 2 3823,-5 5 0,26-15 0,1 2 0</inkml:trace>
  <inkml:trace contextRef="#ctx0" brushRef="#br2" timeOffset="70">25523 10177 8384,'0'-8'699,"0"0"58,0 5-149,0-2 1248,0 5 1752,0 0-3441,0 5 1,0-2-1,1 5 1,2 3-15,1 4 0,4 4 0,-2 7 0,1 1-145,2 2 0,-2 4 0,1-4 0,1-2-223,-3-1 233,5-7 1,-5-1-1,3-6 1,0-2 0,-1-7-1,0-12 1,0-8 124,2-7 1,-3-6 0,1-1 0,1-1-279,2 4 1,2 2-216,-1 1 232,6 6 0,-5 1 1,4 7-1,-4 3 1,0 4-1,-1 4 1,2 5-301,2 8 1,-2-1 597,2 4-156,-2-2 0,-2-2 0,1-1 0,-1-2 295,0-5-12,-5-3 0,3-4 1,-6-4-1,-2-8 1,0-5 1602,-2-6-1591,0-7 0,-2 3 0,-2-4 0,-5 2 1,-5 2 538,-2 3-893,-1 1 1,1 7 0,-2 4 0,0 4 0,1 4-188,1 2-1469,3 0 1,2 7 0,3 2 1690,4 4 0,-3 3 0,0 1 0</inkml:trace>
  <inkml:trace contextRef="#ctx0" brushRef="#br2" timeOffset="71">24637 10608 8419,'-14'0'682,"-1"0"1,-1 0 1247,1 0 0,1 0-1181,2 0 0,6 0-404,6 0 0,6 0 74,6 0-333,0 0 0,-3 0 0,-1 0 1,3 0-1,3 0 0,2 0 1,-1-1 66,-1-4 0,-1-1 1,2-7-1,2 1 48,-2 0-231,-2-1 1,4-3 0,-2 0 0,-3 1 0,-2 1 0,-2 2 0,-1-1 93,-3 1 1,-3 4 163,-1 0-327,0 5 62,-5-3 1,2 6 0,-5 0-1,-2 2 14,-1 2-35,5-3 0,-5 5-11,2-6 1,3 0 52,-3 0 1,5 0 198,-4 0-188,0-6 1,0 5 0,-1-3-1,0 2-35,-2 2-149,-1 0 0,3 0 1,1 0-1,-1 0-494,-2 0 0,4-1-1694,3-3 1854,2-3 0,4-1 523,2 0 0,52-33 0,-19 14 0,0 0 0</inkml:trace>
  <inkml:trace contextRef="#ctx0" brushRef="#br2" timeOffset="72">25498 9931 8419,'-8'1'474,"0"4"1,-2 3 1002,0 3-1135,3-4 1,0 2 0,4-3 0,-2-1 0,-1 2 1028,1 0-676,1-5 307,4 4 0,1-7 967,3-4-1849,-3 4 1,10-10 0,-2 3-1,2-3 1,1-3 0,2-1-1,1-2-111,1-3 1,4 1 0,-2-3 0,1 2-1,2-2 1,-1 0-713,1 2 0,-2-2 319,2 5 119,-4 1 0,-2 4 1,-1 1-1,-4 1 348,-4 2 771,-1 5-674,-5-2-427,-6 5 1,5 1-163,-3 3 220,2-2-64,2 8-50,0-8-84,0 3 353,0-5 30,0 0 235,0 6 745,0-5 98,0 5-738,0-6-325,0 0 1,-5 0-95,-3 0 0,-3-2-133,-2-2 1,0 1 227,-4-5-121,4 5 0,-11-7 1,5 1-1,-1 0 0,-1-1-371,-1 2-311,5 0 0,-1 0 0,5 1 791,1 1 0,16 19 0,4 7 0</inkml:trace>
  <inkml:trace contextRef="#ctx0" brushRef="#br2" timeOffset="73">24526 10743 8479,'-1'-7'108,"-2"2"0,-2 1 1255,-2 0-415,4 0 0,-4 4 1498,3 0-1865,3 0-3,-5-6 0,6 3 0,2-3-278,2 0 1,-1-2-1,5 3 1,1-2-236,2-3 1,6-1 0,0-3 0,1-1-28,0-1 1,3-4 0,-4 2 0,1 0-363,0 0 0,-2 2 0,-3 3-264,-1 1 591,0 0-528,-5 5 0,0 2-357,-3 5 568,-3 0 0,6 1-238,-3 3 609,-2-3-202,3 5 292,-5-6 0,1 0-322,4 0 128,-4 0 0,6 0 235,-3 0-127,-3 0 335,5 0-202,-6 0 0,0-1 515,0-4-810,-6 4 0,3-4 0,-5 3-332,-1-2 350,-2 3 0,3-5 0,-1 5 0,0-2-743,-2-1 138,4 0 1,-4 4 687,3 0 0,2 33 0,1 8 0</inkml:trace>
  <inkml:trace contextRef="#ctx0" brushRef="#br0" timeOffset="74">23800 11629 6646,'-7'0'-304,"2"0"0</inkml:trace>
  <inkml:trace contextRef="#ctx0" brushRef="#br0" timeOffset="75">23788 11629 6502,'0'-6'245,"0"0"-266,0 6 1,1 0-3,3 0 0,-2-1-181,2-3 204,-3 2 0,-1-3 0,0 5 0</inkml:trace>
  <inkml:trace contextRef="#ctx0" brushRef="#br0" timeOffset="76">23788 11580 6382,'-7'-8'2231,"3"0"-1907,3 5-48,1-8 42,0 4 1,0-1 328,0 0-307,0 5 0,-6-2-131,-2 5 0,-2 1 1,1 2-1,1 2-256,-2 2 1,-1-4 0,-1 2-166,-1 1 0,1-5 0,0 5-1414,0-1 1626,-1 2 0,-5 11 0,-1 1 0</inkml:trace>
  <inkml:trace contextRef="#ctx0" brushRef="#br0" timeOffset="77">23296 11814 8162,'-14'-8'0,"-1"1"1500,-1 1-672,-1 2-585,10-1 1,0 4 0,5-2-1656,-2 6 1,-1 3 1411,5 7 0,-5 4 0,-2 3 0</inkml:trace>
  <inkml:trace contextRef="#ctx0" brushRef="#br0" timeOffset="78">23086 11962 8162,'-13'0'0,"-4"0"0,4 0 453,-4 0 1,-1 0 0,2 0 0,1 0-140,1 0 1,2 0-1,0 1-1202,-1 3 1,3-1 887,1 5 0,4 11 0,5 7 0</inkml:trace>
  <inkml:trace contextRef="#ctx0" brushRef="#br0" timeOffset="79">22742 12220 8162,'-14'0'0,"-2"0"0,2 0 167,-2 0 1,2 0-53,2 0 1187,5 0-1302,-4 0 0,21 6 0,-2 0 0</inkml:trace>
  <inkml:trace contextRef="#ctx0" brushRef="#br0" timeOffset="80">22459 12392 8167,'-25'0'0,"1"-4"0,-1 0 531,6 0 0,1 3 0,6-2 1,-1-1 705,1 1-1075,0 2 0,5 2-162,3 3 0,8 9 0,3 6 0</inkml:trace>
  <inkml:trace contextRef="#ctx0" brushRef="#br0" timeOffset="81">22028 12651 8167,'-30'-7'0,"4"-4"1288,-3 3-1148,9 2 1,2 1-1,6 5 1,-1 0-1,2 1-2807,3 3 2667,3 3 0,-6 22 0,-3 4 0</inkml:trace>
  <inkml:trace contextRef="#ctx0" brushRef="#br0" timeOffset="82">21597 12835 8167,'-23'0'0,"4"-1"704,-6-3 139,1 3 0,10-5 0,-2 6-666,2 0-177,7 0 0,-4 11 0,4 3 0</inkml:trace>
  <inkml:trace contextRef="#ctx0" brushRef="#br0" timeOffset="83">21216 13118 8167,'-19'0'-34,"1"0"34,6 0-59,-1 0 0,1 0 1,0 0-1,-1 0 59,1 0 0,0 17 0,0 3 0</inkml:trace>
  <inkml:trace contextRef="#ctx0" brushRef="#br0" timeOffset="84">20982 13254 8167,'-25'0'-109,"1"0"1,1-4-258,2 0 1,-2-1 117,2 5 15,4 6 0,-1-3 233,5 5 0,1 6 0,0 5 0</inkml:trace>
  <inkml:trace contextRef="#ctx0" brushRef="#br0" timeOffset="85">20687 13451 8213,'-13'0'118,"-3"-2"1,-2 0 0,0-4 302,1-1 0,0 5 0,5-3-694,0 4 273,5 1 0,1 33 0,6 8 0</inkml:trace>
  <inkml:trace contextRef="#ctx0" brushRef="#br0" timeOffset="86">20564 13537 8213,'-11'-2'11,"1"0"1,2-4 105,-2-1 1,-1 3-1,-1-3 489,0 2-606,0 1 0,5 15 0,1 3 0</inkml:trace>
  <inkml:trace contextRef="#ctx0" brushRef="#br0" timeOffset="87">20453 13512 8213,'-8'-4'170,"0"-1"0,-2-1 0,-1 1 0,-1 1 0,-1-1 797,1 1 1,0 0-1817,-1 4 606,7 0 0,0 2 1,6 2 242,0 4 0,0 8 0,0 4 0</inkml:trace>
  <inkml:trace contextRef="#ctx0" brushRef="#br0" timeOffset="88">20318 13561 8213,'-13'0'0,"1"0"0,0 0 801,-1 0 0,1 0-801,0 0 0,10 0 0,4 0 0</inkml:trace>
  <inkml:trace contextRef="#ctx0" brushRef="#br0" timeOffset="89">20121 13488 8213,'0'-13'0,"0"1"325,0 0 0,1-1 723,3 1-753,-3 5 0,5-1 0,-7 9-196,-4 9 0,-1 6 0,-7 9 0,0 0 0,-2 1 0,-3 1-169,-1 2 0,0 3 0,-3-3 0,1 0-171,-1 1 0,0-8 0,1 2 0,1-2-6,3-3 0,2-1 1,5-7 82,2-3 284,5-2 1,3-6 0,10 0 0,5 0-1,7 0 1,5-2 0,6-2 1219,2-4-1111,2-3 1,0-1-1,0-2 1,1-1-1,2-1 1,0 1 0,-3 1 560,-3 2 1,-8 4-1,-2 1-2305,-6 1 1,-10 8 32,-4 6 1482,-8 8 0,-41 20 0,15-14 0,0 1 0</inkml:trace>
  <inkml:trace contextRef="#ctx0" brushRef="#br3" timeOffset="90">21844 15518 8032,'-6'-7'828,"5"0"1,-5 5-1,2-4 954,0-1 1,0-1-1114,4-4 0,0 0-394,0-1 1,-4 5-1,0 0 1,0 0-223,-2 1 1,5 0-1,-5 4 1,1-1 0,-2 0 697,0-1-647,-4 3 1,4-7-1,-4 3 1,2 1-1,1-2 1,-2 0-1,-1-1 1,-1 0-1,0-1 98,-1 0 0,1-2 0,0-1 0,-1-1 0,1 1 1,0 0 20,-1-1 1,-3 1 0,0 0 0,-1-1 0,1 1 0,-1 1-48,2 3 1,2-3-1,-1 3 1,-1-3 0,-1-1-1,0 1-201,3 2 0,-4-1 0,1 1 1,0-2-1,-1-1 0,-1 0 7,-1-1 1,4 1 0,-3 0-1,2 0 1,-2-1 0,0 1 271,1 0 1,0-1-1,5 1 1,0 0 530,-1-1-697,1 1 1,0 4 0,-1 0 0,1-2 0,0-1 0,0-1 0,-1 1 59,1 3 0,0-3 0,-1 3 0,0-3-124,-4-2 1,4 1 0,-5 0-1,0-1-86,-3 1 1,-2 0 0,-1 0 0,-1-1-4,0 1 0,2 1 1,1 1-1,3 2 91,1-1 0,-1-2 0,6-2 0,2 1 35,0 0 1,1-1-1,1 1 1,0 0-22,0 0 1,2 3-1,0 1 1,0-1 9,0-2 1,1-2-1,-4 1 1,2 0-52,-2-1 0,-1 1 1,-1 1-1,0 2-19,-1 0 0,1 1 0,0-4 1,-1 1-30,1 3 1,0-3 0,0 3-1,-1-2-5,1 2 1,-2-3-1,-1 4 1,-1-1-38,1 0 1,1 1 0,2-3-1,-1 2 55,1-2 1,0 4 0,0-3 0,-1 0-24,1-2 1,0 3 0,-1-1 0,1 0-43,0-2 0,-1-1 1,1-1-1,0 1 1,-1 0 0,5 4 0,0-1 35,-2 0 0,0-2 1,-1-1 56,2-1 0,0 5 0,3 1 0,0 2 1,1-5 86,-3 2 1,4-3-1,-4 0 1,0 1-47,1 2 0,-3 0 1,5-3-1,-1 2-10,1 0 1,-5 1-30,2-4 1,-1 0 0,-1 1 0,2 1-44,-2 2 1,3 4-1,-1-3 1,-1 0-38,-2 0 1,-2 3-1,1-4 1,0 0 41,-1 1 0,0-3 0,-2 5 1,-2-1-17,2 1 0,2-3 0,0 2 0,0 1-27,-4-1 0,8-2 0,-4 3 67,2-2 0,2 3 1,-1-3 460,2 1 276,5 2-630,-2-1 1,5 2-756,0-5-387,0 5 1,1-2 0,3 5-639,5 0 0,3 4 1,3 1-1,1 2 319,-1 3 0,3 1 1,-2 1 1373,0 0 0,8 17 0,2 4 0</inkml:trace>
  <inkml:trace contextRef="#ctx0" brushRef="#br3" timeOffset="91">19751 14103 5828,'7'-7'1263,"-1"2"-835,-6 5 916,0-6-347,0 5 0,-2-5 196,-2 6 0,2 0-392,-7 0 0,7-1 1,-4-2-1,2-2-511,0-2 1,-2-1 0,4-5-1,-4 1 1,1-2 0,-2-2 442,0-5-745,-1-2 0,0-1 0,1-1 0,1 0 0,2-1 0,0 0 0,0 0 0,1 3 0,2 1-180,1 3 1,0 1 0,1 6 0,3 1 0,5 2 0,2 2 138,1 1 1,0-2-1,2 3 1,1-1 300,1 1 0,6 1 0,-1 4 1,3 0-54,5 0 0,-2 1 0,6 2 0,1 2-20,2 2 1,1 1-1,-2 4 1,0 1-60,-3-1 1,-6-4-1,0 1 1,-5-1 264,-3-1-450,-2 3-698,-9-8 0,-3 3-889,-8-5 1,-2 2 0,-2 2-432,4 4 0,3-1 2087,1 1 0,33-5 0,8 2 0</inkml:trace>
  <inkml:trace contextRef="#ctx0" brushRef="#br3" timeOffset="92">17019 14620 8063,'0'-13'392,"0"1"1,0 0-1,-1 1 1,-2 1-1,-1 2 5151,2-1-4982,0 3 0,2 6 0,0 10 0,0 5-212,0 5 1,-1 3 0,-2 2-1,-1 1-124,1 3 0,-2-3 0,1 2 0,0-2 0,-1-1 0,1 0-57,2-1 0,0-3 0,2-2 0,0-1 0,0-3 0,2-3-23,2-4 0,3-2 0,5-6 0,0-2 0,0-2 0,2-5-5,3-6-269,-4-4 0,9-2 0,-5 2 0,-2 1 0,-2 3 0,0 3 0,-3 2 0,0 3-115,-2 2 1,-5 2 0,2 7 0,0 4 0,0 3 167,2 2 0,-3 0 0,4 2 0,3 0 0,3-2 0,4-4 204,1 1 1,-3-5 0,5-1 0,-1-2 0,1-4 0,-2 0 234,-1-2 0,-6-6 0,-5 2 0,0-3 0,-2-1 0,0-1 64,-2 1 1,-3-4-1,-3-2 1,-2-1 0,-2-2-1,-2-1-439,-2-2 0,-2 2 1,1-8-1,0 1 0,1 0 1,1 3-2423,2 4 0,5 5 0,-2 4-3201,-1 1 5635,5 11 0,12 35 0,9 19 0</inkml:trace>
  <inkml:trace contextRef="#ctx0" brushRef="#br3" timeOffset="93">16946 14386 8062,'-13'-4'0,"1"-2"0,0 0 0,-1-3 3840,1 3-315,5 0-2825,2 6 1,10 1 0,3 2 103,3 1 1,2 0-1,-1-4-521,0 0 1,5 0 0,-1 0-1,1 0 1,0 0 0,2 0-146,1 0-253,3 0 0,-8 0 0,5-1 0,1-2 0,-1-1 0,0 1 0,-3 2 0,-2 1 0,0 0-407,2 0 1,-8 0-1,4 0 1,-2 0 307,0 0 244,1 0 0,-5 1-551,-3 4 224,-3-4 1,1 4-55,2-5 582,-3 0 925,5 0-259,-6 0-774,0 0 0,-2-4-72,-2 0 1,-3-5 0,-5 0-57,0-2 1,3-1-1,1 0 1,-1-2 74,-2-2 0,-2 1 0,1-4 0,-2-1-77,-2 1 1,2 4-1,-2-1 1,2 2-1192,2 2 0,0 1 1,-1 3-3142,1 4 4339,5 2 0,18 24 0,10 5 0</inkml:trace>
  <inkml:trace contextRef="#ctx0" brushRef="#br3" timeOffset="94">17684 14706 7972,'-8'0'772,"1"-1"1,0-2 1899,0-1 1,3-2 958,-4 2-1805,5 3-1003,-2-5 0,6 6 0,3 0-457,4 0 1,8 0 0,1 0 0,2 0 0,3 0 0,2 0-335,0 0-235,6 0 1,-4 0 0,4 0 0,-1-1 0,0-2 0,-3-1 0,-4 1 0,-6 2 0,-2 1-774,-2 0 1,-1 1-1,-4 2 1,-6 3-61,-4 0 372,-6-3 1,2 4 0,-5-4 0,-1 1 0,1-1 0,0-2 663,-1-1 0,12 0 0,2 0 0</inkml:trace>
  <inkml:trace contextRef="#ctx0" brushRef="#br3" timeOffset="95">18422 14644 7936,'-11'-1'643,"2"-2"1,1-2 0,-2-1 535,-1 1 0,-1 1 1,1 5-1,3 3-669,4 4 0,-2 3 0,2 2 0,1-1-163,2 0 1,1 5-1,0-1 1,1-1-48,3-1 0,-1 2 0,5-1 0,3-2 0,3-5 0,2-1 679,-1-1-901,-1-3 1,0 3 0,1-6 0,1-2 0,-1-2-1,-1-4 1,-2-3-91,1-1 0,-5-5 1,0 0-1,0-1 1,-1 0-1,-2 3 154,1 1 0,-5 2 0,3 0 0,-2-1 724,-2 1-862,0 5 1,0 3-1,1 8 1,2 4-118,1 3 1,6 2 0,-2 0 0,3 2-1,1 3 1,0 1 159,1 3 1,-2-3 0,-3 2 0,-3 2 0,-1 3 0,0 3 398,-1-2 0,-11 3 0,-6 0 1,-4 0 55,-3 0 1,-7 1 0,-2-4-1,0 0-250,0-4 1,-4 1 0,2-8-1,1-2-634,2-5 1,-2-3 0,-1-8-1,0-3-626,-1-7 1,5-2-1,1-5 1,4 0-720,2 0 0,10 4 0,0-2 400,5 3 0,3 8 1,7 2-328,4 2 1,4-3 1653,5-3 0,14-7 0,6-3 0,6-2 0,0 0 0</inkml:trace>
  <inkml:trace contextRef="#ctx0" brushRef="#br3" timeOffset="96">18385 14374 7936,'0'-9'481,"-1"3"1,-2-1-1,-1 0 1486,2-3 0,0 4 129,2-3-1630,0 7 0,6-4 0,2 6-214,3 0 1,1 0 0,0 0 0,1 0 0,0 0 0,2 0-225,2 0 0,1 0 0,-3 0 0,1 0 1,-1 0-1,-1 0-172,-2 0 0,0 0 1,1 0-1,-1 0 1,0 1-336,1 4 1,-5-4 0,0 3 336,2-3 1,-5 1 898,-1 2-279,-2-3-553,-2 5 0,-6-6-160,-2 0 384,2 0-94,1-6 1,-1-1-35,-2-5 0,1 4 1,-1 0-1,-1 0-47,-2 1 1,-2-4 0,1 4-1,0-1-527,-1-1 1,-3 3-1,0-4 1,1 3 552,1 2 0,23-16 0,7 1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7:08:01.823"/>
    </inkml:context>
    <inkml:brush xml:id="br0">
      <inkml:brushProperty name="width" value="0.09071" units="cm"/>
      <inkml:brushProperty name="height" value="0.09071" units="cm"/>
      <inkml:brushProperty name="color" value="#3165BB"/>
    </inkml:brush>
    <inkml:brush xml:id="br1">
      <inkml:brushProperty name="width" value="0.09071" units="cm"/>
      <inkml:brushProperty name="height" value="0.09071" units="cm"/>
      <inkml:brushProperty name="color" value="#FF8000"/>
    </inkml:brush>
    <inkml:brush xml:id="br2">
      <inkml:brushProperty name="width" value="0.09071" units="cm"/>
      <inkml:brushProperty name="height" value="0.09071" units="cm"/>
      <inkml:brushProperty name="color" value="#57D200"/>
    </inkml:brush>
  </inkml:definitions>
  <inkml:trace contextRef="#ctx0" brushRef="#br0">3433 7298 7807,'-1'-9'326,"-2"1"0,-2 0 1,-1 0-1,1 0 1068,2-2 0,0 3 1,1-1 558,-2-2 0,0-1 1047,4-1-2391,0 5 0,1 2 1,2 6-319,1 3 0,0 0 0,-4 7 0,0 4 35,0 3 0,0 3 0,0 5 0,0 1-109,0 2 0,-4 5 0,-2-1 1,-2 2 324,-6 2-680,2 6 0,-7-4 1,4 6-1,-3 2 0,-1 1 1,-3 0-1,-1-3-704,-2-4 1,5-4 335,-1-5 308,1 4 1,-4-6 0,3 2 0,1-7 0,1-4-530,0-3 718,-1-2 1,-5-4-1,2-1 1,1-2-1,1-5 167,0-3 0,-3-2 0,0-3 0,0-6 62,4-5 1,-2-3-310,6-2 1,-1-4-1,6 4 1,2-3-143,0-2 1,7 5 109,-2-1 1,-2 5 0,2-5 0,1-1-292,2-1 0,1 0 105,0 2 0,5-2-144,4 3 433,2-4 0,1 4 0,2-1 0,2 1 1,4 1 387,4 2-302,0 4 0,5 2 0,1 2 1,0 5-1,2 3 215,-1 1 0,-4 0 0,2 3 0,-3 3 123,-1 7 1,-1 7-177,1 1 0,0 2 0,-1 2 0,1-1 458,-1 1 1,1 1-198,0 3 0,-1-8-34,1 4-344,-6-3 0,3 1 0,-6-1 1,-1-3-1,-1-1 134,-2-3-428,-5-1 1,3-2 0,-6 0-1745,-1 1-89,-2-7 0,0 0-592,3-6-603,-2 0 3209,3 0 0,12-6 0,3 0 0</inkml:trace>
  <inkml:trace contextRef="#ctx0" brushRef="#br0" timeOffset="1">4332 7396 8492,'-6'-7'746,"5"0"0,-3 3 0,1-4 1556,-1-3 1,3-1-412,-3-1-961,2 7 1,2 2 814,0 8-1529,0 8 1,0 7 0,2 6 0,0 1 0,2 1 0,0 3 0,2 0-1,2 0 1,-1-1 0,1-4 0,0-1-264,-1 1 0,4-6 0,-3-3 0,3-3 187,2-5-249,-1-3 0,4-6 1,2-3-1,1-6 0,2-6 1,-1-7-1,-1-6-262,-1-2 0,-1 2 0,-5-4 1,-1 0 279,-3 2 0,2 1 0,-6 5 0,-2 2 347,0 2 0,-2 3 723,0 6-703,0 5 1,-4 3-129,0 8 0,0 7 47,4 6-136,5 5 0,2-2 1,5 7-1,0 4 1,2 1-53,3 7 0,2 0 0,7 9 0,1 4-76,2 3 0,-1 2 80,-3 5 0,-6-3-1311,-2 2 1365,-4-2 1,-9 9 0,-6-2 0,-4-31 0,-2 0 0,-2 1 0,-2 0-111,-2 1 0,-2 0 0,-1-4 0,0-2 0,-1 0 0,-1-2 0,-19 26-429,-3-7 0,-5-8 577,-7-8 0,-2-14-155,-2-1 61,2-12 1,6-6 0,1-10 0,4-6 0,8-2-629,5-3 1,11-1-1,5-2 1,5 1-1047,6-1 0,3-5 1665,1-3 0,0-4 0,3-1 0,5 1 0,5 3 0</inkml:trace>
  <inkml:trace contextRef="#ctx0" brushRef="#br0" timeOffset="2">4172 7027 7846,'-8'-4'4749,"-1"0"-4132,7 0 0,-2 4 1,6 1-1,4 2 1075,1 1-1447,6 5 1,2-3 0,6 2 0,2-3 0,4 0 0,6-1 0,3-2 21,1 0 1,5-2 0,2 0 0,1 0-178,0 0 0,-5-2 0,-1 0 1,-4-2-183,-7 1 0,-7-3 1,-5 2-449,-2 2 623,-7-5 0,-7 5 280,-8-2 1,1 3-141,-2 1 0,5-2-672,-4-2 332,5 3 0,-3-9 1,3 5-1,-3-1 1,1 0-1,-2-1 1,0-3-138,-2-1 0,-4-1 238,-3 0 70,-3-1 1,-6 1 0,-1 0 0,-1-1 0,-3 1 271,-2 0 0,5 4 0,-2-1 1,5 1 109,3 1 0,-1 1-261,6 1 0,4 4-922,3-3-291,7 3 0,-2 1 0,8 0 1038,4 0 0,30 16 0,9 5 0</inkml:trace>
  <inkml:trace contextRef="#ctx0" brushRef="#br0" timeOffset="3">5341 7396 7798,'-12'-4'356,"1"-2"0,1 1 0,2-2 3488,-2 0-3067,5 5 1,1-4 0,8 6 0,5 0 0,6 0 0,6 0 597,2 0 1,6-4-1050,0 0-731,5 0 0,-3 4 1,6-2-1,-1 0 0,-3-2 1,-5 1-1,-3 1-1817,-5 2 1,-6 7-1,-8 4 1,-6 6 2221,-10 2 0,-32 6 0,-14 3 0,13-6 0,1 0 0,-1 0 0</inkml:trace>
  <inkml:trace contextRef="#ctx0" brushRef="#br0" timeOffset="4">5316 7667 7824,'-8'4'0,"0"0"2564,5 6 1,-1-9-1,8 3-413,4-3 1,9-5-1364,3 0-968,4-5 1,6 2 0,2-6 0,4 3 0,1 0 0,0 3 179,0 2 0,1-12 0,4-3 0,4-1 0,0 1 0</inkml:trace>
  <inkml:trace contextRef="#ctx0" brushRef="#br0" timeOffset="5">6941 7039 7802,'8'0'310,"-1"2"0,0 0 2663,-1 2-1271,-3 0-1152,3-9 1,-6 2 0,-2-4 0,-2 2 0,-5 2-11,-6 2 1,-1 1-1,-4 0 1,-2 0-767,-1 0 0,-9 5 0,-5 4 1,-6 1-43,-5 3 0,0 0 1,2 2-1,2 2-15,1-2 1,8-1 0,7-2 0,7-1 72,4-3 0,9-1 556,4-3 1,3-1 0,2 4 342,3-2 0,3 5 0,5-2 223,0 3 0,2 2-3,3 4-679,-4-4 0,4 5 0,-8-5 0,-1-1 0,2 2 600,1 2-674,1-2 0,-4 8 1,-1-5-1,0 1 1,-1 1 264,-1 0-358,5 2 1,-9 3 0,3 1-1,-3 0 1,-1 2-253,0 6 0,0-4 1,0 7-1,0 0-208,0 0 1,0 2 208,0 3 0,0-4 246,0 0-29,0 0 0,0-10 0,0 6 0,0 0 0,0-2 89,0-2 0,-1-2 0,-2 1 0,-1 2-57,1 1 1,-2-4-127,1 2 0,0 1-139,4-1 180,0 0 1,0-1 0,0 1 0,-2-2 0,0-1-24,-2-1 1,-2 0-1,3-1 1,-1 1-42,2-1 0,-4 1 262,2 0 1,-1-1 60,0 1-204,4-1 1,-4 1 0,3 0 0,-1-1 0,-1 2-42,2 3 0,-1-7 0,0 1 1,-1-4 66,1-4 0,2-1 3,1-2 1,0-3-6,0-1-169,0-6 0,0 5 346,0-3 0,1-2 62,3 2 1,3-3 482,6-1 1,0 0-357,4 0 0,2 0 1,7 0-1,3-1 93,3-3 1,4 1-547,1-5 1,-4 4-1,-2-4 1,-1-1-325,-3 2 0,-2 2-220,-4 5 0,-4-4 112,-4 0-1693,-6 0 0,-2 5 26,-5 3 1,0-1-1,-1 4 2131,-3-2 0,-20 10 0,-9-1 0</inkml:trace>
  <inkml:trace contextRef="#ctx0" brushRef="#br0" timeOffset="6">7322 7175 7770,'0'-9'596,"-1"1"1,-2-1 1655,-1-2-1321,0 4 1,5 3 0,2 8 0,1 4 139,-1 3 0,-2 1-681,-1 1-298,0-1 1,0 4 0,0 2-1,-1 1 1,-2 2 0,-2-1-1,-4 2 151,-4 4-440,0-1 1,-10 9 0,1-4 0,-5 1 0,-4 4 0,-2 0 0,0 2-1199,-1 0 1313,4-6 0,1-5 0,8-8 0,5-3 1,2-5-1,2-5 87,0-6 1,5-5 0,3-7-1,2-2 171,2-2 1,0-1-258,0 2 73,0 2 1,0-3 0,0 3 0,0-1 0,0-2 14,0 2 0,4 2 1,1-1-1,-1-1 149,1-1 1,1-1-67,2 5 1,3 0 342,-3-1-299,3 6 1,1-2 0,1 3 0,-1 1 0,0 0 118,0 2 1,2 1-1,1 2 1,3 2 180,1 2 1,-3 7-114,5 5 1,0 6 275,3-1-415,-5-4 1,5 7-1,-4-4 1,2 3 0,0 1 56,-2-4 0,-5 2 1,2-6-1,-5-1-767,-4-1 479,3-2 0,-9 1-2263,2-1 882,-3-5 0,-2-2 1,-3-5 1429,-5 0 0,-7-27 0,-3-7 0</inkml:trace>
  <inkml:trace contextRef="#ctx0" brushRef="#br0" timeOffset="7">7704 7334 7811,'-9'0'-2063,"1"0"2061,6 0 3,-4 0-2,6 0 0,0-1 0,0-3 318,0 3 0,-1-5 168,-3 6-517,2 0 1,-3-1 497,5-3-98,0 2 1,0-4-5,0 1 641,0 4 63,0-4-755,0 5 291,0-6 51,0 5 312,0-5 702,0 6 282,0 0-1457,5 0-61,-3 0-2,3 0-164,-5 0-267,0 0 0,0 6-249,0 2 147,0 3 0,0 1 0,0 0 0,0 1 0,0-1-87,0 0 0,4 2 0,2 0 0,0-1 192,4-2 1,-3-1 33,1 2 1,0-4 0,5-1 44,-1-1 1,0 2 49,1-4 1,-1 0-118,0-4 1,-1-1-1,-1-2 1,-2-2 19,1-2 0,-2-1 22,1-5 0,-1-3 0,1-2 0,-2 0 99,-1 1 0,-3-5 69,2 1 1,1 2-140,-1-2 85,1 6 1,-5-2-1,0 4 1,0 1-1,0 0 1146,0-1-763,0 7-893,0 0 0,0 17 0,1 4 50,3 3 0,2 5 280,2-2 1,3 2-1,-3 1 1,3 2 114,1 3 1,2-1-88,2 4 0,-6-3 890,2 4-591,-8-6 0,2 9 1,-6-5-1,-3 2 1,-4-2 1479,-5 0-1652,-9-3 0,-2 0 0,-6-4 0,2-6 0,0-7-211,-2-7 1,2-3 0,-4-1 0,4-1-588,4-3 0,6-2-174,1-2 0,6-1 79,2 5-712,6 0 1,-1-1-1,11 1 1,8 2-5670,6 0 7128,3-3 0,12-14 0,5-7 0,5-4 0,-1-1 0</inkml:trace>
  <inkml:trace contextRef="#ctx0" brushRef="#br0" timeOffset="8">8270 7458 10375,'0'-7'6775,"0"3"-6229,0 8 0,0 3 0,0 6 0,0 2-759,0 2 0,0 0 0,0-2 0,0 2-1393,0-2 1,0 0 1271,0 1-2450,0-2 0,-4 0 2784,0-6 0,5-44 0,6-6 0</inkml:trace>
  <inkml:trace contextRef="#ctx0" brushRef="#br0" timeOffset="9">7285 8147 7778,'0'-13'919,"0"1"2538,0 0-2933,0-1 1,0 8-1,0 5 1,0 7-1,0 4 1,0 1 528,0 0 1,0 6-735,0 3-161,0-4 0,0 11 1,-1-4-1,-3 2 1,-3 0-1,-1-1 0,-2 1 1,-2 1-1,-3 2-155,0-2 0,-4-1 0,-2-1 0,-3 0-342,-5-1 0,3-1 0,-4-2 0,1-5-41,0-2 0,1-2 1,4-1-1,2-3 167,2-3 1,9-4 0,-1-2 0,2-4 233,3-3 0,2-3 0,5-1 0,0-2 78,0-2 0,0 1 106,0-6-100,5 6 0,2-8 1,5 3-1,1-2 1,0 0 638,4 1-618,2 1 0,6-1 0,-1 2 0,1 3 1,1 3 431,3 4-510,-3 6 0,4-2 0,-7 7 0,-1 5 1,-2 7 134,2 4 1,-4 6-1,-2 5 1,-2-2 469,-2-1 1,1-1-57,-1 0 0,-1-5-10,-3 1-408,-3-6 1,0-2-1,-1-4-823,-2 0-1259,0-3-958,-2-6 0,1-7 2861,3-6 0,22-5 0,10-3 0,4-2 0,0-1 0</inkml:trace>
  <inkml:trace contextRef="#ctx0" brushRef="#br0" timeOffset="10">7728 8344 7778,'-12'0'4060,"0"0"-3435,5 0 0,1 5 1,6 5-1,0 5 1884,0 5-2264,6-2 0,-2 4 0,7-4 0,3-1 0,1 1 0,1-3 0,0-2 18,-1-5 1,-1-3-262,-2-5 59,1 0 1,-1-3 0,-1-3 0,-1-8 0,-4-5 0,1-6 0,-1-2-98,-1 0 1,1 1-1,-4 2 1,2 4-1,-1 3 1,-1 4 85,-2 0 0,1 7 1,2 3 0,1 6 0,4 10 327,-4 12-407,6-1 1,-8 16 0,5-2 0,0 5 0,-1 3-1,-1 2 1,-2 1 9,-2 1 1,-2-1-6,-3 0 1,-9-4-1,-9-1 1,-5-3 67,-6-6 0,-4-9-126,-4-9 1,-1-9-255,-3-4-23,2-2 1,13-12 0,6-2 0,7-2 0,8 0-1546,5 2 1,9 0-1,9-1 1,9 0 1903,9-4 0,30-7 0,-26 8 0,0 0 0</inkml:trace>
  <inkml:trace contextRef="#ctx0" brushRef="#br0" timeOffset="11">8257 8553 7755,'0'-18'0,"0"4"0,0-2 1312,0 2 1,0 6 0,0 0 1360,0-2 1,2 5-2158,2 1-421,3 2 0,5 1 0,0-2 0,1-1 0,0 1 581,4 2-709,-4-4 1,5 3-1,-5-2 1,-1 3 0,0 2-1,-1 3-571,-3 4 0,-2 7 226,-6 2 344,0 5 1,-6-3-1,-1 6 1,-1-1-1,0 1 138,-2-1 0,4 1 1,-1-2-1,1-1 565,4-1 1,0-2 77,2 1 841,0-2-1185,6-6 0,2-5 1,8-3-1,3-5 1,2-6-215,-1-5 0,1-7 0,4 2 0,-2 2-1556,-3 1 0,2 2-1126,-5 0 1,3 0-3025,-3-1 5517,-1 1 0,2-44 0,1-11 0</inkml:trace>
  <inkml:trace contextRef="#ctx0" brushRef="#br0" timeOffset="12">8762 7113 7741,'-12'0'319,"-1"0"1,1 1-1,0 2 1,-1 1 2066,1-1-1096,0-2 0,4-1 0,-1 0 0,3 0-429,3 0 1,8 0 0,13 0 0,3 0-310,5 0 0,0 0-322,6 0-214,-4 0 0,7 0 0,-3 0 1,1 0-1,-2 0 0,-1-1 1,-3-2-1,-1-1 0,-1 0-168,0-1 0,-5 2 0,-1-5 35,-1-2 0,-6 3 384,-3-1 0,-8 5-89,-1-1 72,0 3 0,-11 1 0,3 0 1,-3 1 910,-1 3-994,5 3 1,-3 5-1,6 1 1,1-1 178,2 0 1,1 2-4,0 2 0,0-1-2,0 6-252,0-1 1,0 11 0,0 1 0,-1 4 0,-2 2-4,-1 3 0,0-1 0,4 6 0,0 4 12,0 2 1,0 5-85,0-4 1,0-4-681,0-3 679,0-7 1,1 8 0,2-8 0,2-3 0,1-6-5,-1-4 0,1-1 0,-4-1 0,2 1 134,-1-1 1,-1 7-259,-2 1 1,0 5 77,0 4-89,0-2 1,0 3-1,0-5 1,0-2-1,0 0-98,0-3 0,0-4 0,0-1 0,0-5 73,0-6 1,0 2 563,0-1 0,0-1-463,0-4 1,0 1-1,0 0 1,1 2-72,3 2 1,-3 3-29,4-3 0,-4 5 0,-1-2 0,0 3-102,0 2 1,0-2 193,0-2 0,0-4 180,0-4-184,0-1 0,0-4 298,0 0 58,0-5-315,5 3-319,-3-1-41,3-3 60,-5 3 0,2-5 387,2 0-66,-3 0 603,5 0 336,-6 0 579,0 0-1092,-6 0 0,-1 1-255,-5 3 0,0-1-97,-1 5-236,1-5 1,-4 7 0,-1-5 0,1 2 0,-1 1-1540,1-1 0,4 3 0,3-5-3035,0 2 4735,3-4 0,28-42 0,12-15 0</inkml:trace>
  <inkml:trace contextRef="#ctx0" brushRef="#br0" timeOffset="13">4086 12220 7800,'-9'-11'576,"3"2"1,0 0-1,3 0 2364,2-2-1774,1 4 0,0-4 0,1 4 3376,4 0-3066,-4 2-839,4 5 0,-3 1 0,0 3 0,3 5-5,-3 2 0,0 1 1,-2 0-1,0 2 95,0 2-627,0 3 0,-6 11 0,-2 5 0,-4 3 0,-5 6 1,-5 4-1,-5 6-253,-6 5 1,-2-3 0,-1-3 0,2-3-776,1-5 1,4-3-1079,-3-5 1708,4-11 0,-2 0 1,7-12-1,1-5 0,2-2-224,-2-4 1,3-3 0,-1-6 0,3-5-84,2-4 0,1-2 256,2 0 0,1-1-353,2-2 553,4-3 0,5 4 1,1-6-1,3 0 0,5 1 52,2-1 0,5 0 495,0 1-227,6 5 1,-7-5 0,6 5 0,1 0 0,1 3 650,2 2 1,-1 3 0,1 3 0,-1 4 46,1 2 0,4 12-387,-1 2 0,5 13-175,-4 0 0,0 6 0,-5-1 1,1 2 87,0 2 1,-6-3-474,-3 2 1,-4-7 50,-3-1-509,2-6 0,-10-7 0,3 0 0,-3 1-2639,-1-1 1752,0-5 0,0-3 1423,0-8 0,11-41 0,3-15 0</inkml:trace>
  <inkml:trace contextRef="#ctx0" brushRef="#br0" timeOffset="14">4356 12429 7823,'-8'0'1062,"0"0"1,-2 2 2732,-1 2-3262,5-3 1,0 14 0,6-1 0,0 4 0,0 3 0,2 3 0,2 0 0,4 2 0,3 2 1136,1 0 1,0-3-835,1-5-560,-1-10 1,2 5-1,1-9 1,1-1 0,-1-1-1,-1-5 1,-2-7 1507,0-7-1776,1-5 1,3-10-1,-1-3 1,-2-2-1,-4-1 1,-1 2 0,0 3-1,-1 2 1,-1 6 702,-3 5-421,3 4-187,-4 8 0,3 7 1,-3 11-1,2 9 0,4 6 1,3 7-1,2 6 109,4 5 1,-2 3-213,5 1 0,1 6 0,-1-5 0,0 5 0,-3-2 0,-3 1-73,-4-2 65,-5-2 0,-12-1 1,-6-1-1,-12-4 0,-11-7 36,-7-7 0,-8-9 0,-5-5 0,-6-4-28,0-3 0,6-4 0,6-5 0,8-4 0,9 0 0,8-6 0,8 3 0,6-5-2205,3 0 1,8-2-1,8-1 1,4-3-2351,4-1 4555,4-1 0,6-9 0,5-5 0,2-2 0,0-1 0</inkml:trace>
  <inkml:trace contextRef="#ctx0" brushRef="#br0" timeOffset="15">4701 12097 7785,'-12'0'782,"-1"0"0,1 0 3467,0 0-2216,5 0 1,0-4 0,6 0-624,1 1 1,2 6-1,12 1 1,1 0-1030,2 1 0,6-3 1,0 2-1,4-3-272,1-1 1,2 0-1,-1 0 1,-1 0-175,2 0 1,-8 0 0,1 0 0,-3 0-257,-5 0 1,-2 0 0,0 0-135,-1 0 447,-5 0-96,-2 0 1,-6 0-1,-3 0 23,-4 0 1,1 0-1,-1 0 1,-1-1-1,1-3-138,0-4 0,4 1 6,-4-1 150,-1-1 1,-3-7 0,0-2 0,-2-1 0,-1-3-383,-1-1 454,-1-2 1,1 2 0,-1 3 0,2 3 0,2 3-121,0 2 0,2 4 0,2 1-1022,1 2-700,5 1 0,-2 5-2506,5 3 4339,0-3 0,21 16 0,7-4 0</inkml:trace>
  <inkml:trace contextRef="#ctx0" brushRef="#br0" timeOffset="16">5870 12282 7836,'-12'-7'1001,"-1"-3"1,3 7-3,1 5 0,4 10 0,5 13 1,1 6-1,2 6 0,2 4-198,2 4 1,-3-2 0,3-2-1,0-3-1331,0-1 0,-3-2 0,3-3 0,-2-6-1113,-2-4 0,2-7 1643,0 1 0,-12-40 0,-7-12 0</inkml:trace>
  <inkml:trace contextRef="#ctx0" brushRef="#br0" timeOffset="17">5661 12589 7825,'-7'-7'2987,"2"-4"0,10 5-1898,3-7 1,14 0 0,8-2-1,8-3-586,8-1 0,3-2 0,4-2 0,5 2-4566,2 5 4063,1 2 0,-25 8 0,1 0 0,0 0 0,1 0 0</inkml:trace>
  <inkml:trace contextRef="#ctx0" brushRef="#br0" timeOffset="18">6818 12700 7743,'-4'12'603,"-2"-1"1,1-1 1667,-1-2-1238,2-5 1,4 1 0,0-8 0,0-4 0,0-5 0,0-3-1,0-6 52,0-5 1,0-5 0,0-6 0,0-3-892,0-4 0,-5-9 1,-2-4-1,-1-8-225,3 29 1,1 0 0,3 2 0,0 0 0,-2-1 0,1 0 0,2-31-215,5 7 0,3 4 0,7 8 0,3 4 65,1 7 1,1 7 0,6 10 0,3 2-105,4 0 174,2 10 1,-2-3 0,-1 11 0,-4 0 0,-4 1 0,-8 5 0,-6 6-2007,-6 7 2051,-8 10 1,-9 2-1,-7 6 1,-5 2-1,-2 0 1,-2 1 0,2-3 410,1-3 1,5-5-1,2 2 1,1-1 210,3-2 1,7-8-171,4-4 0,4-3 0,7-5 158,9-4 0,9-3-267,12-1 1,5 0 0,5 0 0,3 0-71,3 0 1,4 0-237,-8 0 0,0 2-140,-12 2 0,-4 3 0,-14 6 1,-7 4-293,-6 3 0,-5 4 377,-1 0 0,-11 1 0,-5-1 0,-6 1 272,-3 0 0,-5-6-64,-3-3 1,-8-2 353,-4-2 0,-3-5 0,0-3 0,2-3 455,1-1 0,5 0-888,-1 0 0,12 0 0,6 0 1,4 0-4470,4 0 2393,7 6-1481,2 1 3511,12 5 0,23 0 0,10 1 0</inkml:trace>
  <inkml:trace contextRef="#ctx0" brushRef="#br0" timeOffset="19">7839 12282 7637,'-7'-6'204,"0"5"0,5-5 0,-2 1 2436,1-3-1709,-4 2 1,6-5 0,-4 3 2141,4-3-1707,1-1-956,0 5 0,1 1 0,2 8 0,1 2 0,-1 4 4,-2 3 0,1 7 1,1 4-1,1 5-324,-2 6 1,0-2 0,-2 2 0,0 0 33,0-2 0,4-1-416,0-5 278,0-6 0,-3-1 1,4-7-1,3-4 0,1-9 1,1-9 474,-2-8 0,2-4-680,6-2 0,-2-3 0,4-1 1,-2 3-371,0 4 1,5 4 286,-5 6-9,1 5 0,-4 2 0,2 5 0,2 3 0,-2 3-296,-2 7 0,-2 7 574,-2 1 0,2 1 0,-3-1 0,3-1 408,1-3 0,0 0 27,1-5 1,-1-1 590,0-3-795,1-2 0,-1-6 1,2 0-1,1-2 0,1-3 849,-1-7-922,4-6 0,-5-7 0,2-1 0,-3-1 0,-4-3 139,-1-2 0,-5 1 0,1-3 0,-4 4-1,-4 4 0,-3-2-430,-5 8 1,-4 2 185,-1 2-1128,1 7 1,-1 0-1,1 5 1,1 1-1,1 2-2577,2 1 0,4 0 3686,-1 0 0,7 0 0,-4 0 0</inkml:trace>
  <inkml:trace contextRef="#ctx0" brushRef="#br0" timeOffset="20">7814 11999 7809,'-5'-7'448,"-2"-3"0,-4 5 1,2-1-1,0 1 2774,0 2-1908,3-4 1,-3 7 1000,5 0-1934,0 0 1,9 10 0,3-6 0,3 0 0,2 0 0,0 0 0,2-1 439,2-2 1,5-1 0,-2 0 0,5-1-561,3-3 0,-2 2 0,4-3 1,-1-1-190,0-2 1,5 1-1,-3 1 1,2 0 0,-1 3-1,-2 1-474,-3-2 0,-1 2 0,-3-2 0,-2 3-339,-5 1 1,-2 0 67,-2 0 463,1 0 1,-5 0 344,0 0 4,-5 0 0,2 0 1,-6 0 156,-3 0-285,2 5 187,-3-3 31,-1 3 183,5-5-201,-4 0-64,5 0 0,-2 0 0,0-1 0,-4-3 633,-1-5-737,4 4 1,-6-6-1,3 3 1,0-3-1,-4-2-183,-1 1 0,-3 0 0,-1 0 0,-1-1-583,1 1 0,1 0 35,2-1 1,-2 5-999,-2 0 1214,8 0 0,-9 1 1,10 1-1,-1 2-995,0 0 0,5-1 1,1 2-462,4-1 0,5 0 1928,5 4 0,39-11 0,9-3 0</inkml:trace>
  <inkml:trace contextRef="#ctx0" brushRef="#br0" timeOffset="21">9402 11962 7780,'-16'0'-59,"-1"0"0,2 0 0,1 0 0,2 0 1600,0 0-84,5 0 1,-4 0 0,3 0 511,-3 0 0,10 1-905,5 3-715,5-3 1,9 5 0,2-6 0,4 0 0,0 0 0,2 0 0,2 0 17,0 0 0,2-1 0,-1-2 0,3-3-514,-1 0 1,1 1-824,-4-3 160,-2 5 0,4-6 0,-6 5 0,-4 1 0,-4 2 0,-2 2-4271,-2 3 4382,-5 3 0,-3 5 699,-8 1 0,-28 10 0,-14 4 0,-4 3 0,-1 0 0</inkml:trace>
  <inkml:trace contextRef="#ctx0" brushRef="#br0" timeOffset="22">9316 12294 7831,'-13'0'0,"5"0"1906,0 0 0,8 0 0,4 0 528,11 0 0,8 0-886,6 0-1618,3-6 1,0 1-1,1-5 1,0 2-1,0 0 1,0 1-1,1 2-2906,1-1 2976,2 5 0,28-10 0,-30 7 0,1 1 0</inkml:trace>
  <inkml:trace contextRef="#ctx0" brushRef="#br0" timeOffset="23">10965 11875 7777,'-12'0'119,"-1"0"1,1 0-1,0 0 1218,-1 0-396,1 0 0,4-1 1,0-2-1,-2-1 443,-1 2 0,6 0 0,5 2-863,6 0 1,11 0 0,3 0 0,4 0-162,0 0 1,6 0-1,3 0 1,3 0-265,1 0 1,5 0 0,3 0 0,3 0-141,1 0 0,0-4 1,-1 0-1,-1 1-271,-2 2 1,-12 2 0,-5 2 0,-10 4-157,-8 4 1,-6 1 0,-10 11 0,-7 5 343,-11 2 1,-11 4 0,-12 6-1,-3 1 25,-3-2 1,1 0-1,6-3 1,7 0 113,5-3 0,4 2 1,6-3-1,4-1 35,3-2 0,5-3-25,4-1 1,2-5 0,8-1-1,2-2 109,4-6 1,4 0 59,5-7 1,2 0-1,7-4 1,3-3 623,3-5 0,5-2-331,4-10 1,4 3 80,9-3-651,-9-1 1,7 1-1,-12 1 1,-5 1 0,-5 3-2397,-4 1 1,-8 6-3676,-6 0 6157,-5 5 0,-29-19 0,-5 2 0</inkml:trace>
  <inkml:trace contextRef="#ctx0" brushRef="#br0" timeOffset="24">11026 12171 7777,'-12'0'870,"0"0"0,5-2 2647,3-2-964,2 3-2082,8-4 0,1 5 0,6 0 0,2 0 0,5 0 0,1 0 0,7 0 1073,2 0 0,-1 0-2879,3 0 847,-4 0 0,7-2 0,-2-1 0,1-1 0,-1 2 0,-4 0 0,-3 2 488,-2 0 0,-10-27 0,-3-7 0</inkml:trace>
  <inkml:trace contextRef="#ctx0" brushRef="#br0" timeOffset="25">10879 11605 7777,'-13'0'343,"1"0"0,0 0 1134,-1 0 1,1 0 719,0 0-1604,5 0 0,-1 0 0,8-2 0,5 0 916,5-2 0,9-1-840,6 5-502,-1-5 0,12 4 0,-3-3 0,2 1 1,3 0-1,2-1 0,1 1 0,0 2 1,2-1-9,2-2 0,2 3 1,3-3-1,-1 3-253,0 1 1,-4 0-189,0 0 220,-10 0 1,-1 0 0,-14 0 0,-3 0 0,-4 0-1,0 0 385,-1 0-98,-5 0-111,-2 0-15,-5 0-304,0 0-163,-5 0 344,3 0 336,-3 0 1,4 0 202,-3 0-126,2 0-91,-3 0-236,5 0 0,-2 0-545,-2 0 150,3 0 181,-5 0 266,6 0-164,0 0-216,-5 0-246,4 0 1,-5-2 239,6-2 1,-1 3-695,-3-3 704,2-3 1,-5 1-1,3-3 1,-3 1-1,-1-2-183,0-1 1,-2-1 0,-5-1 0,-1 1-49,1 0 0,-3-1 218,2 1 0,-6 0-45,1 0-405,-2-1 0,3 2 0,-1 2 1,-1 1 724,-1-2 0,-2-39 0,1-11 0</inkml:trace>
  <inkml:trace contextRef="#ctx0" brushRef="#br0" timeOffset="26">27443 16626 8146,'-8'0'-687,"-1"0"-39,0 0 834,3 0 321,1 0 0,5 1 482,0 3-776,0-2-444,0 3 970,0-5 3444,0 0-3455,0-5-283,0 3 102,0-3 126,0 5-550,0 0 0,4-2 0,1 0 699,2-3-472,-4-4-125,8 8 1,-8-9-1,4 4 1,-1 1-76,1 0 1,1-4-14,5 5 0,-5-5 1,0 2-1,3-1 109,4-1 1,-1 1-81,2-4 0,2-2 178,-2-2-219,6 2 1,-7-5 0,4 3 0,1-4 0,-3 0 249,1-1-299,4 6 0,-7-6 0,6 3 0,0 0 0,3 0-73,0 3 0,5-3-194,0 2 205,5 0 0,-3-1 0,5 1 1,-3 1-1,-6 1 72,-5 2 1,0-1 0,-6 1 72,-1 0 0,-1 0 133,-2-1 0,-2 1-165,2 0 1,-6-1-1,7 1 1,1 0-116,1-1 0,7 1 137,-2 0 1,0-1-165,0 1 48,1 0 0,-1 0 0,1-1 1,0 1-1,3 0-27,0-1 0,1 1 0,0 0 0,1-2-30,2-2 1,-6 2 62,3-2 0,-7 2 81,2 2-29,-10-1 1,6 2 0,-8 2-1,3 1 89,1-2 1,1-1-1,-1 0 1,0 2-127,1 0 1,-1 1-16,0-4 1,6-1-106,3 1 1,-2 3 0,1-2 0,2-3-236,1 0 0,3 1 262,3 0 0,-7 1 241,3 0-79,-4-1 1,0 2-1,-2 2 1,-1 1 0,-3 0-106,-1 1 1,-2-3 0,0 5-1,0-1-113,1 1 0,-1-4 143,0 5 1,1-5-74,-1 1 0,-2 1 0,1-1 0,2-1 59,1 3 0,0-5-90,-2 2 216,0-2 0,6 1 0,1 0 1,2 2-1,-2-2 16,-2-1 0,5-1-84,-1 0 1,1 3 0,0 3 0,-3-1-36,-1 0 1,-1 0 33,0-1 1,-4-3-47,4 3 40,-3-3 0,-2 3 0,0-1 1,0 0-1,1-1 73,-1 2 0,0-3 291,1 3-288,-1-3 0,4-1 1,1-1-1,-2 1 0,-2 0 155,0-1 1,-1 1-1,0 0 1,1-1-165,-1 1 0,0 4-27,1 0 1,-5 5-235,0-1-63,-5-3 0,4 6-464,-3-3-1069,-3 2 1,3 4-1983,-8 2 3765,-3 3 0,-21-12 0,-5-3 0</inkml:trace>
  <inkml:trace contextRef="#ctx0" brushRef="#br0" timeOffset="27">29547 14964 8215,'-13'0'0,"-3"0"0,0 0 1644,1 0-1291,7 0 0,4 0 0,9 0 0,6 0 0,6 0 0,2 0 0,3 0 0,1 0 846,1 0 1,1 0-786,0 0-276,-6 0 0,4 0 0,-2 0 0,2-1 0,1-2 0,1-2 0,0-2 76,-1-3 1,5 4 0,0-3-1,-1 0-212,2-2 0,-8-1 0,3 1 0,-3 1-205,-3 2 1,-1 5 0,-7-2-591,-3-1 642,-3 5 1,-5-3 83,0 8 81,0-3 1,-4 6 0,0-3 79,1 4 0,2-2 1,0 5 0,-2-3 0,-3 3 0,-2 2 273,-5 4 0,-1-1 1,-8 8-1,-3 2 159,-2 0 1,-6 5-43,5 2-645,-1 2 1,2 1 0,1-5 0,4-5 0,4-5-509,7-3 1,0-2-597,7-4-1617,0 1 1450,4-7 1431,0 0 0,5-28 0,2-5 0</inkml:trace>
  <inkml:trace contextRef="#ctx0" brushRef="#br1" timeOffset="28">27627 665 8125,'9'-9'-207,"-1"1"1,-5 0 0,2-4 0</inkml:trace>
  <inkml:trace contextRef="#ctx0" brushRef="#br1" timeOffset="29">27271 16613 7402,'6'2'1195,"0"0"1,-2 4-208,0 1 1,4-3 0,-2 3-319,1-2-186,-5 5 0,5-9 0,-4 5 2299,1-1-2343,0-4-310,-4 5 1,-1-6-108,-3 0 1,2-1 0,-3-2 0,1-3 0,-2-1 0,1-2-125,-1-2 1,-3-1 0,0-1 0,-1 1 0,-3 0 0,0-2 602,-4-2-235,-2 2 0,-1-8 0,-1 4 0,-2-1 1,-3-3-1,-3-1 0,2-2 330,1 1 1,1 3-1,1 1 1,-1-2-482,0-1 1,-1-1-1,-1 3 1,-2 0-35,2-1 0,0 3 0,-1-1 0,-1-1-161,2 2 1,3-3-1,2 6 1,1-1-205,-1-1 1,4 5 0,2-5-1,2 2-472,2-1 0,0 5 0,-1 4 236,1-2 0,1-1 1,2 0-1,0 2-49,0 0 1,2 3-1,0-4 1,0 2-3111,1-2 3678,3 5 0,-8 5 0,4 7 0</inkml:trace>
  <inkml:trace contextRef="#ctx0" brushRef="#br1" timeOffset="30">26384 16084 7806,'0'13'1580,"0"-1"-163,0 0 0,0-6 1,0-6-1062,0-7 1,0-4-1,2-1 1,1-1-1,1 0 1,-2-3 211,0 0 1,2-7-1,0 0 1,-1-5 0,-3 1-1,-3 0 718,-1-2-1239,-6-3 1,3-5 0,-5 1 0,-1 0 0,-3 2 0,1 2 0,3 2-96,3 3 0,2 2 1,-1 5-1,6 5-402,9 5 1,3 10 0,10 10 0,1 3 0,-1 5 0,1 1-345,0 3 590,-3-4 0,0 4 0,-6-6 1,1-1-1,-2-1 0,-2-2-2438,-1 1 1935,-5-7 707,3 0 0,-45-44 0,-9-10 0</inkml:trace>
  <inkml:trace contextRef="#ctx0" brushRef="#br0" timeOffset="31">30212 14755 7299,'-8'0'-503,"-1"0"502,7 0 1,-3 0 0,8-1 0,3-2 710,1-1 1,1-4 0,3 2 0,-2 1 375,-1-1 0,-5 1-632,1 1-1231,3 2 1,-6-4 0,5 3-2374,-1-1 3150,-3 0 0,9 4 0,-4 0 0</inkml:trace>
  <inkml:trace contextRef="#ctx0" brushRef="#br0" timeOffset="32">30507 14546 7230,'-7'-1'1048,"5"-4"1,4-3-850,6-3 0,-1 3 0,1 0 0,2 0-874,1 1 0,-3 0 675,0 3 0,1 3 0,3-5 0</inkml:trace>
  <inkml:trace contextRef="#ctx0" brushRef="#br0" timeOffset="33">30729 14374 8014,'8'0'-93,"-1"-2"1,-1-2 1254,1-4 1,-4 1-2132,1-1 969,-2 5 0,8-8 0,4 4 0</inkml:trace>
  <inkml:trace contextRef="#ctx0" brushRef="#br0" timeOffset="34">30901 14300 8014,'8'0'402,"0"0"0,-5-2 608,1-2-186,-3 3-824,-1-4 0,33-12 0,8-3 0</inkml:trace>
  <inkml:trace contextRef="#ctx0" brushRef="#br0" timeOffset="35">31282 14152 8014,'-12'-12'-11,"4"1"0,1 1 0,2 2 210,2-1 0,1-2 1,2-2-1,2 1 0,2 1-980,4 3 475,3-3 1,5 8-1,1-4 306,-2 2 0,15 6 0,3 6 0</inkml:trace>
  <inkml:trace contextRef="#ctx0" brushRef="#br0" timeOffset="36">31541 13955 8589,'-13'0'98,"5"0"0,0-1 247,-1-3 1,-2 1-1030,-2-5 398,12 5 1,-2-4-1,11 5 1,3-3 285,4 3 0,43-22 0,-22 11 0,0-1 0</inkml:trace>
  <inkml:trace contextRef="#ctx0" brushRef="#br0" timeOffset="37">31725 13808 8014,'13'-6'-972,"-5"5"1677,0-3 0,-7 2 1508,-1 2-3770,-5 0 1557,-2 0 0,13-5 0,7-2 0</inkml:trace>
  <inkml:trace contextRef="#ctx0" brushRef="#br0" timeOffset="38">31910 13734 8014,'-12'0'-153,"-2"0"0,-1 0 0,-1 0 263,1 0 1,8 0-111,7 0 0,38-22 0,15-6 0</inkml:trace>
  <inkml:trace contextRef="#ctx0" brushRef="#br0" timeOffset="39">32107 13598 8014,'-12'0'0,"-1"0"0,1 0 319,0 0 1,3 0-1,1 0 1,0-1-231,1-3 1,3 3-1,8-5 1,6 2-90,5 0 0,37-22 0,-19 12 0,-1 1 0</inkml:trace>
  <inkml:trace contextRef="#ctx0" brushRef="#br0" timeOffset="40">32144 13426 8014,'-8'0'-414,"-1"0"0,0 0 839,-2 0 1,4-1 0,3-3 322,3-5 1,2 4 309,3 1-634,-3-3 0,9 7-250,-6 0 1,6 0 0,-2 4 0,3-1 0,1 0 0,0 1-58,1-2 0,4 0 0,3-2 0,0 0 0,1 0 0,1-2-234,1-2 84,1 3 0,1-9 0,0 5 0,-2-1 1,-3 1-1,-3 1 0,-4 0 0,0 0-358,-1 1 0,-6 2 363,-6 1 0,-6 1 0,-6 3 0,-1 3 0,3 1-426,1 0 421,-2 0 0,5 5 0,-7-1 0,1 0 0,0 2 0,-1 2 0,0 5-42,-4 2 1,-2 3-1,-7 3 1,-3 4 138,-3 2 0,-4-2 1,-1-1-1,2-4 173,2-5 1,7 1-482,5-8 0,14-5 0,6-7 1,12-2-648,7-2 0,6-6 891,5-2 0,1-20 0,2-10 0,0-2 0,1 0 0</inkml:trace>
  <inkml:trace contextRef="#ctx0" brushRef="#br1" timeOffset="41">32587 13266 13781,'-7'0'-990,"-4"-16"0,4-5 0</inkml:trace>
  <inkml:trace contextRef="#ctx0" brushRef="#br1" timeOffset="42">32291 12860 7395,'-12'0'81,"0"0"0,0-1 0,-1-2 0,1-1 1835,0 1 0,5 0-952,3-1-2718,2 3 369,2-5 1385,0 6 0,0 6 0,0 1 0</inkml:trace>
  <inkml:trace contextRef="#ctx0" brushRef="#br1" timeOffset="43">32070 12737 7941,'-12'-7'388,"-1"0"1,2 3-71,3-4 0,4-2 0,7 1-2530,1 1 2212,6 5 0,-26-8 0,1 4 0</inkml:trace>
  <inkml:trace contextRef="#ctx0" brushRef="#br1" timeOffset="44">31922 12540 7975,'-13'-8'-53,"-2"0"1,-2-1 0,2 1 0,1 0-352,2-2 339,5 5 0,-2-6 0,5 3 0,1-3 0,3-1 65,4-1 0,8 1 0,7 0 0</inkml:trace>
  <inkml:trace contextRef="#ctx0" brushRef="#br1" timeOffset="45">31738 12306 7975,'-13'0'-281,"1"0"0,0 0 336,-1 0 1,1 0 0,1-1 626,3-3-884,3 2 1,5-9 201,0 3 0,21-19 0,7-6 0</inkml:trace>
  <inkml:trace contextRef="#ctx0" brushRef="#br1" timeOffset="46">31578 12060 7975,'-13'-7'-190,"2"2"1,2 1 211,1 0 1,-1-5 0,-1 4 0,0-1 410,2 1 1,5-5-282,-1 2-309,3 3 1,-5-1 156,-2 6 0,-3 17 0,-1 3 0</inkml:trace>
  <inkml:trace contextRef="#ctx0" brushRef="#br1" timeOffset="47">31307 11949 5805,'0'-8'93,"0"0"75,0-2 1,0 4-169,0-3 0,-5 12 0,-2-2 0</inkml:trace>
  <inkml:trace contextRef="#ctx0" brushRef="#br1" timeOffset="48">31762 12232 7893,'-7'6'32,"-3"-3"0,1 3 0,-2 1 163,-1 0 1,7-6-432,5-1 1,4-1 0,5-6-7,-1 2 137,1 1 0,-1 4 0,-1-2 1,0 0 104,-1-3 0,-8 1 0,0 4 0</inkml:trace>
  <inkml:trace contextRef="#ctx0" brushRef="#br1" timeOffset="49">31701 12417 9322,'0'-8'3349,"0"0"-3179,0 5 0,0-4 1,0 3-1,1-4 24,3-3 1,-1-2-1,4 0 1,-2-2 0,-1-3-1,0-1 19,1-3 0,-1-3 0,-4-2 0,0-2 0,0 2 1,0 1 637,0 1-791,-6 6 1,3 1 0,-3 6 0,-1 1-1,1 4-455,1 7 0,2 6 0,7 6 0,4 0 0,3-1 275,2-2 61,-1-4 0,0-5 1,1 0-1,-1-1 1,0-2-1,1-3 59,-1 0 0,6-24 0,1-10 0</inkml:trace>
  <inkml:trace contextRef="#ctx0" brushRef="#br1" timeOffset="50">31602 12466 7893,'-7'-1'3166,"3"-3"1,3 1-2925,1-5 1,0 4 0,1-3 0,2 0 0,3 2 346,0-1 1,-1-2 0,1 2 25,0 0 1,3-3 0,-2-3-330,0 0 0,0-1 0,-4 1 18,1 0-364,0 0 0,-3-5 1,2 1-1,2 1 1,1 1-1,1 2 0,-2-1-217,1 1 1,-1 0 0,-2-1-1,2 1 1,1 0 0,-1 0 226,-2-1 0,-2 1 1,-1 0 679,0-1-510,0 1 1,-5 4-50,-3 0 1,2 3 124,2-3 1,1 6 0,1-4 433,-2 1-600,-1 3 1,7-3 24,2 5 0,-1 1 0,5 2-47,1 1 0,1 1 1,0-2-1,-2 1 78,1-1 1,2 2 0,2 1 34,-1 1 0,0-4 1,-1 2-1,-1-1-48,-2 0 0,-4 2 1,4-4-38,2 3 1,-1 0 0,1-2-57,-2 1 1,0 0-186,5-4 0,-1 4-95,0 0 0,-4 0 0,1-4 28,0 0 0,-2 0 176,1 0 1,-5 2 0,3 0-94,-1 2 424,-4 1 1,9-4 164,-6 3-366,0-3-14,-4 5 53,0-6 1,-5-2 4,-4-2 1,3 3 0,-3-3-1,0 1-15,-2-1 1,3 3 0,-1-5 0,0 2-59,-2 0 0,-1-1 1,-1 2-1,1-3-103,0 0 1,-1 3 0,1-3 0,0 2-34,0 0 0,-1-1 1,1 2-12,0-1 0,-1-2 0,1 4 9,0-3 0,-1 1 259,1 4 1,4-4 697,0 0-452,5 0 1,-4 4-311,3 0 1,3 1-445,-3 4 0,2-3-82,2 6 0,0 1 1,0 3 122,0 0 0,0 1 0,0 0 223,0 4 1,0-4-1,0 4 1,0-2-31,0 1 1,0-1 0,0 4 0,0 1-38,0-1 0,0 0 0,-1 3 0,-2-2-6,-1 2 0,-4 1 1,4 2-1,0 0 11,-2-1 1,3 1 0,-3-2 0,0-1 186,3-2 1,2-5 0,1 2 539,0-3-111,0-8 0,0-2-19,0-8 1,0 2 0,0-7 0,1 0 1,3-2 0,-2-1 0,2-1 0,-3 1-516,-1 0 1,2-5-1,0 1 1,2 1-526,-1 1 0,0 1 0,0-3 0,1 0-1054,-2 1 1,4 1 1675,-2 2 0,17-11 0,-1-3 0</inkml:trace>
  <inkml:trace contextRef="#ctx0" brushRef="#br1" timeOffset="51">31615 11740 7353,'0'-7'-587,"0"2"451,-6 5 1,5 1 0,-5 2 0,2 2 0,-1 1 135,-2-1 0,4 1 0,-2-3-160,-1 1 292,-1 0 0,-1-4 0,1 1-275,2 3 0,-1-2-15,2 2 296,3-3 0,-6-1 1229,3 0 1,3-1 389,-3-3-779,2 2 1,1-2 501,-3 8-1749,2-2 1,-3 4-1727,5-1-772,0-4 2767,0 4 0,-11-16 0,-3-2 0</inkml:trace>
  <inkml:trace contextRef="#ctx0" brushRef="#br1" timeOffset="52">31369 11543 7906,'-9'-12'369,"2"0"87,2-1 0,0 6 0,2 2 340,-1 0 0,-2 3 130,2-2-1540,3 3-914,-5 1-323,6 0 1851,0 0 0,-11-11 0,-2-3 0</inkml:trace>
  <inkml:trace contextRef="#ctx0" brushRef="#br1" timeOffset="53">31258 11346 7906,'-8'-4'451,"1"-1"-27,1-2 0,-2 3 0,3-3 241,-2 2-2295,4 0 1630,-2 5 0,5 0 0,0 0 0</inkml:trace>
  <inkml:trace contextRef="#ctx0" brushRef="#br1" timeOffset="54">31110 11211 7906,'-12'0'170,"5"-6"1,-4 5-225,3-3 54,2 3 0,6 1 0,7 0 0</inkml:trace>
  <inkml:trace contextRef="#ctx0" brushRef="#br1" timeOffset="55">30999 11174 7929,'-7'0'-303,"2"0"0</inkml:trace>
  <inkml:trace contextRef="#ctx0" brushRef="#br1" timeOffset="56">30876 10903 7923,'-1'-8'-143,"-2"0"1,-1-2 3300,1-1-2238,2 5 1,1-5 0,0 2 111,0-2-2119,0 5 1,0 2 1086,0 8 0,16 24 0,5 12 0</inkml:trace>
  <inkml:trace contextRef="#ctx0" brushRef="#br1" timeOffset="57">30618 10989 7683,'-7'-8'1711,"3"0"1,3 4-1350,1-4 1,0 4 0,0-5 0,0 0-248,0-2 0,0-1 1,1-1-1,2 1 1,1-2-1,-2-2-299,0-5 1,2 2-1,0-1 1,-1-1-1,0 1 1,-1 1 104,2 1 0,0 1 0,-4 5 0,0 0 0,0-1 372,0 1 1,0 0-1,0 0 222,0-1-185,0 6 1,0 1 729,0 1-1284,0 4 0,2-4 151,2 5 1,-1 0 0,5 0-1,1 1 269,2 3-70,2-3 1,-5 6-1,0-4 1,2 3-1,1-1 1,1 0-1,0 0 31,1 0 0,0-4 0,2 5 1,2-2-170,-2 0 0,-2 0 1,0-2-1,-1 0-146,0 2 0,-4 2 0,1-3-12,0 1 1,2 4-1,1-4-156,1-1 0,-1 2 136,0-1 1,1 0 59,-1-4-289,-5 0 1,-3 0-322,-8 0 0,1 0 1,-5 0 739,-2 0 0,-22 0 0,-8 0 0</inkml:trace>
  <inkml:trace contextRef="#ctx0" brushRef="#br1" timeOffset="58">30347 10509 7904,'0'-12'556,"0"4"0,0 0 1,0-2 1649,0-1-1910,0-1-2723,0 5 2427,0 7 0,-11-15 0,-3 0 0</inkml:trace>
  <inkml:trace contextRef="#ctx0" brushRef="#br1" timeOffset="59">30150 10177 7936,'-12'-5'518,"1"-3"0,1-2 994,2 2 0,5 1-2072,-1 3 0,4 2 560,4-2 0,-8 3 0,3 1 0</inkml:trace>
  <inkml:trace contextRef="#ctx0" brushRef="#br1" timeOffset="60">29916 10005 7938,'0'-8'84,"0"0"1,2-2-1,0-1 1,3-1 249,-3-1 1,4 1-631,-2 0 1,0 6 0,-4 6 295,0 7 0,-22 31 0,-5 9 0</inkml:trace>
  <inkml:trace contextRef="#ctx0" brushRef="#br1" timeOffset="61">29818 9845 7956,'-1'-8'199,"-2"0"0,-1-2-16,1-1-183,-4 4 0,0 2 0,-5 5 0</inkml:trace>
  <inkml:trace contextRef="#ctx0" brushRef="#br1" timeOffset="62">29658 9673 7977,'0'-13'188,"0"7"1,-4-5 0,0 2 11,1-2 0,2 3-200,1 0 0,5 5 0,2-2 0</inkml:trace>
  <inkml:trace contextRef="#ctx0" brushRef="#br1" timeOffset="63">29560 9537 7977,'-9'0'-1360,"1"0"1360,5 6 0,14-5 0,10 5 0</inkml:trace>
  <inkml:trace contextRef="#ctx0" brushRef="#br1" timeOffset="64">29461 9870 7977,'-11'-6'-29,"3"-2"1,4-3 0,2-1 315,2-1 1,0 1 0,2-2 0,1-1-1,2-2 1,0-1-47,1 0 1,4-4-1,-4 2 1,1-4-1,-1 0 1,-2-1 551,0 1-735,0 4 1,-4-1-1,0 3 1,0 0 0,0 0-1,0 3 1,0 1-213,0 2 1,0 4 147,0 0 103,0 5 0,5-2 1,4 5-1,2 0 0,2 0 1,2 1 54,2 3 1,5 1 0,-2 5 0,2-3-1,0 0 1,-3 0-813,-1 2 339,4-3 1,-9 3-1,4-3 1,-4 0 0,0 3 320,-1-2 0,-11-7 0,-2-7 0</inkml:trace>
  <inkml:trace contextRef="#ctx0" brushRef="#br2" timeOffset="65">27381 16601 8151,'0'-12'-385,"0"-1"0,0 1 580,0 0 0,0 4 1,2 1-1,0 0 0,4 1 46,1 1 0,-3 0 1,4 0-45,2-3-85,-5 3 0,6-5 1,-4 5-1,1-1 1,-1-1-1,0 1 163,0-4 0,-1-1 1,3-1-1,-4-1 1,-1 1-1,2 0-78,0 0 1,-3-1 0,1 0-1,-1-2 1,0-3 0,1 0 214,-1 0-384,-2-4 0,0 3 1,2-7-1,1-1 1,-1-3-1,0-2 0,-1 0 1,2-1-1,1 0 59,0-1 1,-4 4 0,5 1 0,-2 3 0,0 3 0,0 1 34,2 1 0,-5 5 0,3-3 1,-1 1-1,0 2 0,2-2 244,2-3-340,-4-2 0,6-2 0,-3-1 0,1-2 0,2-5 0,2-1 0,1 1-224,1 4 0,-1-1 0,0 1 1,1 3 92,-1 5 1,-4-1-1,0 5 271,2 2 1,-5 2-1,1 0 1,-2 0-150,0-4 0,6 3 1,-4-3-1,3-1-41,-1-3 1,0-2 0,4-1-1,-1-1 30,-3 0 1,3 1 0,-4-1 0,0 0 53,-3 1 1,2 3 0,-1 2 0,2 0-166,3 0 0,-4 0 1,3-3-1,0 3-44,2 1 0,1-4 1,1 3-1,-2-2 201,-3 1 0,1 4 1,-3-5-1,1-1 134,2-1 0,-3 2 1,-1 1-1,-1-2-32,0-1 0,5-2 0,-5 2 0,0 1-104,1 2 0,-3 3 1,3-2-1,-1 0-62,0 0 1,0 4 0,-4-2-1,2 4 95,2 0 0,-3-3 0,3-1 0,-2 1-126,-2-2 1,1 5 0,2-5-1,1 1 58,-1 1 1,-1-5 0,1 5-1,1 1-25,-1 1 0,0 1 0,-1-2 0,3-2 172,-3 2 0,1 2 1,0 0-1,1 0-107,-1-4 1,-1-2 0,1-6 0,1 1-144,-1-1 1,2 1 0,-1-1 0,1 0 54,0 1 1,-4-1 0,5 0 0,-2 1-9,0-1 1,0 6 0,-4 3 0,2 2 49,2 2 0,-3-1 0,3 1 1,-2 0 59,-2-1 1,1 1-1,2-1 1,1-4-7,-2-3 1,4-4 0,-1 0 0,1-2-86,-1-3 1,4 3 0,-5-3 0,0 3-31,1 2 1,-2 1 0,4 1-1,-2 1 54,-2-1 0,-2 4 0,-1 1 0,2 0 43,2 1 1,-3-2-1,3 3 1,-1-1-132,1 1 0,-3-5 1,5 0-1,-1-3 35,4-2 1,0-1-1,1-1 1,-2-2 33,2 2 0,-4-1 1,1 2-1,0 0 94,0 3 0,-4 7 0,1-2 1,-2 2-52,3-1 0,-4-3 0,4 3 0,0 2-123,-1 2 1,1-4 0,-2 1 0,1-1 198,-1 0 1,-2 3 0,0-3 0,2 2 105,1-1 1,0 2 0,-4-2 0,0 2-115,0 2 0,4-4 0,1-2 0,-1-1-78,1-3 0,-2-2 0,5 0 1,2-2-115,1-3 0,-3 3 0,0-4 0,2 1 12,0 1 1,-1-1 0,-1 4 0,0 1 84,-1-1 0,0 5 1,-3 0-1,3 1 13,0 0 1,-1 0 0,-3-3 0,3 2 51,0-2 1,-1-1 0,1-2 0,1 0 150,0 1 1,-4-5 0,2 0 0,-1 2-181,0 1 1,2 5 0,-3 2 0,2 0-298,2 0 1,-4 4 0,2-3 0,-1 2 64,0-1 0,5 1 0,-4 4 0,0-1 180,1 1 0,2 0 1,-4-1-1,-1 0 301,-2-4 0,3 2 1,2-5-1,-1-1-144,1 2 0,2-4 1,-2 2-1,-1-3-125,0-5 1,4 7-1,-4-2 1,1 2-153,-1 3 1,5-3-1,-3 4 1,1 0 61,0 0 0,0 1 0,4 2 0,1-3 74,-1-1 0,-1 2 1,-1-2-1,-2 0 102,1 0 0,2 2 1,0-2-1,-1 0-62,-2 0 0,0 0 0,3-2 1,-1 4-68,-2-1 1,-1 0 0,2-3 0,-2 5 10,-1 2 0,2 1 0,-3-2 0,1-2 74,-1 2 0,1 4 0,-4 0 0,3-2-76,-3-1 0,4 0 0,-1 1 0,1-2 7,-1-2 1,5-5-1,-3 2 1,1-2-6,0 1 1,-1 0 0,2 4 0,-2 1-12,-1-2 0,2 4 1,-4-2 26,-1 2 1,2 2 0,-1 0-27,-1-1 0,0 0 0,-1-2-45,3-2 0,0 1 0,-2 2 1,2-2 49,2-5 1,-4-1 0,2 0-1,-1 3 180,1 1 0,3 2 0,-4 4 0,-1-1 13,-2 1 1,-1 4 0,0 0-170,0-2 0,1 3 0,2-1-179,1-1 1,0-2 0,-4-3 134,0-2 0,4 6 0,0-2 0,1 1 32,0 0 1,-4-2-1,3 1 1,-1 0 56,1 0 1,-2-1 81,2 1 1,-1 1 0,-1 1-284,2 2 0,0 4 0,-2-4-62,2-2 1,-1 4-1,3-3 1,0 0 170,-3-2 0,2-2 1,1 1-1,-1 0 163,1 0 0,2-1 1,-4 1-1,0 0-60,1-1 0,-2 1 0,4 0 1,0-1-40,0 1 0,-3 1 1,3 2-1,-2 0 108,-2 0 1,2-2 0,1-1-57,1-1 1,-5 1 0,4 0 0,-1-2-92,3-2 0,-1 2 0,0-2 0,0 2-8,0 2 0,0-1 0,2 1 0,-2 0-16,-1-1 0,-1 5 229,-1 0 0,-4 5-739,0-1 0,-1 7 0,-6 2 0,0 2-589,0 3 0,3-1 0,-3 1 0,2-2 39,2 2 1,2-4 0,-1 1-402,-2-1 1505,3-2 0,-16-15 0,4-3 0</inkml:trace>
  <inkml:trace contextRef="#ctx0" brushRef="#br2" timeOffset="66">29116 9660 8317,'-12'0'-172,"0"4"1,0 2 0,-1-1-1,2 2 1279,3 0 0,-1-3 0,6 3-806,4-2 1,5 0-1,6-5 1,2-2-1,1-2 1239,1-4-1361,6-3 0,-4-7 0,5-4 0,0-4 0,5-4 0,0 0 0,4-1-142,-1-1 1,2 4 0,3-3 0,-4 6 0,-4 5-1,-6 5-469,-6 3 279,-2 5 1,-6 2 0,-1 7 0,-2 7-1,-2 7 1,-3 7 0,-3 5 241,-1 0 0,-6 5 1,4-3-1,-1 0 1,1 0-1,2-4-139,0-4 1,0 0-1,4-5 1,1-4 0,4-2-1,3-4-1010,3-2 0,-3 0 0,0-5 0,2 0 1060,1 0 0,1-11 0,0-3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7:07:39.469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56 383 7747,'-5'0'1,"0"0"1,0 0 313,-1 0 1,1 0 1286,1-3 490,-1 3-969,-2-4 4,3 4-197,-2 0-368,5 0 6,-2 0 197,3 0-477,3 0 0,-1 0-34,2 0 0,-1 0 59,1 0 0,-1 0 122,1 0-292,1 0 0,2 0 24,0 0 1,0 0-102,0 0 1,1 0 88,1 0 1,1 0-152,1-3 0,3 3 75,-3-3 0,5 0-136,0 1 1,3-3-11,-3 3 0,3-1 139,0 1 0,-1 0-179,0-3 1,-2 4 42,0-2 1,-2 0-71,-3 1 0,2 0-13,-4 2 0,-2-3 41,-2 1 44,-4 0 21,2 2-145,-3 0 123,0 3 1,-1-2-8,-1 1-26,1-1 24,-2 2 0,3-2 63,0 5 0,0-5 12,-3 4 1,2-3 97,-1 3 1,-2 0-92,0 2 1,0-1 4,-1 1 1,0 0-15,-5 0 0,2 3 0,-4-1 0,3 3-192,-3 0 0,1-1 115,-3 0 0,-2 2-185,-1 3 1,0 0 51,1 2 1,1-2 85,-1 0 0,2-1 9,3 2 1,-3-3-6,3 2 0,1-2 53,0-2 0,3 0 15,0-2 0,0 2-5,0 0 1,1-2 20,1-1 1,-1-1-35,1-1 1,1 0-1,0 3 1,2-5 27,0 2 0,0-2-1,0-1 196,1 3-178,-2-4 179,3 1 20,0-1 1,1-3-51,1 0 1,0 0 8,2 0 0,-1 0-71,1 0 0,1 0 144,2 0 0,0 0-36,0 0 0,1 0 69,1 0 0,-1 0-88,4 0 0,0 0 12,5-3 1,-1 2-58,5-4 1,-1 1-3,5-3 0,0 0-37,1 3 0,0-2 56,-3 1 0,0-1-222,-5 2 0,-2 0-203,-4 2 0,-4 1-729,-4-1-195,-2 1-1474,1 1 0,-8 0 2699,-2 0 0,-11-6 0,-1-2 0</inkml:trace>
  <inkml:trace contextRef="#ctx0" brushRef="#br0" timeOffset="529">63 578 7772,'-4'0'1775,"-2"0"-932,5 0 795,-5 0-815,5 0 185,-2 0-5,3 0-484,3 0 1,3 0-92,3 0 0,5 0 64,0 0 1,3 0-279,3 0 1,1-2-166,0 0 1,0-3-539,0 3 1,-3-3 385,-2 3 0,-1-3-357,-1 3 0,-4-1-1416,-3 1-1137,0 1 3013,-7-2 0,-9-7 0,-6-1 0</inkml:trace>
  <inkml:trace contextRef="#ctx0" brushRef="#br0" timeOffset="1498">70 209 7772,'-3'4'243,"2"0"512,-1-2-147,-2-1 1,2 2 180,-3-3 73,4 0-203,-2 0 1043,3 0-1137,3 0-177,1 0 1,3 0-100,0 0 0,0 0-77,0 0 1,0-2-113,0 0 1,3-1 2,1 0 1,2 2-71,1-1 1,3-2 25,2 0 0,1 0-152,1-1 0,0 1 56,0 0 1,0-2-56,0 4 1,-4-1-102,0 0 1,-3 3 61,0-3 0,-1 3-62,-1 0 0,-2 0 15,-3 0 0,-2 0-142,-1 0 292,1 0 1,0 0-23,-1 0-67,-2 0-1,1 0 722,-3 0-672,-3 0 126,2 0-189,-2-4 88,3 4-30,0-3 120,0 3 247,0-4-151,0 4-7,0-3 0,-1 2-48,-1-1-38,1 1 0,-3-3-39,2 2 1,1 0-19,-1-3 1,-2 1-1,-1 0 1,0-2-24,0 1 0,-1-4-56,1 0 0,-2-1 47,-2 1 1,1-1-213,-1-2 0,1 0-106,1 3 0,-2-1-97,0 3 0,-3 0 76,3 0 1,0 3-64,2 2 0,2 1-1914,0 1 2355,4 0 0,13 3 0,8 1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7:07:54.764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132 245 7769,'-4'0'1137,"-1"0"37,3 0 207,-4 0-517,6 0-89,-7 0-408,7 0 58,-4 0 229,4 0-156,-3 0-13,3 0-298,-4 0 1,4 3-1,0 1 1,0 0-21,0 1 1,0 0-86,0 5 0,-2-3-103,0 3 1,0 0 33,2-1 0,0 3-145,0 0 1,0-1 2,0 0 1,2-1 125,0 1 1,1-2 16,0 0 1,-3-1-77,3-1 0,1 0 65,0 0 0,0 0 2,1 0-30,-1-4 1,3 3-212,0-4 170,0 1 1,0-3 66,0 0 0,-2-1-7,-1-2 1,1 2 12,2-4 1,-2 1 18,-1-3 1,-1 0-32,1 0 0,-1-3 5,1 1 0,-2 0 17,0 2 0,1-1-5,0-1 1,-1 1 38,-2-1 1,2 0-49,1 0 1,-1 4 108,-2-2-58,0-2 1,0 1 95,0-1 1,0 4 27,0 0 190,0 4-305,0-3 302,0 4-279,0 4 1,0-1 182,0 4 1,2 0-23,0 0 0,1 0 89,-3 0 1,3 0-94,2 0 0,0 2-19,0 1 0,2 2-244,0 0 1,0 2 94,2 2 0,1 2-168,-1 3 1,3-1-49,-3 1 1,0 0-45,-2 0 1,-1 0 143,-1 0 0,-2-2 21,-3-1 0,-4-2 405,-3 3 0,-3-3-156,-4 3 1,0-4 162,-3 1 1,2 1-75,-4 0 1,-1-1 382,-1-2 1,-1-3-220,3-2 0,2-2-486,1-2 0,1-3-71,1-4 0,0-5-26,-3-5 1,3-1-444,-2-1 1,3-2-948,2-1 1,4 4-905,0 1 1,5 3 2394,0-3 0,23-24 0,6-9 0</inkml:trace>
  <inkml:trace contextRef="#ctx0" brushRef="#br0" timeOffset="941">104 161 7765,'-3'4'-981,"-1"2"1970,-2-5 0,1 2 82,0-3 32,4 0 340,-6 0-995,7 0 0,-4 0 876,2 0-497,1 0 97,-2 0-20,3 0-406,3 0 0,-2 0-201,4 0 1,0 0-58,2 0 0,0 0-104,-1 0 0,2-2 75,2-1 1,0 1-164,1 2 1,5-2-48,-2-1 0,2-1-98,0 1 1,2-1-10,3 1 0,-3-1-134,1 1 1,-4 0 62,2 1 0,-1 1 56,-2-1 0,-2 1-98,-5 1 122,0 0-127,-3 0 93,-1 0-348,-3 0 242,-3 0 98,2 0 187,-2 0-45,3 0-33,0 3 30,0-2 52,0 2 677,0-3-653,-3 0-36,2-3 1,-3 2 1,2-1 1,1-1-1,-4 1 0,0-4 51,-2 1 0,0 2 1,-3-2 1,-1-2-26,-2-2 1,-1-3-10,0 3 1,0-3-329,0 3 0,0-3 98,0 3 0,3 0-590,2 2 1,1 1-163,1 1 0,2 2-1801,1 3 1751,2 0 1,-1 3 971,3 2 0,16 1 0,3 1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7:08:06.748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1 307 7777,'0'-5'-399,"0"0"1,0 3 1296,0-2 1573,0 2-879,0-4-1137,0 5 0,0-3 551,0 2-179,0 1-554,0-2 0,0 4-1,0 1 0,0 0 101,0 2 1,2-1 13,0 1 1,1 1-69,-3 2 0,0 2-218,0 0 0,0 4 116,0-2 1,0 3-114,0-1 1,2 4-25,0-1 1,1 3-112,-3-3 1,0 3-42,0 0 0,0 0-116,3 0 0,-2-1 48,1-4 1,1 1-24,-1-6 0,1 3 52,0-3 0,-2-3 91,4-3-91,0-3 140,1 0 0,1-3 3,0-1 1,0-3-1,-3 0 1,2-2 90,-1 0 0,-1-4-162,1 2 0,-2 1-263,2 1 129,1-2 0,-4 3-92,2-1-85,-2 4 294,1-1-20,0 5 38,-2 1 0,3 4 23,-2 3 0,-1 0 120,1 0 0,0-3-17,0 1 1,0 0-42,2 2 0,0 0-33,1 0 0,1 0-247,-1 0 0,0 0 80,0-1 1,1 1 126,-1 0 1,1 0-6,1 0 1,2 0 89,0-3 1,1 2 67,-3-4-151,0 0 1,-1 1 128,1-1 1,0 0 9,0-2 1,-2-1-169,0-1 0,-1 1 60,0-4 0,2 0-11,-4-2 0,3 0 6,-3 0 0,3-2-61,-3 0 0,3-1 89,0 0 0,-1 2 93,0-4 0,0 2-42,1-2 1,0-1-50,-2 1 1,1-1 191,-1-1 1,1 0 61,-1 0 0,-1 0 153,-2 0 1,0-2-73,0 0 0,0-3 30,0 3-1,-1-1-343,-1 1 1,1 1 112,-1-1 0,-1 2-385,0 2 1,1 0 124,2 3-576,-3-1-479,2 3-1063,-2 3 187,3 1 592,0 3 0,0 3 1433,0 2 0,6 11 0,2 2 0</inkml:trace>
  <inkml:trace contextRef="#ctx0" brushRef="#br0" timeOffset="1017">70 140 7818,'-4'2'295,"-1"0"603,4 1 686,-6-3-622,3 3-362,-2-3 1,1 4 163,0-4 43,4 0-539,-2 0 0,3 0 489,0 3-51,-4-3-283,4 4 1,-3-4-53,6 0 1,-2 0 127,4 0 0,-3 0-179,3 0 1,0 0 36,1 0 1,1 0-223,0 0 1,3 0 81,-1 0 0,3-3-129,0 1 0,-1-3-25,0 3 0,1-1-131,2 0 0,0 3-61,0-3 1,1 0-100,-1 1 0,2 0-11,-5 2 0,0-1 65,1-1 1,-1 1 124,0-2 1,-1 3 16,-3 0 1,0-1-31,0-1 0,0 1-67,0-2-8,0 3-41,0 0-272,0 0 9,-3 0 132,2 0-74,-5 0 242,2 0 209,0 0-132,-2 0 163,2 0 1,-2 0 72,1 0-210,-1 0 133,2 0 0,-2 0-65,1 0-150,-1 0 108,2 0 0,-2 0-33,1 0 16,-1 0 6,2 0 1066,-3 0-1005,0-3-25,0 2 53,0-2-52,0 0 0,-1 2-72,-1-1 0,0-2 72,-3 2 0,3-1 46,-2 1 1,1 0-23,-1-2 92,-1-1 1,-4-2-58,-1 0 0,0 2-26,1 1 0,-1 0 53,-2-1 1,-3-1 125,1 1 1,-2 1 66,2 0 0,-1 0-32,1-1 1,-1 0-788,6 3 0,0-3 65,2 3-1864,0-1-24,0 0 838,3 2 1,2-2 610,4 3 900,2 0 0,15 3 0,4 1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7:08:36.737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598 60 7694,'0'-14'465,"0"1"392,0 9 1247,0-14-582,0 16-640,0-7 47,0 9-259,0 0-287,8 9 1,-5 2-15,3 9 0,-4 2 7,-2 4 1,0-1-144,0 8 1,-2-7 0,-4 8 1,1-1-79,-8 7 1,0 2 55,-7 4 0,0-4-258,0 4 0,-7 3 101,1-2 1,-9 6-579,1-7 0,-1-2 96,2-11 1,-3 1-78,10-15 0,-9 4 210,1-17 1,6 1-46,1-7 1,5-2 12,2-5 1,2-4 9,5-9 1,-5-2 74,5-5 1,4 3 40,3-9 1,-3 6 90,2-6 1,1 9-14,6-3 1,0-1 134,0 1 1,2-6-71,4 6 1,6 1 165,7 6 1,-3 0 158,4 0 1,-5-4-122,12 4 0,-5-4 52,-2 10 1,0 6-38,0 1 1,6-2 64,1 2 1,-1 1 63,-6 6 0,0 0-107,0 0 0,6 2 17,1 5 0,-1-3-2,-6 9 0,0 1 117,0 5 0,0 1-50,0 0 1,0 2 17,0 5 0,-3-5-44,-3 5 0,3-3 45,-3 2 0,-3-1-64,2 8 0,-6-9-6,6 3 0,-2 4-44,2 2 0,-2-4-75,-4-3 0,-5-2-93,5 3 0,2-5 87,-3 5-73,1-5 1,-5-5 53,5-3 0,-5-3-335,5-5-131,-5-3-55,-2 5-82,0-8 0,0-2-1546,0-4-2159,0 3 4237,0-14 0,9-21 0,2-15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7:08:33.980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81 697 7751,'-11'0'823,"-7"-9"1,9 5 196,-4-10-231,4 10 1,7-12-199,-5 10 1,5-3 561,-5 2-238,5 5 134,2-16-374,0 16 67,0-15-509,9 14 0,-7-3-23,5 12 0,-5 5 161,-2 9 1,0 9-117,0 4 1,0 5-97,0 2 0,0 2-58,0 4 0,2-4-164,5 4 0,-5-6-400,5-7 1,-3-4 114,3-9 63,-5 0 0,16-9 77,-5-4 1,4-14-68,3-6 1,0-12 3,0-1 0,2-7-25,5 6 1,-5 1 196,4 6 1,-1 2 109,1 5 1,-4 4-26,5 9 1,-3 0 146,3 0 1,-3 0 121,9 0 0,-8 0-92,1 0 1,3 0 33,-3 0 1,8-9 8,-8-4 0,-2-5-77,-10-2 1,1-6 45,-8-1 1,-1-6 126,-6 6 1,-2 1 8,-4 6 1,-12-6-115,-9-1 1,-6 3-320,7 10 1,-8-3 95,8 3 0,-1 6-614,8 1 1,-1-2-1045,0 3-1108,0-1 1180,0 7-81,9 0 1248,2 0 1,89-18-1,-31 7 1,1 0-1</inkml:trace>
  <inkml:trace contextRef="#ctx0" brushRef="#br0" timeOffset="548">777 20 7747,'0'-11'3888,"-9"2"-2932,7 9-328,-7 0 0,9 9-236,0 5 0,0 3 114,0 3 0,0 9-106,0 4 1,0 5-158,0 1 1,2 10-60,5 4 1,-5-2 0,5 2 0,-3 0-89,3 7 1,-5-3 75,5-4 0,-5 3-134,-2-10 1,0 0 51,0-6 0,0 4-130,0-4 1,0 2-105,0-15 201,0-1 34,0-6-16,0-9 175,0-2 0,-7-18-50,1-4 1,-1-5-327,7-2 1,0-8 85,0-5 1,0-3-346,0 3 0,0-5 47,0 5 0,9-4-104,4-3 1,-2 2 158,2 5 1,1 2-22,6 5 0,-1 6 21,1 0 298,0 0 1,0 18-37,0-5 1,0 7 160,0 7 1,-7 10 367,0 10 0,-6 8-241,6-2 1,-6 5 384,6 2 1,-2 0-241,3-1 0,-3-8-55,-5-4 1,3-5-63,4-2-254,5 9 0,-14-14-379,10 5-437,-10-13 0,7 2-3102,-4-9 2089,-5 0 1788,7 0 0,9-54 0,4-12 0</inkml:trace>
  <inkml:trace contextRef="#ctx0" brushRef="#br0" timeOffset="941">1274 776 7747,'0'12'2057,"9"-4"1,-4-8-1547,8 0 0,0 0 82,7 0 0,0 0-126,0 0 1,2-8-129,5-6 1,-5 3-287,4-2 0,-4 0 105,-2-7 0,7 0-200,-1 0 0,-6 0 26,-7 0 0,-2 0 12,3 0 1,-5 0-308,-9 1-119,0-1 0,-3 6-230,-3 1 1,-8 9 265,-12-3 1,-5 14 88,-9 6 1,3 7 105,3 6 0,-8 3 372,9 4 0,-7 5 118,14-5 1,-1 5 292,8 1 1,-1 1-233,0 0 0,9-7 211,4 0 0,14-8 368,6 1 0,7-4-425,6-2 1,5-9-100,9-4 1,0-7-99,0-7 0,6-4-654,1-9 0,-3 7-381,-11 0 0,2 2-776,-8-3 1,-1-3 256,-6 4 0,0 1 1245,0-1 0,-18-27 0,-4-13 0</inkml:trace>
  <inkml:trace contextRef="#ctx0" brushRef="#br0" timeOffset="1267">1792 697 7930,'2'11'1424,"5"-4"729,-5-5-372,7 7-1279,-9 2 0,2 9 22,5-1 0,-5 1-161,4 0 0,-3 0 265,-3 0-451,0 0 0,0 0-66,0 0 1,0-7 350,0 0-232,0-8 1,-3 1-258,-3-12 1,4-8 93,-5-12 1,5-5-235,2-9 0,0 0 96,0 1 0,0-1-20,0 0 0,6 2-59,1 5 1,6-2-135,-6 8 1,8 3-273,-1 11 1,3 4-551,3 9 0,0 0-523,0 0 0,0 9 1629,0 4 0,44 22 0,11 7 0</inkml:trace>
  <inkml:trace contextRef="#ctx0" brushRef="#br0" timeOffset="1657">2150 717 7747,'-11'11'1711,"0"4"-479,4-8 0,5 2-639,-5-3 1,7-3-31,7 3 1,4-4 180,9-2 1,2 0-288,5 0 1,-5-6-20,4-1 1,3-8-122,-3 1 1,8-3-289,-8-3 1,3 0 72,-3 0 0,-10-6 108,4-1 0,-5 0-156,5 8 0,-7-4-265,1-3 0,-10 10-618,3-3 1,-5 3 380,-2-4 1,-2 9-290,-5 5 1,-4 3 288,-9 3 1,-6 3 33,-1 3 1,-6 14 206,6 13 0,-6-2 299,7 2 0,-7 0 96,6 7 0,1-7 431,6 1 0,6-1 568,1 7 1,9-1-526,-3 1 0,7-2 98,7-5 0,6 2-299,13-8 0,5-1 378,9-6 1,0-9-107,0-4 1,0-5 133,-1-2 1,1-2-447,0-5 0,-2-4-48,-5-9 1,2 0-1873,-8 1 1262,8-1 1,-13 2-1793,5 5 1,-12-3-164,-2 10-1191,1-1 3383,6-2 0,-18 7 0,-4-7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7:08:40.079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418 419 7726,'12'0'1735,"-4"0"-307,1 0-943,-7 0 1,7-3 374,-9-3-379,0 3-90,0-14-364,0 6 0,-2-7 72,-5 5 1,-4 4-206,-9 9 0,-6 0 131,-1 0 0,-8 2-323,2 5 0,2-3 102,-2 9 1,8 1 18,-1 6 1,-3 0 73,3-1 1,1-5 73,12-1 1,-2 0 120,8 7 1,0-7-100,7 1 0,0-8 665,0 8-446,9-10 1,2 7 275,9-4 1,7-5-65,-1 4 1,7-1 82,-6 2 1,13-3-162,-7 9 1,9-6-136,-9 6 0,5-6-164,1 6 0,-1-6 174,-5 6-103,-4 0 0,-18 7 54,-4 0 0,-7-2-324,-7-5 1,-13 5-34,-13-5 0,-14-2-99,-6 2 0,-2-8 81,2 1 0,-2-4-93,8-2 1,8 0-520,5 0 0,3 0 342,-2 0 1,11 0-1514,9 0 884,8 0 290,-3 0 0,10 0 48,4 0 764,6 0 0,38-7 0,17-3 0,3-1 0,1 0 0</inkml:trace>
  <inkml:trace contextRef="#ctx0" brushRef="#br0" timeOffset="616">916 598 7726,'11'0'-1743,"-2"8"3605,0-5-637,-7 5-521,16-8 1,-14 0-240,9 0 0,-8-2-67,1-4 0,3 1 257,-2-8-243,-1 0 0,-6-7-58,0 0 0,0 7 61,0-1-357,0 1 0,-2-5-38,-4 5 0,-6 4-122,-7 9 0,-1 0-5,0 0 1,-2 3-149,-5 3 1,5 5 103,-4 9 1,-5 2-79,-3 5 0,6 1 202,1 6 0,5 3 323,2-4 0,2 5 50,5 2 0,4-3-135,9-3 1,0 1 430,0-9 1,16-1-6,4-12 1,13 2 71,0-8 1,5 0-298,1-7 0,1-2-93,0-5 1,-7 2-748,0-8 0,-6 7 349,6-8 1,-9 3-1376,3-2 1,-12 2 717,-1 4 0,-8 5-2356,8-5 1740,-10 5 1352,5-7 0,8-19 0,6-14 0</inkml:trace>
  <inkml:trace contextRef="#ctx0" brushRef="#br0" timeOffset="984">1553 578 6107,'8'-11'4320,"-5"2"-3412,6 9-414,-18 0 1,-2 0-57,-9 0 0,-2 0-12,-5 0 0,-2 9-142,-4 4 1,-4 5 21,3 1 1,-1 4 67,2 3 1,4-4-112,9 5 1,0-5-73,0-2 16,9 0 1,5-3 156,12-3 0,14-6-130,13-8 0,5-8-53,2-6 1,6-1 75,1 2 0,-3 2 99,-11 4 0,2 5-308,-8-5 1,0 5 63,-8 2 0,-5 6-65,-1 1 1,-9 9 72,3-3 1,-5-2-2208,-2 2-452,0-8-1232,0 3 2709,9-8 1062,2-8 0,9-65 0,0-25 0</inkml:trace>
  <inkml:trace contextRef="#ctx0" brushRef="#br0" timeOffset="1276">1811 21 10164,'0'-11'1631,"0"2"0,0 11-591,0 5 0,0 6 251,0 13 0,2 7-638,5 14 0,-2-3 234,8 9 1,-7 0-397,8 7 0,-3 0-112,2-1 0,5-1-297,-5-5 1,2-5-260,-1-8 0,1-2 153,-8-5 3,-1 5 1,-6-16-1111,0 4 1,0-10 439,0-3 1,-2-9-1322,-4 3 1,1-3 67,-8 3-1788,9-5 2163,-14 7 1569,16-9 0,19-62 0,16-15 0</inkml:trace>
  <inkml:trace contextRef="#ctx0" brushRef="#br0" timeOffset="1693">2488 518 7715,'0'-13'-745,"0"-1"3149,0 10-1792,0-5 1,-9 9 8,-4 0 1,-5 0-154,-2 0 1,-6 9-134,-1 4 1,-2 5 128,3 2 1,1 6-104,-8 1 0,9 6 113,-3-6 0,8-1-124,5-6 0,5 0-161,9 0 1,0-7 69,0 0 1,9-8 0,5 1 0,10-6-228,2-6 1,10 1 69,-3-8 0,2 2 0,-2-2 0,-4 2 56,-9 4 0,0 5-568,0-5 58,0 5 1,-7 2-349,0 0 1,-8 2-356,1 5-689,-3-5-381,-3 7 2125,8-9 0,21-32 0,7-16 0,7-1 0,0-1 0</inkml:trace>
  <inkml:trace contextRef="#ctx0" brushRef="#br0" timeOffset="1960">2766 637 7707,'0'20'-617,"0"0"1,0-7 122,0 1 3446,0-1-1804,0 7 0,7-7 902,0 0-1184,-1-8-163,-6 4 323,0-9-366,0 0-372,-9 0-83,7-9 1,-13-2-104,8-9 1,-2-7 59,3 1 0,3-10-88,-3 3 0,10-4 123,3-3 1,11 7-31,1 0 1,4 8 202,10-1 1,0-3-60,7 2 0,6 10-184,0 10 1,8 5 88,-8 2 1,0 0-915,-6 0 1,-2 9-205,-5 4 1,-4 3-664,-9-3 1,-3 4 473,-3-3 1091,3-5 0,-23 17 0,3-4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7:08:38.487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100 617 7736,'0'-13'0,"0"0"1,0 6 2732,0-6-578,0 8-9,0-12-1629,0 15 1,-2-7 465,-4 9-614,3 0 0,-5 9-119,8 4 1,0 7 28,0 6 1,2-4-63,4 5 0,-3-3-185,3 3 1,-1-5-152,1 4 1,-4-4-204,5-2 1,-5 0-104,-2 0 1,3-7-507,3 1 1,-4-8-1919,5 8 1367,-5-10-249,-2 5 1731,0-9 0,0-115 0,0 43 0,0 0 0</inkml:trace>
  <inkml:trace contextRef="#ctx0" brushRef="#br0" timeOffset="184">81 120 7753,'-14'-20'2236,"1"0"-930,0 0-779,2 0 0,0 3 499,4 3-1258,5 5-578,-7 9 1,9 9 809,0 5 0,18 30 0,4 9 0</inkml:trace>
  <inkml:trace contextRef="#ctx0" brushRef="#br0" timeOffset="766">717 398 7735,'11'0'717,"-2"0"1,-2-2-7,-1-4-393,1 3 0,-7-8 172,0 5 108,9 3-271,-7-5-164,7 8 0,-18 0 11,-4 0 1,2 0-1,-2 0 1,-1 6-80,-6 1 0,0 6 75,1-6 0,-1 6-173,0-6 1,7 6 84,-1-6 1,8 6-4,-8-7 48,10 10-44,-5-5 1,18 7 64,4-5 0,5-2 15,2-4 0,9-5 10,4 4 1,2 6-51,-2 1 1,5-2-127,-5 2 0,-4-2 95,-3 2 1,1 5-164,-7-5 0,2 5 98,-16 2 1,8 0-87,-8 0 45,1 0 0,-16 0-52,-4-1 1,-7-7 25,-7-6 1,-1-4-56,-6-2 1,-1 0-34,9 0 0,-8 0-179,8 0 1,-1 0-575,7 0 1,1 0 362,-1 0 1,0 0-1875,0 0 2392,0 0 0,0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6:52:13.008"/>
    </inkml:context>
    <inkml:brush xml:id="br0">
      <inkml:brushProperty name="width" value="0.09071" units="cm"/>
      <inkml:brushProperty name="height" value="0.09071" units="cm"/>
      <inkml:brushProperty name="color" value="#3165BB"/>
    </inkml:brush>
  </inkml:definitions>
  <inkml:trace contextRef="#ctx0" brushRef="#br0">4627 7125 7858,'-5'-8'516,"-4"0"0,-1 0 0,-3 1 2932,1 3 1,4 2-2114,-1 2 1,7 2-495,-2 2-597,2 3 1,2 5 0,0 2 0,0 3 0,-1 7 0,-3 6 0,-6 4 555,-5 4 1,-4 7-481,-6 0-320,1 9 1,-1 2 0,-1 7 0,13-31 0,0 1 0,0 1 0,0 1 0,2-1 0,0 0 0,-9 32-337,1-3 0,6-7 1,0-3-1,0-4-343,4-4 1,3-1 33,-2-3 491,5-3 1,-3 5 0,3-8 0,-1 0 0,0-4 67,-2-1 0,5-5 0,-3-6 0,1-1 21,-1-3 0,3-6-63,-4-1 109,4-5 0,1-3 164,0-8 1,1-8-119,4-5-167,1-8 0,7-2 1,-1-7-1,0-5 1,1-5-827,-1-4 793,6-1 0,-5 4 0,4 0 0,-4-1 0,1 0-280,3-3 378,-4 2 1,5 0 0,-6 6 0,1-1 0,-1-2 146,0-1 1,-1 5 0,-1 3 0,-3 3 377,-2 1 0,-1 4-232,-4 0 0,0 10 161,0-2-219,0 9 1,0-3 0,0 4 0,0-2 0,0 2 514,0 1 1,0 2 0,0 0 671,0 0-538,0 5-90,0-4-449,0 9 0,2-3 0,2 6-152,4 3 0,-1 2 0,-1 3 0,1 0 252,0 0 1,0 6-128,1 2 0,2 5 1,-5-2-1,2 3 97,3 2 0,-4 1-211,3 3 0,-1-1 0,4 8 0,1 2-65,-1 0 0,0 6-28,0 1 0,1 9-1437,-1 3 1370,0-2 0,1-1 0,-1-4 0,0-2 1,-1-3-507,-3-4 497,3-3 1,-8-5-1,5-2 1,1 1 0,-1-2 11,0 0 0,-4-1 0,3-5 0,0 1-203,0-1 1,-3-3-659,4-1 0,-4-5-614,4 2 1,-4-5-1134,4-4-2652,-5-2 5441,3-6 1,-17-17-1,-3-3 1</inkml:trace>
  <inkml:trace contextRef="#ctx0" brushRef="#br0" timeOffset="1">4332 8036 16467,'12'0'1110,"0"0"0,3 0 0,5 0 0,6-1 1363,4-4-2674,-3-1 0,9-3 0,-5 1 1,0 0-1,-2 0 0,-3 1 1,-1 2-1,-2 2 0,-1 0-5271,-2-1 5472,-5 3 0,-19 6 0,-11 9 0</inkml:trace>
  <inkml:trace contextRef="#ctx0" brushRef="#br0" timeOffset="2">6338 7864 7760,'-9'0'1014,"1"-2"1,-1 0 4535,-2-3-4114,4 1-1232,1 4 0,20 0 1,4 0-1,4 0 0,4 0 1,2 0-444,4 0 1,1 0 0,4 0-1,0 0-839,0 0 1,-2 0 0,-1 0-1,-2 0 1078,-2 0 0,-2-5 0,-3-2 0</inkml:trace>
  <inkml:trace contextRef="#ctx0" brushRef="#br0" timeOffset="3">6645 7704 13767,'13'0'447,"6"0"1,4 0 0,6-2-240,2-2 1,7 1 0,8-3-1,1 0-220,3 3 1,-2-2 0,-5 1 0,-7 2-47,-10 5 1,-8 5-1,-10 9 1,-7 5 128,-8 5 0,-12 5 1,-15 4-1,-4 3-152,-3 2 0,4-8 0,7-1 1,2-6-528,5-5 1,8-3-1,1-7 608,5-3 0,39-46 0,5-17 0</inkml:trace>
  <inkml:trace contextRef="#ctx0" brushRef="#br0" timeOffset="4">8602 7667 7775,'8'0'1466,"0"0"-961,1 0 1,-1 0 386,0 0-308,-5 0 1,4 0 1451,-3 0-1123,3 0 0,1 0-361,0 0 1,-4 0 0,3-2-226,-2-2 1,-1 2 0,-4-7-205,0 0 1,0 2-1,0-1 1,-1 0-46,-3 1 1,1-4 0,-5 4 0,-1-1-196,-2 0 0,-2 1-152,1-2 178,-6 4 1,5 1 0,-5 0 0,1 1 0,0 2 0,-3 2 0,-1 3-247,-3 4 0,4 5 229,-1 3 1,1-1-1,-3 6 1,1 1-59,1 1 1,5 5 12,-5 1 1,6 0-123,-1-4 204,8 5 0,-3-4 0,4 4 1,0-2-1,3 1 50,2-2 0,2-2 0,0-3 0,2-3 132,2-1 1,3-2 12,5-3 0,0-1 134,1 0-206,4-5 1,-3 3 0,4-6 0,-2 0-1,1 0 137,-2 0 1,-2 0 0,0-5 0,0-2 95,4-1 1,-8-6-141,4 2 1,-4-3-105,4-1 1,-1 0-1,0-1 1,-1 1-99,-3 0 0,3-2-4,-3-2 1,3 2-295,2-3 275,-6-2 1,2 6 0,-3-5 0,-1 1 0,2 1-7,0 1 1,-5 1 0,3 2-1,-3-2 263,2-2 1,-2 6 113,2-2-77,-3 3 0,-2-4 1972,-3 1-1752,-3 5 0,-1-3 90,0 6-380,5 0 1,-3 6-194,6 2 1,0 3-1,0 5 220,0 0 0,0 1 38,0-1 1,4 0 600,1 0-509,4 1 1,-3 3 0,3 2-1,-1 0 1,2 1 6,1 0 1,5-3 0,1 4 0,-1-3-70,2-2 1,-4-1-183,2-2 0,2-1-232,-2-3 1,1 2 0,-5-4-563,0 0 0,-4-3-3280,1 1 2182,-7-2-769,4-2 2604,-6 0 0,0-28 0,0-6 0</inkml:trace>
  <inkml:trace contextRef="#ctx0" brushRef="#br0" timeOffset="5">9230 8036 7802,'6'-1'517,"-1"-4"1,-4-3 974,-1-3 0,0 3 1388,0 0-2059,0 0-521,0 1 1,-1 1 0,-4 8 0,-1 3-1,-3 6 1,1 6-23,-1 2 0,2 3 0,0 6 0,0 7-189,0 4 1,5 1 0,-3 4 0,4-3-131,1-6 1,6 1-1,2-8 1,4-2-298,5-4 0,2-9 91,5-9-114,1-3 1,4-6-1,-1-5 1,-2-5-1,-4-4 1,-5 0-1,-2 1 361,1 0 0,-19-6 0,1-8 0</inkml:trace>
  <inkml:trace contextRef="#ctx0" brushRef="#br0" timeOffset="6">9279 7728 7790,'-12'-12'1938,"-1"0"0,1 1-973,0 3 1,1 3 0,3 10-1011,3 3 1,4 0 44,1 4 0,49 20 0,-18-10 0,0 1 0</inkml:trace>
  <inkml:trace contextRef="#ctx0" brushRef="#br0" timeOffset="7">9636 8073 7784,'-8'0'2569,"-1"0"0,8 5-2149,1 4 0,11 4 0,11 6 0,5 7 238,6 4-514,3 9 0,-4-1 1,0 4-1,-4-1 1,-6 0-1,-8-1 1,-10-3 556,-7-4 1,-10-2 0,-12-5 0,-6 0-518,-5-3 0,-5-7 0,1-4 0,4-7-821,1-3 0,5-4 1,0-3-1,7-7-2968,4-8 3605,8-8 0,14-10 0,5-5 0,2-6 0,0 0 0</inkml:trace>
  <inkml:trace contextRef="#ctx0" brushRef="#br0" timeOffset="8">9660 7827 7784,'-1'-11'2685,"-2"1"-995,-1 2 1,0 4-387,4-4-2625,0 5 1321,0-2 0,16 43 0,5 10 0</inkml:trace>
  <inkml:trace contextRef="#ctx0" brushRef="#br0" timeOffset="9">11962 7593 7950,'6'-1'894,"-1"-4"1,-4-3 2365,-1-3-2478,0-1 1,0 4 0,0 0 0,0-2-1,-1 0 274,-4 2-3190,4 3 834,-4 5 0,1 1 1300,-1 3 0,-4 30 0,2 13 0</inkml:trace>
  <inkml:trace contextRef="#ctx0" brushRef="#br0" timeOffset="10">11900 7925 7824,'0'-8'907,"0"0"1,0 4 2079,0-5 0,0 5-1902,0-4 0,0 7-1559,0 1 1,22 22 0,5 11 0</inkml:trace>
  <inkml:trace contextRef="#ctx0" brushRef="#br0" timeOffset="11">13266 7741 7767,'-8'-5'1006,"0"1"445,-2 2 1,6 0-1,4 2 1,8 0-271,7 0 0,4 0-843,6 0-234,5 0 0,2-5 0,4-3 0,3-5 0,0-3 1,2-3-1,-1-3 14,-2-3 1,-2 6-167,-3-10-165,-9 12 0,-7-12 0,-9 8 0,-4 0 0,-5 0 0,-8 6-1884,-7 5 1771,-6 5 0,-8 5 0,-3 3 0,-2 4 1,-4 6-1,0 6 0,-4 7-166,0 6 1,7 3 0,1 4 0,3 0 280,5 2 1,6 6 316,5-2 0,8-7 0,4-4 0,4-5 1433,4-6 1,4-10-257,8-1-632,-2-8 0,11 2 0,-2-9 0,5-4 0,5-5 1062,6-2-1822,-2-5 0,5 1 0,-5-2 0,0 3 0,0 3 109,0 2 0,-11 5 0,-3 2 0</inkml:trace>
  <inkml:trace contextRef="#ctx0" brushRef="#br0" timeOffset="12">13832 7642 9057,'-5'7'1222,"3"4"1,-2-3 0,3 3-401,1 1 0,0 5-334,0-1-334,0 1 1,0-1 0,0 0 0,1-2 0,2-6 610,1-8 0,7-11-68,1-9-500,6-9 1,7-2 0,1-6 0,2 1 0,4 3 0,1 5 0,-2 3-84,-1 5 0,-1 7 0,-6 11 0,-4 6-739,-6 8 1,-7 11 101,-6 10-58,0 8 0,-5 1 1,-2 2-1,0-6 0,3-6 1,3-5-1,1-5 581,0-3 0,5-46 0,2-15 0</inkml:trace>
  <inkml:trace contextRef="#ctx0" brushRef="#br0" timeOffset="13">14374 7187 7787,'0'-6'1827,"0"8"51,0 9 0,0 12 389,0 10-1859,0 2 0,0 8 0,0 3 0,0 6 0,0 6 0,1 0 0,2 0-479,1-5 1,1-2 0,-2-5 0,1-6-964,-1-11 1,-2-9 0,1-9 0,0-1 1033,2-2 0,-16-27 0,-8-3 0</inkml:trace>
  <inkml:trace contextRef="#ctx0" brushRef="#br0" timeOffset="14">14263 7593 7777,'0'-12'320,"0"-1"0,0 1 1322,0 0 1,0-1 0,0 1-226,0 0 1,9 1 0,4 1 0,2 3-1344,3 2 0,-1 1 0,5 4 0,-1 0-2388,1 0 1371,6 5 1,-2 2-1,4 4 943,0-3 0,7 9 0,7-4 0</inkml:trace>
  <inkml:trace contextRef="#ctx0" brushRef="#br0" timeOffset="15">14657 7704 7777,'-7'12'574,"0"-4"0,4 0 302,-1 2 0,0-3 1,3 0-1,-2-1 881,-1 1 0,0-7-1209,4-4 0,0-4 0,1-14 0,3-2-239,4-4 1,5-6 0,2 3 0,1 0-748,-1 7-31,4-1 0,-4 12 1,5-2-1,-1 5 0,-2 6 1,1 2-1,-3 5 469,-1 5 0,4 39 0,1 19 0</inkml:trace>
  <inkml:trace contextRef="#ctx0" brushRef="#br0" timeOffset="16">14866 7630 7777,'-8'0'3932,"-1"0"-3013,7 0 0,-8 1 1179,6 3-1848,0-2 0,5 5 1,2-3-1,4 2 1,2 3-1,7-3 1,1 0 115,5-3 0,6 2-672,0-1 305,6 6 1,-8-3-1,3 5 1,-3 2 0,0 2 60,3 5 0,-9 3 0,1 6 0,-8 6 732,-4 3 1,-5 8-340,-8-2 1,-10 3-984,-11 1 578,1 0 0,-16-1 0,2-3 1,-3-5-1,-3-7-476,0-9 1,5-8 0,-2-10 0,1-2-1310,-1-5 1,3-6-2139,-3-9 3875,-3-3 0,0-5 0,-2-2 0,5-4 0,5-1 0</inkml:trace>
  <inkml:trace contextRef="#ctx0" brushRef="#br0" timeOffset="17">16613 7667 7783,'-1'8'398,"-2"0"1,-2 0 0,-1 2 0,-1 1 0,2 3-1,0-1 650,2 1 1,1 2 0,2 1 0,0-2-1605,0-2 0,0 0 0,2-2 556,2-3 0,14-19 0,8-10 0</inkml:trace>
  <inkml:trace contextRef="#ctx0" brushRef="#br0" timeOffset="18">16589 7273 7783,'-6'-16'0,"-2"-2"0,-3 0 1452,-1 0 1,0 3 1091,-1 7-2180,1 3 1,6 6-365,6 3 0,17 14 0,9 8 0</inkml:trace>
  <inkml:trace contextRef="#ctx0" brushRef="#br0" timeOffset="19">16921 7630 7792,'-12'31'174,"-1"-1"0,1-6 1,0-4 606,-1-3 0,5-5 1,1-5 77,2-7 0,6-7 1,9-11-1,5-7-329,5-6 1,4-5-1,2 0 1,4 0-79,7 3 0,5 3 0,7 7 0,-1 4 56,-3 6-650,3 7 1,-11 14 0,0 8-1,-8 12 1,-7 7 0,-7 5-1,-6 1-1465,-5-2 1491,3 0 116,-5-2 0,-2-50 0,-7-11 0</inkml:trace>
  <inkml:trace contextRef="#ctx0" brushRef="#br0" timeOffset="20">18496 7248 7730,'-1'-12'953,"-3"1"1,-3 4 3794,0 7-4462,2 11 1,5 14 0,0 8-1,1 2 1,3 3 0,3 3-1,1 5 1,0 1 0,2 1-425,1-3 1,-3 1-1511,0-10 1496,0 4 1,-1-14 151,-3 3 0,-8-20 0,-3-4 0</inkml:trace>
  <inkml:trace contextRef="#ctx0" brushRef="#br0" timeOffset="21">18349 7568 7768,'1'-12'1763,"3"1"1,4 0-682,3-1 0,8 2 0,5-6 1,4 4-1136,4 3 1,1-2-1,3 5 53,1-1 0,-3 1 0,2 1 0,3 1 0,0 1 0</inkml:trace>
  <inkml:trace contextRef="#ctx0" brushRef="#br0" timeOffset="22">18865 7051 7768,'2'-10'3248,"2"1"-2849,-3 4 1,5 12 0,-6 6 0,1 11-79,3 7 0,-2 10 1,3 4-1,-1 3 867,0 1-873,0 6 0,0 0 1,1 3-1,-3-3 0,0-4 1,-2-8-1,0-4 395,0-6-683,0-9 0,1-7 0,2-12 1,1-9-1,-1-12 0,-1-10 1,2-7-273,5-3 0,2-5 1,2 0-1,2 3-176,2 4 1,-1 5-1,-2 8 1,1 6 96,1 6 0,1 5 0,-5 8 0,0 7 422,1 8 0,-5 3 0,0 9 1,2-1 307,0-2 0,3-4 0,0-3 0,4-6 56,3-6 1,5-3 0,4-7 0,2-6 558,1-10 0,3-3-1165,-2-13 32,-3 0 1,-3-2 0,-10 2-1,-9 4 1,-5 4-1179,-3 5 888,-6 8 1,-12 8 0,-10 10 0,-8 9 0,-3 10 13,-2 5 1,1 7-1,7 4 1,6-1 427,5-2 1,5-1 615,9 0 0,5-4-144,12-1-88,4-10 1,17 2 0,5-13 0,4-3 0,8-4 465,5-3-1551,-7-12 0,3 2 0,-11-12 0,-2-1 661,-2-1 0,-14-29 0,-8-7 0</inkml:trace>
  <inkml:trace contextRef="#ctx0" brushRef="#br0" timeOffset="23">20699 7347 7745,'0'-13'1955,"0"1"1820,0 0-3515,0 5 0,-4 3 0,0 8 0,1 4 1,0 5-1,1 3 0,-2 4 0,1 4 1,1 0 301,2 1 0,0 0-248,0-1-61,0 1 1,2-6 0,1-1-1,2-3 1,2-2 0,2-3 0,2-3 1427,2-4-2009,-1-2 1,2-1 0,1-3-1,2-4 1,1-6 0,0-5-1,-2-3-4822,2 2 5150,-4-4 0,-13-23 0,-9-13 0</inkml:trace>
  <inkml:trace contextRef="#ctx0" brushRef="#br0" timeOffset="24">20687 7138 7755,'-7'-13'0,"-3"1"2165,6 0 666,-5 5-5203,7-4 2372,-3 10 0,38 6 0,8 9 0</inkml:trace>
  <inkml:trace contextRef="#ctx0" brushRef="#br0" timeOffset="25">21093 6855 7755,'0'-13'461,"0"5"0,0 0 0,0-2 1233,0-1 1,0 6 0,0 5-1042,0 7 1,0 9 0,0 6 0,0 4-285,0 3 1,-4 5-415,0-1-199,0 2 0,4-3 0,0-4 0,-2-2 1,-1-1-1,-1 0 0,2-2-2051,0-3 0,2-6 0,-1-7 2295,-3-2 0,-3-44 0,-5-16 0</inkml:trace>
  <inkml:trace contextRef="#ctx0" brushRef="#br0" timeOffset="26">20908 7015 7755,'0'-7'3077,"0"1"0,10 5-2593,2-3 0,9 2 340,-1-2-1125,3 3 0,2 1 0,1-1 0,1-2 0,2-1 301,-2 1 0,16-31 0,2-7 0</inkml:trace>
  <inkml:trace contextRef="#ctx0" brushRef="#br0" timeOffset="27">21277 6744 7755,'13'0'1999,"-6"-6"-929,-2 5-433,1-5-311,-5 12 1,4 5 0,-5 7-1,0 1 1,0 3 0,0 1 0,0 2 1463,0-1-1646,0 1 1,0-5 0,0-1-1,0-1 1,2-4 0,2-5-1,4-4 815,3-4-850,7-7 1,6 0 0,9-7 0,3 1 0,1 1 0,-2 3 0,-1 4 204,-1 2-605,-11 8 1,1 2 0,-12 8-1,-3 6 1,-2 4 0,-2 4 0,0 0-5517,-1 1 5807,4-8 0,0-49 0,5-17 0</inkml:trace>
  <inkml:trace contextRef="#ctx0" brushRef="#br0" timeOffset="28">22779 7334 7711,'0'13'263,"0"-1"1,0 0 0,0 1 0,0-1-1,0 0 1,0 2 456,0 2 1,0-2 0,1 4-1,2-2 1,1 1 0,-1-1-327,-2 2 1,3-9-1,0 4-43,-1-2 1,-2-9-128,-1-6 0,0-8 0,0-14 1,0-4-1,2-7 0,0-7 39,3-4 1,4-1 0,1 0-1,3 1 1,5 3 0,1 5 846,3 6-1453,7 4 0,-2 15 0,5 4 0,-1 6 0,-1 7 0,-1 11 1,-4 9-1,-5 6 0,-2 4-7359,-3 2 7702,-1-4 0,-8 0 0,0-5 0</inkml:trace>
  <inkml:trace contextRef="#ctx0" brushRef="#br0" timeOffset="29">23308 7224 7711,'-8'12'293,"0"-1"0,-2-1 185,-1-2 0,0 4 0,2 6 1,2 1-1,0 1 0,1 1 95,1 0 1,1-1 0,5 3 0,5-4 0,5-5 0,5-6-255,3-2 0,6-4 0,5-7 1,0-7-1,1-7 0,-1-5-249,1 0 1,-8-5-1,-7 0 1,-4 1-1,-5-1 1,-8 0-1013,-10 2 408,-7 6 1,-6 5-1,-1 8 1,0 4-1,-1 2 1,0 5 0,0 4-1,5 5 534,1 2 0,20 21 0,9 5 0</inkml:trace>
  <inkml:trace contextRef="#ctx0" brushRef="#br0" timeOffset="30">23653 7261 8219,'-9'0'3815,"2"1"-2846,2 3 1,1-1 0,4 5 0,0 2-347,0 1-555,0-5 0,5 1 0,4-4 1,3 1-1,3-1 0,3-2 0,1-1-71,3 0 0,2 0 0,2 0 0,0 0 0,-2 0 0,-3 0-452,-1 0 502,3 6 1,-10-1-1,4 5 1,-3-2 0,-2 0-1,0-1 1,0-3 327,1-3 0,-6-7 1,-3-7-1,-3-6 0,-1-4 1,0-2 88,0 1 1,-5 3-1,-5 2 1,-4 1-1,-2 3 1,0 3-2084,-2 4 0,4 2 0,-2 6 1,3 2 1618,5 2 0,25-14 0,10 2 0</inkml:trace>
  <inkml:trace contextRef="#ctx0" brushRef="#br0" timeOffset="31">25548 7051 7702,'4'-12'152,"0"0"0,-1 0 0,-2-1 0,-1 1 0,1 0 1716,3-1 0,-1 1-1373,5 0 1,-5 10 0,1 8 0,-1 7-63,1 8 1,-3 8-1,4 5 1,-4 6-118,-1 5 1,4-2 0,0 1 0,-1-1 0,0-4 0,-1-2 492,2-4-791,6-3 1,-7-7 0,4-2 0,-2-5 0,-2-5 0,-2-7-453,-1-8 0,-9-7 0,-5-5 1,-4-5-1,-4-2 0,-1-2-177,-2 1 0,1-2 1,-1-2-1,2 1 1,2 3-1,5 3 749,2 3 1,2 3 0,1 10 1234,3 9-923,8 3 0,11 10 0,8-4 1,3-1-1,7-1 0,5-3 1,8-4 546,5-2 1,2-2 0,0-2 0,-1-2-2073,-3-4 1,2-3-1,-8-1 1,-3 1 1074,-6 3 0,-21-14 0,-5 1 0</inkml:trace>
  <inkml:trace contextRef="#ctx0" brushRef="#br0" timeOffset="32">27295 7138 7721,'0'-9'890,"-1"3"0,-1 1 10,2 7 0,9 10 1,11 11-1,3 6 1,2 3-1,0 2-481,-1 1 0,1 2 1,-2 0-1,-2 0 1,-6-1-1,-6-2-200,-5-1 0,-9-7 1,-7 0-1,-9-6 0,-6-2 1,-8-5-543,-4-3 1,-5-4 0,-5-6 0,0-3 0,1-4 0,3-8-1382,4-7 0,9-1 0,8-9 0,6 0 1704,4-4 0,19 2 0,5-4 0,1-8 0,0 1 0</inkml:trace>
  <inkml:trace contextRef="#ctx0" brushRef="#br0" timeOffset="33">27086 6879 7742,'0'-12'946,"0"0"1,1-1-1,2 1 1,1 0 3418,-1-1-4365,-2 1 0,16 43 0,3 12 0</inkml:trace>
  <inkml:trace contextRef="#ctx0" brushRef="#br0" timeOffset="34">27591 6719 7744,'0'-5'1185,"-2"5"0,-1 8-669,-1 7 0,-4 5 0,3 8 0,-1 1 0,-1-1 0,2 1-1234,-1 0 1,2 3 0,4-3 0,2-3 717,2-4 0,14-21 0,8-9 0</inkml:trace>
  <inkml:trace contextRef="#ctx0" brushRef="#br0" timeOffset="35">27418 6891 7759,'8'5'2711,"1"-1"-2470,-1 0 1,4-4-1,0-2 1,1 0 0,0-2-1,2 1-241,2 1 0,43-25 0,-26 10 0,-1 0 0</inkml:trace>
  <inkml:trace contextRef="#ctx0" brushRef="#br0" timeOffset="36">27701 6645 7759,'13'0'-242,"-2"2"1,-3 2 0,-4 4 1021,-3 3 0,-1 3 0,-1 2 0,-2 3 1,-2 2-1,-1-2-140,1-1 1,1 2 0,4-3-1,0-2-488,0-2 0,5-6 0,5-4 0,5-6 0,7-6 0,5-5 119,6-3 1,2-3-1,1 5 1,-2 4-1,-4 5 1,-3 5 296,-3 1-836,-8 11 0,-4 4 0,-8 12 0,-2 4 0,-2-1 0,1 0 0,3-3 268,5-1 0,18-23 0,6-6 0</inkml:trace>
  <inkml:trace contextRef="#ctx0" brushRef="#br0" timeOffset="37">29412 7076 7724,'0'-8'317,"0"0"0,0-2 1,0-1-1,-3-1 200,-5 0 0,-2 5 0,-10 3 1,-2 2-1,-1 2 0,-3 2-325,-3 2 1,3 8 0,-4 10 0,1 5 0,0 6-1,4 3 240,3 1 1,5-1 0,9 1 0,4 0 627,3 0-730,1-5 1,10-8 0,8-9-1,8-5 1,8-6 0,6-4-1,4-4-586,0-4 0,3-5 0,-1-3 0,3-5 0,1 0 1,0-1 255,-7 1 0,-8-5 0,-5-5 0</inkml:trace>
  <inkml:trace contextRef="#ctx0" brushRef="#br0" timeOffset="38">29695 7113 7724,'-12'11'277,"-2"-2"1,-1 1-1,-3 2 1,0 5 416,1 2 1,-4 1 0,5 5 0,1 0 0,2-1 0,5 0-18,4-4 1,8 1-1,7-8 1,7-3-429,6-3 1,9-5 0,0-6 0,4-5 15,4-6-308,-3-5 0,3-4 1,-8-2-1,-6-1 1,-6-2-1,-9 1 1,-8 3-1,-8 1 1,-9 4-556,-11 3 1,-2 5-1,-6 4 1,-3 4-1,1 4 1,1 4-3107,5 4 2833,2 3 871,6 1 0,52-27 0,17-7 0</inkml:trace>
  <inkml:trace contextRef="#ctx0" brushRef="#br0" timeOffset="39">29916 6793 7724,'0'-12'1556,"-5"5"0,4-4-918,-4 3 1,10 2-1,1 5 1,3 8-1,-1 11 1,0 7-115,-1 8 1,2 4-1,-4 3 1,-3 4-1,0 1 1,-2 3-614,0-2 0,0-5 1,-2 0-1,0-4 0,-3-4 1,1-6-4863,-1-5 4951,3-4 0,13-39 0,10-7 0</inkml:trace>
  <inkml:trace contextRef="#ctx0" brushRef="#br0" timeOffset="40">30187 7125 7751,'-5'8'587,"-4"1"-122,-1 0 0,3 2 0,1 2 0,2-1 0,0 0 1,1 0 199,2 1 0,1-1 1,1 0-1,3 1 0,5-1 1,3 0-316,4 1 0,-2-7 0,4-1 0,0-4 0,2-2 0,3-4-169,2-3 0,-6-8 0,-3-5 0,-2-2 0,-3-2 0,-1 1-522,-2-1 0,-5 1 0,-1-1 0,-4 2 1,-7 2-2943,-2 5 1089,-1 8 1,0 2 2193,-1 6 0,18 22 0,3 5 0</inkml:trace>
  <inkml:trace contextRef="#ctx0" brushRef="#br0" timeOffset="41">30544 7138 7751,'0'8'2947,"0"0"-2441,0 0 0,0 0 1,0 1-1,-1-1 0,-2 0 183,-1 0 0,0 0 0,4 5 1,0-1-426,0 0 0,0 1-191,0-1 1,0-7-1,0-5 1,1-8 0,3-5-213,4-4 0,3-3 1,2 2-1,-1 0 1,0 0-1,1 5 139,-1 3 203,0-1 0,-4 8 0,1-3 1,0 1-1,1 7 0,-1 3 698,-1 2 1,-3 3 0,3-6 0,1-1-1,2-2-661,2-1 1,-1 0 0,0-1 0,1-2 0,-1-3 0,0 1-1323,0-1 1,-3 4-1,-3 6 1,0 4-5117,-3 3 6198,-2 1 0,5-10 0,0-4 0</inkml:trace>
  <inkml:trace contextRef="#ctx0" brushRef="#br0" timeOffset="42">30975 7088 7751,'-7'7'228,"-3"0"1,5-4 0,-1 2 4338,1 2-4035,1 1 1,4 0 0,0 1 0,1 0-1,2 2 1,1 2 0,0-1 0,2 0-318,2 0 0,-1-5 1,1-3-1,1-4-569,2-4 1,-2-4-1,0-8 1,3-5 171,3-2 0,7-2 0,-3 1 1,2-1 278,-1 0 1,1 6-1,4 3 1,-2 4 72,-3 3 1,2 4 0,-5 6 0,-2 3-138,-2 5 1,-6 7 0,-3 6 0,-2 4-298,-2 3 1,-4 2 0,-2-5 0,1-3-938,-1 0 1,-3-1 0,2-1-4022,0-5 5222,-4-2 0,4-18 0,-5-4 0</inkml:trace>
  <inkml:trace contextRef="#ctx0" brushRef="#br0" timeOffset="43">25105 9107 7827,'-4'12'2684,"-2"-1"-1986,-1-3 1,5-1 0,-4-4 0,2 2-1,0 2 1,1 2 643,2 2 1,2 2-1,3-2 1,4-3-1,3-4-778,2-3 0,3-2 0,2-4 0,1-6 0,3-6 0,1-3-471,2-6 0,-3-6 1,-1-9-1,3-7 0,-2-8 1,-11 23-1,1-1-488,0-3 0,-1-1 307,2-2 1,-1-1 0,-2-3-1,-1 0 1,-1 0 0,0 1 0,-1 3-1,-1 1 1,-2 3 0,0 1 0,1-25-1,-1 8 1,0 8 0,-1 6 977,-1 6 1,-4 12 1177,-2 8-2031,3 5 0,-5 18 0,8 6 0,0 11 0,4 9 0,1 8 0,2 7-204,2 5-36,1 3 1,1 7-1,-1 2 1,-6-34 0,0-1-1,8 35 1,1-4 0,3-3-2313,1-3 1987,2-13 0,-2-3 1,-3-16-1,-2-5 1,-3-6-1,-3-2-1368,-4-2 1,-4-5-1,-5-3 1,-6-4 1895,-4-4 0,-29-25 0,-3-10 0</inkml:trace>
  <inkml:trace contextRef="#ctx0" brushRef="#br0" timeOffset="44">25314 8836 7838,'-11'-8'1004,"3"-1"1487,4 0 0,4-2 0,4-1-1716,4-1 1,7 6-1,3 2 1,1 1-964,3 0 1,1 0 187,2 4 0,38-6 0,-27 3 0,0-1 0</inkml:trace>
  <inkml:trace contextRef="#ctx0" brushRef="#br0" timeOffset="45">25843 8097 7838,'-20'0'664,"0"0"1,3 0-1,2 0 1,1 0 798,2 0 0,6 5 0,6-1 1,7-2-1,4 1-538,1 1 0,7-2 1,5 2-1,4-3-570,4-1 1,-2 0-1,4 0 1,2-1-465,-2-3 1,0-2 0,3-3 0,0 0 0,0 0 0,0-3-1024,0-5 1,-6 3 0,-4-2-1,-3 2 1,-7 2-1304,-3 0 0,-6 5 0,-12 3 2435,-4 2 0,-47 8 0,-12 1 0</inkml:trace>
  <inkml:trace contextRef="#ctx0" brushRef="#br0" timeOffset="46">26077 8073 8144,'-7'-1'2676,"3"-1"-1391,3 2 1,1 4 0,0 14 0,0 5 0,0 6-1,0 2-814,0 4 0,0 4 0,0 2 0,0-2 0,0-5 0,0-6-1301,0-2 1,1-5 0,3-2 0,4-2-6601,3-7 7430,1-3 0,-5-45 0,-1-10 0</inkml:trace>
  <inkml:trace contextRef="#ctx0" brushRef="#br0" timeOffset="47">20428 9513 7808,'2'-13'935,"2"1"1,4 1 0,3 0 0,1 0 0,2-4 135,2-3 0,3-2 1,7-6-1,2-5 1,0-9-1,1-9-965,1-6 0,-4-4 0,-11 27 0,-1-1 0,-1-3 1,0-1-1,-1-2 0,-1-1 0,0-3 0,0 0-77,0-1 1,-1 0 0,-3 3-1,1 0 1,0 2 0,0 1 0,-1 3-1,0-1-1230,5-29 1610,0 18 0,-5 10 0,-3 25 1753,-2 12-2081,-2 19 0,5 4 1,3 14-1,3 7 1,2 7-1,0 7 0,2 7 1,-6-31-1,0 1 1,0 2-1,1-1-353,1 1 1,0 0 0,8 30-1,2-6 1,-1-7 0,1-9 0,-2-8-1434,-1-7 0,-2-10-2524,-4-3 2656,-5-4 0,-7 0 0,-8-2 1573,-3-3 0,-1-3 0,-1-5 0</inkml:trace>
  <inkml:trace contextRef="#ctx0" brushRef="#br0" timeOffset="48">20687 9082 7872,'-7'-5'5669,"-4"2"-1490,3-5-3713,2 5 0,4-7 1,8 6-1,8 1 1,4 2-1,5 1-2333,4 0 1661,5 0 1,10 0 205,3 0 0,4-7 0,5-2 0,5-2 0,0 1 0</inkml:trace>
  <inkml:trace contextRef="#ctx0" brushRef="#br0" timeOffset="49">21425 8725 11445,'12'-4'670,"1"0"0,-1 0 1,2 0-1,1 0 0,1-1 1,1 1-1248,0 0 1,-3-4 0,4 4 0,-2 1-1,1 2-1999,-2 1 0,-7 1 2576,-4 3 0,-52 25 0,17-9 0,1 0 0</inkml:trace>
  <inkml:trace contextRef="#ctx0" brushRef="#br0" timeOffset="50">21413 8836 7862,'0'8'3070,"0"0"-2350,0-5-359,5 2 1,-2 0-1,5-1 1,2-2-1,2 0 1,6-2-1,5 0 1,6-2 0,2-2-2986,3-4 2624,2-3 0,0-16 0,3-7 0,4-3 0,-1 0 0</inkml:trace>
  <inkml:trace contextRef="#ctx0" brushRef="#br0" timeOffset="51">22188 8270 8538,'0'-8'6675,"0"-1"-6425,0 7 0,-1-4 0,-5 8 0,-6 0 1,-7 4-370,-4 1 1,-3-1 0,-2 4 0,-2-3 0,0 0 0,0-2-48,3 1 0,2-2 1,5-4-1,3 1 1,3 2 531,2 1 0,4 0 1,1-3-1,2 3 1,3 3 2714,5 0-2809,-2 4 1,10-4-1,-3 5 1,3 2-1,2 1 1,-1 4-1,0 3 1,2 5 0,1 3 77,1 5 1,0 1 0,-7 6 0,-1 4 0,0 5 0,-1 2 101,-3-1-682,-2-2 1,-2-4 0,-2-1-1,0-2 1,-4-2 0,1-5 0,-1-5-1,4-5 1,0-4-374,2-5 1,2-4-1,2-2 1,5-2 0,5-5-1,4-3 1274,1-1-341,-4 0 0,8-5 0,-2-4 1,0-2-1,1-2 0,-1-2 0,-1-2-340,0 2 0,-3 2 0,-4 0-2121,-1 1 0,-4 4 2131,0 0 0,-10-6 0,0-5 0</inkml:trace>
  <inkml:trace contextRef="#ctx0" brushRef="#br0" timeOffset="52">22373 8479 7842,'-2'7'4824,"-2"-3"1,4-3-4567,0-1 0,3 0 0,9 0 0,7 0 1,7-1-1,9-2-210,4-1 1,9-5 0,7 2 0,-1-2-819,1 1 1,-3 1 0,-7-2 0,-4 2-2630,-2 2 2184,-13-5 1,-3 9 0,-14-3 1214,-5 2 0,-27 2 0,-16 0 0</inkml:trace>
  <inkml:trace contextRef="#ctx0" brushRef="#br0" timeOffset="53">22434 8750 8404,'6'-7'1071,"-4"0"1,7 4 0,2-1-1,2 0-440,4-1 0,5 3 0,-2-3 0,5 1 0,2-2 0,3 1-908,2-1 1,-1-2 0,2 3 0,-5-1 0,-2 1-1,-2 1-2049,-4-2 0,2 5 618,-5-3 1281,-7 2 0,-5 8 0,-10 2 0,-3 2 427,-3-2 0,-23 19 0,-6 0 0</inkml:trace>
  <inkml:trace contextRef="#ctx0" brushRef="#br0" timeOffset="54">22447 8959 14077,'8'0'795,"1"0"1,4 0 0,4 0-1,5 0-471,4 0 1,8 0 0,2-1 0,4-2 0,-1-3 0,0 1-1262,-3-1 1,-4 1 0,-5 2 0,-5-1 0,-5 1-4098,-4 2 5034,-6 1 0,-23-11 0,-12-3 0</inkml:trace>
  <inkml:trace contextRef="#ctx0" brushRef="#br0" timeOffset="55">23160 8270 7818,'-19'-7'784,"-3"0"0,6 4 1,1-1-1,1 2 1,2 0 192,0 2 0,5 2 0,4 0 0,7 4 0,7 1 0,5 1-683,4-1 0,1 2 0,7-3 0,2-1 0,0 1 0,1-4-259,1 0 1,-3-2-1,2 0 1,0 0-1,-2 0 1,-2 0-330,-3 0 1,-6-4-1,-1-2 1,-2 1 302,-4-1 1,-8 2 0,-3 5 552,-7 4-411,-4 7 0,0 3 0,2 7 0,1 2 0,-1 5 0,2 4 0,3 4 0,3 5 1,1 6-183,0 7 0,0 4 0,0 2 0,0-1 0,1-2 0,2-5-77,1-2 1,0-9-1,-4-5 1,0-8-1,0-6 1,0-3 200,0 2 1,0-4-1,-1-2 1,-2-1-1,-2 1 1,-3 0 247,-6-1 0,2-1 0,-6-2 0,1-1-14,1-3 0,-5-2 1,4-8-1,-1-2-410,0-4 1,2-3 0,5-1-1,1-1-1340,2 1 0,5 0 1,1-1 1422,4 1 0,22-6 0,8-1 0</inkml:trace>
  <inkml:trace contextRef="#ctx0" brushRef="#br0" timeOffset="56">26495 8639 7856,'6'-11'1293,"5"1"1,6 2-1,11 0 1,6 0 298,8 0-3508,5-1 1,5 3 1915,-3 1 0,14-1 0,-6-1 0</inkml:trace>
  <inkml:trace contextRef="#ctx0" brushRef="#br0" timeOffset="57">26606 8787 11380,'12'-7'1027,"13"0"0,8 3 0,11-3 401,7 0-1428,6-4 0,-12 1 0,4-3 0,2-3 0,0-1 0</inkml:trace>
  <inkml:trace contextRef="#ctx0" brushRef="#br0" timeOffset="58">28083 8048 8798,'0'7'4062,"0"0"-3259,0-3-250,0-3-427,0 5 1,-2-6 0,-2 1 0,-4 2 0,-4 1 0,-6 0 0,-7 0 50,-6 0 1,-7 5-1,-6-4 1,-5 1-258,-2-1 0,0-1 1,5-4-1,4 0-163,5 0 0,9 0 0,4 0 0,6 0-628,4 0 767,2 0 1,7 0 1245,5 0-466,5 0 1,3 0 0,-1 1 38,-2 4 0,1-3 0,-3 7-473,1 0 0,1 3-19,-1 5-134,-2-4 0,5 11 0,-5-4 0,4 3 0,-1 2-9,1 0 1,2 1 0,-3 2 0,1 5-14,-1 3 0,4 2-128,-5 3 0,1 3-13,-1 5 12,-2 0 0,3 2 0,-5-1 0,0 1 0,0-3-204,0 0 1,-4-7-1,0-4 1,1-9 24,2-6 1,1 0 65,0-5 303,0-1 0,0-8 1,1-1 363,3-2 1,-1 0 233,5-5 0,-4 0-36,4 0-565,1 0 1,3 0 0,0 0-1,1 0 1,-1-2-143,0-2 0,0 3 0,2-5 0,1 2 235,2 0 1,0-1-1418,0 1 1,-2 1 85,5-5 1113,-5-1 0,9-17 0,3-9 0,0-2 0,-1 0 0</inkml:trace>
  <inkml:trace contextRef="#ctx0" brushRef="#br0" timeOffset="59">28107 8294 7852,'-1'-12'2278,"-3"0"0,-2 6-1808,-2 6 0,3 11 1,5 11-1,0 5 1260,0 6-1487,0 8 0,4-1 1,1 5-1,2 2 0,1 0 1,1 3-1,-3-1-34,0 0 1,2-4-1,-2-2 1,-1-5-873,0-7 0,0-9 0,-5-5-783,0-4 0,0-7-854,0-6 1,-6-7 2299,-2-9 0,-3-36 0,-1-14 0</inkml:trace>
  <inkml:trace contextRef="#ctx0" brushRef="#br0" timeOffset="60">28501 8282 7852,'-4'-12'-195,"0"-1"1,0 3 1088,-2 1 1,5 5-1,-3 8 1,4 6-1,3 5 1,2 5 204,2 4 0,1 6 1,3 3-1,-1 2-150,-2 2 0,-1 0-810,1 0 1,1 0-1,-3 0 1,-1 0-1,1-2 1,-3-1-347,-2-1 0,-1-5 1,0 0-1,0-3-1520,0-5 1,-5-3 0,-2-8-2614,0 0 4340,1-7 0,6-45 0,0-19 0</inkml:trace>
  <inkml:trace contextRef="#ctx0" brushRef="#br0" timeOffset="61">28821 8331 9641,'0'-7'3142,"0"3"-2407,0 8 0,0 5 0,0 7 0,1 6 1504,4 5-2077,-4 5 0,9 9 0,-5 0 0,2 0 0,1 1 0,0 2 0,-1 0-590,-1-3 1,2-4-1983,-4-5 1805,0-1 0,-5-12 1,-2-3-1,-4-4 1,-3-3-1,-3-7 605,-1-4 0,-11-54 0,13 19 0,-1 0 0</inkml:trace>
  <inkml:trace contextRef="#ctx0" brushRef="#br0" timeOffset="62">29080 8085 7001,'-9'0'6843,"1"0"-5595,5 0-360,-2 0-784,5 0 0,1 0 0,3 0 1,5 0-1,2 0 0,1 0 0,2 0 42,2 0 0,-1 0 1,4-1-1,-1-2-245,-3-1 1,0-4-1,0 2 39,1-1 0,-1 3 0,-5-2 362,-2 0 125,-5 2 1,1 4-26,-8 0-405,3 0 1,-9 5 0,6 4 0,1 2 0,0 1 0,1 0 30,-2 0 1,0 6-1,4 3 1,0 2 175,0 2 1,0 3 361,0 1-379,5 5 0,-2 2 1,4 5-1,-2 0 1,-1 0 833,2 0-1173,-5 0 1,6 0 0,-4 0 0,1-1 0,0-3-51,1-5 1,-3 4 0,2-5 0,-3-1-72,-1-5 1,0-2 18,0-6 1,0 0-25,0 0 0,0-8 302,0 4-36,0-9 70,0 1-174,0-5-537,0 0 494,0 6 49,6-5 690,-5 5 852,4-6 103,-5 0 256,0 0-1569,0 5 1,-5-4-140,-3 4 0,-3 0 0,-2 0 0,1 1-508,0-1 0,1 1 258,3-2 1,-3-1-2399,3 5-1799,2-5 4364,-5 2 0,32-43 0,1-10 0</inkml:trace>
  <inkml:trace contextRef="#ctx0" brushRef="#br0" timeOffset="63">4135 11839 7835,'-7'-9'2422,"3"1"0,3-1-941,1-2 1,5 0 0,2 1-1,1 2-581,0-2-691,0-1 0,5-2 1,-1-4-1,0-5 1,2-5-1,1-6 0,2-4 291,-2-4 0,0-8 0,0-8 0,0-5-293,-4-3 1,0 3 0,-6-1 0,1 6-85,-1 2 1,-1 2 0,-3 3 0,2 3 9,1 1 0,2 5 0,-4 9 1,3 3 1259,-3 3-894,5 7 1,-5 8 0,2 11-1,-3 8-449,-1 7 1,0 6 0,0 7 0,1 6-52,3 6 0,-1 3 63,5 2 1,1 4-1,3-1 1,0 4-63,1 0 0,0-2 0,4-1 0,-4 2-1084,4 2 1084,-4-2 0,4 4 0,-1-7 0,-1-5 0,-1-6-1305,-2-7 1,1-4 0,-3-2-4321,-1-4 3202,2-2 0,-11-11 1305,0-3 1,-3-3 1117,-9-1 0,-31-11 0,-16-2 0</inkml:trace>
  <inkml:trace contextRef="#ctx0" brushRef="#br0" timeOffset="64">4258 11568 7885,'-7'-6'1209,"0"4"-877,3-7 1,3 5 1207,-3-4 0,4 4 4612,4-4-5695,8 5 0,7-6 1,6 4-1,1 1 0,3 0-2384,3 0 1927,4 0 0,4 1 0,6 1 0,3-2 0,1 1 0</inkml:trace>
  <inkml:trace contextRef="#ctx0" brushRef="#br0" timeOffset="65">5821 11174 7901,'-2'-19'177,"0"1"0,-2 2 1,0-1-1,-1 2 1665,1 2 1,-1 0-1,2 1 31,-1 0 0,0 8-832,4 8-743,0 8 1,0 14 0,0 4 0,1 6 0,2 5 0,2 1 0,1 0-164,-1-2 0,0-2 0,-4-1 1,2 0-755,1 0 0,1-5 1,-2-4-1,1-3-2919,-1-5 1,-2 0 3537,-1-4 0,-11-35 0,-2-4 0</inkml:trace>
  <inkml:trace contextRef="#ctx0" brushRef="#br0" timeOffset="66">5612 11371 7896,'0'-7'5124,"1"-2"-3692,3 4 0,3-3-1229,5 4 1,6-4 0,3 2 0,3 1 0,3 0 0,5 0-714,3 0 0,0 4 1,7-4 509,0 4 0,2-8 0,5-4 0,7 0 0,-1-1 0</inkml:trace>
  <inkml:trace contextRef="#ctx0" brushRef="#br0" timeOffset="67">6608 10953 7887,'-12'-6'0,"-2"3"0,-2-5 1046,2 5 0,1-2 1,6 6-1,0 3 1,2 6-1,-1 5 0,3 7 313,2 5 1,1 2 0,1 6-1,2 5-105,1 3-1157,6-4 1,-5 8-1,5-6 1,-3-2-1,-1 0 1,0-2-1,-1-3-1270,-2-6-57,-1 1 1,-2-15 0,0 4 0,-2-3 1229,-2-3 0,-14-24 0,-8-16 0</inkml:trace>
  <inkml:trace contextRef="#ctx0" brushRef="#br0" timeOffset="68">6498 10928 7880,'-6'-11'380,"-2"3"1,-3-3 80,-1 3 0,4-3 1,1-2-1,1 1 1520,4 0 0,0-1 443,2 1-1948,6-6 1,6 5-1,10-4 1,7 2 0,7 0-1,10-1 1,6-1 1993,5 0-2470,-2 3 1,3-4-1,-4 7 1,-4 3 0,-3 4-1,-8 3 1,-7 3-1308,-12 6 860,-7 6 0,-20 12 1,-7 3-1,-9 4 1,-8 2-1,-5 4 1,-1 0-54,0 2 0,4-4 454,1-4 247,4-6 1,4 3 0,7-6-1,5-4 1,4-2 177,4 0 1,9-9 0,9 2 0,9-3 245,8-1 1,10-3-432,5 5 1,1-1-337,3 4 51,-7-5 0,-2 8 1,-9-1-1,-9 2 1,-12 5-155,-14 2 382,-14-1 0,-20 13 0,-10-2 0,-3 3 0,-4-2 59,2-6 1,-1 0 0,2-13-1,3-4-352,1-6 1,11-3-1242,7-2-2794,9 0 2058,18-6 2133,9-1 0,25-15 0,10-6 0,5-2 0,-1 0 0</inkml:trace>
  <inkml:trace contextRef="#ctx0" brushRef="#br0" timeOffset="69">8504 11174 8800,'-7'0'5178,"-4"0"-5022,9 0 1,-2 0 0,8 0 0,7 0 0,10-1-1,12-2 1,10-3-343,9 0 0,9-3 0,4-2 0,-1 2 0,-2 2 0,-6 2-3500,-7 2 2889,-10 2 1,-15 1 0,-9 1 796,-5 3 0,-70 19 0,19-6 0,0-1 0</inkml:trace>
  <inkml:trace contextRef="#ctx0" brushRef="#br0" timeOffset="70">8602 11432 7884,'-7'0'6784,"14"0"-4864,14 0-1906,7-5 0,9 0 0,1-5 0,3 2 0,5-2 0,1 1 0,1-1-14,-3 2 0,-1-8 0,4-4 0,1-3 0,1 0 0</inkml:trace>
  <inkml:trace contextRef="#ctx0" brushRef="#br0" timeOffset="71">10362 11014 7854,'-19'-11'1310,"2"2"1,4 2 0,2 4-364,2 8 1,5 4 0,7 13 0,3 2 0,0 5 0,4 2-248,1 3 1,0 2 0,-2 2 0,0 2-697,0 1 1,-2 0 0,0-5-1,-2-2-881,-2-1 0,-2-2 0,-1 0 1,0-5-666,0-4 0,-4-7 0,-1 0 1542,-2-5 0,-7-34 0,-2-18 0,-4-2 0,0-1 0</inkml:trace>
  <inkml:trace contextRef="#ctx0" brushRef="#br0" timeOffset="72">10300 10965 7854,'-19'-12'519,"-3"-1"0,6 1 0,1 0 0,3-2 643,3-2 0,4 2 1,5-3-1,0 4 1,1 0-1,3 1-345,5 0 0,3 0 0,4-1 0,6 1 0,5 0 0,8-1-516,4 1 1,5 0 0,7-1 0,1 2 0,1 2 0,0 2-619,2 2 1,-6 0 0,0 5 0,-9 2-1,-10 3 1,-11 8-646,-8 6 0,-9 9 0,-15 5 0,-13 4 0,-11 3 0,-8 2 49,-3 2 992,5-4 1,2-3 0,9-9 0,6-2 0,6-2-1,3-4 1,6-4 0,7-2 0,8-3 578,9-3 1,6 3 0,9-3-1,7 3 1,3 2 0,4 0 1196,2 4-1956,-4 2 1,-5 5 0,-11 2 0,-11 3 0,-10 4 0,-13 3 0,-14 0 0,-16 1-1,-9-1-152,-4-3-311,-6-3 1,8-11 0,-2-4 0,4-5 0,5-6-1,7-3 1,10-4 563,9-5 0,23-16 0,16-15 0</inkml:trace>
  <inkml:trace contextRef="#ctx0" brushRef="#br0" timeOffset="73">12023 10977 7776,'-7'-5'1341,"-4"2"0,3-4 0,-1 3 86,0 5 1,4 12 0,6 11 0,2 8 0,3 3 0,0 4-907,4 2 0,-1-3 0,1 4 0,-2-1-1009,2 0 1,-1-1 0,0-7 0,-4-3-955,1 0 1,-5-4-1,2 1 1,-6-5-1906,-5-5 0,-9-9 3347,-3-4 0,-30-29 0,-11-14 0,16 11 0,1 1 0,-1 0 0</inkml:trace>
  <inkml:trace contextRef="#ctx0" brushRef="#br0" timeOffset="74">11703 11359 7776,'0'-13'1045,"2"1"1,2 1 155,4 3 1,10-3-1,8 1 1,11-3-1,10-4 1,11 2-1494,6 2 1,-1 2 0,1 1-1,-2 3 1,-3 0 0,1 2 291,-1-1 0,-8-5 0,6-4 0,4 2 0,1-1 0</inkml:trace>
  <inkml:trace contextRef="#ctx0" brushRef="#br0" timeOffset="75">13217 10916 7801,'0'-13'682,"-6"1"0,0 0 1,-1-1-1,1 1 517,1 0 1,2 5-1,-4 4 1,2 6 0,1 8 1002,-2 8-1926,5 7 0,-10 15 1,3 3-1,-3 2 1,-2 6-1,1 2 1,-2 3 164,-2 3 1,1-1 0,-4 7 0,1-5 0,3-5-1,1-5-455,2-5 0,1-13 0,2-3 1,2-8-143,1-4 1,2-9-1,4-9 1,0-8-1,0-7 23,0-5 0,6-9 0,2-5 0,3-6 0,2-5 0,2-4-119,2-5 0,3 0 0,-2-5 0,0 1 0,0 0 0,-2-4-280,2-3 609,1 2 1,0 1 0,-2 9 0,-5 5 0,-3 5 0,0 9 0,-1 7 586,-1 8 0,2 12 0,-3 10 1,-1 10-1,2 9-626,0 8-145,1 15 1,4 2 0,1 9 0,-1 0-1,0 0 1,1 2 0,-1-1 0,0-1 0,1-3-2498,-1-5 2105,0 1 1,-5-10-1,-3 2 1,-3-4 0,-2-4-1,-3-5 1,-6-3-1219,-5-5 0,-5 2 1,-7-7-1,-2-4 1717,1-5 0,-14-34 0,-7-14 0,-4-2 0,-1-1 0</inkml:trace>
  <inkml:trace contextRef="#ctx0" brushRef="#br0" timeOffset="76">13045 11383 9423,'1'7'3253,"3"-3"1,6-2-1735,5-2 1,4 0 0,5-2-1,1-1-1508,0-1 1,5 0 0,1 3-1,2-2-3384,0-1 3373,0 0 0,31-18 0,-29 8 0,1 1 0</inkml:trace>
  <inkml:trace contextRef="#ctx0" brushRef="#br0" timeOffset="77">16453 11149 7982,'-8'-6'1158,"0"1"0,0 5 0,1 6-92,3 6 1,2 2 0,2 6-1,2 2 1,1 0 0,2 0-262,2-1 0,1-2 1,6 1-1,2-5-245,5-5 0,-2-5 0,1-5 0,2-2-426,1-7 1,3-4-1,2-13 1,0-4-1,-2-6 1,-2-4-225,-4 1 0,-5 1 0,2 2 0,-4 5-91,0 6 79,-7 17 0,1 16 0,-4 19 0,1 12 0,-1 11 1,-2 9-1,1 9 0,-1-31 0,0 0 0,1 2 0,-1 0 226,-1-1 1,-1 1 0,-2-2-1,-1-1 1,-3 0 0,-3-2-1,-11 32 1,-8-6 0,-7-7-117,-3-8 1,-8-10-1,1-8 1,-5-5-1,-1-7 1,4-6-525,6-4 1,5-11 0,3-8 0,2-7-1,2-7 1,6 1-678,6 1 1,7 1-1,12 1 1,6-2-1,10-3 1193,10-4 0,10-2 0,13-8 0,1-2 0,-9 8 0,-1 1 0,1-1 0,0 1 0</inkml:trace>
  <inkml:trace contextRef="#ctx0" brushRef="#br0" timeOffset="78">16909 11248 7819,'-8'0'5782,"-1"0"-2958,7 0-2454,-4 0 0,17-6 0,7-2 1,8-4-1,7-3 0,4-3 0,2-1-853,2-3 1,0 3 0,-5 0 0,-6 1-81,-10 3 0,-11 7 0,-23 6 0,-15 11 0,-12 11 58,-7 10 1,5 7 0,2 3 0,4 2 1239,4 2 0,5-4 0,12 1 0,8-5 352,5-3 1,6-4 0,5-8 0,8-6-798,6-6 0,8-3 0,3-9 0,4-4-1027,4-5 1,4-9-1,7-1 737,2-5 0,-5-12 0,4-8 0,-16 12 0,0 0 0,0 0 0</inkml:trace>
  <inkml:trace contextRef="#ctx0" brushRef="#br0" timeOffset="79">17770 11014 7819,'10'-1'132,"1"-2"1,2-3-1,1 1 1,0-2-1,-3 0 1219,-3-2 1,1 2 0,-6 0-765,-4 2 1,-10 5 0,-10 5 0,-3 2-222,-5 3 1,2 5 0,-5 1 0,2-1 16,3-1 1,5 2 0,3 0 0,1 0-1,3-3 1,3 0-103,3-1 0,7 0 1,10 2-1,10 1 0,8 1 1,8-1-126,5-1 0,0-2 1,0 1-1,-4 0 0,-8 2 1,-7 3-298,-7 1 0,-10 2 1,-16 5-1,-13 1 0,-11 3 1,-8-1-575,-3-3 1,0 0-1,3-10 1,4-1-1,4-2 1,6-5-2601,6-4 1,6-4 3314,7-4 0,11-25 0,2-11 0</inkml:trace>
  <inkml:trace contextRef="#ctx0" brushRef="#br0" timeOffset="80">14275 10940 7865,'-5'-12'340,"-1"0"1,-3-1 0,0 1-1,1 0 1,1-1 0,3 1 638,3 0 0,2-1 0,5 3 0,5 0 0,7 3 0,5 0 1400,7 0-2295,4 5 1,13-8 0,2 6-1,0 1 1,-3 3 0,-6 4-1,-6 6-317,-5 5 0,-14 6 1,-9 7-1,-13 5 0,-14 3 1,-10 2-352,-9 3 0,2-3 0,-2 3 0,6-4 0,5-4 0,5-3-1786,3 0 0,5-5 2370,8-1 0,18 6 0,11-4 0</inkml:trace>
  <inkml:trace contextRef="#ctx0" brushRef="#br0" timeOffset="81">14374 11716 9616,'-13'0'2515,"1"0"1,0 0 196,-1 0 1,9-5-2713,8 1 0,37-10 0,18-3 0,8 0 0,0 0 0</inkml:trace>
  <inkml:trace contextRef="#ctx0" brushRef="#br0" timeOffset="82">16355 12146 7865,'-12'-13'435,"1"-2"1,2-3 0,7 0 0,9-3 0,16 0 0,29-5 387,-12 12 1,6 2 0,18-5-1,7 1 1,-8 4 0,5 0 0,2 0-1,-9 2 1,1 0 0,3-1-1,0 1-823,-7 2 0,1-1 0,1 1 0,4-1 0,4-1 0,-10 2 0,3 0 0,3-1 0,3 0 0,1-1 0,2 0 0,0 1 0,0-1 0,0 0 0,-7 1 0,0 0 0,1 1 0,-1-1 0,0 0 0,0 0 0,1 0 0,-1 0 0,0 1 0,1-1 0,-1 0 0</inkml:trace>
  <inkml:trace contextRef="#ctx0" brushRef="#br0" timeOffset="83">4750 14324 7788,'-8'5'819,"1"0"0,0 0 2169,0 1-2267,5 4 1,-4-8 0,6 6 0,2 1 0,0-1 0,4-1 2499,1-2-1654,-5-1 1,5-4-1,-4-2 369,1-7 1,4 0-1807,-4-12-235,1 1 1,-5-6-1,0-3 1,0-4-1,0-2 1,0-2-1,0 1-273,0 3 0,4 1 0,0 6 0,-2 2-1062,0 1 956,-2 11 313,0 1 1,0 12 0,0 3 0,1 7 0,2 7-792,1 7 818,6 7 0,-4 0 0,8 5 0,3-2 0,3 0-115,3-3 0,2-4-23,-1 0 240,7-2 1,0-6-1,6-4 1,-2-4-1,-2-4 403,-4-3 1,-3-4-1,-3-1 460,-2 0 0,-5-6-477,-8-2 0,-1-4 638,-3-4-724,-2-4 0,3-4 1,-6-2-1,-2-3 1,-2-5 595,-2-6-701,-1-9 1,-5-7 0,0-7 0,-2-1 0,-2-3-22,10 32 1,-1 1 0,-7-23-244,-1 4 0,6 9 0,-2 12 0,1 8-3012,0 6 1327,4 10 1,2 4 84,5 8 1,0 4 0,1 7 0,3 3-3808,4 1 5518,3 2 0,18 20 0,4 4 0</inkml:trace>
  <inkml:trace contextRef="#ctx0" brushRef="#br0" timeOffset="84">5439 14103 7838,'-5'-7'2994,"4"-4"0,-9 11-1965,6 0 0,0 3 865,4 9-1588,0 3 1,0 10 0,0-1-1,0 2 1,1 2 0,3 0-1,6-2 990,5-4-978,-2 2 1,12-16 0,0 0 0,5-5-1,3-6 1,-2-7 0,-1-10 2199,-3-10-2411,-6-6 0,-9-1 1,-8 2-1,-5 1 1,-9 4-1,-10 4 0,-11 6 1,-9 7-1,-4 5-2334,0 3 0,2 11-2489,5 6 3809,6 1 1,6 10 0,10-4 906,5 0 0,32 10 0,12-3 0</inkml:trace>
  <inkml:trace contextRef="#ctx0" brushRef="#br0" timeOffset="85">5796 13660 7831,'0'-12'1988,"0"-1"1,-1 6 1120,-3 3-358,2 3-2245,-3 1 0,5 12 0,0 9 0,1 9 0,3 7 1446,5 4-1640,-4 8 0,6 7 1,-4 6-1,1-1 0,0-1 1,0-2-1,1-5-532,-1-2-515,-5-13 1,2-2 0,-5-13 0,0-3-1,0-3 1,-1-5-8454,-3-4 9188,-3-2 0,-33-56 0,17 20 0,0-1 0</inkml:trace>
  <inkml:trace contextRef="#ctx0" brushRef="#br0" timeOffset="86">5722 14115 19505,'11'-12'2189,"-1"0"-2664,10-1 0,6 5 0,7 0 0,4 0-2218,4 1 2693,-3-4 0,21-1 0,-1-8 0</inkml:trace>
  <inkml:trace contextRef="#ctx0" brushRef="#br0" timeOffset="87">7888 14152 7754,'-8'-7'3113,"0"3"0,5 8-2579,-1 5 1,3 3 0,1 3 0,0 1 936,0-1-1006,5 4 1,-4-4-1,4 5 1,-4-3-1,-1-2 585,0-1 1,1-8-1,2-9-836,1-12 1,6-11-1,-2-15 1,3-4-101,1-3 0,6-3 1,2 2-1,4 4-157,0 9 0,1 14 1,0 10-1,-1 9-122,1 10 0,-6 18 0,-4 17 0,-5 7-286,-6 5 0,-3 1 0,-1-5 0,0-1-1213,0-5 1,1-10 0,3-6-359,5-7 0,6-11 2022,1-14 0,-4-26 0,-2-13 0,0-6 0,-1-1 0</inkml:trace>
  <inkml:trace contextRef="#ctx0" brushRef="#br0" timeOffset="88">8331 14128 8524,'-7'5'2813,"2"-4"-1846,5 10 1,1-9 246,3 2 1,5-4-1,6-6 1,2-6-268,3-7 1,0-4-1209,5-2 0,-5 0 0,-2 1 1,-3-1-614,-4 1 1,-7 4-713,0 4 1228,-2 8 0,-9 4 1,-7 9-1,-8 9 1,-7 10-526,-2 12 0,0 5 998,-2 4 0,4 3 1,9-4-1,5 0 1237,5-3 0,4-10 347,6-6 1,11-2-487,6-7-825,10-5 0,1-7 0,3-8 1,0-4-1,1-3-1677,2-1 0,2-5 0,-1 0 0,-1-3 1289,-1-1 0,-6-3 0,4 0 0</inkml:trace>
  <inkml:trace contextRef="#ctx0" brushRef="#br0" timeOffset="89">8873 14091 7784,'0'-13'0,"0"1"0,4 0 1533,0-1 0,4-3-115,-4 0-732,6-1 0,-9 1 0,5-1 0,-2 2 1,-1 3 173,-5 4 1,-5 4-1282,-9 8 304,-3 8 1,-6 10 0,-1 9 0,0 6 0,0 2 0,4-1 0,3-3 0,4 0 0,3-4 687,4-1 1,2-1 331,6-4-316,6-6 0,3-3 1,10-8-1,7-4 1,4-4-1,5-4 1,0-5-1193,2-6 0,1 0 22,3-6 583,-8 1 0,19-27 0,-7-5 0</inkml:trace>
  <inkml:trace contextRef="#ctx0" brushRef="#br0" timeOffset="90">9439 14128 7784,'-18'0'557,"4"0"1,-3 0 773,-1 0 1,6 1 0,-1 3 2869,8 4-3669,3 3 0,8 0 0,3-1 0,5-4 0,4 0 1773,1-3-2200,2-2 0,7-2 0,2-5 0,0-5 0,1-5 0,-4-3 0,-1-2-1937,-2 2 1389,-4-4 0,-3 5 1,-6-2-1,-2 3 0,-8 5 1,-8 4-1,-9 4-3386,-6 2 3647,-8 8 0,2 7 0,-3 12 0,-1 6 0,2 5 1,0 1-1,4-2 760,4-2 0,6-3 1909,8-5-1937,2 0 1,6-6 0,3-4-1,4-6 1,7-5 0,3-2-1,5-2-367,1 0 1,2-6-1686,0-2 0,5-4-3589,3-5 5091,-3 4 0,2-15 0,4-6 0,0 1 0,1-1 0</inkml:trace>
  <inkml:trace contextRef="#ctx0" brushRef="#br0" timeOffset="91">9980 13955 7784,'-12'0'0,"0"0"0,-5 0 916,1 0 1,-6 0 2855,2 0-3085,-4 6 0,4-4 0,1 7 0,1 0 0,4 2 1746,5 1-2226,3 1 0,7-2 0,4-2 1,4-1-1,8 1 378,7-2-407,6-2 1,3-4 0,-1 2 0,-2 3 0,-2-1-275,2 0-139,-9 5 1,1-3-1,-14 7 1,-4 1-1,-4 2-767,-4 3 843,-8 0 0,-14 7 0,-13-1 0,-7-2 0,-6-2-469,0-3 1,4-3-520,7-8 1,7-2-276,13-6 1,17-6-374,17-2 1,15-3 254,17-1 1540,3-6 0,-6-1 0,4-3 0,2-4 0,1 0 0</inkml:trace>
  <inkml:trace contextRef="#ctx0" brushRef="#br0" timeOffset="92">10337 13918 7784,'-12'0'0,"0"0"1487,-1 0 0,-3 0-105,-1 0-635,-4 6 1,1 2 0,-4 8-1,-1 5 1,2 2-162,2 2 0,5 3 1,8 1-1,4-1-1,2-2 0,5-7-257,5-3 1,7-4-9,14-3-62,3-4 0,9-5 0,0 0 1,-2-1-1,-2-2 390,-4-1 1,-8 0-585,-9 4 1,-12 1-255,-12 3 1,-11 3 221,-18 5-832,-6 6 1,5-4 0,-3 2 0,4-1 0,6 0-7402,6 2 8201,6-1 0,61-31 0,14-7 0</inkml:trace>
  <inkml:trace contextRef="#ctx0" brushRef="#br0" timeOffset="93">10596 14017 7784,'5'-13'0,"2"3"3283,5 1-1203,-5-2 0,-3 11-1022,-8 0 1,-7 11-1,-7 10 1,-1 3-46,-3 5 1,-1 3-275,-2 5 1,5-2-48,-1-2-445,6 2 1,-1-9 0,8 2 0,5-8-64,6-7 0,8-8 0,8-10 0,3-8-88,4-6 1,1-10-729,-2-3 1,3 0-2716,1-1 1792,0 1 1,-5 0-1,1 5 1,0 6 0,-2 8-4215,-3 3 5769,-2 7 0,-16 36 0,-4 15 0</inkml:trace>
  <inkml:trace contextRef="#ctx0" brushRef="#br0" timeOffset="94">10793 14164 7784,'0'13'620,"0"-5"902,0 0 1,0-4 3839,0 4-3535,0-5 0,0 1 1,0-9-1,0-7 152,0-8 1,5 0-1684,3-5 0,-1 7-296,1-6-502,6 2 0,0 3 1,2 2-1,-2 5 0,-1 4-1891,4 4 0,-2 4 0,4 4 0,0 4-4382,0 3 6775,-4 7 0,9 12 0,-5 8 0</inkml:trace>
  <inkml:trace contextRef="#ctx0" brushRef="#br0" timeOffset="95">11125 14041 7757,'-6'7'6254,"5"4"-4330,-3-3 1,3-1-847,1 1-876,-6 1 1,5 3-1,-3 0 1,2 1 0,2-1-1,0 0-3800,0 0 3301,0-5 1,0-3 296,0-8 0,9-32 0,4-17 0,1-4 0,-1 0 0</inkml:trace>
  <inkml:trace contextRef="#ctx0" brushRef="#br0" timeOffset="96">11211 13783 7757,'-4'-12'1555,"0"-1"1,-4 1 1685,3 0-591,-4-1 0,6 2-1258,-5 3 0,5 8-1806,-1 8 0,3 3-3262,1 2 2733,0-1 0,5 4 0,3 1 0,5-2 0,3-3-4946,5-4 5423,-4 3 1,7-9 465,-4 2 0,16-16 0,6-8 0,5 0 0,-1-1 0</inkml:trace>
  <inkml:trace contextRef="#ctx0" brushRef="#br0" timeOffset="97">11482 13758 7757,'7'2'0,"-3"2"0,-2 3 1355,2 5 0,-2 2-81,2 2-576,-3-2 0,-1 14 0,-1 1 0,-2 7 0,-1 5 120,1 4 0,2 3 0,1 0 0,0-3-644,0-4 1,1-10-107,3-6 0,2-10-181,2-7 18,3-5 1,-4 1 0,5-10 0,-1-6 0,-1-7-1849,-2-4 1267,0-2 1,3 5-1,-1 0 1,-2 3-1,0 2-455,-1 1 1,2 2 0,-3-1 940,1 1 1,0 4 138,1 0 1337,3 5-921,-10-3 0,6 6 1,-4 2-1,1 2 0,0 4 794,1 3 1,-2 3-1,5 2 1,2 5-322,1 2 0,0 3-498,-3 3 0,3 3-323,-3 9 54,-2-2 1,-1 9 0,-5-3-1,-3 1 1,-5 1 203,-8-2 1,-9-6-1,-6 1 1,-8-6 52,-3-5 0,-9-9-608,-6-3 0,-5-9-136,-3-4 1,9-4 0,4-4 0,12-3-1894,10 0 1,11-4 1370,7 3 0,5-7-2828,7-1 3766,0-6 0,38-30 0,-14 19 0,0 0 0</inkml:trace>
  <inkml:trace contextRef="#ctx0" brushRef="#br0" timeOffset="98">12355 14300 7722,'5'-8'3342,"-1"-1"0,-2 0-885,0-2 1,-4 4-1,-2 3 1,-4 3-1763,-3 1-1228,-1 0 533,0 0 0,-6-22 0,-1-6 0</inkml:trace>
  <inkml:trace contextRef="#ctx0" brushRef="#br0" timeOffset="99">6633 16736 7794,'-12'0'8789,"-1"0"-7956,7 0 1,6-1 0,8-3 695,3-4-1310,1-3 1,4-1 0,1-2 0,-1-3 0,1-3 0,-1-3-1,0-3 302,2-3 0,-3-7 0,4-6 0,-1-3-344,-3-6 0,-1-1 0,-2-8 0,1-4-206,-1-3 0,-5 3 0,-2-2 0,-1 3-117,0 2 1,0 5 0,-4 4 0,0 5 47,0 6 0,2 7 0,1 4 0,1 4 639,-2 7 0,0 8 906,-2 3-343,0 5-1042,0-3 0,0 8 0,0 3 0,1 6-502,3 4 0,-1 11 596,5-1 1,0 9-52,5 3 1,-5 1 0,0 9-1,2 2 96,1 3 0,0 5 138,-3-3 1,4 4-1668,0 0 1328,1 2 0,9-1 0,-5-5 0,2-7 0,3-6-350,2-5 1,2-12-2083,2 1 1562,-7-9 1,6 1 0,-10-8 0,-2-2 0,-2 0-2327,0 0 1984,-7-5 1,0 9-1,-6-2 1212,0 1 0,0-3 0,0-1 0</inkml:trace>
  <inkml:trace contextRef="#ctx0" brushRef="#br0" timeOffset="100">6867 16441 7834,'0'-12'0,"-4"4"1837,0-1 0,0 5 0,5-4 964,3-2 1,7 5-507,5 1-2507,6 3 0,-1 1 0,7 0 0,5 0 0,3 0 212,1 0 0,6 0 0,5 0 0,5 0 0,0 0 0</inkml:trace>
  <inkml:trace contextRef="#ctx0" brushRef="#br0" timeOffset="101">9673 16195 7769,'0'-12'2646,"-2"3"1,0 1 6327,-3-1-8349,1 3 0,4 2 1,2 8-626,2 4 0,52-19 0,-19 4 0,0-1 0</inkml:trace>
  <inkml:trace contextRef="#ctx0" brushRef="#br0" timeOffset="102">12725 15690 7793,'-6'-6'911,"5"-5"0,-5 4 2447,1 0-2808,3 1 1,-2 9 0,7 5 0,3 9 0,0 6 0,3 4 3018,-3 2-3219,5 11 0,-9-7 0,2 9 0,-3-1 0,-1 0 0,0-1 0,0-1 163,0 2 1,-4-2-1,-1 2 1,-2-4-1304,-3-5 0,-1 3-1293,-1-7 1620,5 1 1,-2-2 0,3-2 0,1-6 462,-1-4 0,24-68 0,-4 18 0,-1 0 0</inkml:trace>
  <inkml:trace contextRef="#ctx0" brushRef="#br0" timeOffset="103">12762 15530 7810,'-10'-8'1021,"-1"0"56,-3-2 0,-1 4 1,3-1 875,0 1 0,5 1 1021,3 1-1471,2-3-1291,2-5 0,3-1 0,5 1 0,9 0 0,7-2 0,9-1 0,10-3 432,7-1-699,12-1 1,2-1 0,-29 11 0,0 1 0,-1 0-1,0 0 1,30-5 0,-8 5 0,-9 6-1747,-10 6 1503,-11 4 0,-14 12 0,-11 7 0,-7 8 0,-12 7 0,-8 3 0,-7 2 36,-3 2 0,1 0 259,2-3 225,-2-3 0,10-6 0,0-2 1,8-4-1,4-4 350,5-7-516,8-4 0,8-2 0,10-2 0,7-2 0,6-2-14,5-1-106,6-2 1,-4 0-1,3 1 1,-4 2 0,-5 3 106,-8 1 1,-10 6 0,-13 4 0,-7 4 976,-11 3 1,-16 4 66,-8 5 0,-4 0 0,-1-1 1,1 1-35,-2 0 0,6-11-1081,4-5 1,11-8-19,10-4-820,8-4 0,3-1 0,11 0 0,6-1-1448,7-2 1838,10-6 0,-3-2 476,3-5 0,2-39 0,1-9 0</inkml:trace>
  <inkml:trace contextRef="#ctx0" brushRef="#br0" timeOffset="104">5870 17524 7801,'0'-8'162,"0"0"1,-1-2 1624,-3-1 1,2-1 286,-2 0-344,3 5 0,1 0-759,0 3 0,0 4 0,-2 0 0,0 8-719,-2 7 1,-5 4 0,4 7-1,-1 3-291,1 4 0,-3 4 1,2 2-1,1 2-251,-1-1 0,2-2 0,4-2 0,0-3-339,0-5 1,2-3 0,3-5 308,7-3 0,1-9 1,3-4-1,-1-4-221,2-4 1,-4-3-4,4-5-197,-4-6 1,0 4 0,-2-3 0,-2-1 740,-1-3 0,-16-35 0,0-9 0</inkml:trace>
  <inkml:trace contextRef="#ctx0" brushRef="#br0" timeOffset="105">5796 17216 7808,'-12'-5'1198,"0"2"1,-1-4 0,1 2 1063,0 2 1,3-2-310,1 1-795,6-1-1734,-4 5 1,7 0 575,4 0 0,34 6 0,15 1 0</inkml:trace>
  <inkml:trace contextRef="#ctx0" brushRef="#br0" timeOffset="106">6842 17487 7861,'-7'0'9687,"2"1"-9196,5 4 0,5-1 0,4 7 0,2 2 804,1 1-1355,6 5 1,-5-4-1,4 4 1,-4 0 0,1-1-1,1 0 1,2-2-4405,-2 2 3888,-7-4 0,1 4 576,-5-6 0,-10-22 0,-8-5 0</inkml:trace>
  <inkml:trace contextRef="#ctx0" brushRef="#br0" timeOffset="107">7039 17426 7803,'-12'5'603,"4"2"1,-1 5-1,0 1-98,-2-1 1,-3 7 0,-1 6 0,-3 6 1300,-1 5-1777,-1 6 1,1-4-1,2 2 1,4-6-1,2-7 1,2-5-1,5-5-29,3-4 0,6-17 0,2-4 0</inkml:trace>
  <inkml:trace contextRef="#ctx0" brushRef="#br0" timeOffset="108">7507 17561 7797,'-13'0'1402,"5"0"0,1 1 1,2 3-216,2 5 1,7 3-1,5 3 1,3 3 109,4 1-1186,-2 1 0,9 5 1,-4 1-1,0 3 1,-4 4-1,-5 2 0,-6 2-64,-2 0 1,-9 0-1,-6 0 1,-6 0-1,-5-2 1,-4-3-345,0-8 0,-5-5 0,4-8 0,2-2-421,1-5 0,2-8 1,4-5-1,5-3-2832,5-4 3550,5-3 0,11-15 0,4-6 0,1-3 0,-1 0 0</inkml:trace>
  <inkml:trace contextRef="#ctx0" brushRef="#br0" timeOffset="109">7445 17352 7806,'-7'-6'1113,"-4"5"0,5-5 0,-3 2 3805,1 0-5648,5-5 730,-2 2 0,32 0 0,8 2 0</inkml:trace>
  <inkml:trace contextRef="#ctx0" brushRef="#br0" timeOffset="110">12257 17327 7727,'-5'-7'2386,"2"2"1,-4 3 0,3 1-1196,5 1 1,10 8 0,10 13-1,2 2 1,0 3 0,-1 1-659,-1 2 0,-5 5 0,2-1 1,-5 3-305,-6 1 1,-4 4 0,-4 0 0,-5-2 167,-6 0-953,-6-3 1,-8-4 0,-1-5 0,-3-5 0,0-7 0,-1-5 0,4-8 555,1-4 0,10-33 0,2-14 0,-2-5 0,1 0 0</inkml:trace>
  <inkml:trace contextRef="#ctx0" brushRef="#br0" timeOffset="111">12220 16970 7727,'-7'-12'1353,"-4"4"1,3 0 713,-3-2 1,4 3-2068,3-1 0,47 27 0,11 3 0</inkml:trace>
  <inkml:trace contextRef="#ctx0" brushRef="#br0" timeOffset="112">12798 17241 7727,'-6'-5'2348,"2"-4"-767,2-2 1,4 6 0,2 5 0,5 7 0,5 5 0,4 3-1086,1 2 0,1 0 1,4-2-1,-3 2 0,0-2 1,-1-2-831,0 0 0,-1-1 0,-4 0 0,0 1 0,-3-2-3433,-2-3 0,-9 1 3767,-1-5 0,-22-21 0,-11-11 0</inkml:trace>
  <inkml:trace contextRef="#ctx0" brushRef="#br0" timeOffset="113">12971 17204 7727,'-13'6'432,"1"-5"0,0 10 0,0-2 1,-1 5-1,1 4 78,0 1 1,-1 2-1,1 3 1,0 1-1,1-1 1,1 0-1448,2-4 0,5-2 0,-1-6 937,3 1 0,28-45 0,7-10 0</inkml:trace>
  <inkml:trace contextRef="#ctx0" brushRef="#br0" timeOffset="114">13697 16958 7727,'-2'-8'1008,"0"0"0,-4-2 0,-1-1 1238,-2-1 0,-1 8 1,2 8-1,5 11-1491,6 7 1,0 8 0,4 3 0,-2 2-513,-2 2 1,2 5 0,-1 2-1,-1 1-231,-2 0 0,-1-5 0,0 0 0,0-5 1,0-3-1,-1-4-1429,-3-4 0,1-5 0,-5-8 0,0-2-597,1 0 0,2-12 0,5-3 0,1-6 2014,3-4 0,30-45 0,-11 28 0,1-1 0</inkml:trace>
  <inkml:trace contextRef="#ctx0" brushRef="#br0" timeOffset="115">13857 17130 8492,'8'-13'0,"0"-2"0,2-2 0,-1 2 1937,0 1 1,1 2-1431,-1 0 0,-4 6 0,-2 6 0,-6 9 0,-5 4-189,-3 4 1,-5 4-1,-2-1 1,0 0-107,0 1 0,0-1 0,3 3 0,-1-2 73,1-5 1,1-2-1,3-2 1,2 1 604,1-1 1,6-5-674,2-3 0,11-3 0,11-1 0,5 0 130,6 0 0,4 6 1,3 2-1,1 3-312,-2 1 1,-2 5-1,-5 0 1,-6 1-681,-4 0 0,-7 4 1,0-3-1,-6 0-2990,-5-3 0,-1-3 3635,1-5 0,9-35 0,6-14 0</inkml:trace>
  <inkml:trace contextRef="#ctx0" brushRef="#br0" timeOffset="116">16540 15826 7735,'-13'-6'1048,"2"4"0,2-7 0,2 0 0,4-1 0,9 2-191,9 4 1,9 3-1,8 1 1,6 0-1,4 1 1,5 2-881,1 1 0,1 1 1,-1-2-1,-3 2-1052,-4 2 1,-8-4 0,-6 2 0,-4 0-3743,-2-1 4817,-12 0 0,-47 1 0,-23 2 0</inkml:trace>
  <inkml:trace contextRef="#ctx0" brushRef="#br0" timeOffset="117">16601 16183 7741,'1'6'3940,"4"-1"-2781,3-4 1,14-1 0,6-3 0,8-5 0,5-7-1,4-4-1068,3-2 0,-6 5 0,-3-2 0,-7 3 0,-2 4-91,-2 0 0,-2-5 0,-2-3 0</inkml:trace>
  <inkml:trace contextRef="#ctx0" brushRef="#br0" timeOffset="118">20588 15186 7741,'0'-12'220,"2"-2"0,0-1 1,2-2-1,-1 2 0,-1 2 1,-2 0 527,0 1 0,0 0 1,0-1-1,-2 3 0,-1 0 1,-2 2-257,-2-2 1,3 3 0,-4 1 0,-3 0-388,-4 3 0,-4 3 0,-9 4 1,-4 6-1,-9 6 0,-6 9 173,-2 6 0,0 6 0,-1 3 0,1 2 0,1 2 0,3 3-106,4 1 1,7 1-1,3 0 1,-1 2 0,3 1-1,3 2 3,7 2 1,10-8 0,6 0-1,6-3 1,8-4 0,6-4-22,8-10 1,9-2 0,2-9 0,6-1 0,5-2 0,3-5 96,1-4 0,10-8 0,8-6 0,-31 3 0,2-1 0,2-1 0,0-2 0,-1 0 0,-1-1-267,-4-1 0,-1 1 0,25-9 0,-17 4 0,-9 2 0,-9 5-3397,-6 3 2458,-8 3 1,-6 10 0,-5 2 0,0 3 0,0 1 0,0 0 954,0 1 0,0-12 0,0-2 0</inkml:trace>
  <inkml:trace contextRef="#ctx0" brushRef="#br0" timeOffset="119">9722 16158 8127,'7'-1'2779,"-2"-2"-1223,1-1 0,-4 0-494,7 4 0,-5-4-847,4 0 1,-5 1 0,-1 7 0,-4 3-384,-7 0 0,3 4 0,-3-5 1,0 3-1,-2-3 0,-1 0-196,-1-3 0,1-2 0,0-1 1,1-1 406,3-4 0,-2-1 1,6-7-1,1 1 1,2 0 306,1-1 1,4 5 0,1 1 0,2 2 0,3 2 0,1 0-52,1-1 1,-4 3 0,0-2 0,1 6-281,-3 5 0,0 3 0,-7 0 0,-4-3 1,-3-4 376,-3-2 0,-1-2 1,0 0-1,1-2-1016,3-2 1,-2-3 0,7-4-1,5 3 620,4 4 0,55-8 0,-24 5 0,-1 0 0</inkml:trace>
  <inkml:trace contextRef="#ctx0" brushRef="#br0" timeOffset="120">19272 16983 7719,'-6'-7'1213,"5"-4"1,-3 3 0,1-2 559,-1 2 1,2 4-1,-2 9-1456,3 7 1,-3 6 0,0 8-1,0 2-110,-2 0 0,5 6 1,-3-1-1,1 3 3,-1 1 1,2 0 0,-2-2 0,3-2-50,1-4 0,1-9 0,3-3 1,5-4-1,2-2 0,2-2-463,4-5 1,-4-4 0,5-4-1,0-5 1,1-2 0,2-2-1841,-1-4 1,-5 0 0,0-5 2141,-5 1 0,-13-11 0,-5-6 0,-2-5 0,-1 0 0</inkml:trace>
  <inkml:trace contextRef="#ctx0" brushRef="#br0" timeOffset="121">19259 16773 7719,'-12'-11'0,"1"2"0,1 2 3137,2 2 0,1-5-3134,-1 2 0,4 2 0,10 4 0,6 4 0,7 6-3,4 3 0,27 5 0,12 3 0,-17-6 0,0 0 0,-1 0 0</inkml:trace>
  <inkml:trace contextRef="#ctx0" brushRef="#br0" timeOffset="122">20145 16946 7742,'-12'0'1783,"1"1"0,3 3-200,4 4 1,4 3 0,4 3-1,4 2 1,4 5 0,3 3-1441,2 5 0,5-3 0,-2 2 0,2-5 0,0-4 0,-3 0-2532,-1 0 0,-2-4 496,-3 2 0,-7-11 0,-3-7 0,-4-10 1893,-3-8 0,-11-32 0,1-7 0</inkml:trace>
  <inkml:trace contextRef="#ctx0" brushRef="#br0" timeOffset="123">20416 16884 7741,'-12'0'182,"-2"4"0,-2 3 0,-6 4 766,-6 7 0,1 5 0,-6 6 0,0 4 0,2 3 1,2 4-782,3 1 1,3-1 0,4-7 0,7-5 0,6-3-1,5-5-1014,1-3 1,1-9 0,3-4 0,4-5 846,3-7 0,24-22 0,8-9 0,4-7 0,1-1 0</inkml:trace>
  <inkml:trace contextRef="#ctx0" brushRef="#br0" timeOffset="124">21019 16601 7727,'-7'-5'1741,"0"3"1,5-3-145,-3-1 1,1 8-1,4 2 1,2 11 0,2 9-919,4 9 0,2 3 1,-2 12-1,-3 4 0,-1 2 1,1 6-534,-3 5 1,-2-8-1,-4 1 1,-3-8 0,-1-5-1,0-5-1963,-2-6 1,-1-5-1,0-9 1,2-5-5989,1-5 7805,5-15 0,15-29 0,9-12 0,3-7 0,0 0 0</inkml:trace>
  <inkml:trace contextRef="#ctx0" brushRef="#br0" timeOffset="125">21364 16810 7718,'6'-8'4007,"-1"0"-3572,-4 5 0,-2-2 0,-4 6 1,-3 4-1,-4 6 0,-3 6-210,-2 2 0,-4 1 1,1 5-1,1 0 1,2-2-1,0-3 432,1-3 1,-1 1 0,5-2 0,1-1 0,1-3 409,2-3 0,7 0 1,1-5-813,7-1 0,5-2 0,3-1 1,3 0-1,1 0 0,3 0-379,1 0 1,0 6 0,-1 2 0,-1 3-1,-1 3 1,-1 1-362,-2 1 1,-4 6 0,-2-1 0,-1 0-1,-3 1 1,-2-3-3640,-2-1 2193,-2 4 0,-1-8 1931,0 2 0,6-30 0,1-7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6:52:13.134"/>
    </inkml:context>
    <inkml:brush xml:id="br0">
      <inkml:brushProperty name="width" value="0.09071" units="cm"/>
      <inkml:brushProperty name="height" value="0.09071" units="cm"/>
      <inkml:brushProperty name="color" value="#3165BB"/>
    </inkml:brush>
  </inkml:definitions>
  <inkml:trace contextRef="#ctx0" brushRef="#br0">9094 5562 7770,'2'-8'1012,"0"0"1,4-2 0,-1-1-204,1-1 1,2 4-1,-3 1 1,2 0-1,2 0 1,-1-1 347,0 1 1,-4-4-1,3 3 66,-2-3 0,4-1-220,-5 0-950,0 5 1,-6-3 0,-2 5 0,-4-1 0,-3 1 0,-1 1-40,0-2 0,-1 4 0,1-5 0,-2 1 0,-1 4 0,-1-1-146,1-1 1,-3 2 0,0-2 0,-1 3 94,-3 1 0,3 5 0,-1 4 1,-1 3-19,2 4 0,-3-1 1,4 6-1,-1 2-66,-3 4 0,4 5 1,2 5-1,2 0 3,2 0 0,0 4 1,1 0-1,3-3-18,3-4 1,5-5 0,5-9 0,3-3 229,3-4 1,6-2 0,3-2-1,0-5 267,1-3 0,-1-2 0,3-3 0,-1-5-43,-1-2 1,-6-1 0,3 0 0,-2-2-199,0-2 1,1-2-1,-6-4 1,-2 2-100,0-2 0,-3-2 1,4-2-1,-2-1-111,2-2 1,-5 1 0,1 3 0,-2-1 113,0-3 0,0 9 0,-4-1 1,0 6 379,0 3 0,1 5-329,3 3 1,-1 10-1,4 6 1,0 7 260,0 4 1,1 7 0,6 2 0,1 1 213,1-1 1,6 0 0,-2 1 0,2-5-551,-1-2 0,2-2 0,-2-4 0,0-3 0,0-4 0,1-2 0,-6-3 0,-1-4 0,-5-2-1199,-2-2 0,-5-2-2915,1-2 1,-3 4 4113,-1 0 0,-11 11 0,-2 8 0</inkml:trace>
  <inkml:trace contextRef="#ctx0" brushRef="#br0" timeOffset="1">9562 4996 7367,'-8'0'2710,"0"0"-266,-2 0 1,4-1-189,2-3-1368,3 2 1,6-3 0,5 5-436,5 0 1,0-1 0,7-2 0,4-3-318,5 0 1,5-1-1,1-3 1,1 2-279,3-2 0,-3-1 0,2-1 0,-6 1 1,-6 2-1,-6 2-2615,-6 1 0,-2 1-1933,-2 1 3857,-5 2 1,-7-3-1,-8 5 1,-3 0 832,-2 0 0,-10 5 0,-3 2 0</inkml:trace>
  <inkml:trace contextRef="#ctx0" brushRef="#br0" timeOffset="2">9771 5021 15056,'0'14'511,"0"1"1,0 1-1,0-1 1,0 0-643,0 2 0,0-4 1,0 4-1,0-4 1,1 0-1,2-1-6076,1 0 6207,6 1 0,8-7 0,8 0 0</inkml:trace>
  <inkml:trace contextRef="#ctx0" brushRef="#br0" timeOffset="3">10559 5132 7727,'0'-9'-225,"0"1"0,0-1 0,0-2 1076,0-2 1,0 1 0,0 0-1,0 0 970,0-1 0,0 1 293,0 0-1709,0-1 1,1 6 0,2 5-86,1 4 1,0 7 0,-3 7 0,2 5 78,1 2 0,4 3 0,-2 3 0,-1 5 0,1 4 0,-3 4-211,-2 2 0,-1-3 0,0 4 0,0 2 1,0-1-1,0-1-230,0-4 1,-1-2 0,-2-5 0,-1-4-482,1-5 0,-4-10 753,-1-3 0,2-7 109,2-9 1,-1-3 0,1-5 0,1 0-200,2 0 1,1-5 0,0 1 0,0-1-116,0 0 1,0-1 0,0-4-1,0 3-185,0 1 0,1-3 0,2 4 1,2-1-96,2 0 1,-3 2 0,4 2-1,1-1 132,-3-1 1,5-1 0,-2 5 0,3 0 90,4-1 0,-2 5 1,4 0-1,0 0 23,2 1 1,-1 1 0,2 6 0,1 0-71,1 0 1,1 0 0,1 0 0,0 2 42,-1 2 0,-3-1 0,-1 5 1,1 3-2,-2 4 0,0 0 1,-4 5-1,2 2-130,-2 1 1,-3-2 0,-3-1-1,-2 2 94,-1 2 0,-2 0 1,-4 1-1,0-1 14,0 1 1,-1-4-1,-4-2 1,-4 0 106,-6 0 0,-4-8 0,-7 1 1,-3-2 318,-4-3 1,-4-2 0,-2-5-1,-2 0 299,1 0 0,2-4 1,2-1-1,3-1-478,5 1 1,3-5 0,4 3-1716,5 0-560,8 2 0,8 5 0,8 0 2087,3 0 0,29-11 0,6-3 0</inkml:trace>
  <inkml:trace contextRef="#ctx0" brushRef="#br0" timeOffset="4">8541 5242 7696,'-2'-6'1337,"-1"0"1,-2 2 720,-2 0 0,6 0 1,1 4-1440,7 0 1,8 0 0,1 0 0,0 0 0,1 0 0,1 0-184,1 0 0,1 0 0,5 0 0,-1 0 1,1 0-1,1 0-363,3 0 1,-6 0 0,4 0 0,1 0 0,-4 0 0,1 0-245,0 0 1,-8 0 0,7-2 0,-5 0 0,-4-2 0,-2 1-934,0 2 1090,-6 1 1251,-2 0 0,-6 0-1060,-3 0 1,1 0-383,-5 0 337,5 0 1,-3-2 0,5-1 0,-2-2-1,-2-2-37,-2-2 0,3 2 1,-4-1-1,0-2 1,-1-1-411,1-1 1,0-1 0,-3 1 0,1-2-136,2-2 1,0 2 0,-4-3-1,-1 0-143,1 1 1,1-1 0,2 5-1,0 0-433,0-1 1,3 1 0,1 1-3699,-1 3 4724,5 2 0,34-10 0,15-4 0</inkml:trace>
  <inkml:trace contextRef="#ctx0" brushRef="#br0" timeOffset="5">10485 4861 6720,'-8'0'7154,"-1"0"-5198,7 0-1268,-4 0 0,8 0 0,2 0 0,4 0-325,3 0 0,3 0 0,1 0 0,2 0-313,3 0 1,0-4-1,6 0 1,3 0 0,4 0-1,2-1-110,2 3 1,-4-1-1,0 0 1,-1-1 0,0 1-1,-5 2-685,-5 1 690,1 0 0,-9 1 0,1 4 663,-5 3 0,-6-3-188,-8-1-401,2-2 315,-3-2 1,3-2-348,-2-2 0,3 1-130,-3-5 1,3 4 0,-1-3 0,-1 0-41,-1 1 0,-1 2 1,1-3-1,-4 0-25,-3 0 1,-2-1 0,1-4 0,0-1-203,-1 1 0,1-5 1,0 1-1,1 1-229,3 1 0,-2 2 0,5 1 0,-1 2-1155,1 0 1794,1 7 0,20 2 0,4 6 0</inkml:trace>
  <inkml:trace contextRef="#ctx0" brushRef="#br0" timeOffset="6">13611 5304 7790,'-4'-8'1229,"-1"0"0,4-1-310,4 3 0,4 0 0,6 6 0,2 0 1,2 0-1,-1 0-523,2 0 1,-3-4 0,4 0 0,-1 1-352,-3 2 0,0 1 1,0 0-1,1 0-141,-1 0-876,-1 0 0,-2 0 1,1 0-1,-1 0 1,0 0-1,1 0 972,-1 0 0,-22 5 0,-5 2 0</inkml:trace>
  <inkml:trace contextRef="#ctx0" brushRef="#br0" timeOffset="7">13709 5464 9385,'-7'0'1814,"3"0"0,7-1-942,1-4 1,10 4 0,-2-3-1,3 3-697,3 1 1,-3 0-1,4 0 1,-1 0-1,-2 0 1,1 0-652,-1 0 1,0 4 0,-3 0-1,-1 0 1,0 1-5805,1 4 6280,-1 2 0,-16-26 0,-4-7 0</inkml:trace>
  <inkml:trace contextRef="#ctx0" brushRef="#br0" timeOffset="8">16724 5070 12989,'12'-1'704,"1"-2"0,-1-2 0,0-1 0,-1-1 27,-3 0 1,2-1-1,-6-4 1,-1 0-1,-2-1-483,-1 1 1,-5 0 0,-3-1 0,-5 2-302,-3 3 1,-3-3 0,-6 4 0,1 1-50,-1 2 0,-4 2 1,-1 2-1,0 0-72,0 0 0,0 10 0,3 3 0,-2 5 72,1 4 1,7 1 0,1 2-1,1 1 1,2 1 0,0 3-36,6 2 0,-1-3 0,5 3 0,0 1 0,3 0 0,3-3-1021,1-4 1017,0 1 1,1-13 0,3 2 0,4-2 0,5-3 0,2-3 0,3-4 0,-1-2 0,2-4 322,1-2 1,-1 2 0,3-7 0,-3 0-1,0-2 1,-1-1 749,-1-1-831,5 1 1,-8 0 0,2-1 0,-2 1 0,-2-2 0,1-1 0,-2-3 17,-3-1 0,1 3 0,-3-5 1,-1 0-48,1-3 0,2 1 0,-4 3 0,-1 3 469,-2 3-386,-1 2 1,0 16 0,0 9 0,0 8 38,0 8 0,6 1 0,2 4 0,1-2-5,0-2 0,6 0 0,-3-4 1,2 0-113,-1-3 1,-4-6 0,-1-1 0,1-4-962,2-3 0,-3 0-1355,1-5 0,-5 0 2239,4-4 0,11-22 0,7-5 0</inkml:trace>
  <inkml:trace contextRef="#ctx0" brushRef="#br0" timeOffset="9">17007 5427 7717,'-8'0'4269,"0"0"-2220,5 0-1396,-2 0 0,5 6 1,0 2-1,0 3 0,0 1-228,0 0 1,4 1-1,0-1 1,-2 0-846,0 0 0,-2 1 0,0-1 0,0 0-4604,0 1 5024,0-1 0,11-27 0,2-7 0</inkml:trace>
  <inkml:trace contextRef="#ctx0" brushRef="#br0" timeOffset="10">17413 5230 7956,'-1'-7'4304,"-2"2"1360,-1-1-6781,-5 5 0,7 1 0,-2 8 1117,3 3 0,39-20 0,10-6 0</inkml:trace>
  <inkml:trace contextRef="#ctx0" brushRef="#br0" timeOffset="11">17684 4775 8168,'-5'-7'1029,"3"-4"1,-3 4 0,1-1 140,0 0 1,1 5-1,7 0-685,4 6 1,-1 4 0,0 5-1,-2 2 1,-2 2 0,-2 5 1166,-1 2-1562,0 2 0,0 3 0,0 2 0,0 2 0,0 2 0,0 0 0,0 0 0,0-2 0,0-2-126,0-3 1,0-1 0,0-2 0,-1-5 0,-2-6-581,-1-3 771,0-7 0,4 1 0,0-10 0,0-5 0,0-4 0,0-1 1,1 0-1,3-1 30,5 2 1,0-3 0,2 1 0,0-1-1,4-1 1,2 1-313,0 0 1,5-2 0,-1 3 0,2 2-1,2 1 1,-1 2-58,1 0 0,-5 5 1,1 3-1,-1 2 1,1 2-1,-2 3-408,-1 5 537,-2 1 0,-3 14 0,-1-3 0,-1 4 0,-2 0 1,-2 1-1,-1-1 0,-4 1 0,-2 0 38,-4-1 1,-3-3 0,-6-2-1,-4-1 1,-3-3 0,-3-2 307,-2 0 1,-5-6-1,-3-3 1,-1-3-43,1-1 1,-2 0 0,3-1-1,1-2-954,2-1 1,7 0 0,3 4-606,1 0 1,9 0 0,10 0-511,10 0 1,7-2 1819,6-2 0,22-1 0,9-2 0,6-3 0,-1 1 0</inkml:trace>
  <inkml:trace contextRef="#ctx0" brushRef="#br0" timeOffset="12">18262 5267 7706,'2'-7'2806,"1"2"-1559,1-1 0,0 6 0,-3 0-707,3 7 0,-2 4 0,2 1 0,-3 1 0,-1-1 1,0 0-458,0 1 1,0-1 0,0 0 0,0 1 0,0-1-2293,0 0 0,0 0 2209,0 1 0,5-34 0,2-7 0</inkml:trace>
  <inkml:trace contextRef="#ctx0" brushRef="#br0" timeOffset="13">19222 4726 7704,'-12'0'884,"0"-5"1,1 3 0,3 3 0,2 6 0,2 5-64,0 5 1,0 3 0,5 9 0,2 4 0,2 4 0,2 4-399,3 4 0,1 1 0,1-1 0,0-4-529,1-2 0,-2-6 0,-2-3 0,-1-4-1483,2-7 0,-3-6 1,1-4-2608,1-5 4196,-3-3 0,-33-45 0,-14-10 0</inkml:trace>
  <inkml:trace contextRef="#ctx0" brushRef="#br0" timeOffset="14">19050 5107 8152,'-7'-1'1754,"3"-3"0,4 1-966,4-5 0,10-1 0,10-3 0,9 1-337,7 3 1,8-3-1,6 4 1,3 0-1,-1 3 1,-4 3-2949,-7 1 2497,-6 0 0,-7 5 0,-2 2 0</inkml:trace>
  <inkml:trace contextRef="#ctx0" brushRef="#br0" timeOffset="15">20539 4886 7208,'1'-9'-296,"4"1"660,-4 5-34,4-2 34,-5 5 1,4-1-1,2-2 1,1-3 427,2 0 1,-3 1 0,-1-1 178,1 0 1,-1-3-488,3 0 1,-3 0-403,-10 1 1,-7 2 0,-10 6 0,-5 1-82,-6 4 1,-8 1-1,-3 8 1,-1 3-84,0 3 1,3 5 0,1 3 0,8 5 15,5 3 1,9 5 0,4 0 0,6-3 332,5-4 1,12-9-11,4-9-151,14-2 1,0-7 0,12-5-1,3-6 1,5-8 0,1-8 0,4-8 262,2-5 0,-9-2-106,-3-2 0,-8 5-15,-8 4 47,-12 7 0,1 8 0,-14 14 12,-6 15 0,-3 12 1,-2 9-1,1 0-617,2-1 1,5-3-25,-1 0 0,3-8 1,2 1-1,3-3-2308,5-5 0,3-9 2642,4-5 0,25-46 0,-15 15 0,0-1 0</inkml:trace>
  <inkml:trace contextRef="#ctx0" brushRef="#br0" timeOffset="16">20982 5193 7706,'0'-8'777,"-1"1"1702,-3 2-587,2-5-1566,-3 3 0,5-1 1,0 0-1,1-2 0,3-1 1,6 0-1,5 2 18,5 1 0,4 1 0,-1-3 1,-1 3-552,-2 2 0,-5 2 0,2 7 0,-5 6-64,-4 5 0,-2 4 0,-8 7 1,-3 3-121,-7 4 0,-2 2 1,-7 1-1,1-3 578,1-5 1,1 1 0,6-3 0,1-4 439,2-3 0,4-3 1,6-5-1,3-3-141,5-3 1,7-5 0,5-5 0,2-3-258,1-3 1,2-2 78,3-4-1563,-3 4 1,4-7 0,-7 5-1,-2-1 1255,-5 1 0,-2-15 0,-2-3 0</inkml:trace>
  <inkml:trace contextRef="#ctx0" brushRef="#br0" timeOffset="17">21597 4812 7701,'-8'-7'511,"1"1"1,1 2 1864,-1 0-2046,4 0 0,-3 5 0,6 4 0,0 3 0,2 3 0,1 2 0,2 4 1,1 3 727,-1 4 0,3 0-748,-4 1-405,6-1 1,-5 5-1,4 0 1,-4-3-1,-1-3 1,0-2-1,0-1-1242,2-1 0,-5-1 1,3-6-1,-2 1-1850,-2-1 3187,0-5 0,-11-24 0,-3-10 0</inkml:trace>
  <inkml:trace contextRef="#ctx0" brushRef="#br0" timeOffset="18">21450 5033 9427,'8'-4'2323,"0"0"-888,2 1 1,2-2-407,4 1-937,-2 0 1,9 0 0,-2-1 0,2 1 0,2 0 0,-1 0 0,1 1-983,0 2 1,-6 1-1946,-3 0 778,-2 0 2057,4 0 0,12-33 0,8-8 0</inkml:trace>
  <inkml:trace contextRef="#ctx0" brushRef="#br0" timeOffset="19">22114 4590 7699,'-8'2'241,"0"0"375,-2 2-392,5 1 1,-1-4 0,8 2 1886,2 1-1595,3 0-68,-1-4 0,4 1 0,-4 2-194,0 1-711,-3 0 1,3-3-1644,-6 4 2100,0-4 0,-39 10 0,-9-4 0</inkml:trace>
  <inkml:trace contextRef="#ctx0" brushRef="#br0" timeOffset="20">21573 4959 7800,'-7'0'3591,"1"0"-2670,6 0 0,2 2-304,2 2 1,-1-1-1,5 5-52,1 1 1,-3-2-189,-2 1-403,-3 1 0,-1-1 1,0 0-1,0 2 1,-1-1-1,-2 1-158,-1-2 1,-5-5 36,0 1 0,4-4-3,1-4 226,2-3 1,2-1-1,0-1 1,0 0 0,2-1-1,1 1 823,1 1-748,5 5 0,-2-3 1,5 8-16,1 2-236,-6 3 0,-2 5 1,-5 0-1,-1 2 1,-3 1-788,-5 1 792,-2 1 1,-5-5 0,-2 0 0,0-1 0,1-2 320,2-5-141,-5-3 1,7-6 0,-4-5 0,5-4 0,4-3 50,4-3 0,2 0 0,4-3 0,2 1-81,4 1 1,4 8-118,5 0 1,2 2 145,6 7-138,-1 0 1,-3 5 0,-2 4-1,-3 3 1,-5 4-77,-5 4 0,-5 4 0,-4 4 0,-5 1 87,-8-1 1,-6 0 129,-3-4 0,1-2-135,-1-6 298,0 1 0,5-7 0,1-3 0,2-7 1,5-8 610,2-7-798,8-5 1,-4 0 0,9-1 0,4 2 0,5 2 11,2 5 0,5 2 1,1 3-1,2 3-163,-1 4 1,-2 3-55,-3 1 0,-3 1-259,-1 3 222,-5-2 1,-7 10 0,0-1-1,-2 4 1,-2-1-2665,-4-5 1174,3 2 0,-6-6-2164,2 4 3833,4-4 0,32-38 0,14-8 0</inkml:trace>
  <inkml:trace contextRef="#ctx0" brushRef="#br0" timeOffset="21">21659 4775 7204,'0'-8'2543,"0"-1"-1613,0 7 0,0-5 703,0 3-832,0 2 0,-1-7-81,-4 5 0,4 1 0,-3 7 0,3 4-221,1 3 0,0 7 0,0 2 0,0 5-159,0 4 1,1-2-1,2 7 1,1 3-272,-1 3 1,-2 1 0,-1-6 0,0 0-52,0-3 0,0-6 1,0 0-1,0-5-156,0-3-205,0-2 384,0-9 0,0-3-28,0-8-64,-6 3 0,5-6 1,-3 3 51,3-3 1,1-5 0,0-1-13,0 1 1,1 0 28,3-1 1,-3 1 42,4 0-50,1-1 1,-3-3-1,4 0 1,0 1-57,0 1 0,-3 2 0,3-1 1,-1 2-184,1 3 0,-3-1 150,5 4 0,-5 0-220,4 1 254,0 2 0,4-4 0,1 3 0,0-1 4,4 1 1,-4 2 0,4 1 0,-3 0 49,-2 0 1,4 0 89,1 0 1,-1 4-330,-4 0 158,1 5 0,-5-2 0,0 6 0,0-1 0,0 0-27,1 1 0,-7-1 0,3 0 1,-4 2-4,-1 2 0,0-2 42,0 2 0,-6 2-95,-2-1 216,-3-1 1,-1 0-1,-2 1 1,-1-2-1,-3-2 216,-1 0 0,-1-5 1,-5-1-1,1-2 509,-1-2 1,4-2-195,1-1 0,-1-1-57,-3-3-339,5-3 1,1-5 0,7-1 0,1 1-929,2 0 1,5 4-677,-1-1 1,4 7 1106,4-2 1,3 2-332,6 2-5795,4 0 6426,-3 0 0,42-11 0,4-2 0</inkml:trace>
  <inkml:trace contextRef="#ctx0" brushRef="#br0" timeOffset="22">22090 5218 7694,'-9'0'2838,"1"0"-1916,5 0-657,-2 0 1,15 0 0,2 0 0,2-2 0,-1 0 327,0-2 0,0 0-109,4 4-382,-4-6 1,5 5 0,-6-3 0,1 2 0,-1 2-1,0 0 1,1 0 0,-1 0-706,0 0 1,-5 6 389,-3 2 0,-2 3 0,-2 1 0,-2 0 145,-2 1 1,-3-1 0,-5 0 0,0 1 157,-1-1 1,1 4-1,0 1 1,-1-1 272,1 2 1,1-4-1,2 2 1,2-2 675,1-2-779,2 0 0,4-3 1,2-3-1,2 0 1,4-3-1,4-2 1,5-1 625,3 0 0,-1 0-826,2 0 71,-1-6 1,-1 5-1,-1-4 1,-1 1-1307,-1-1-277,0 1 1,-3 0-5706,-1 0 7157,-5 0 0,-18-1 0,-10-2 0</inkml:trace>
  <inkml:trace contextRef="#ctx0" brushRef="#br0" timeOffset="23">23259 4738 7650,'-7'-6'462,"0"4"1,4-7-1,-2 1 2884,-2 1-2254,4 2 0,-1 2 811,8 3-1774,-2 3 1,4 11-1,-3 1 1,3 2-1,-1 3 1,2 1-1,-2 3-83,1 0 0,-2 1 1,-3 0-1,2-1-313,1 1 1,0-1-542,-4 1 335,0 0 1,0-5-1,0-1 1,0-1 0,0-2-1,0 1 1,0-1-1962,0-1 0,0-5 2434,0-2 0,-5-33 0,-2-3 0</inkml:trace>
  <inkml:trace contextRef="#ctx0" brushRef="#br0" timeOffset="24">23148 4984 7650,'1'-12'3235,"3"-1"1,5 5-2372,7 0 0,3 4 0,7-3 1,2 0-355,0 0 0,6 5 0,-2-2 0,1 2-1653,0 2 0,-6 0 432,2 0 0,-2 2 0,-1 0 711,-2 2 0,15-16 0,-6-8 0</inkml:trace>
  <inkml:trace contextRef="#ctx0" brushRef="#br0" timeOffset="25">23862 5046 16860,'0'8'-1126,"0"0"1,16 11-1,5 7 1</inkml:trace>
  <inkml:trace contextRef="#ctx0" brushRef="#br0" timeOffset="26">24280 5033 7650,'-12'0'1515,"1"-1"1,1-2 0,2-1 2785,-1 1-6023,-2 2 0,5 1 428,6 0 0,6 0 1294,6 0 0,17 11 0,3 3 0</inkml:trace>
  <inkml:trace contextRef="#ctx0" brushRef="#br0" timeOffset="27">24452 5046 8685,'7'0'7579,"-1"-6"-8150,-6 5 0,0-3-2,0 8 573,0-3 0,11 10 0,2-4 0</inkml:trace>
  <inkml:trace contextRef="#ctx0" brushRef="#br0" timeOffset="28">25203 4689 7650,'-8'0'2361,"1"1"0,2 3 1491,2 4-3631,1 3 1,2 4 0,0 4-1,0 7 1,2 3 0,2 3 0,3-1-1,1 3 1,0 0-404,2-1 1,-1-3 0,1-5 0,-3-2-2187,-2-2 1,3-8 256,-3-4 1,-1-8 2110,-4-1 0,-22-16 0,-6-10 0</inkml:trace>
  <inkml:trace contextRef="#ctx0" brushRef="#br0" timeOffset="29">25080 4922 8708,'0'-6'6957,"6"-4"-6178,2 6 1,8-1 0,5 2 0,3-1-612,5 1 1,1-3 0,3 2 0,-3 2-587,0 0 0,-5 2 0,-1 0 0,-5 2-980,-1 2 0,-8-2 0,1 7 1398,-4 0 0,-20-3 0,-7-1 0</inkml:trace>
  <inkml:trace contextRef="#ctx0" brushRef="#br0" timeOffset="30">26397 4750 9923,'8'0'1487,"0"0"159,2 0-825,-5-5 0,6 3 1,-4-3 481,0-1-1006,-2 5-542,1-4 0,-5-1-93,3-2 324,-2 2 1,-2 0-1,-2 3 1,0-3 0,-4 1-1,-1-2 1,-2 2 0,-2-1-162,-2 3 1,1 2-70,0 1 96,-1 0 1,0 0-1,-2 0 1,-2 0-1,1 0 1,-2 0-1,-1 0-188,0 0 0,-4 6 525,2 2-205,-2 3 1,0 1 0,1 0 0,3 1 0,1 0 57,3 4-68,1-4 0,2 6 0,1-3 1,3 0-1,4-1-59,2-1 72,2-2 0,0 4 1,2-1-1,0-2 1,4-4 166,1 1 0,-1-3 20,3 1 0,2-1 1,-3 1-1,3-3 159,1 1 0,0-5-226,1 3 1,-1 2 0,0-2 0,1-1 67,-1-2 0,0-1 35,1 0 0,0 0 23,4 0-78,-4 0 0,6-5 0,-4-4 0,3-2 0,0-1 256,0 0-379,4-1 1,-9 1 0,4 0 0,-4 1 0,0 1-438,-1 2 209,0 0 251,1-4 0,-7 3 1,0 1 31,-1-1-86,-3-2 0,3-2 0,-5 1 0,0 0 13,0 0 0,0-1 0,0 1 45,0 0 0,-4 3-11,0 1 1,-1 5 0,0-1 67,-3 3 1,3 2 90,1 3 0,-2-1-104,2 5-15,0 1 1,0 3 0,0 0 0,1 1 0,2-1 449,1 0-340,0 6 0,0-4 0,1 3 0,3 0 1,3 1 1173,0 1-1186,4-4 0,-4 4 0,5-4 0,0 0 0,1-3-206,-1-2 0,0-3 1,0 2-1,1-2-232,-1-1 0,-4-2-618,0-4 0,-1 1 0,3 2-982,-2 1 0,0 0 9,5-4 1,-5 0 314,0 0-1253,0 5 2781,-1-3 0,4-30 0,-4-13 0</inkml:trace>
  <inkml:trace contextRef="#ctx0" brushRef="#br0" timeOffset="31">26975 5033 6092,'0'-7'0,"0"2"-38,0 5 296,-5 0 51,3 0-539,-3 0-35,5 0 354,0 0 393,0-6-556,0 5-561,0-4 635,0 5 0,0 0 0,-6 0 0,5 0 0,-6 0-116,3 0 4,3 0 118,-10 0-6,9 5 0,-4-4 0,2 4 0,-5-4 0,4 0 1,-1 2 29,1 1 0,2 0-28,-5-4 0,5 2 143,-1 2 241,3-3 262,-5 5-197,5-6-254,-5 0 44,6 0 1287,0 0-312,0-6-228,0 5 1,0-10 441,0 3 1,0 1-353,0-1-203,0 5-372,0-3 1,0 8-250,0 2 0,2 4 0,1 8 0,1 5-13,-2 2 1,0 2-218,-2-1 0,4 0 1,0-2-1,-1-3 76,-2-2 1,0 0 150,4-5-92,-4 0 61,4-5 0,1-4 1,1-10-1,1-6-123,0-5 1,-4-3-1,3-5 1,0-1-470,0-2 0,0 5-110,1 3 0,3 6 92,-3-1 97,-3 2 0,6 7 1,-3 4-1,3 6-37,2 5 0,-5 5 0,-1 3 0,-2 5 74,-2 2 0,0 1 92,1 1 1,-3-4-75,3-1-517,-2-5 0,-2 3-1261,0-6 1,0-6 2015,0-6 0,22-61 0,-9 21 0,1 0 0</inkml:trace>
  <inkml:trace contextRef="#ctx0" brushRef="#br0" timeOffset="32">27406 4479 7645,'0'-8'324,"0"0"1,-1-2 1157,-4 0-768,4 3 1,-4-4 0,5 3 183,0-3 1,0 5 0,0 8-457,0 8 0,0 8 0,0 8 0,0 4-87,0 7 0,0 6 1,0 4-1,0 0-160,0-2 1,-2-1-1,0 1 1,-4-4-85,-1-3 0,4-6 0,-1-5 1,2-5-168,-2-6 63,2-7 1,-3-7-1,5-10 1,1-8-1,3-8-65,4-4 0,3 2 0,2-3 0,-1 3-132,0 1 0,1 1-50,-1-1 143,0 6 1,2 1 0,1 7 0,3 3 0,-1 4-1,3 3 1,-1 2-353,3 3 0,1 3 358,1 5 0,1 2 0,0 1 0,-2 1-17,-3-1 1,-3 0 45,-9 2 0,-3-3 197,-5 2-86,-5-2 0,-9 2 0,-10 0 0,-8 0 0,-5-3-43,-4-1 1,-1-3 0,-5-2 0,4-2-562,0-2 1,6 2 111,5-1 1,6 2-119,1-2 0,7-1 0,10 5 0,5 3-3020,6 4 3581,9-7 0,27 1 0,13-2 0,4-3 0,1-1 0</inkml:trace>
  <inkml:trace contextRef="#ctx0" brushRef="#br0" timeOffset="33">27861 5058 8480,'2'-7'2199,"2"3"0,-3 1-818,3-1-139,-2 3-748,-2-5 0,0 8 0,0 2 1142,0 4-1337,0 3-192,0 1 1,0 0-1,0 1 1,0-1 0,0 0-1,0 1 1,0-1 7,0 0 0,0 1-431,0-1 84,-6-5 53,5-2 1,-6-5 101,3 0 1,2-5 0,0-3 44,4-3 0,1-6-99,5 1 114,-5-6 1,8 7 0,-3-6 0,3-1 0,1-1-54,1-1 72,-1 4 1,0-1 0,1 4-1,-1 2 1,0 0 79,1-1 0,-1 6 1,0-1-59,1 4 1,-1 3-5,0 4 0,0 2 1,1 2 39,-1 4 0,-4 3 8,0 1 1,-1 5 55,2-1-60,-4 6 0,-1-3 0,0 6 0,-1-1 1,-2 1-21,-1-1 1,0 1 0,0-2 0,0-2-135,0-5 1,0-2-309,0-2 1,0-4-1162,0 1-665,0-7 1463,0 4-3619,0-6 4380,0 0 0,11 0 0,3 0 0</inkml:trace>
  <inkml:trace contextRef="#ctx0" brushRef="#br0" timeOffset="34">29387 4824 7722,'-12'-5'722,"4"3"1,1-3 0,1-1 382,4-2 0,2 3 1,4 0-1,4 4 12,3 1-893,1 0 1,1 0-1,0 0 1,2 0 0,2 0-1,-1 0 1,0 0 166,1 0 0,3 0 1,-2 0-1,0 0 88,0 0-1086,-2 0 1,1 0 0,0 0-1,1 0 1,0 0 0,-3 0 606,-1 0 0,-2 0 0,0 0 0</inkml:trace>
  <inkml:trace contextRef="#ctx0" brushRef="#br0" timeOffset="35">29387 5058 7753,'2'-8'1661,"2"-1"0,3 5-775,5-4 1,6 0 1250,2-4-2087,3 5 1,3-3 0,2 6 0,0 1 0,0 2 0,-2 1 0,-2 0-51,1 0 0,21-11 0,6-3 0</inkml:trace>
  <inkml:trace contextRef="#ctx0" brushRef="#br0" timeOffset="36">30987 4652 7713,'12'-14'829,"-3"-5"1,-3 9-1,1 1 1,0-1 3799,3 3-3308,-5-4-1059,6 16 1,-10-4 0,3 13-1,-2 1 1,-2 2 0,0 4 0,0 4 292,0 2 0,0 3 0,-2-3 0,-2 3-271,-4 2 1,-7-1 0,-3 2 0,-1-3-189,-3 0 1,-2-2-1,-4 3 1,-2-1-148,-1-3 1,-2-2-1,-4-4 1,-1-4-1,-2-2 1,-1-2-888,2-6 0,0-5 456,2-2 301,6-5 0,-2-7 0,7-9 0,6-4 0,3-3 0,8-4 0,2-1-72,4 1 1,3 0 0,5 1-1,6 5 312,4 4 1,7 7 199,-1-2 1,3 5 0,4 4-1,2 4 473,1 2 0,2 4 79,4 2 1,0 4 18,0 9-519,0 7 0,5 8 0,3 7 0,2 4 0,-2 3-69,-4 1 1,-4-6 0,-4 0-1,-5-4 72,-2-5 0,-11-3-2523,-2-8 1294,-9-4-1619,1-4 0,-3-6-4000,2-3 6534,3-3 0,10-12 0,3-3 0</inkml:trace>
  <inkml:trace contextRef="#ctx0" brushRef="#br0" timeOffset="37">7925 8331 9596,'0'-8'9171,"0"0"-8224,0 5 1,0-8 505,0 3-1220,0-3 0,0 3 0,0 0 0,0-2 0,-1-2 0,-2-3 41,-1-2 1,-6 5-1,4 4 1,-3-2-210,1-1 1,0 0-1,-4 2 1,-2 2-149,-2 2 0,1 0 1,-5 5-1,1 2-193,0 2 0,-1 3 0,-5 6 1,0 4-131,1 3 0,-1 4 0,2 2 0,1 1 38,2 2 0,4 5 1,0-1-1,2 2 150,2 2 0,1-1 0,3-2 0,4-1 323,2 1 0,2-4 482,0-1-458,6-9 0,2 2 1,7-6-1,3-2 1,1-3 668,3-3-608,1-5 1,2 1-1,1-8 1,1-6-1,1-3 48,-5-4 0,0-6 0,-5 0 1,0-5 102,-1 1 0,-2-3-49,-6 1 0,0 1 51,-5 3-191,0 0 0,0 1 0,1 1 0,-3 1 0,0 2 412,-2 3-594,0 6 0,0 4-196,0 11 1,0 6 215,0 14 0,4 1 0,1 1 0,2 1 162,3 2 0,-4 4 557,3-5 0,-1 1-33,4-4-622,-5-1 0,3-3 1,-5-2-1,2-1 1,1-3-55,-1-2 0,-2 0-2490,-5-1-3649,0 0 3617,0-5 1753,-5-1 769,4-6 0,-5-50 0,6-11 0</inkml:trace>
  <inkml:trace contextRef="#ctx0" brushRef="#br0" timeOffset="38">7630 7950 7848,'-12'-6'442,"3"5"0,1-3 1,-1 3 2143,-2 1 90,4 0 1,0 0 22,3 0 1,4 0-914,0 0-1364,5 0 0,8 1 1,0 2-1,4 1 1,3-2-1,3 0 1,2-2-70,0 0 1,3 0 0,1 0 0,0 0-354,1 0 0,-3-2 0,5 0 0,-2-4-79,-3-1-508,-1 5 0,-3-8 0,-2 6 0,-5 1-164,-2 2 1,-7 2 992,-3 3 1,-4-1 395,-4 5-371,2-5 1,-4 4-1,1-4 721,-3 1-481,3 0 1,-2 0-508,3 0 0,3 0 0,-6-4 0,3 0 0,1 0 0,-4-1-509,2-3 1,-4 1 347,5-5 1,-5 0 0,0-5 0,0 1-16,1 0 0,-3-2 36,3-2 1,-3 0-32,-2-4 64,1-1 1,0 2 0,-1 3-1,1 2 1,1 2-2608,3 0-1787,-3-1 1014,10 6-168,-5 2 2602,6 10 1053,6 2 0,17 22 0,10 4 0</inkml:trace>
  <inkml:trace contextRef="#ctx0" brushRef="#br0" timeOffset="39">8577 8541 7860,'0'-9'2246,"0"1"0,0-1 4886,0-2-6168,0 4 0,0-4 1,2 4-2440,2 0 1475,3 2 0,49 10 0,11 2 0</inkml:trace>
  <inkml:trace contextRef="#ctx0" brushRef="#br0" timeOffset="40">8996 7864 7860,'0'-13'760,"-2"1"0,0 0 0,-2-1 2800,1 1-2981,2 5 1,2 2 0,3 8 0,4 3 0,2 8 0,-1 4 0,0 5 456,0 4 0,-2 6 0,0 8 1,-2 3-269,-2 0 0,2 8-174,0-3-457,-1 3 1,-4 0-1,0-2 1,-2-4-1,-2-5 1,-3-9-1,1-3 1,0-8 173,1-6 1,2-7-1,-4-14 46,2-6 1,0-6 0,5-6-1,2-1-267,2 1 1,3-1 0,5 0-1,2 1-133,2-1 1,5 6-224,7 3 176,4 2 0,6 3 1,2 3-1,2 5 0,1 6 1,-1 5-1,-2 4-1210,-2 5 0,-11 2-116,-2 5 1148,-14 1 0,0 0 0,-11-1 1,-3 1-1,-5-2 210,-9-2 0,-11 0 1,-9-4-1,-8-2 487,-7-1 0,1-6 52,-2 0 0,2-5-1009,2 1 280,5-3 0,4-1 0,10 0 0,9-1-2426,5-3 660,7 2 0,10-3 2014,10 5 0,2 0 0</inkml:trace>
  <inkml:trace contextRef="#ctx0" brushRef="#br0" timeOffset="41">8984 7618 7860,'-9'0'1561,"1"0"3634,-1 0-4631,3 0 0,1-2 0,6-1 0,3-1 0,4 2 0,5 0 0,3 2 1,5 0 1066,2 0 0,3 0-1579,2 0 0,0 0 0,5 0 0,-1 0 0,1 0 0,-1 0-212,-2 0 0,-2 0 0,-4 0 0,-2 0-197,-2 0 0,-5 0 0,2 2-159,-4 2 0,-5-3 667,1 3 1,-8-2 108,-1-2 0,-5 0-136,-8 0 0,5 0 1,0 0-1,-2 0 229,-1 0 1,-1 0-1,-2 0 1,-2-2 293,-5-2 1,2-3-115,-1-5-475,-1 0 0,-2-1 1,1 1-1,3 0 1,1-1-483,3 1-1007,2 5 0,4-2 0,4 5-920,3 1 1,8 3 0,14 4 0,9 4 2350,5 3 0,6 5 0,10 7 0,1 0 0,5 1 0,-1 1 0,1-1 0</inkml:trace>
  <inkml:trace contextRef="#ctx0" brushRef="#br0" timeOffset="42">10103 8061 8389,'-8'0'9521,"0"0"-5900,0 0-1541,1-6-1954,1 5 0,8-5 1,2 6-1,4 0 0,4 0 1,3 0-608,2 0 1,5 4 0,-2 0 0,2-1-420,-1-1 1,2-2-1,-4 0 1,0 0-929,-2 0 1,-5 1-1,-3 2 1,-2 2 11,-1 2 0,-3 1 1816,-8 4 0,-40 12 0,-15 2 0</inkml:trace>
  <inkml:trace contextRef="#ctx0" brushRef="#br0" timeOffset="43">10054 8294 7813,'-8'4'0,"1"2"0,0-1 2015,0 1 1,3-1 4946,-4-1-5072,5-2-1599,3 3 0,9-5 0,7-1 1,5-3-1,2-4 0,1-3 1,2-2 764,3 1 1,-4 4-2315,-1 0 157,1 5 1,-7-7 0,2 6-1,-2 2 1,-2 0 1100,1 2 0,-39 11 0,-14 3 0</inkml:trace>
  <inkml:trace contextRef="#ctx0" brushRef="#br0" timeOffset="44">12122 7494 7750,'4'-12'394,"1"0"0,2 1 1146,3 3 1,-4-2 0,3 6 1201,0 1-2158,-3 2-128,-1 1 0,-5 5 0,0 4 0,0 2 0,-1 1 1,-3 0 438,-5 0 0,-7 6 0,-6 3 0,-5 3-709,-6 5 0,-4-2 1,-3 6-1,-2 1-277,-2 2 0,-1-3 0,-4 0 0,1-1-235,3 0 0,5-3-95,12-9 186,-1-2 0,17-6 1,-2 1-1,6-1 169,2 0 1,8-5 41,6-3 409,3-3 0,1-1 1,2 0-1,2 0 1,5 0 355,2 0 1,7 0 0,3 0 0,4-1-116,4-3 0,-2 3-535,7-4 0,-3 0 145,2 1-312,-2 0 1,-8 4 0,-2 0-1,-4 0 1,-5 0-20,-3 0 1,-7 0-1,-6 0-229,1 0 122,-3 0 1,-1 1-385,-5 3 244,0-2-74,-5 3 69,4-5 1,-6 4 0,3 2-82,-5 1 1,-2-1 0,1 4-1,0-3 377,2-2 0,-5 5 39,-3-2 0,-2 3 423,2 1-294,-3 1 0,-6 3 0,-1 2 0,-3 1 0,-3 4 15,-4 4 1,-1 1 0,0 3 0,0 1-81,0-1 1,2-2-187,2 4 1,3-6-1,7 0 1,2-3-147,5-4 0,2-3 102,2 3 0,4-6-29,-1-2 276,7 0 1,-4-5 0,6 6 647,0-1-67,0-5 838,0-2-747,6-5-403,0 0 0,7 0 1,-1 0-1,2 0 1,1 0-33,1 0 0,6 0 0,0 0 1,4 0-307,3 0 0,5 0 0,-1 0 0,8 0 0,4 0 0,3 0 0,-3 0 0,-1 0 0,-2 0 0,-2 0 0,-2 0 0,-7 4 0,-3 2 0,-6-1 0,-6 1 0,-2 2-973,-2-4-614,-5 6-1234,-2-9-1096,-5 4 0,-5-5-60,-3 0 3977,-3-5 0,-18-2 0,-4-5 0</inkml:trace>
  <inkml:trace contextRef="#ctx0" brushRef="#br0" timeOffset="45">11568 9242 7750,'0'-16'1360,"0"-1"2512,0 2-3593,0 7 1,-4 4 0,-2 9-1,1 6 1,-2 6 0,1 2-1,0 3 1,-1 1-59,-3 1 0,5 0 0,-1-2 0,2-2 43,0 2 0,0-3 1,4 0-1,0-1 180,0-3 1,0-1 0,0-2 0,1-1 216,3-3 1,3 2 0,6-6-1,-1-1-437,0-2 1,2-2-1,1-3 1,1-5-1253,-1-2 0,-1-1 0,-2-2 0,1-1-4763,-1-1 4371,0-6 0,-5 8 1420,-3-2 0,-19-41 0,5 23 0,0 1 0</inkml:trace>
  <inkml:trace contextRef="#ctx0" brushRef="#br0" timeOffset="46">11568 8922 7750,'0'-12'0,"-4"-1"0,0 1 2644,-6 0 0,7 1 0,-4 1-2476,2 2 0,2 7-1092,7 1-1899,3 5 0,1 6 2823,1-3 0,10 31 0,7 2 0</inkml:trace>
  <inkml:trace contextRef="#ctx0" brushRef="#br0" timeOffset="47">11765 9070 16011,'8'0'897,"0"-2"0,3 0-358,4-3 0,0-3-224,6 4-554,-1-5 1,5 6 0,-1-4 0,1 2 0,0 0 0,-2 1 0,-1 0-2356,-2 2 0,-1 0 0,2 2 2594,-5 0 0,-18 6 0,-7 0 0</inkml:trace>
  <inkml:trace contextRef="#ctx0" brushRef="#br0" timeOffset="48">11851 9340 12230,'8'0'2813,"2"0"1,2 0-2555,3 0 1,7-1 0,-2-2 0,4-2-1709,0-2 1,1 3-1794,-1-4 1,-3 1 3241,-1-1 0,6-20 0,6 1 0</inkml:trace>
  <inkml:trace contextRef="#ctx0" brushRef="#br0" timeOffset="49">12257 9045 7750,'7'6'1410,"-3"2"-245,-3 3 1,-1 2 0,0 2 0,0 3-577,0 1 1,0 7 0,0 6 0,0 1-491,0-1 1,0-3 0,0 3-1,0-4-720,0-5-221,0 2 0,0-11 842,0 2 0,0-46 0,0-12 0</inkml:trace>
  <inkml:trace contextRef="#ctx0" brushRef="#br0" timeOffset="50">11654 7076 7717,'-8'-8'1359,"1"0"1866,1-2-2805,2 5 0,4 1 1,2 9-1,0 6 0,4 5 1,-1 3-1,2 5 0,-1 2 1,1 2 1052,-1 0 0,-3-2-873,1-2-432,-2-5 1,2 5 0,0-5 0,-1 1-1,-2 0 1,-1-3 674,0-2-715,0-1 1,-1-7 0,-2-4 0,-1-6 0,1-5 62,2-3 0,-4-3 0,1-1 0,2-1 0,0-1 0,2-1-127,0-2 0,2 1 1,0-2-1,4-2-73,1-4 0,1 1-495,4-3 311,1 3 0,4 0 1,4-1-1,2-2 1,3 2-1,3 2 0,4 3-479,2 2 1,-2 10 667,0 2 1,-6 5-1,0 4 1,-5 5 138,-5 6 0,-4 7-43,0 10 1,-6 3 319,-3 4-260,-3 1 0,-2 4 0,-2 2 1,-3-2-1,0-2 132,-4-3 1,0-7 0,1-2 0,2-5-827,2-6 0,-1-3-804,2-5-520,3-3 887,-5-5 0,8 0 0,2 0-105,4 0 1,3-4 0,1 0-1,0 1-2482,1 2 3566,-1-4 0,6-8 0,1-6 0</inkml:trace>
  <inkml:trace contextRef="#ctx0" brushRef="#br0" timeOffset="51">13118 8036 7792,'2'-7'532,"1"2"0,1-1 575,-2-2 0,0-3 0,-2-1 1,0-1-23,0 1 0,0 4-306,0 0-668,0 5 0,-4-4 0,-2 4 0,-2-1 0,-4 2 0,-3 0 0,-2 4-4,-1 2 0,-2 4 0,-7 7 1,-2 3 336,1 1-332,-3 7 0,5 5 1,-3 6-1,3 0 1,3 0-1,3 0 1,5-2-1,5-2 1,6-4 277,3-3 0,7-8 1,7-6-1,6-6-191,4-5 0,7-8 0,2-5 1,0-9 61,1-6 1,-1-3-1,2-4 1,-3 2-173,-1 2 1,-6 4 158,-8 10-113,-2-1 0,-7 17 1,-3 2-1,-3 9 592,-1 8-783,-5 9 1,2-2 0,-4 3 0,2-3 0,2-3-1530,1-2 0,8 1 1,2-7-1,3-3-1160,1-2 0,1-8-1000,-1 3 3745,0-10 0,17-45 0,-13 16 0,1 1 0</inkml:trace>
  <inkml:trace contextRef="#ctx0" brushRef="#br0" timeOffset="52">13438 8331 7831,'-5'-7'2675,"-3"3"0,1 4-2261,-1 4 0,4 3 0,-3 7 0,1 1 606,4 1-820,-5 6 1,5-4 0,-2 4-1,3-3 1,1 0 0,0-1-1,0 0 638,0-3 0,5-1-412,4-2-370,-4-5 1,7-2 0,-1-5 0,4 0 0,0 0-1,0-1 1,0-2-3010,2-1 1715,-1-6 1,-3 4 0,-1-5 0,-1 1 1237,-3 2 0,-19-22 0,-9-10 0</inkml:trace>
  <inkml:trace contextRef="#ctx0" brushRef="#br0" timeOffset="53">13438 8171 7830,'-5'-7'3620,"4"-3"-284,-10 3-2365,9 0-1848,-3-4 1,6 10 0,3-4 0,4 4 876,3 1 0,45 6 0,11 0 0</inkml:trace>
  <inkml:trace contextRef="#ctx0" brushRef="#br0" timeOffset="54">13795 8233 8061,'-8'0'3816,"0"0"-3379,5 0-437,-2 0 0,37-27 0,9-8 0</inkml:trace>
  <inkml:trace contextRef="#ctx0" brushRef="#br0" timeOffset="55">13980 7765 7821,'-6'-7'1500,"4"1"0,-5 1 1450,1-3-2556,2 3 1,4 1 0,2 8 0,0 4 0,4 3 0,1 3 0,2 3 0,2 7 1145,1 3 0,1 6-1282,-1-5 1,-4 7 0,-1-3 0,-1 4 0,-4 0 0,0-2-15,-2-1 0,0-5 1,-2 2-1,0-2-265,-3-5 0,-4-7 0,1-1-106,-3-5 0,4-6 0,3-9 1,2-8-106,2-6 1,0-5-1,2-4 1,1 0 102,1 0 0,5 2 0,-1 2 0,3 0 203,2 4 1,-1 1 0,2 4 0,1-2 14,1 2 0,1 7-100,-5 4-219,0 3 0,5 1 1,0 1-1,1 3 1,1 6-1,0 3 1,2 5-766,-2 1 1,-1-2 682,-6 3 0,0-1 0,-1 3 0,-2-1-219,-5 0 1,-4-1 282,-4 0 1,-9 1-79,-7 3 444,-9 1 0,-7-6 1,-6-3-1,0-2 1,-1-3 60,4-3 1,0-2 0,4-6 0,3 1-1024,8 3 1,5-2-728,6 2 1,6-2 626,3 2-77,3-2 0,11 3 1021,2-5 0,28-6 0,12-4 0,2 0 0,0-1 0</inkml:trace>
  <inkml:trace contextRef="#ctx0" brushRef="#br0" timeOffset="56">14509 8307 8196,'-8'0'2671,"0"0"1,5 1-2417,-1 3 0,1-1 1,0 5-1,-1 2 301,1 1-361,2 1 1,1 2-1,0 1 1,0 1 0,0-1-1,1-1 1,2-2 1516,1 0-1562,6 1 1,-3-6 0,5-2 0,2-1 0,1 0 0,1-1 0,1-3-860,0-4 0,-2-2 0,5-3 0,-3 1 709,-2-2 0,-6-39 0,-4-11 0</inkml:trace>
  <inkml:trace contextRef="#ctx0" brushRef="#br0" timeOffset="57">14607 8011 7759,'-17'0'1254,"3"-1"0,-2-2 0,2-1 1054,2 1 1,3 2-4369,1 1 2060,5 0 0,31 6 0,13 0 0</inkml:trace>
  <inkml:trace contextRef="#ctx0" brushRef="#br0" timeOffset="58">10165 11949 7874,'-12'-11'634,"1"2"1,1 2 0,3 0-1,3 2 1,6-2 1062,4 0 1,11 4-1,5-1 1,5 1-324,6-1-1483,2-3 1,6-1-1,0 1 1,-1 1-1,-3 0 1,-4 1 0,-3 2-962,0 2 1,-10 1-1,1 0 1070,-6 0 0,-19 0 0,-4 0 0</inkml:trace>
  <inkml:trace contextRef="#ctx0" brushRef="#br0" timeOffset="59">10276 12220 7893,'-7'-8'5982,"3"0"-5282,2 5 1,13-7 0,6 5 0,6-1-692,6 1 0,3 1-9,10 4 0,4-9 0,6-4 0,7-1 0,0 1 0</inkml:trace>
  <inkml:trace contextRef="#ctx0" brushRef="#br0" timeOffset="60">11125 11371 7833,'-2'-11'1954,"0"1"1,-2 5 2099,1 4-3690,2 9 1,5 18 0,1 11 0,2 8 0,2 7 0,1 7 0,-2 6-1,-5-28 1,0 1 0,-1 4 0,0 0-66,0 2 1,0 1 0,0-1 0,-1 1-1,-2-5 1,-1 0 0,-1-3 0,0-1-77,-3 27 1,2-13-1,-3-10 1,0-7-254,0-9 1,4-5-1,-1-6 1,3-1-2685,1 0 1,1-5-797,3-3 3510,-2-2 0,20-35 0,-2-8 0</inkml:trace>
  <inkml:trace contextRef="#ctx0" brushRef="#br0" timeOffset="61">11556 11519 7833,'-7'-9'7438,"3"1"-7060,2 5 0,2 5 1,0 10-1,2 7 497,2 5-701,-3 6 1,6 1 0,-4 7 0,1 3-1,0 4 1,0 5 0,0 2 263,-1 1 0,-2-1 1,-1-7-1,0-5 97,0-6-202,-5-9 0,2-5 0,-5-8-301,-2-5 1,1-10 0,0-5 0,5-3 0,3-1-516,1 0 1,0 3-524,0 1 686,0 6 0,1-8-79,3 6 168,-2 0 136,3 4 1233,-5 0 1008,0 5-1326,0-3 0,-1 3-247,-3-5 1,2 1-330,-2 4-302,3-4-140,1 4 87,0-5 766,0 0-96,-6 0-45,5 0-268,-4 0 0,5 2-830,0 2-191,0-3-564,0 5 50,0-1-188,0 2 849,0 0-3435,0 4 4063,-6-10 0,10 21 0,-2-1 0</inkml:trace>
  <inkml:trace contextRef="#ctx0" brushRef="#br0" timeOffset="62">11543 11679 7102,'0'-9'4683,"0"1"-3927,0 5 1,2-6 256,2 5-461,-3 0 0,5-2 0,-6-2 0,0-3 861,0-1 1,0 4-1296,0-1 0,-6 3 1,-2-3-1,-3 5-184,-1 3 1,-2 1-1,-1 0 1,-3 1-85,-1 3 0,4 7 1,-3 7-1,2 1-41,-1 3 1,0 1-1,2 2 1,-2 1-371,2 3 497,1 2 0,2 6 0,0 0 0,1-2 0,3-2 0,4-4 1,2-3 105,2-1 103,0-1 1,2-5 0,0-2-1,4-5 1,1-2 0,2-2 426,2 1 0,-3-3-210,1-2 1,-5-3 0,4 1-213,1 2 1,2-3-158,2 3 1,-1-2 0,0-2 0,1-2 87,-1-2 1,0 3 106,0-3 0,1-3-81,-1-1 175,-5-3 0,4-2 0,-3 1 0,2 0 0,-1-2-54,-1-2 0,-1 2 0,3-4 0,-3 2-421,-2-1 1,3 1 41,-4 4 0,5-5 0,-4 1 0,1 1-49,-1 1 0,-1 2 228,-4 0 0,0-1 450,0 1-275,0 0 0,0-1 0,0 1 0,0 0 0,0-1 324,0 1 1,-4 0-389,0 0-1,-6-1-571,9 6 309,-4 2 311,5 5 1,0 1 0,0 3 354,0 5 0,0 3-340,0 4 0,0-1 0,0 4 0,0 1 139,0-1 0,0 3-237,0 6 0,4-2 206,0 3-237,5-3 0,-2-1 1,4-2-1,-1-1 1,-2-3-41,1-1 1,2-2-1,2-5 1,-1-3-34,0-4 0,1-2 0,-1-2 0,0 0-475,-5 0 1,4 0 0,-3 0-4268,3 0 0,-4-2 4742,-3-2 0,3-52 0,-4 19 0,1 0 0</inkml:trace>
  <inkml:trace contextRef="#ctx0" brushRef="#br0" timeOffset="63">11962 11260 7776,'-13'0'413,"2"-1"0,2-2 0,1-1 3740,-2 1-3522,5 2 0,-5 2 1,6 5-1,3 5 0,3 6 1,5 7-1,1 7 0,1 9 1335,0 9 1,2 6-509,1 6-1308,-5-25 1,-1 1 0,-2-2 0,-2 1 0,1 4 0,-1 2 0,-1-1 0,-1 0 0,0-1 0,0-1 0,0-2 0,0-1 0,0 25-90,0-10 1,0-13 0,0-11-2372,0-5 1,0-11-3100,0-11 5409,0-5 0,33-51 0,-13 22 0,1 1 0</inkml:trace>
  <inkml:trace contextRef="#ctx0" brushRef="#br0" timeOffset="64">12294 11272 7802,'-4'-8'0,"-2"1"1712,-1 2 1,3-3 2612,-4 4-3816,5 0 1,-2 5 0,6 3-1,3 6 1,3 6 1621,0 9-1576,4 5 1,-4 12-1,5 5 1,1 3 0,-1 5-1,-1 2 1,-2 5 1644,0 2-2019,-7 2 0,4-6 1,-6-3-1,0-5 1,0-5-1,0-8 0,0-4-1130,0-7-519,0-13 1,0-5 0,0-14-3449,0-4 1,0-3 4757,0-2 1,11-10 0,2-3 0</inkml:trace>
  <inkml:trace contextRef="#ctx0" brushRef="#br0" timeOffset="65">12688 11236 7787,'-13'0'3121,"1"0"0,4 0-1361,0 0 0,5 1-18,-1 3-1410,2 3 1,7 11 0,0 4-1,2 5 1,1 7 0,0 6 0,0 6 417,2 6 0,-4 4 1,-2 4-1,-3-1-344,-1-1 0,0-6 0,0 0 0,0-6-351,0-5 0,0-10 0,0-6-83,0-7 1,0-11-1,-1-7 1,-2-8 0,-1-8 1,0-8-1,4-9 1,0-1-217,0 1 0,1-1 1,2 5-1,2 0-384,2-1 0,1 8-346,5-2 705,-1 7 0,2 0 1,2 4-1,5 2 0,2 3 1,1 4-1,2 3-794,3 1 0,3 7 879,4 5 1,-4 2-1,-3 7 1,-5 4-41,-3 2 1,-8 3 49,-4-1 0,-8-1 679,-1 4-360,-11 1 0,-14 3 0,-9-2 1,-4-3-1,-4-2 364,-2-6 1,4-4-1,-1-8 1,3-2-240,1-5 0,7-4-807,5-4 1,3-3 405,10-6-1394,2 1 1,6 0-1,2 0 1,4-2-2377,9-3 3900,2-2 0,19-21 0,8-10 0,0-3 0,1-1 0</inkml:trace>
  <inkml:trace contextRef="#ctx0" brushRef="#br0" timeOffset="66">13266 11113 7770,'-7'-6'2703,"0"3"2353,3-5-4289,3 5 0,-5-1 0,6 10 0,2 7 0,2 12 1,4 11 3044,3 7-3583,1 16 1,1 1-1,-8-24 1,1 1-1,-1 0 1,-1 1 0,0 0-1,-1 1 1,1-2-1,-1 1 1,0-3-1,-1-1 166,4 27 1,2-15 0,-4-9 0,-1-7-903,-2-4 1,-1-11-6508,0-3-808,0-7 7822,0 0 0,-11-27 0,-2-5 0</inkml:trace>
  <inkml:trace contextRef="#ctx0" brushRef="#br0" timeOffset="67">14177 11568 7752,'8'-8'1518,"0"-1"1,0 0 2269,-1-2-3447,-1 4 1,-2-9-1,0 1 1,-1-3-1,-2 0 1,-1 0-1,0-1 1,0-1 734,0-1 1,-3 6-748,-5-1-354,0 2 0,-11 3 1,2 3-1,-5 4 1,-4 4-1,-4 5 0,-1 9 1,-2 9-1,2 9-583,2 3 0,3 6 1,3 2-1,4 0 494,6 4 1,2-5 0,9-1 0,4-4 629,9-4 0,4-3 1,9-7-1,3-4 592,3-6 0,-1-6 1,3-7-1,3-2-990,0-2 1,2-3 0,-1-6 0,-3-2-2669,-5-2 1,2-5 2549,-1 2 0,16-25 0,0-7 0</inkml:trace>
  <inkml:trace contextRef="#ctx0" brushRef="#br0" timeOffset="68">14546 11432 7816,'-12'0'0,"-5"0"0,1 0 787,-6 0 1,8 2 0,-2 3 0,2 6 0,2 6-1,1 2 1,3 3 1375,4 1 0,4 2-1923,4-1 0,3 1 0,6-2 0,4-2 252,3-5 1,5-4-168,3-4-87,9-2 0,2-12 0,2-3 0,-4-6 0,-3-6 459,-1-2-699,-11-7 1,5 0 0,-12-4 0,-4 2 0,-6 1-210,-3-1-5,-8 5 0,-6-2 0,-9 9 1,-2 5-1,-3 5-837,-3 6 1,3 3 0,-2 3-1,2 7-1887,1 7 0,6 2 1935,3 2 1,3 1 1004,5 3 0,57 1 0,-14-13 0,-1 1 0</inkml:trace>
  <inkml:trace contextRef="#ctx0" brushRef="#br0" timeOffset="69">15001 11322 7811,'-7'0'1355,"-4"1"-881,3 3 0,-3-1 1524,-1 5-1472,0-5 1,-1 8 0,0-3 0,-1 3 0,0 3 0,3 1 0,2 1 293,2-1 0,2-1 0,6-2 0,3 0-369,4 1 0,10-1 0,7-1 0,6-1-257,5-2 1,5-4 0,0 4-1,-2 0-462,0-1 1,-9 4 473,-6-3-521,-5 9 1,-12-2 0,-7 5 0,-11 2 0,-15 1 0,-11 1 0,-9-3-373,-6 0 0,1-6 504,-2 1 0,9-2 0,7-3 0,7-3-1958,4-4 1562,13-2 0,4-2 579,18 0 0,18-18 0,9-8 0,7-1 0,0-1 0</inkml:trace>
  <inkml:trace contextRef="#ctx0" brushRef="#br0" timeOffset="70">15912 11162 7772,'-4'-13'2392,"-2"2"1110,0 3-3257,3 3 0,-8 5 0,4 1 1,-1 5-1,0 6 0,-2 7 0,-1 6 1,-1 5 272,-1 7 0,3 2-199,1 11-143,-2-9 0,10 12 0,-3-9 0,3-1 0,1 0 0,1-4 0,3-2-146,4-5 1,5-10-1,2-6 1,2-4 0,1-3-1,1-5 2,0-3 0,-2-4 0,3-5 0,2-8 447,1-6 1,6-8 0,0-4 0,0-6 217,1-5 0,-4-4-359,2-5-305,-2 4 1,-7-5 0,-3 6 0,-7 1 0,-5 1 0,-5 5 0,-7 4-174,-9 6 0,-6 12-1925,-6 8 1090,3 5 1,-4 7 0,6 1 0,0 5 0,2 6-3278,2 7 4252,5-1 0,-3 21 0,6 1 0</inkml:trace>
  <inkml:trace contextRef="#ctx0" brushRef="#br0" timeOffset="71">15875 11432 7875,'-12'0'1256,"1"-1"0,1-2 2631,2-1-2018,5 0 0,-1 4 0,8 0 130,4 0 1,5 2-1508,3 2 0,3-3 1,6 3-1,1-3 0,1-1 1,2 0-494,-2 0 0,-1 0 0,-1 0 0,0 0-1029,-1 0 0,-5 0 1,-2 0-1,-4 0-1119,0 0 0,-1 0 0,-1 2 2149,-3 2 0,-46 3 0,-17 5 0</inkml:trace>
  <inkml:trace contextRef="#ctx0" brushRef="#br0" timeOffset="72">24071 13328 7862,'-18'-6'0,"-1"1"0,-4-5 0,1 3 1463,1 2 0,6 1 0,-1 4 1,4 1-1,3 3 0,7 3 1957,4 0-3206,11 4 1,6-6 0,8 5-1,5-2 1,7 0 0,6-1 0,6-3-1,1-2 1,3-2 183,2 0 1,3-2-1,3-2 1,4-4 0,-30 3-1,0-1 1,4 0 0,0 0-336,3-1 1,1 1-1,-2 0 1,0 0-1,1 0 1,0 0 0,-2 0-1,0 1 1,2 0-1,0 0 1,3 1-1,0 1-123,4 1 1,-1-1 0,-2-2 0,-1 0 0,1 1 0,-1 0 0,0-1 0,-1-1 0,1 0 0,1 0 0,0 0 0,1 1-126,1 1 0,-2 0 94,-6-2 0,-2 1 1,0 4-1,-2 0 1,24-3-1,1 3 1,2 1-1,4 0 1,-1 1-1,-4 2 1,-3 3-98,-4 0 1,3-2 0,8 3 0,-31-4 0,0 0-1,1-2 1,0 0 0,-1 0 0,-1 0 258,34-1 1,-4-4 0,-10-2-1,-6-1 289,-3-2-205,-7 3 1,7-3-1,-3 5 1,-1 1 0,-7 2-1,-5 1 1,-7 1 528,-3 3-932,-4-3 0,-4 10 1,-1-4-1,-1 1 1,-1-1-1,-4 0-3463,0 0-844,3-4 4555,-7 2 0,-2-16 0,-7-2 0</inkml:trace>
  <inkml:trace contextRef="#ctx0" brushRef="#br0" timeOffset="73">27443 13057 9307,'14'0'1055,"1"0"0,2 1 0,2 2-473,3 1 1,13 0 0,7-4-1,11-1 1,13-2 0,-28 1-1,0-1-500,4-1 1,0 1-1,-2 1 1,-1 1 0,-2-1-1,-1 0 1,24 1-83,-14 1 0,-16 5 0,-20 5 110,-13 5 0,-12-2 1,-19 5-1,-13 0 1,-13 2-1,24-8 1,-2 0 352,-4 0 0,0 0 0,1-1 0,1-1 1,-1 0-1,1 0 0,4 1 0,1 0 1,-25 11-1,10 0 352,7-2-1487,16-5 0,9 3 0,15-5 0,6-3 0,7 0 0,3-3 0,5-2 0,1-2 672,3-2 0,18-28 0,5-7 0</inkml:trace>
  <inkml:trace contextRef="#ctx0" brushRef="#br0" timeOffset="74">26409 13931 7912,'7'-9'1943,"-3"1"226,-3-1 1,4 2 0,-1-1-907,-2-2 0,-2-1-974,-4-1 0,-3 5 0,-6 1-249,-4 1 1,2 4-1,-4-3 1,0 2-1,0 4 1,-4 0-138,-5 2 0,1 6 0,-5-2 0,2 3 0,2 1 0,-1 2 15,0 2 1,1 1 0,3 6 0,2 3-1,2 1 1,5 2-8,2 0 1,6 5 0,1-2-1,2-1 1,2-2 0,3-5 13,4-3 1,3 1 0,5-7 0,0-3 0,1-4 0,-1-2 350,0-4 0,2 0 0,2-2 0,4 0 1,0-2-1,1-2 81,0-4 1,3-3 0,0-1 0,1 0-1,0-1 1,-1 0-274,1-4 0,-1 2 0,0-5 1,-4-2-1,-3-1 0,-4-2-538,0 0 385,-1 1 0,-1 0 1,-3 3-1,-4 1 0,-3 3 1,-1 2-1,0 1 167,0 2 1,0 3 415,0 1 1,-1 5-329,-3-1 1,-3 8-1,-4 5-139,3 2 1,-2 1 0,6 0 0,2 2 3,0 2 0,-2 3 0,0 5 1,1-2 236,2-2 1,1 1 0,1 2 0,2-1 366,1-2 1,7-5-1,0 2 1,4-4-310,0 0 0,4-6 0,2-3 1,2-3-347,2-1 0,-2 0 0,-1 0 0,-2 0 0,2 0 0,-8-4 0,-2 0 0,-2 0-6290,-4-2 2341,5 5 1,-9-6 3948,2 3 0,-30-25 0,-8-10 0</inkml:trace>
  <inkml:trace contextRef="#ctx0" brushRef="#br0" timeOffset="75">23874 13278 10628,'0'7'3240,"0"-1"-1784,0-6 74,0 0 578,0 5-1598,0-3 1,0 2-352,0-8 0,0-3 1,0-6-241,0 1 0,0-4 0,0-1 0,0 1 35,0-2 1,0-1 0,0-6 0,0 1-1,0-1 1,0 0 228,0 1 0,0-1 0,-1 1 0,-2-1 1,-1 0-1,1 1 131,2-1-365,-5 1 0,5-1 1,-3 2-1,2 1 0,2 1 1,0-1-1,0-1 0,0 0 1,0 2-234,0 5 0,0-2 0,0 1 0,0-1 0,0 0 0,0 3 155,0 1 0,-1-2 0,-2-2 0,-1 0 23,1 1 0,2-1 0,1 3 0,0-3-1,0-1 1,-1 2-1,-2-2 1,-1 0 61,1 0 1,0 3 0,1-5-1,-2 1-2,1 0 1,2 1 0,-1 3 0,-1-5-71,-1-2 0,0 3 0,4 0 0,0 1 48,0 0 0,0-1 1,0-4-1,0 2 31,0 2 0,0 5 0,0-3 0,0 2 41,0-1 0,0-3 1,-1 2-1,-2-1 7,-1-3 0,0 3 0,4-2 0,0 0 111,0-3 1,0 0 0,0 0 0,0 3 2,0 0 0,0 2 0,0-2 0,0 5-51,0 2 1,0-2-1,0-1 1,0 2-65,0 2 0,0 0 1,0 1-1,0-2-56,0-2 0,0 2 1,0-2-1,0 2 76,0 2 0,0-4 1,0-1-1,0 2 1,0 1 1,-4-2 0,0-2-1,0-1-57,-2-3 0,5 3 0,-3-1 0,2-2-25,2-2 0,0 4 0,0-1 0,0 0-70,0-3 1,0 1 0,2 1-1,0 2 94,2-2 1,1 3 0,-5 0 0,0 1 67,0 3 0,0-4 0,0-1 0,0 0-1,0-1 0,0 5 1,0-6-1,0-2-2,0-4 1,0-2 0,0 3 0,0-2-49,0 2 0,0-1 0,0 2 1,0 0 29,0 3 1,0 3 0,0-2-1,0 3 172,0 1 1,0-3-1,0 5 1,0-1-48,0 0 0,0 2 0,1-6 0,2-1-121,1-1 0,0-2 1,-4 1-1,0-2-82,0-3 0,0 3 1,0-3-1,0 3 60,0 2 1,-1-1 0,-2 2-1,-1 1-38,1 2 1,0 5 0,0-2-1,-2 3-282,-2 2 1,4 0 0,-2 1-1,1 1-493,0 2 0,-4 4 0,2-3-2416,-1 2 3228,5 1 0,7 9 0,9 2 0</inkml:trace>
  <inkml:trace contextRef="#ctx0" brushRef="#br0" timeOffset="76">23468 9144 7915,'-12'-6'268,"-1"5"1,2-5 0,3 1 0,4-3 431,3-3 1,1-2-1,0 1 1,1 1-1,3 1 216,4 2 1,3 6-1,2-3-158,-1 4 1,0 2 176,1 4-693,-1 1 1,-4 8 0,0 2 0,0 5-1,1 4 1,-3 3 0,0 5 1214,-3 3-1387,-2 6 1,-1-2-1,0 5 1,0 0 0,0-1-1,-1-3 1,-2-4 0,-1-5-1,0-3-545,-2-3 372,5-7 1,-5-8 0,5-11 427,-3-7 1,3-8 56,-3-1-308,2 0 0,2-1 0,0 1 0,0-1 0,0 1 1,2-1-1,2 1-74,4-2 1,3 5-382,1-4 287,0-2 0,5 5 0,1-2 0,1 2 1,4 3-89,4 3 0,-1 3 0,4 5 0,-1 0-269,0 0 0,0 5 153,-5 3 0,1 3-26,-1 2 209,-5 4 1,-1 3-1,-7 4 1,-3 1 0,-3 1 175,-4 2 0,-11 3 1,-3 3-1,-7-1 239,-5 1 0,-6-4 205,-5-1 0,-7-3-37,-2-2-201,-3-10 0,-1-3 0,0-11 0,1-2 0,4-3 619,7-7-1246,6-1 1,12-4-1,4 4-2205,5 1 0,6 1 501,8 3 2064,3 2 0,26-13 0,12-5 0,2-4 0,0 1 0</inkml:trace>
  <inkml:trace contextRef="#ctx0" brushRef="#br0" timeOffset="77">23874 12651 9220,'-4'-8'6590,"0"-1"-3345,-6 7-1389,9-4 286,-5 6-1208,6-5 1,2 3 0,2-2-586,4 3 1,4 1-1,3 0 1,3 0-161,1 0 1,3 0 0,6 0 0,2 0-175,1 0 0,3 0 1,6 0-1,1 0-222,-1 0 0,-8 0 1,-3 0-1,-4 0-123,-5 0 0,-2-2 1,-6 0-58,1-2 267,-6 0 12,-2 4 1,-5-2-678,0-2 171,0 3 638,-5-5 89,3 6 1,-5 0 9,3 0 201,3 0 100,-5 0-57,6 0 1,-1 0-209,-3 0 1,1 0-1,-4 2-423,2 2 0,1-2 143,4 7 0,0-5-59,0 4 112,-6 0 0,5 0 0,-3 1 0,2 2 0,2 2-255,0 4 347,0-1 0,0 0 0,0 2 0,0 1 0,0 5-6,0 3 1,0-1-1,0 3 1,0-2-30,0 2 1,0-2 45,0 6 1,0-6 0,0 2 0,2-3 28,2-2 1,-3-3-36,3 0 1,-1-6 33,1 1-60,-2-2 0,3-2 1,-4 0 54,4 1 243,-4-1-101,4-5-388,-5-2 0,0-6-1187,0-3 1029,-5 2-720,4-3 0,-6 6 0,4 3-877,-1 5 0,0 1-36,4 3 625,0-1 719,0-5 635,0-2 0,22-65 0,-9 23 0,1-1 0</inkml:trace>
  <inkml:trace contextRef="#ctx0" brushRef="#br0" timeOffset="78">23456 8811 7859,'-13'0'-1397,"1"0"1273,0 0 0,5-1 105,3-3 496,2 2 148,2-9 1,-5 10 97,-3-3-512,2 3 0,-1 1 0,5-2 434,-2-2 1,-2 3-1,3-5 1799,-1 1 257,0 3-1319,4-3-657,0 5-571,6 0 0,-4 1 0,7 2 0,0 3 1,3-1-1,3 1 0,5-4 391,3 0 0,0-2-359,10 0-182,0 0 0,4 0 0,0-2 0,0 0 0,-2-3-88,-2 3-233,2-5 1,-9 5 0,2-2 0,-6 3 0,-6 0-898,-2-3 870,-2 2 573,-5-3 53,-2 5-390,-5 0-422,-5 0 340,4 0 44,-5 0 749,6 0 163,0 0-766,-5 0 0,3-2-19,-2-2 0,-1 2-223,1-7 204,-1 7 1,1-9 0,-1 1 0,-1-4 0,0-2-140,-1 1 139,-1 1 0,-1 2 0,1 0 0,0-1 1,0 1-393,-1 0 1,3-1 0,-4 2-1458,2 3-865,0-3 2752,1 10 0,23 1 0,12 7 0</inkml:trace>
  <inkml:trace contextRef="#ctx0" brushRef="#br0" timeOffset="79">25917 13783 7958,'-12'0'1659,"-1"0"2437,1 0-3735,5 0 1,3 0 0,9 0-1,6 0 1,6-1 0,2-2 0,3-1 660,1 1 0,2-2-347,-1 0-548,1 1 1,0 4 0,-1-1 0,-1-2 0,-1-1 0,-1 1 0,-1 2 480,-1 1-648,5 0 1,-7 0 0,5 0 0,-3 0 0,1 0 0,-3 0 0,3 0-230,-1 0 0,0 0 0,1 0 0,-3 0 0,-4 0 0,0 0-174,-1 0 0,-1 1 475,-3 3 160,3-2 585,-10 3-463,5-5 0,-6-1-35,0-3-115,0 2-193,0-3-3,0 0 1,-1 3-6,-4-2 209,4 3 55,-4 1-53,5 0 1,-2 0 155,-2 0 77,3 0-195,-5 0 0,5 0 19,-3 0-340,2 0 243,-3 0-255,0 0 1,2 0-1,-4-2 35,2-2 47,0 3 0,0-6 1,-3 4-1,-3-2 1,-2-2 12,1-3 1,0-1 0,-2-1 0,-1 0-160,-1 0 1,-2-1-126,2 1 1,2 1 0,-3 1 0,4 4-2171,1 0 0,3 2 1400,1 4 1,5 1-968,-1 4 1060,3 1 987,1 7 0,33 26 0,8 8 0</inkml:trace>
  <inkml:trace contextRef="#ctx0" brushRef="#br0" timeOffset="80">10337 15912 8038,'-5'-7'919,"2"-2"0,-4 3 0,2-1 2644,2-2-3381,2 3 0,1 2 1,0 8-1,0 4 1,0 3-1,1 3 380,3 2 1,-3-1 0,4 6-1,-4 1 1010,-1 1-1333,0 2 1,0 1-1,0 1 1,0 2-1,0-1 1,0 3-1,-1 0 1,-2 0 0,-1-3-602,1-6 0,0 1 1,0-4-1,-1 0-2091,2-2 0,2-9 2453,4-4 0,19-57 0,-7 18 0,1 1 0</inkml:trace>
  <inkml:trace contextRef="#ctx0" brushRef="#br0" timeOffset="81">10239 15580 7959,'-19'-9'998,"2"3"0,5-1-7,4 0 1,5 4 0,10-1-992,5 3 0,24-2 0,9 0 0,2 0 0,0-1 0</inkml:trace>
  <inkml:trace contextRef="#ctx0" brushRef="#br0" timeOffset="82">10965 15678 9278,'-7'-1'1265,"3"-3"1,3-5 1501,1-2-2575,0-6 0,0 2 0,0-4 0,-2-1 0,-2 1 0,-4-1 0,-4-1 1,-6 2-1,-5 0 65,-5 0 1,-5 4-1,3 0 1,0 5-1,0 6 1,3 4-403,1 4 1,5 8 0,2 10 0,3 6-1,5 4 1,5 5 62,5 4 1,1 5 0,1 6 0,3 2-1,5 1 1,2 0 387,1-3 1,0-6 0,0-4-1,-1-2 1,-1-4 0,-3-2-479,-2-3 1,1 1 0,-4-6-1,3 0 1,-3-4 0,0-3-2550,-2-4 1,0 0 2720,0 1 0,-11-13 0,-3 1 0</inkml:trace>
  <inkml:trace contextRef="#ctx0" brushRef="#br0" timeOffset="83">10620 16023 7975,'0'-9'920,"0"1"161,0-1 0,2 2 0,2 0 1,4 2-1,3 2 0,3 1 2450,2 2-3848,-2 0 0,10 0 1,-1 0-1,5 0 1,1 2 316,1 2 0,1-14 0,6 2 0</inkml:trace>
  <inkml:trace contextRef="#ctx0" brushRef="#br0" timeOffset="84">12368 15863 7916,'1'-7'302,"2"1"1,2 2 0,1-1 3861,-1-2-3535,-1-1 1,-4 0 0,0-1 0,0 0-1,0-2 22,0-1 1,-5-1 0,-3 2 0,-3 2-597,-2 1 0,0 3 0,-2-1 0,-3 0 1,0 3-1,-1 2-252,0 1 0,-2 5 0,-3 5 0,1 5 0,1 6 0,1 2 22,-1 1 1,3 2 0,0 2-1,3 2 1,3 0 0,5 1 280,3 1 0,0-3 0,5 2 0,0-1 0,2-3 0,2-2 1078,4-4-976,9 2 1,-2-11 0,4 0-1,0-6 1,-1-5 0,1-1-1,-1-1 1,1-3 0,-2-6 83,1-5 0,0-3 0,-3-3 0,1-1 1,0-3-1,-4-2-351,-4-1 0,2 6 0,-6 2 0,-2-1-262,0 2 0,-2 2-44,0 4 1,0 8-1,0 5 189,0 7 0,4 9 0,1 5 0,1 2 472,-1 1 1,5 1 0,-2-2 0,3-1 110,1-1 1,1-6 0,-2 1 0,-2-2-412,-1-2 1,-1-4 0,3-1-1,-3 0-2047,-2 0 1,1-5 2050,-2 3 0,8-37 0,7-9 0</inkml:trace>
  <inkml:trace contextRef="#ctx0" brushRef="#br0" timeOffset="85">12798 15937 14328,'-6'0'2623,"-5"0"-2623,9 0 0,30 0 0,13 0 0</inkml:trace>
  <inkml:trace contextRef="#ctx0" brushRef="#br0" timeOffset="86">13155 15469 7916,'-8'-8'422,"0"-1"1,0 0 0,1-2 3107,3-1-2655,2-1 1,4 7 0,1 3-417,1 6 1,1-1 0,-2 6 0,1 2 0,0 1 0,0 1 18,0 1 1,2 0 0,-4 2 0,3 3 0,-1 1 0,0 3-154,0 1 1,1 3 0,-2 2 0,3 2 0,-1 0 0,0 1-211,-2 1 0,0-4 0,0 4 0,1-2 0,-2-3 0,0-2-220,-2-5 1,4-2 0,0-5-1,-1-1 263,-2 0 1,-2-5 522,-3-3 0,-3-4 1,-4-4-524,3-4 1,2 1 0,6-1 0,0-2-1,0-1 1,0-1-576,0 0 341,0-1 0,2-4 1,2-3-1,3 0 1,1-1-1,0 1 0,2-1-68,0 1 1,-1 3 0,-1-2 0,1 2 104,2 1 0,2 3 0,-1 2 1,2 1-67,2 2 1,-2 5 0,4-1-1,-2 3 1,0 1 0,2 5 1,-1 4-1,2 1 31,0 3 0,3-1 1,-5 2-1,3 1-201,1 1 1,-3 2 0,0-3-1,-2 1 140,1-1 1,-5 3 0,-4-1-1,1-1-40,-3 2 0,0-3 0,-7 4 1,-4 0 32,-3 0 1,-4 0 0,-5 2 0,-4-3 192,-7 0 0,-3-5 0,-6 4 1,0-5 336,0-4 0,2-2 0,2-6 0,3 0 264,0 0 1,8 0-1,-2 0 1,5 0 101,4 0 1,2-2-1441,0-2-1961,1-3 0,6 0 0,6 3-4985,7 3 7631,4-4 0,34-19 0,9-9 0</inkml:trace>
  <inkml:trace contextRef="#ctx0" brushRef="#br0" timeOffset="87">11912 15592 7979,'0'-8'1275,"2"1"1,2 0-283,4 0 1,3 3 0,1-3 0,2 0 231,2 1-1028,4 3 0,0-4 0,1 4 0,-1-1 0,1 0 0,-1 0 0,1 0 66,-2 1 0,3 2 0,-6-1 1,-1 0-364,-1-2 0,2 0 0,1 4 0,-2 0-293,-2 0 0,0 0 0,-1 0-341,0 0 0,-4 0 51,1 0 941,-7 5 498,4-4-435,-6 5 16,-6-6 0,4 0 263,-7 0-469,7 0 1,-5 0-1,3 0 305,-4 0-394,2 0 1,-5-4 0,3-2 0,-3 1 0,-1-2 1,-1 0 0,1-1 0,0-4 0,-2-1-255,-2 1 1,2 0-237,-2-1 1,-1 1 113,5 0-3209,-3-6 3542,8 4 0,28-3 0,7 4 0</inkml:trace>
  <inkml:trace contextRef="#ctx0" brushRef="#br0" timeOffset="88">13081 15297 7986,'-5'-7'289,"0"0"0,-5 4 1,3-2-1,0-1 2038,0 1 1,5-1-277,-2 2-1419,2 3-419,2-5 1,6 6 0,2-1 0,3-2-1,1-1 1,2 1 0,1 2 254,1 1 0,6-1 1,-1-2-1,2-2-433,2-2 1,-1 4 0,1-3 0,1 2-63,2 0 0,0-4 0,3 4 0,1 1-83,-1 2 0,-3 1-554,0 0 459,-2 0 0,-3 0 0,-2 0 0,-5 0 0,-2 0-178,-2 0 934,-5 0-183,-1 0-323,-6 0 0,-2 0-185,-2 0-283,3 0 308,-5 0 177,6 0 0,-1 0 157,-3 0-30,3 0 1,-6 0-62,3 0 1,1 0 0,-4-2-1,0 0 32,0-2 0,-1-6-73,-4 2 0,-6-3 44,-2-1-103,-4 5 1,0-4 0,-1 3 0,0-3 0,-1-2-35,-2 1-156,7 0 1,-6 4-1,10-1 1,2 1-1,2 1-4937,0 3 2253,7-3 2846,0 12 0,50 1 0,11 13 0</inkml:trace>
  <inkml:trace contextRef="#ctx0" brushRef="#br0" timeOffset="89">14669 15481 7944,'-12'0'337,"-1"-1"1,1-2 0,0-1 1541,-1 1 1,5 1 0,3-1-501,3-1 1,9 0-657,10 4-495,5 0 0,-3 0 1,5 0-1,2 0 0,2 0 1,0 0-1,0 0-301,-2 0 1,-2 0-1,1 0 1,0-2-1422,-1-2 1,1 3 232,-1-3 245,-5 2 0,1 2 0,-5 0 1016,1 0 0,-32 0 0,-13 0 0</inkml:trace>
  <inkml:trace contextRef="#ctx0" brushRef="#br0" timeOffset="90">14743 15715 7962,'-7'-7'4093,"2"-4"1,6 10-3160,3-3 0,4 2-646,9 2-808,-4 0 1,12 0 0,0 0-1,6 0 1,6 0 519,4 0 0,17-9 0,10-3 0,-18 2 0,1 1 0,-1 0 0</inkml:trace>
  <inkml:trace contextRef="#ctx0" brushRef="#br0" timeOffset="91">15875 15444 8002,'-12'0'0,"-1"0"0,0 0 791,-4 0 1,2 0-1,-5 0 1,-1 0 101,2 0 1,-4 7 0,2 4 0,-2 5 251,-2 4-949,1 0 1,5 9 0,4 1 0,5 1 0,6 4-1,3 0 1,3 2 1481,7 0-1470,4-6 1,12-1 0,1-5 0,1-2 0,3-2 0,0-6 0,2-4 954,-1-3-1018,-3-5 1,6 2 0,-4-6 0,0-5-1,0-6 1,-1-7 0,1-6 684,3-3-853,2 2 0,1-10 0,-3 5 0,-5-2 0,-2 0 0,-2 0 1,-5 2-685,-7 2 0,-5 3 464,-7 1 288,0 1 0,-11 1 0,-7 2 0,-8 5 0,-8 2 95,-6 2-67,-3-1 1,-7 2 0,2 3 0,3 3 0,4 1 165,3 0 0,2-1 1,4 7-1,3 1-692,3 1 0,7 5-583,2-1 0,4-1 1,2 1-2517,3 2 0,3 1 3552,10 1 0,29-5 0,12-1 0</inkml:trace>
  <inkml:trace contextRef="#ctx0" brushRef="#br0" timeOffset="92">17795 15481 8060,'-17'7'232,"1"-1"0,1-2 1,1 0-1,2-2 2418,0 0-749,-1-2 1,1 0 2084,0 0-3150,5 0-509,7 0 1,8 0-1,8 0 1,5 0 0,2 0-1,3-2 1,2 0 270,0-2 0,5 0 1,-3 4-1,0-2-266,0-2 1,3 3-39,-4-3-230,5 2 0,-7 2 0,6 0 1,1 0-1,1 0 0,0 0 0,1 0-233,2 0 0,2 0 1,-3 0-1,-1 0-290,1 0 0,-1 0 133,-3 0 1,2 0-1,-3 0 1,-1-1-196,-2-3 0,1 1 251,-1-5 1,-1 4-1,-4-3 1,-4 1 10,-3 4 0,-4 0 17,0 2 278,-7 0 0,-1 2-170,-10 2 1,-1-2 0,-7 7 0,1-1-1374,0-1 1,-1 4 265,1-3 1,0-1-2287,-1 1 2494,1-5 1033,0 2 0,21-60 0,-1 21 0,-1 0 0</inkml:trace>
  <inkml:trace contextRef="#ctx0" brushRef="#br0" timeOffset="93">17622 15334 8054,'-16'0'55,"0"0"0,1 0 0,1 0 1373,2 0-1031,5 0 0,3 4 0,9 0 0,6-2 1,6 0-1,2-2 610,3 0 1,2 0 0,5 0 0,4-2-338,2-2 0,2 3 0,0-4 0,0 0-276,0 1 1,0 0 0,-2 4 0,1 0-307,1 0 0,-3 0 1,7 0-1,-1 0-2,1 0 0,4-4 1,7 0-1,3 0-181,1-2 0,-6 4-518,-1-6 347,-5 5 1,-4-7 0,-5 6 0,-7 1 0,-9 2 0,-5 1-451,-2 0 1,-5 1 759,-3 3-77,-3-2 0,-6 3-211,-4-5 1,-1 0-1,-3 0-997,1 0 0,4 0-506,-1 0 0,1 0 1747,-4 0 0,-6 6 0,-1 1 0</inkml:trace>
  <inkml:trace contextRef="#ctx0" brushRef="#br0" timeOffset="94">18841 15149 8034,'-14'0'0,"-1"0"0,-1 0 0,1 0 1253,1 0 0,2 0 1,1 1-1,3 3 1,5 3-1,7 1 861,8 1 1,6-1-1916,7 4-196,5-5 1,5 4 0,6-4 0,-1 1 0,-2-1 0,-1 0 0,0-2-145,0 1 1,-2-1 0,-2-2-1,-4 1-58,-3-1 0,-1 2 1,-2-1 72,-3-1 1,-6 2 254,-6 0-119,-5-1 1,1-4 0,-8 0 0,-4 0 0,-5 0-9,-3 0 0,-4 5 180,-9 3-155,-3 9 0,-5-2 1,-1 5-1,-1 1 0,-1-1-174,4 1 1,5-6-1,6 1 1,2-2-3071,2-2 1097,9 1 1,8-7 2119,8-2 0,30-30 0,13-8 0</inkml:trace>
  <inkml:trace contextRef="#ctx0" brushRef="#br0" timeOffset="95">17426 15309 7986,'0'-12'744,"0"-1"1849,0 1-1925,0 5 0,-2-1 0,-3 9 0,-6 8 0,-6 6-140,-2 4 1,-1-2-387,-5 8-56,1-3 0,-5 8 0,-1-5 0,0-1 1,0 1-1,4 0 0,4-1-135,5 1 1,5-6 0,4-1-1,5-2 1,6 0 0,6 0 202,6-3 1,10-2-1,9-1 1,6-3 590,5-2 1,3-1-1,1-4 1,0 0-283,1 0 1,-5-4-1,-2-1 1,-2-1-1022,-5 1 1,-6-4 0,-8 5 0,-2 2-1978,2 0 1,-4 2 2534,-2 0 0,-13-38 0,-4-10 0</inkml:trace>
  <inkml:trace contextRef="#ctx0" brushRef="#br0" timeOffset="96">21154 15186 6229,'9'-2'2495,"-1"-2"-1039,-5 3-627,2-4-353,0 5 0,-3-2 0,3-1 347,1-1 0,-5-5 0,5 1-470,-1-3 0,-4-2 1,4 1-1,-5 1-237,-5 3 1,-1-2 0,-7 5 0,0-1-52,-4 1 0,-2 1 0,-7 5 0,-3 5-277,-3 6 0,-4 2 0,-2 7 0,-2 4 25,-1 2 0,0 8 0,5-3 0,4 4 320,3 1 0,8 0-15,5 0 8,8 0 1,-2-6-1,8-2 1,3-5-1,7-3 1,7-5-1,6-3 516,2-5 1,7-3-100,3-5 0,4-5-30,4-3-243,-3-3 0,4-7 1,-5-3-1,-1-2 1,-3-3-142,-5-2 1,-3 0-1,-4-3 1,-5 1 42,-2 2 0,-8 8 384,-1 3-617,-4 4 0,-1 17 215,0 8 1,1 9-1,2 3 1,2 1 576,2-1 0,6-3-587,3-1 0,6-4 0,-2 0 0,4-2-252,0-2 1,5-5-1077,0-3 0,-1-3 0,-4-1 0,-4 0-1120,-3 0 0,-4-5 1247,0-3 1057,-7 2 0,-17-49 0,-9-6 0</inkml:trace>
  <inkml:trace contextRef="#ctx0" brushRef="#br0" timeOffset="97">20687 14903 8005,'-13'-6'523,"1"4"0,0-7 3035,0 0-3132,5 3 1,3 1-1,8 5 1,5 0 0,6 1-1,6 2 1,3 2 0,6 1-1,7-1 1402,7-2 1,9-1-1079,5-2-686,-3 0 0,-1 0 1,-6 0-1,-3 0 1,-4 0-1,-4-2 1,-5-1-499,-8-1 193,-5 0 0,-13 3 0,-6-2-60,-7-1 467,-4 0 0,-1 3 1,0-2-1,-1-3 1,1 1-1,-2-2 1,-1 0 141,-1-2 1,-5 2 0,5-1-1,-1-1-88,0 3 1,2-5-1025,-6 2 31,6 4 1,-3-5 0,7 5 0,2-1-1611,1 1 0,2 1 0,2 4 2383,8 0 0,66 0 0,-26 0 0,-1 0 0</inkml:trace>
  <inkml:trace contextRef="#ctx0" brushRef="#br0" timeOffset="98">22003 14509 8005,'-8'-12'377,"1"-1"0,1 2 0,0 2 835,1 1 1,2 5 0,7 0-1,4 6 1,5 7-470,3 5 1,-1 9 0,4 10 0,0 6 142,0 5 1,-4 0 0,2 3 0,-3 4-307,-2 3 1,-5-3 0,-3 2 0,-3 0-218,-1-1 1,0-4-1,0-5 1,0-3-746,0-5 1,-1-6 0,-2-10-2810,-1-3 536,0-4 1,4-11-1486,0-6 2987,0-1 1153,5-5 0,8-19 0,6-11 0</inkml:trace>
  <inkml:trace contextRef="#ctx0" brushRef="#br0" timeOffset="99">21893 15370 7961,'-13'-1'1074,"1"-2"2391,0-1-705,5-5-2133,2 7 0,0-5 0,3 5 1,3-2-1,7 1 0,7 2 271,6 1 1,9 0 0,7 0-1,8 0-630,7 0 1,0-5 0,4 1 0,1 0-73,3-1 1,-2 2-1,3-4 1,-7 0-169,-8 1 1,-9 1-798,-8-3 209,-14 5 1,-4-3 0,-12 3-1,-4-1-2898,-3 1 258,-3 2 1534,-1 1 1,0 1 1665,-1 3 0,12 3 0,2 5 0</inkml:trace>
  <inkml:trace contextRef="#ctx0" brushRef="#br0" timeOffset="100">23000 14620 7927,'-4'-15'138,"-1"2"0,-1 2 1,-1 2 3289,1 1-2830,3-3 1,-3 11 0,8 1 0,0 9-1,4 6 1,1 5 0,2 3 957,2 4 0,0 7-882,-3 2-270,3 0 0,-8 7 0,4-5 0,-2 4 0,-2 1 1,-1 2-1,-2 1 1402,0-2-1708,-6-3 0,3-11 1,-4-2-1,1-4 1,-1-6-1,-3-7 1,1-8-1,0-6 52,5-7 0,-1-7 1,1-6-1,1-4-331,2-3 1,6-1-557,3 2 648,3 2 0,2 0 0,-1 7 1,0 1-1,2 3 0,1 1 0,1 3-144,-1 3 0,5-2-135,0 6 157,3 0 0,6 5 0,0 4 0,-2 3 0,-1 4-738,-1 5 521,-1-4 0,4 9 0,-4-4 0,-5 1 0,-5 3-148,-6 1 0,-2 2 0,-8-1 1,-3 1 375,-7 0 0,-12-5 347,-9 1 1,-8-6-1,-4 1 1,-3-4 535,-1-3 0,0-4-297,0-5 1,5-1 699,3-3-1202,8 2 0,5-7 0,8 3-5065,8-1 4084,11 5 1,14-4 0,13 6 1096,10 0 0,18-18 0,11-8 0,-17 8 0,0 0 0,1 0 0</inkml:trace>
  <inkml:trace contextRef="#ctx0" brushRef="#br0" timeOffset="101">22840 14472 7921,'-8'0'115,"0"0"917,-2 0-115,-1 0 1,3 0-1,0 0 1,0-1 3746,1-3-3938,-4 2 0,11-3 551,0 5-1014,0 0 0,15 0 1,0 0-1,7-2 1,8-2-1,7-4 0,7-1 315,5 0-511,8-7 1,4 8 0,3-9-1,-4 5 1,-7 2 0,-6 4 0,-6 0-1257,-3 3-644,-12 2 1325,-8 1 0,-13 1 0,-5 4 1,-1 3 934,-3 3 76,-3 1 1,-1-1-103,0-3 0,5-1-161,-1-3 314,-3-3 265,6 5-131,-5-6-425,6 0 1,0-1 0,-1-2 0,-2-3 0,-2 1 244,-2-1 1,-2-3-632,-3 1 0,0 1-786,0-1 713,-6-1 0,-1 1 0,-6-1 0,0-2 0,1-2-243,-1 2 0,1 2 0,-1-3 0,2-1-851,2 1 0,-1 5-1418,6 3 2708,5 3 0,27 17 0,12 5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7:10:07.948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0 263 8989,'0'-8'1563,"0"2"-1017,0-1 215,0 6-489,0-6 1,0 5 486,0-2-282,0 2 1,0-5 43,0 7 0,0 0-202,0-6 115,0 4-201,0-4 121,0 6 1469,0 0-1815,7 0 1,-4 0-101,7 0 1,-5 0 85,4 0 0,-4 0-55,5 0 0,-5 0 103,4 0-10,1 0 0,5 0-67,-1 0 0,-4 0 68,0 0 1,-5-5-41,4 0 1,-4 0 38,5 5 0,-5 0-5,5 0 0,-6 0-44,6 0 1,-5 0-18,5 0 0,-5 0-163,4 0 0,-4 0-73,5 0 114,0 0 64,4 0-36,1 0 70,-1 0 9,1 0 13,-1-6 1,-4 4-15,0-3 24,-7 4 0,5 1-32,-3 0-141,-3 0 121,4 0-188,1 0 89,-6 0-160,12 0 211,-11 0 0,6 0-180,-3 0 161,-4 0-70,6 0 274,-7 0 0,2 0-118,2 0 274,-2 0 29,4 0-21,-6 0 662,0 0-1054,-6 0 82,4 0 26,-11 0 1,10-5 1,-7 0 1,6-1-113,-6 1 0,5 1 74,-5-5 1,5 5-15,-4 0 0,4-4 195,-5-2-103,0 3 1,-4-4 0,-1 6 0,6-5-13,-1 6 35,0-8 0,-3 9-149,3-7 0,-3 5-564,4-4-560,2 5 877,-6-9 1,12 10-1918,-4-6 1254,3 5 1055,2-2 0,20 19 0,4 3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7:10:09.564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15 263 10111,'-8'0'1662,"2"0"-1406,6 0 1,0-2 257,0-3 162,0 4-97,0-6-146,0 7 2453,0 0-2805,6 0-259,2 0 136,7 0 0,-1-5-92,1 1 1,-5-1 6,-1 5 0,1 0 2,5 0 1,-6 0 72,1 0 19,0 0 1,4 0-16,1 0 1,-5 0-58,-1 0-113,1 0 1,5 0 55,-1 0 1,-4 0-176,0 0 212,-1-7 1,6 6 70,0-4 1,-6 3 1,1 2 0,-5 0-38,5 0-46,-1 0 86,6 0 1,-5-5-45,-1 0-3,-5 1-94,9 4 91,-12 0 51,6 0 1,-6 0 6,4 0 6,-3 0 11,4 0 202,-6 0 3,0 0-107,7 0 9,-6 0 78,6 0-124,-7 0 678,0 0-608,0-7 0,0 5-39,0-4-9,0 6-53,0-6 1,-2 2-24,-3-5 0,-1 4-77,-4-5 1,-3 5 65,3-5 0,-3 6-153,-1-6 0,-2 2-123,-4-2 1,4-1-150,-3 6 0,2-7-39,3 3 0,-1 2-247,1 2 0,-1 2-211,1-2-76,-1 4-75,0-6 1102,7 7 0,47-19 0,18-5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6:52:13.236"/>
    </inkml:context>
    <inkml:brush xml:id="br0">
      <inkml:brushProperty name="width" value="0.09071" units="cm"/>
      <inkml:brushProperty name="height" value="0.09071" units="cm"/>
      <inkml:brushProperty name="color" value="#3165BB"/>
    </inkml:brush>
    <inkml:brush xml:id="br1">
      <inkml:brushProperty name="width" value="0.09071" units="cm"/>
      <inkml:brushProperty name="height" value="0.09071" units="cm"/>
      <inkml:brushProperty name="color" value="#FF8000"/>
    </inkml:brush>
  </inkml:definitions>
  <inkml:trace contextRef="#ctx0" brushRef="#br0">4184 7974 7832,'-12'-4'837,"-1"-1"0,1-1 0,0 1 302,0 2 0,5 3 0,3 4 0,2 6 0,4 5-60,2 5 0,-2 4 0,5 2 0,0 2-356,0 5 1,-3 4-152,4 4-372,0-3 0,3 5 0,-1-8 0,-2-2 1,3-3-1,3-2 0,2-4 52,-1-5-197,-1-4 0,2-4 0,2-2 1,0-5-1,1-4 0,-1-4 0,1-6-148,0-5 0,-4-4 0,2-6 1,-5-1 220,-4-3 0,3 2 25,-3-6 0,-2-1 0,-2-6 0,-3 1-15,-1 3 1,0 1-59,0 6 1,-1 4 357,-3 5-318,2 10 0,-9-1 0,3 13 0,-1 3-106,0 7 1,3 12 0,3 9 0,-1 3-56,1 5 1,3 2-37,4 2 1,4 0-9,9-8 172,-4 3 0,12-16 0,0 2 0,5-7 0,2-5 470,1-7 1,-5-10 0,0-5 0,-2-3-558,-1-1 0,-10-1-1817,-3 1 1467,-8 0-6740,2 0 7090,-6 5 0,-55-4 0,-13 4 0</inkml:trace>
  <inkml:trace contextRef="#ctx0" brushRef="#br0" timeOffset="1">4024 7753 7828,'-18'-4'0,"-1"0"0,0 0 2063,3-2 0,2 5-82,2-3 0,10-2 0,9 2 0,10 0-990,7-1 1,9 2 0,0-4 0,2 0-603,2 0 0,0-1 1,0-3-1,0 2-238,0 0 1,0 3-1,0-3 1,0 4-290,0-1 1,-2 5 0,-2-3 0,-4 4-688,-3 4 553,-7-3 1,1 10-1,-6-4 1,-4 1-1,-4 1-848,-3 0 1466,-1-3 0,-4-1 446,-2-5 1,1-1 0,-5-2-1,-3-3-74,-4 0 1,0-3-567,-5-3 0,-1 0 0,-4 0 0,-1-2-461,-2-3 0,0-2-146,-4-5 1,6 3-1,0 2 1,4 1-1458,0 3 0,4 3-761,2 4 1465,7 2 1208,4 6 0,43 33 0,10 8 0</inkml:trace>
  <inkml:trace contextRef="#ctx0" brushRef="#br0" timeOffset="2">6412 7999 7852,'-5'-12'1285,"0"1"0,-1 1 0,1 2-152,2-2 1,2 6 0,2 4 0,3 9 0,5 6-1,2 6-388,1 7 1,2 3-1,1 6 1,1 0-509,-1 0 0,3 0 1,-2 0-1,1 0-148,0 0 0,-4-4 1,0-3-1,-3-3 1,-2-5-1,-1-2 107,-3-1 1,-3-10 0,-2-5-26,-3-10 0,1-10 0,-4-6 0,2-5 0,2-8 0,3-6-319,4-8 1,3-4 0,7-6 0,1 3-1,3 1 1,1 2-245,3-2 1,-6 16-1,-2 3-1163,-5 12 449,-6 17 1,2 9 0,-5 13-1,0 3 1106,0 1 0,11 7 0,3 6 0</inkml:trace>
  <inkml:trace contextRef="#ctx0" brushRef="#br0" timeOffset="3">6338 7630 7838,'-13'-12'650,"1"1"1,1 1 0,2 3 3742,0 2-2418,7 1-1324,-4 4 0,8 0 0,2 0-195,4 0 0,3 0 1,1 0-1,2 0 0,2-2 1,5 0-333,2-3 0,2 0 0,1 2 1,2-1-1,4 1 0,2 1-380,3-2 0,-3 2 0,7-2 0,-3 3 0,-2 1 0,-3-2-108,-5-2 0,-3 3 0,-5-3 0,-3 2 0,-3 2 931,-2 0 188,0 0 0,-6 0-191,-6 0-833,-6 0 608,-1 0 0,0 0-130,3 0 0,3-1-69,-3-3 1,-2 1-412,2-5 1,-1 1-1,2-2-116,-1 0 0,-6 1 1,2-3 179,-3 3 0,-1-3 0,0 3 0,-2-3 175,-2-1 0,1-2 0,-6-1 1,-2-1 37,-5 0 0,3 1 0,-4 0 0,3 0-39,1 4 0,2-1 1,2 5-1,5-1-3147,2 0 1416,2 5 1,7-2 1763,5 5 0,27 22 0,13 5 0</inkml:trace>
  <inkml:trace contextRef="#ctx0" brushRef="#br0" timeOffset="4">14706 12417 7849,'-12'0'570,"-1"0"0,1 0 0,0 0 0,-1 0 0,1 0 320,0 0 1,6-1-1,5-4 1,6-1-1,5-3-305,4 1 1,2 0 0,0-4 0,5-1-175,2 1 1,2-4 0,-1-2 0,2-1-140,3-3 0,-2 3 0,8-2 0,3-2 1,6-3-1,5-4-171,4-1 0,5-4 1,-26 15-1,0-1 1,1-1-1,0-2 1,-1-1-1,0-1 0,-1 0 1,-1-1-184,-1 1 1,0 0 0,1 1-1,1 1 1,0 0 0,0 1 0,3 0-1,0 1 1,2-1 0,-1 1 0,0 0-1,-1 0-207,-3 2 1,-1-1 0,26-16 0,-6 3 0,0 1 0,2-1-1,1 0 164,-1 1 0,3-1 1,-2 4-1,-1 0 0,-2-2 1,-7 2 201,-6 0 0,2 0 1,-4 3-1,7-2 0,5 2 1,4-1-20,-1 0 1,-1 2 0,-2-3-1,-2 3 1,-1 0 0,-3-1-191,-4-2 1,-7 0 0,3 5 0,2-1 0,3 0 0,5 2-51,1 3 218,-5-4 0,8 7 1,-6-5-1,-2 3 1,-2-1-1,-4 3 1,-4-3-1,-5 3 0,0-2 4,0-1 1,-5 5 0,10-2 0,1 0 0,2-1-1,2-1-246,4-3 0,-1 3 0,4 0 0,-3 0-7,-1 0 1,0 2 0,-3-2-1,-4 1 99,-5 3 0,-4 2 0,0-1 0,0-1 107,1-1 0,1-1 1,2 5-1,1 0 61,2-1 0,4-3 0,5-1 1,0 1 40,0-2 0,0 5 0,-1-5 1,0 1 6,-3 1 0,-3-4 1,-5 3-1,-2 2-73,-3 1 0,2-2 0,-4-2 1,1 0-27,3 1 1,-3-1 0,2 3 0,2-2 15,4 2 1,1-2 0,3 0-1,0 2 90,1 2 0,-3-4 0,2 1 1,-1 1 163,-3 1 1,-5 6 0,-2 0 0,-1-2-203,0-1 1,-3-1-1,3-1 1,0 3-64,1 1 0,-4-2 0,5 3 0,0-1-99,3 0 1,-4-2 0,1 5 0,1-3 82,1 1 1,-4 1-1,-3-2 45,-2 1-1300,-7 5 0,-3-3 1263,-8 6 0,-52-21 0,19 7 0,0 0 0</inkml:trace>
  <inkml:trace contextRef="#ctx0" brushRef="#br0" timeOffset="5">19038 9439 7788,'-13'0'263,"1"0"1,1 1 0,2 2 1218,0 1 0,7-1 349,-2-7 1,2 1-327,2-5 0,6 1-1002,2-1 0,3 1 0,1 4-71,0-1-368,1 0 0,3 4 0,2 0 0,1-1 0,3-2 0,3-3 0,3 1 0,5-2 0,3 2-133,1-1 0,1-3 0,0 2 1,0-1-1,-3-1 0,-5 1-284,-7 1 1,0 0 0,-6 5 241,-2-2 1,-9-1 243,-6 5-1162,-5 0 697,-2 0 1,2 2 0,3 1 183,-2 1 1,3 1 150,-3-1 1,2-1 0,1 4 436,-3-2 1,1 5-281,-5-2 1,4 3 0,-4 1-1,-3 2-50,-4 2 0,-2 4 1,-6 4-1,-4 2 140,-3 3 1,-3-2-1,-3 5 1,3-1-252,5 1 1,2-5 0,2 0 0,5-5-1098,7-5 1,1-4 0,8 0 1097,5-1 0,41-44 0,-12 11 0,-1 0 0</inkml:trace>
  <inkml:trace contextRef="#ctx0" brushRef="#br0" timeOffset="6">14792 12651 7800,'-7'-8'554,"2"1"1,1 0 543,0 0 0,-1 3-568,5-4 1,2 5-1,2-1-176,4 3 0,0 1 1,3 0-1,3 0 170,0 0-472,5 0 1,1 0-1,8 0 1,2 0 0,3 0-1,3 0 1,5 0 0,2 1-1,1 2-33,-1 1 0,-2 0 0,3-4 0,-1 0 0,-4 0 0,1 0-1,1 0-17,-3 0 0,6-2 0,-2 0 0,6-2 0,7 0 0,2-1 0,3 0 1,-2 0-1,-2-1-38,-4 3 0,1 1 0,3-1 0,6-1 0,1 0 0,-2 0-181,-3-1 200,2 1 0,-10 0 0,2 0 0,-4 0 0,-3 0 0,3-2 0,6 0 87,7-4 0,-4 3 0,2 0 1,-5 1-58,-7-1 0,-4 3 0,-1-3 0,-2 1-11,-5 4 1,1-4-1,5 2 1,5 0-36,6-2 1,-1 4-1,2-7 1,-3 0-75,-5-2 0,3 3 1,-3 1-1,1 0-97,-1 0 1,7 3-1,-1-3 1,4 0 102,3 1 1,-7 3 0,-3-1 0,-6 1 71,-6-1 0,1 3 1,-5-4-1,4 4 109,1 1 1,5 0 0,3 0-1,3-1 38,2-3 1,-3 2-1,-1-2 1,-5 3-33,-3 1 0,0-4 1,3 0-1,3 1-94,0 2 1,8-4-1,-2 1 1,5 2-9,4 0 0,-6 2 1,-4 0-1,-6 0-23,-5 0 1,-1 0 0,0 0 0,1-1-16,3-3 1,4 2-1,9-2 1,3 3-42,3 1 0,-8-1 1,-4-2-1,-4-1 5,-5 1 1,5-3 0,0 2 0,1 0 97,0-1 0,0 3 1,4-2-1,1 3 116,-1 1 1,-5 0 0,-3 0 0,-3 0-34,-1 0 1,5-1-1,2-2 1,1-1-50,0 1 0,0 2 0,5 1 0,-1 0 14,0 0 1,-1-4-1,-4-1 1,-6 3-226,-4 0 1,3 2 0,5-1 0,1-2 172,-1-1 1,3 0 0,-2 4 0,0 0 220,4 0 0,-6 0 1,-3 0-1,-5 0-100,-3 0 1,4 0 0,-1 0 0,4 0-47,4 0 0,-1 0 1,5 0-1,3 0 84,4 0 1,-7 0 0,0 0 0,-5 0 126,-3 0 0,-6 0 0,-2 0 0,-2 0-1,2 0 1,-3 0-1,4 0 1,0 0-141,3 0 1,2 0-1,4 0 1,0 0-321,2 0 1,4 0-1,-4 0 1,-2 0-122,-5 0 0,0 0 0,-5 0 0,-2 0 367,-1 0 0,-3 0 0,-1 0 0,-1 0 110,1 0 1,6 0 0,4 0 0,1 0-108,-1 0 1,3 0 0,4 0-1,2 0-164,-1 0 1,-2 1-1,-2 2 1,-2 3-139,-1 0 1,-5-3 0,4 3 0,-2-2 413,-3 0 0,-1 0 0,-2-4 1,-3 0 986,0 0 0,-10 0 0,1 0-122,-1 0 0,-5-5-1283,-2-4 1,-4 0-1,-4-1 1,-5 3-4345,-2 2 4573,-6-5 0,-19 9 0,-9-5 0</inkml:trace>
  <inkml:trace contextRef="#ctx0" brushRef="#br0" timeOffset="7">22951 12072 7780,'-12'-8'960,"-1"1"0,1 2 0,1 1 196,3-2 0,5 5 0,10-3 0,7 2 0,4 2 0,5 0 662,4 0-1648,5 6 1,9-1 0,1 5 0,0-2-1,2 2 1,-1-1 0,0 1 462,1-2-683,-4 0 1,8 3 0,-2-1 0,5-2 0,1 0 0,-3 0 0,-4 1 0,-1 0 0,-2 1-501,0-2 1,-7 3 0,-11-4 0,-6 1 0,-4 0-76,-2 2 0,-5-3 0,-4-1 856,-6 0 1,0-2 0,-5-4-1,-2 0 1,-1 0 385,-1 0 1,-6 0-1,-2 0 1,-3 0 0,-3 0-1,-4 0 1122,-7 0-1624,0 0 1,-6 1-1,6 2 1,2 1 0,2-1-1,4-2 1,3 1-1,3 0 1,3 2-1432,3-1 1,8 3 0,2-1-1,3 1 1,5 0-2066,6 1 1,5-3 3380,5 5 0,45-12 0,-22 2 0,0 1 0</inkml:trace>
  <inkml:trace contextRef="#ctx0" brushRef="#br0" timeOffset="8">18742 6264 7876,'-6'-2'1856,"0"0"-743,1-2 0,3-2 555,-2 2-915,3 3 0,1-10 1,-2 4 2103,-2 0-2227,3-4-114,-5 10-397,6-10 0,0 11 1,0 0-185,0 7 0,0 0 1,2 1-1,1 1 77,1 2 0,0 2 0,-3 0 1,2 4-62,1 3 1,1 3 94,0 2-55,-4 0 1,8 3-1,-3 2 1,-1 2 0,1 2-1,-2 2 1,0-1-117,0-2 1,2 3 110,-2-4 1,-3-3 51,3-4-38,-2-1 1,-2-6 0,0 4-1,0-3 1,0-1-30,0-3 0,0-1 0,0-2 0,0 0-113,0 0 0,0-3 86,0-1 1,0-4-170,0 4 197,0-5 1,-2 6 0,-1-3-170,-1 1 72,0-4-37,4 7 1,-1-8 0,-2 3 0,-2 1-725,-2 2 549,4-3-535,-2 6 0,5-8-2848,0 5 3720,0-5 0,11-47 0,2-17 0</inkml:trace>
  <inkml:trace contextRef="#ctx0" brushRef="#br0" timeOffset="9">18730 6215 7834,'-12'0'122,"-1"0"1,1 0-1,1 1 1,2 2 622,0 1 0,5 1 0,-3-1 413,2 5-295,1-4 0,0 2 0,1-3 432,4 4 0,1-2-41,6-2-976,0-3 0,5-1 0,-1 0 0,0 0 0,2 0 0,1 0 0,3 0 1,1 0-1,1 0 178,-1 0 0,5-5 1,-4-2-1,3-1-543,2-1 0,0 3 1,-2-4-1,-1 3-197,-2 2 0,-3-1 1,2 4-1,-1-3-17,-3 3 0,-6 0 1,-1 2 316,2 0 32,1 0-206,-4 0 1,0 0-492,-3 0 697,-3 6 408,5-5 435,-6 5 783,0-6-1099,0 0-49,-6 0-330,5 0 8,-5 0 1,5 0 168,-3 0-737,2 0 232,-3 0 77,5 0-526,0 0 679,0 5 1,-4-2-59,0 5 77,0 0-130,4 5 0,0-1 1,0 0-1,0 0 1,0 1-86,0-1 110,0 0 1,0 5-1,0 1 1,0-1-1,0 2 76,0 1 0,0-1 1,0 3-1,0-2 6,0 2 0,0 1-86,0 2 1,0 0-380,0-1 285,0 1 0,1-1 0,2 1 0,1-2 0,-1-1 31,-2-1 1,-1-2 0,0 1 0,0-2 235,0 0 1,0-5-33,0 4 1,0-3-66,0-2 57,0-5 0,0 4 0,0-3 0,0 3-76,0 1 1,0 0 0,0 1-179,0-1 1,0-4-150,0 0 243,0 1-170,0 3 0,0-4-688,0 0-1697,0-5-2712,0 3 5286,0-6 0,11-22 0,3-6 0</inkml:trace>
  <inkml:trace contextRef="#ctx0" brushRef="#br0" timeOffset="10">18693 7150 7218,'-7'-1'2763,"3"-4"-1743,3 4 32,1-4 673,0 5 117,0 0-1813,0 5 0,-4 2 0,0 7 0,0 2 40,-2 4 0,1 4 0,-5 2 0,2 1-183,-2 2 0,-1 5 0,-1-1 0,-2 1-60,-2-1 0,2 1 1,-1-7-1,4-2 89,3-3 0,0-6 1,-3 3-1,1-1-29,2-3 0,4-1 83,-4-2 20,5 0 0,-6 1 1,3-2-1,1-2 1,-1-1 567,3 2 30,2-4 557,1-1-59,0-5 0,1-5-314,3-4-552,3 4 0,2-1-147,-1 6-72,0 0 1,0 0 0,0 0-79,2 0-41,1 0 0,1 0 1,0 0-1,1 0 1,-1 0 93,0 0 0,1-1 1,-1-2-1,0-2 228,1-2 1,0 3-39,4-4 1,-2-1 0,4-3 0,0 1 192,0 3 0,-2-3-308,3 3 0,1 2-343,3 2 174,-5-3 1,5 6 0,-5-3 0,1 3 0,-1 1-278,-1 0 1,3 0 0,-5 0 0,-2 1 105,-5 3 0,2-3 233,-3 4 1,-1-4 0,0 0 0,0 2-28,0 1 0,-3 0 266,4-4-195,-5 6 0,8-5 1,-4 5-1,1-2-396,0 0 380,0 5 1,0-7 102,1 2 0,-3-1 14,3 1 0,2-3-73,-3 3 1,-1-3-195,1-1 1,-4 0 43,4 0 95,-5 0 0,8 0 484,-3 0 1,-1 0 372,1 0-991,-5 0 0,4 5-716,-3-1 583,-3 0-151,5 1 105,-1-3 0,-4 4 293,4-1 484,-4-4 0,3 6 13,0-3-570,0-3 1,-4 6 78,0-3 0,2-1-457,2 5 337,-3-5 0,5 4 309,-6-3 566,0-3 61,0 5-342,0-6 1,0-2 151,0-2-524,0 3 1,0-6 0,0 3-146,0-4 0,0-3 0,0-2 0,0 0 121,0-4 1,0 2 134,0-5 1,-6-2 0,-2-7-1,-3-4-223,-1-2 1,-5-8 12,1-2 0,-2-7 1,3-2-1,-1-1-123,1 0 0,1 3 118,2 7 1,1 4 17,2 8-641,-2 9 0,6 2 1,-5 7-2273,2 4 2951,0 9 0,1 26 0,2 9 0</inkml:trace>
  <inkml:trace contextRef="#ctx0" brushRef="#br0" timeOffset="11">18570 8061 7798,'-8'0'134,"0"1"1,-2 2 0,1 2 0,-1 2 974,2 3-988,5 6 1,-8-1 0,4 6 0,0 0 0,2 4 0,1 2-1,-2 2 1,1-2 0,-1-2-2083,4-4 1961,-5-4 0,11-10 0,-3-1 0</inkml:trace>
  <inkml:trace contextRef="#ctx0" brushRef="#br0" timeOffset="12">18742 8024 8162,'-6'5'585,"-4"-2"1,4 5 0,1 3-1,0 3-165,2 2 0,1 6 0,2-2 1,2 4-1,2 0 0,4 0-655,3-4 1,3-2 234,2-6 0,20-32 0,9-9 0</inkml:trace>
  <inkml:trace contextRef="#ctx0" brushRef="#br0" timeOffset="13">18952 8048 7809,'-9'0'1595,"1"0"0,4 0-745,-4 0 1,5 2 0,0 2-496,6 4 0,4 3 0,5 1 0,1 0-895,-1 1 247,0-6 0,0 4 1,1-3-1,-1 1 0,0 1 293,1-2 0,10-32 0,3-5 0</inkml:trace>
  <inkml:trace contextRef="#ctx0" brushRef="#br0" timeOffset="14">19210 8036 7809,'-7'5'1047,"0"1"1,5 3-1,-3 0-43,3 0 0,0 4 0,2 2 1,2 2-1048,2 3 0,4-4 0,7 3 43,1-1 0,12-2 0,-2-3 0</inkml:trace>
  <inkml:trace contextRef="#ctx0" brushRef="#br0" timeOffset="15">19407 9623 7790,'-12'-10'1006,"1"0"680,2 2-1536,4 0 1,6 1 0,3 3-1,5 2 1,2 4 0,1 2-13,0 4-183,-5 3 60,4 1-15,-10 6 0,5 23 0,-6 11 0</inkml:trace>
  <inkml:trace contextRef="#ctx0" brushRef="#br0" timeOffset="16">19530 10116 7817,'-12'5'0,"-1"-2"396,1 5 1,4-4-1,0 3 1,-1 0-1319,3 0 922,0-5 0,23 4 0,3-6 0</inkml:trace>
  <inkml:trace contextRef="#ctx0" brushRef="#br0" timeOffset="17">19530 10473 7817,'-12'12'466,"-1"0"1,1 0 157,0 1 0,5-1-624,3 0 0,19 1 0,5-1 0</inkml:trace>
  <inkml:trace contextRef="#ctx0" brushRef="#br0" timeOffset="18">19616 10731 7816,'-8'1'1153,"1"3"-1242,2 5 1,-4-2 0,5 1 88,2 1 0,11 24 0,5 7 0</inkml:trace>
  <inkml:trace contextRef="#ctx0" brushRef="#br0" timeOffset="19">19690 11039 7816,'-12'11'0,"1"-2"0,2-1 0,-1 12 0,3 6 0</inkml:trace>
  <inkml:trace contextRef="#ctx0" brushRef="#br0" timeOffset="20">19702 11199 7816,'-12'17'0,"0"-2"0,-1 6 0,1 16 0,0 8 0</inkml:trace>
  <inkml:trace contextRef="#ctx0" brushRef="#br0" timeOffset="21">19715 11408 7816,'-6'18'109,"-1"-1"1,-4 4-1,2-3-87,1-1 1,5-7-23,-1 2 0,19-29 0,5-5 0</inkml:trace>
  <inkml:trace contextRef="#ctx0" brushRef="#br0" timeOffset="22">19764 11691 7816,'-14'4'983,"-1"1"960,-1 2-1943,-1-4 0,27-14 0,5-9 0</inkml:trace>
  <inkml:trace contextRef="#ctx0" brushRef="#br0" timeOffset="23">19838 11875 7816,'-13'0'804,"1"0"0,0 2-878,-1 2 1,5-1-1,1 5 1,2 3-1028,2 4 1101,2 4 0,6 44 0,-1-27 0,-1 0 0</inkml:trace>
  <inkml:trace contextRef="#ctx0" brushRef="#br0" timeOffset="24">19862 12122 7816,'-4'-9'790,"-1"1"0,-1-1 75,1-2 0,1 2-865,4 1 0,-6-5 0,-1-7 0</inkml:trace>
  <inkml:trace contextRef="#ctx0" brushRef="#br0" timeOffset="25">19616 8984 7755,'-7'-6'2051,"2"3"1,3-4 671,-2 2-2392,3 1 0,-5 5 0,6 3 0,0 5 0,0 2 0,0 2 0,0 2 632,0 2 0,2 0-280,2 0-522,-3-3 1,9 7 0,-5-4-1,2-1 1,1 1 0,1-1-1,-1-1 66,1-1 1,4-7-1,2-3 1,1-3 146,-1-1-392,4 0 0,-4-5 0,4-4 0,-1-3 0,-3-3 0,-1-3 0,-2-1-324,1-3 1,-1 3 0,-1-1 0,-3-1 316,-4 2 0,2 0 0,-2 4 774,-2-2 1,-2 6-186,-4 7-389,3 3 0,-9 2 1,5 5-1,-1 6 123,1 7 1,1 0 0,4 2 0,1-1 132,3 0 0,3 1-78,6-4 0,-1-1 526,0-3-498,0-7 1,5 0 0,1-6 0,-1 0 0,1-2-487,-3-2 1,-2-2 0,-4-8-1,-2-1-3458,-2-2 0,-1 1 1044,-4 4 1,5 3 2518,-1 1 0,-22-11 0,-9-7 0</inkml:trace>
  <inkml:trace contextRef="#ctx0" brushRef="#br0" timeOffset="26">19567 8676 7782,'-12'0'6423,"-1"0"-3538,6 0-2102,2 0 1,16 0 0,4 0 0,4 0 0,2 0-236,0 0 0,-1 0-458,0 0 0,5-4 1,3 0-1,0 1 1,-2 0-1,-2 0-187,1-1 0,-5 0 1,1 4-1,0 0-421,-2 0 0,-2 0 0,-4 0 0,-1 0-207,0 0 0,-3 2 71,-1 2 918,0 3 1,-1-2 0,-4-5 0,-6-7 938,-5-4-1123,-3-7 1,-3 5 0,-2-5 0,-5 0 0,-2-1 0,-2 0 0,1 3-328,-1 2 1,2 6-1950,2-1 1246,-2 7 0,5-8 0,-2 6 950,3 1 0,20 2 0,5 1 0</inkml:trace>
  <inkml:trace contextRef="#ctx0" brushRef="#br0" timeOffset="27">24182 11962 7711,'0'-13'133,"-4"1"1,-2 0 0,-1-1 3174,-2 1-2345,-2 0 1,3 5 0,1 4-1,3 6 1,5 7 0,7 5 955,7 5 1,0 5-1264,6 3-452,-1-2 1,4 6 0,-3-5 0,-1 2 0,-1 0 0,-2-2 0,0-1 0,-5-4 0,-2-3 681,-1-4 1,-3-1-368,-2-2 0,-3-7 0,-1-6-44,0-10 0,0-8-755,0-10 156,0-2 0,0-16 0,0-5 0,2-5 0,2-7 0,4-2 0,3 0-641,1 6 1,1 6 0,-3 11-1182,-1 10 864,-4 14 1,-5 19 0,0 10-1,-1 5-1829,-3 5 0,2 4 1737,-2 0 1174,3-5 0,1 5 0,0-5 0</inkml:trace>
  <inkml:trace contextRef="#ctx0" brushRef="#br0" timeOffset="28">23972 11568 7738,'-12'-6'283,"0"-2"1,4-3 436,-1-1 0,7 4 924,-2 0-242,-3-1 0,5-3 8,-2 0 1,3 6-785,1 6-477,5 0 0,2 11 0,6-3 0,-1 2 0,2 0 0,1-4 0,4 1 1097,4 0-1226,-1-4 0,13 2 0,-2-5 0,4-1 1,3-3-1,1-4 0,-2-3-486,0-2-16,-2-4 1,-6 3-1,-2-3 1,-6 4-1,-4 0-420,-2 1 1,-12 7 546,3 5 480,-10 5 0,-1 7 1,-4 1-1,0-1 0,2 0 927,-1 1-668,-3-6 1,6 2 81,-5-5 82,5 0 0,-2-5 55,5-3 1,0 1-1,-2-4 435,-2 2-718,3-5 1,-6 7-390,3-5 0,2 4-100,-2-4 0,2 5-754,-3-1 712,4-3 0,-9 5 1,6-7-1,0 0 0,-1-2-242,-3-1 0,1-2 0,-1-1 0,-2-2-360,-1 2 1,-1 0-912,-1-1-540,1 2 1565,0-4 699,0 6 0,-1-11 0,1-3 0</inkml:trace>
  <inkml:trace contextRef="#ctx0" brushRef="#br0" timeOffset="29">14607 12848 7830,'-6'-2'214,"0"0"1,2-4-1,-1-1 1,-1-2 864,1-2 1,1-2-69,4 1-606,0 0 0,1 4 1,3 1-1,4 1 737,3 4 0,1 0-30,1 2-840,5 0 0,-1 0 0,5 0 1,-1 0-1,1 0 0,1 0 1,3 0 810,3 0-987,2 0 1,6 0 0,1-1-1,3-2 1,6-1 0,3 0 0,4 0 135,-2 0 0,-2-4 0,-2 2 0,-3 1-102,-4-1 0,-8 1 107,-4 1-193,-9 2 1,3-5-1,-2 5 1,2-4 0,2 1-78,-1-1-14,7-3 1,0 6 0,7-4 0,2 2 0,1 0-88,-1 0 0,-2 4 0,-3-3 0,0 2 14,-3 2 1,-4 0 77,0 0 1,-2-4 125,-1 0-67,5 0 1,0 4-1,4-2 1,-1 0-1,1-4 137,2-1-121,1 5 0,0-8 1,0 5-1,-2-1 0,-2-1-5,-4 1-21,2 3 0,-5-3 0,4 5 0,-1-2 0,1-1-117,2 1 0,-2 2 65,7 1 1,-3-4 0,7 0 0,-3 1 8,-1 2 0,0-3 31,0 0 1,-6-5-32,-2 5 69,-3-5 1,-1 7 0,-1-3 0,-1 1 0,-1 0 51,-1 1 0,-1 1 0,6 1 0,3-2 38,4-1 1,-2 0-24,2 4 1,0 0-6,4 0 16,-6-5 0,5 2 0,-5-4 0,1 0 0,-4 2-2,-2-1 1,-1 1 0,0 2 0,-2-1 12,-3 1 1,4 2-55,-4 1 0,5-4 63,3 0-132,-2 0 0,6 4 1,-5 0-1,2 0 1,0 0-63,1 0 1,-4 0 202,2 0-104,-2 0 0,-1 0 0,0-2 1,-1 0-1,1-3 11,0 3 0,-1 0 1,-1 1-1,1-2-68,0-1 0,-6 0 17,7 4 1,-4 0 86,4 0-131,-6 0 0,4 0 0,-3 0 0,-1 0 0,-3 0 79,-2 0 204,-2 0 0,0 0 1,1 0-1,-1 0 336,0 0 0,-3 0-579,-1 0 1,-4 0 0,4 0-111,2 0 0,1 0-109,1 0 252,0 0-166,1 0 1,-1 0 0,0 0 0,0 0-1,1 0 66,-1 0 0,-4 0 0,0 0 0,2 0 404,1 0 0,-3 0 5,0 0 0,1 0-21,3 0-277,0 0 0,1 0 1,-1 0-1,0 0 1,2 0 33,2 0-60,-2 0 1,9 0-1,-2 0 1,2 0 0,1 0-182,1 0 0,0 0 66,-1 0 0,1 0 0,0 0 0,-1 0 35,1 0 0,-5 4 59,1 0 0,-2 0-106,1-4 1,2 0-1,-4 2 1,1 0-157,3 3 1,1 0 216,2-1 1,1-3 0,3 4 0,3-4 170,4-1 1,-3 0-23,0 0 1,-2-4-83,2 0 1,-2-4-1,-5 3 1,0 3 270,-2 0 1,-8-2-85,0 0 0,-2 0 187,-2 4-301,1 0 1,-1-1 0,0-2-1,1-1 1,0 1-89,4 2-19,-4 1 0,9 0 0,-5 0 0,-2 0 0,0 0-89,1 0 0,-6-4 359,2 0 0,-2-1 1139,2 5-1076,-5 0 0,0-1-310,-3-3 0,-3 3 0,10-5 0,-3 6 0,3 0 0,1 0 0,1 0-2163,-1 0 1052,-5 0-2146,-2 0 2445,-5 0 1,-5 0-1,-5 1 812,-5 4 0,-24-6 0,-12-3 0,-6 4 0,1-1 0</inkml:trace>
  <inkml:trace contextRef="#ctx0" brushRef="#br1" timeOffset="30">14558 12823 7909,'-7'-1'311,"2"-2"0,1-3 0,-2 0 1180,0-4 1,3 3-1041,-1-1 1,4 5 0,4-1-70,4 3 1,-1 1 0,1 0 0,2 0-46,1 0 0,2 0 1,2 0-1,2 0 0,-1-2 1,2 0 63,2-2 0,4-2 1,0 3-1,1-1 1,-1 2-1,1 0-277,0 2 1,-3-1-1,-1-2 1,3-1-1,-2 1 1,1 2 34,0 1 1,2 0 0,-1-1 0,1-2 0,1-1 0,1 0-18,2-2 1,1 3 0,-3-3 0,1 0-1,-4 2 1,-2 0-170,0 0 0,-3 0 0,0 4 0,-1 0 1,-3 0-1,-1 0-189,-2 0 224,0 0 0,1 0 1,-1 0-1,0 0 1,1 0-1,0 0 1,2 0-1,3 0 0,0 0-46,0 0 0,4 0 1,-1 0-1,5 0 0,5 0 1,-1 0 0,0 0 1,-2 0-1,-2 0 1,2 0-1,0-2 1,-2 0 32,-4-3 0,0 1 0,-5 4 0,-2 0 0,-2 0 1,0 0 23,-1 0 0,0 0 0,2 0 0,1 0 139,1 0 1,6-1 0,-1-2 0,3-1-74,5 1 0,-2-2 0,6 0 1,1-1-112,2 1 1,-3-1 0,0 3 0,-1-2-142,0-2 1,-2 4-1,-5-2 1,-1 1 91,1 0 0,-5 0 0,1 4 0,-1-2 108,-1-2 1,1 3 0,-4-3 0,5 2 71,2 2 0,1 0 0,1 0 1,0-1-27,-1-3 1,6 2 0,2-2 0,1 3-159,-1 1 0,-3-4 0,3-2 0,-1 1-48,0-1 1,-3 1-1,2 2 1,-1-2 70,-1-2 1,2 4 0,-2-1 0,0 3 41,0 1 1,2-4 0,-1 0 0,-2 1 91,-1 1 0,-1 2 0,-1 0 0,1 0 10,-1 0 0,1-1 1,0-2-1,-1-2-13,1-2 0,-1 3 1,0-3-1,-2 0-46,-2 0 0,1 3 0,2-3 0,-1 2-9,-2 2 1,-3 2 0,2 1 0,0 0-90,0 0 1,2 0 0,3 0 0,1 0-87,-1 0 1,1 0 0,0 0 0,-1 0 103,1 0 1,1-4 0,0 0 0,0 0 51,-3-2 1,-5 5 0,1-3 0,-1 2 70,-3 2 1,3 0 0,-2 0 0,-1 0 45,-1 0 1,3-1 0,3-2-1,0-1 34,1 1 0,0 2 0,7 0 0,2-2-150,1-1 0,-3-2 1,0 4-1,-2-3-58,-1 3 0,1-4 0,0 2 0,0 1 11,-3 2 0,-5 1 0,1 0 0,0 0-52,0 0 0,-4 0 0,3 0 0,-1 0 60,-1 0 1,2 0 0,-2 0 0,5 0 156,2 0 1,2 0 0,-1 0 0,1 0-121,-1 0 0,1 0 0,-2 0 1,-1 0 18,-1 0 1,-1 0-1,3 0 1,-2 0-19,-5 0 1,-2 0 0,-2 0-1,2 0-37,2 0 1,-1-1-1,5-2 39,-3-1 1,0 0-1,-5 2 1,2 0-12,2-2 1,-2-1 0,2 5 0,-1 0-14,2 0 0,-2 0 0,4 0 0,-1 0 54,-3 0 0,2 0 0,1 0 1,0 0 56,0 0 0,-2 0 0,-4 0 0,2 0-33,3 0 1,-2-1 0,4-2 0,-1-1-103,-3 1 0,2 2 1,0 1-1,-2 0 21,-2 0 0,0 0 1,-1 0-1,0 0-14,1 0 0,-5 0 144,0 0 1,-4 0 504,4 0-376,-5 0 1,4 0-308,-3 0 1,3 0 0,5 0-96,1 0 0,-1 0 0,0 0 0,0 0-34,1 0 1,-1 0 0,0 0-1,1 0 33,-1 0 0,0 0 472,1 0 0,-5 0 964,0 0-971,-5 0-284,2 0 0,-3-4-282,2 0 0,-2-2-945,7 2 1,-7 2-2391,2-7 3603,-2 7 0,-13-42 0,-3-4 0</inkml:trace>
  <inkml:trace contextRef="#ctx0" brushRef="#br1" timeOffset="31">19542 12122 7909,'-5'-7'668,"2"-3"0,-4 5 2064,2-2 1,1-1-1213,4-5 1,5 8-1,3 5-958,3 7 0,2 0 0,-1 1 0,2 1 0,1 2-306,1 2 1,0-5-1,-2-1 1,2-1-1,4 0 1,0 1-121,1 0 0,-1-3 0,5 3 1,-1-1-1,1 0 0,0 1-309,-1 0 1,-3-3 0,-1 2 0,1 0 0,-2-2-1,-3 0-737,-2 0 1,-6 2 733,0-2 0,-5-1 0,0 3 0,-6 0 1,-5-3 610,-3-2-446,4-1 0,-4 0 1,3 1-1,-3 2 1,-1 1-1,-1-1 1,0 0 46,-4 1 0,-2-3 0,-5 5 0,-2-1 0,-2 3 0,-2 3 85,-1 2 0,-1-1 0,-1 0 0,3 2 0,2 1 0,0 1-320,5-1 0,4 3 1,8-2-1,1 0 0,4-3-502,0-1 1,2-3 414,4-1 1,1-5 488,3 1 628,-2-3-428,3-1 0,-3 0-697,2 0 1,-1-5-242,5-4 0,-6 3 0,4-1-794,-1 1 0,-2-2 1,4 3 1328,-2-2 0,27-23 0,2-10 0</inkml:trace>
  <inkml:trace contextRef="#ctx0" brushRef="#br1" timeOffset="32">15727 13832 7829,'-12'-7'2427,"4"-2"1,1 3-1480,2-1 1,5 10 0,5 3 0,2 7 0,2 8 0,2 2 761,2 2-1440,-7-1 0,4 5 0,-6 1 0,-1 0 1,0 2-1,-1-2 0,2 0 49,-1-3 0,-1-2 1,-2-3-1,0-3 1,0-1-1,0-3-753,0-2 0,-2-6 137,-2-3 0,-1-8 1,-5-5-1,2-5 0,-2-4 1,-2-1-777,-4-3 1045,2-1 1,-5-3-1,4-1 1,-2-4-1,2 0 1,2-2 0,2 0-1,2 2 1,5-1 84,3 1 0,1 1 1,1-4-1,3 0 1,6 3-1,5 3 194,6-1 1,-1 7 0,3-2 0,3 2 0,0 1-1,0 2-240,-1 1 0,1 6 0,1 5 0,3 2 0,0 2 0,0 2-454,-2 1 1,-2 6 0,-3 7 0,-4 6 0,-7 5 0,-6 4 253,-5 0 1,-8 7 0,-5-3 0,-7 3 0,-4-1-1,-2-3 467,1-1 0,-5-5 1,0-6-1,3-1-527,4-3 0,0-3 0,6-4-5471,1-3 5720,1-4 0,40-23 0,10-5 0</inkml:trace>
  <inkml:trace contextRef="#ctx0" brushRef="#br1" timeOffset="33">16133 13697 9565,'-4'8'2574,"0"0"-1113,1 2 0,2 1 587,1 1-1199,-5 0 1,3-6 0,-2-8 0,3-7-175,1-6 1,0-8 0,1-1 0,2-2 0,1 2 0,0 2-1129,2 0 0,-4 4 1,7 2-1,0 3 1,2 5-1,1 4-1713,1 3 0,4 6 0,5 5 0,4 4 2166,3 2 0,38 0 0,-31-9 0,0-1 0</inkml:trace>
  <inkml:trace contextRef="#ctx0" brushRef="#br1" timeOffset="34">16576 13537 7829,'-12'5'381,"4"-3"1,0 2 0,0-2 722,1 3 0,-4-3 1,3 7-1,-2 0-446,2 2 1,2 1 0,6 1-1,0-1 1,0 0 0,2 1-253,2-1 1,3-4-1,6-1 1,4-2-1,3-2 1,3-2-102,2-1 0,0-9 1,-1-5-1,1-4 0,-2-2 1,-2-1-156,-5 1 0,-8-1 1,-4-2-1,-4 1 0,-5 5 1,-7 1-640,-8 6 1,-3 5-1,-1 3 1,-1 4-1,0 7 1,2 3-2593,3 4 0,-1-1 0,7 5 3081,3-3 0,24 11 0,2-2 0</inkml:trace>
  <inkml:trace contextRef="#ctx0" brushRef="#br1" timeOffset="35">16983 13549 7829,'0'-12'2191,"-2"0"3689,-2-1-5061,3 6 1,-1 3 0,8 8 0,1 6-247,2 5 0,2 0 0,1 6 0,1 0-495,-1 3 0,-1 0 1,-1 1-1,-4-1 1,0 1-1,-3 1-139,-2 3 0,-4 1 0,-5 4 0,-8-1 0,-6 0 0,-3-2-635,1-2 0,-1-5 0,2-3 0,1-6 0,3-5 0,1-6-753,3-3 0,3-4 0,3-3 0,5-8 0,3-4 1449,1-4 0,9-16 0,4-7 0,0-5 0,1 0 0</inkml:trace>
  <inkml:trace contextRef="#ctx0" brushRef="#br1" timeOffset="36">16847 13328 7829,'-12'-2'0,"1"-2"0,1-3 2286,2 0 0,4-2 1,-3 3-2000,2 0 0,2-1 0,7-1 1,4 3-288,3 4 0,13 12 0,1 3 0</inkml:trace>
  <inkml:trace contextRef="#ctx0" brushRef="#br1" timeOffset="37">18016 12958 7795,'-8'-5'785,"1"-3"0,0-2 269,1 2 0,3 4 0,-3 8 1,2 6-682,0 5 1,-4 5-1,2 7 1,0 4-136,-4 0 0,-1 3 1,0 6-1,2 1 201,0-2-436,1 5 0,1-5 0,3 3 0,3-2 0,2-2 0,3-5 0,6-5 0,5-6 0,4-1-137,0-2 1,5-10 0,-4 0 0,3-7 0,1-2 0,-3 0 319,0 0 1,-6 0 0,1 0 0,-3 2-1,-4 1-592,-1 1 0,-5 5 0,1-1-5669,-2 3 6075,-8-4 0,5-29 0,-5-12 0</inkml:trace>
  <inkml:trace contextRef="#ctx0" brushRef="#br1" timeOffset="38">18324 13278 7792,'0'-8'494,"-1"1"0,-2 1 565,-1-1 0,-2 4 1,4-3 338,-3 1-888,1 4 1,3-5-1,-2 8 1304,-1 2-1725,0 2 1,4 7 0,0 0 0,0 2 0,1 2 0,3-2 0,3 0 0,2 0 0,-1 1-142,1-1 1,2-1 0,2-3-1,0-1 1,2-4 0,2 0 14,-2-3 1,0-2 0,0-1-1,1-1 1,-2-3 0,-3-5 707,-3-2-643,-5-1 0,6-2 1,-5-1-1,1-1 0,-1 1 1,0 0-1,-2 0 0,0-2 1,-2 1-249,0-2 1,0 5-1,0-4-190,0 4 1,0 7 317,0 6 1,0 6 0,0 6 0,0 0 186,0 0 1,1 5-1,2-1 1,2-1 386,2-1 1,1-2-1,5 1-102,-1-1 0,0-1 0,1-3 0,-1-4-194,0-2 0,-4-2-3864,1 0 3678,-1 0 0,-29-33 0,-7-8 0</inkml:trace>
  <inkml:trace contextRef="#ctx0" brushRef="#br1" timeOffset="39">18312 13081 7811,'-2'-6'589,"0"0"1,-4 2-1,1-1 1237,-1-2 1,-2 3-890,4-5 0,-4 5 624,4-4-1193,-1 5 1,7-2 0,1 6 0,2 2-1,2 1-209,2-1 1,2 2 0,2-1 0,-1-1 0,0-1 0,2-2-48,2 0 1,-2 0 0,2 0 0,-1 0 0,0 0 0,2-2-238,-2-2 1,-1 3 0,-2-5-1,0 2 1,-1-1 0,-1-1-248,-2 1 0,-4 1 0,3 2 0,0 0-980,0-3 1371,-5 1 89,4 4-353,-6 0 79,0 0 21,-6 0-52,5 0 1,-5-1 0,5-2-1,-2-2 112,-1-2 0,-1 4 0,2-2 1,-2 1 172,-2 0 0,3-5 1,-3 4-1,0-2 54,0-3 1,-1 4 0,-4-3-1,-1 0-119,1-2 1,0-1-1,-1-1 1,2 1-97,3 0 0,-3 3 0,3 1-2056,-3-1 2129,4 3 0,24 23 0,10 10 0</inkml:trace>
  <inkml:trace contextRef="#ctx0" brushRef="#br1" timeOffset="40">18718 12958 7816,'-11'-12'333,"1"0"1,2 0 0,0-1 0,1 1 0,3 0 969,3-1 1,1 1-1,1 1 1,3 3-699,4 4 1,3 8 0,3 4 0,1 3-304,1 1 0,7 6 1,1 4-1,4 4 156,4 3-383,-5 5 1,3-7-1,-6 6 1,-4 1 0,-4 2-1,-3 1 1,-5-2-1,-5-1 1,-6-2-106,-5-2 0,-9 0 1,-3-4-1,-3-1 0,-2-8 1,0-4-940,1-5 1,5-5 0,2 1 0,5-4 968,4-4 0,13-36 0,9-13 0</inkml:trace>
  <inkml:trace contextRef="#ctx0" brushRef="#br1" timeOffset="41">17327 13783 8426,'-8'0'2856,"0"0"1,5 1-2566,-1 3 1,4 2-1,3 3 1,2 0 705,2 0-808,1 2 1,3 1-1,-1 2 1,-2 1-1,1 2 1,2-2-1,0-2 189,-2 0 1,0-1 0,-3 0 0,0 1-297,4-1 0,-5 0 0,1-1 0,-2-1-55,0-2 0,2-5 0,-4 2-710,2 1-54,1-5 677,-5 4 282,0-5 1,0-1 0,0-3 0,0-4 407,0-3-613,0-2 0,-5 5 0,1 0 0,2-2 0,0 0-201,2-3 1,0 1 62,0 0 126,0-1 1,0 1-1,0 0 1,0-1 0,0 1 81,0 0-150,6-6 1,-5 4 0,5-3 0,-2 0 0,0 1-346,-2 1 287,5 1 1,-4 2 0,4-1-1,0 1 1,-2 0-337,1-1 1,2 5 69,-4 0 0,1 5 1,-2-2-765,1-1 55,0 5 1,-4-3-253,0 8 1,0-1-1073,0 5 2420,0 0 0,-11 21 0,-2 4 0</inkml:trace>
  <inkml:trace contextRef="#ctx0" brushRef="#br1" timeOffset="42">17352 13561 7774,'-8'0'1466,"-1"0"-243,0 0-453,3 0 0,1-1 0,6-2 0,2-2-55,1-2 0,6 4 0,-2-1 0,1 1-207,0-1 1,2 3-246,-3-3-226,3 3 1,1-4 0,0 1 0,1 2 0,-1-1 0,0 0 0,1-1-506,-1 1 1,0 1 166,0-3 1,1 4 152,-1-3 118,0 3-18,-5 1 0,0 0 245,-3 0 174,-3 0-112,5 0-101,-12 0-138,5 0 1,-6 0 0,5-2-81,-3-2 1,0 3 0,2-5-107,-1 1 0,-4 2 63,4-5 1,-4 4-1,2-3 1,-1 0-72,-2 0 0,2 5 56,-1-3 0,4 0-7,-5 1-1237,7 0 1,-9 4-2618,3 0 3979,2 0 0,22 11 0,12 2 0</inkml:trace>
  <inkml:trace contextRef="#ctx0" brushRef="#br1" timeOffset="43">20810 14546 7736,'-19'-11'4558,"2"1"-3444,4 2 1,6 7 0,4 2 0,6 9 0,5 6 0,4 3 2566,5 3-3915,-4-4 1,5 5 0,-4-4-1,1 2 1,1-2 0,-1-1-1,-1-3 1,-3-1 0,-2-2-3827,0 0 0,-1 0 4060,4 1 0,-5-56 0,-2-13 0</inkml:trace>
  <inkml:trace contextRef="#ctx0" brushRef="#br1" timeOffset="44">20957 14386 7758,'-12'-11'2611,"0"3"1,5 8-2217,3 8 0,3 8 1,2 5-1,3 2 394,4 2 1,3 1 0,1 1-1,1 2-789,-1-2 0,22 5 0,6-1 0</inkml:trace>
  <inkml:trace contextRef="#ctx0" brushRef="#br1" timeOffset="45">21659 14755 7701,'8'-1'319,"-1"-3"0,0-5 0,0 0 0,1-1 1,0 3 950,0 2 0,-5-5 0,2 4 1,0-3 636,-1 1 0,-3 1-1838,-9-1 1,-2 3-1,-10 5 1,-2 1-106,-1 3 0,-6 4 1,-1 9-1,0 2 1,0 1-1,2 1 1,2 1 0,7-3 0,3 0 0,3 0 1,5-1-1,7-2 148,8-5 0,13 2 0,17-6 0,8-1 0,7-2 0,4-2-91,0-2 1,3 0 0,-7 1-1,-5 3 1,-10 6 0,-13 5-317,-10 5 0,-16 9 0,-14 4 0,-13 4 0,-9 4 0,-7 1 77,-3-2 0,-3-2 1,0-13-1,-3-6 1,4-5-1,3-8-917,6-6 1,14-6-1,8-11 1134,8-3 0,38-42 0,-6 26 0,-1 0 0</inkml:trace>
  <inkml:trace contextRef="#ctx0" brushRef="#br1" timeOffset="46">21868 14275 7753,'-7'0'3395,"0"0"-2262,3 0 1,3 6 0,-2 3-506,6 6 0,4 0 0,6 6 1,4 1 598,3 1-959,-2 7 0,5 7 0,-2 8 1,1 4-1,-2 5 0,-3 3 0,-4 3 1,-2 0-1,-2-2 170,-5-5 0,-3-8 0,-1-4 0,0-4 1,0-5-395,0-8 1,-1-10 0,-2-11 0,-3-6-1,1-7 42,0-5 0,-4-4 1,5-7-1,1-3 1,2-3-1,2-3-297,4 3 0,6-3 0,6 5 1,2-1-1,3-2 0,3 2 121,4 2 1,-3 8 0,2 6 0,-2 6-1,-1 5 1,-2 5 102,-2 7 1,-4 11 0,-6 14 0,-2 4 0,-5 3 0,-3 1-518,-1-1 0,0-2 0,-1-3 1,-2 0-1,-1-4 0,1-2 504,2-6 0,1-37 0,0-14 0</inkml:trace>
  <inkml:trace contextRef="#ctx0" brushRef="#br1" timeOffset="47">22717 14817 7739,'-5'-13'598,"3"1"1,-3 0 1127,-1-1-1129,0 1 1,-3 4 0,1 1 0,-3 2-1,-2 3 1,-5 5 0,0 7 1926,0 5-2313,-4 4 0,5 7 0,-4 1 0,5 2 0,3-2 0,5-1 0,4-1 252,3-1 0,2-5 0,5-3 1,5-7-1,5-5 0,4-2 1871,6-2-2470,-1-11 0,5-2 0,-7-9 0,-1 3 0,-3 2 0,-1 3 1,-3 4-1,-1 6-1891,-2 3 1,-1 6-1,-3 5 1,-2 4 2026,-1 2 0,2 0 0,5-3 0</inkml:trace>
  <inkml:trace contextRef="#ctx0" brushRef="#br1" timeOffset="48">23025 14841 7731,'-12'0'430,"-1"0"1,1 0 0,0 0 415,-1 0 0,1 0 0,0 2 0,1 2 0,1 4 0,2 4 354,-2 5-1072,5 2 0,0 1 0,5 1 1,0 1-1,0 0 0,1-2 1,3-3 417,4-4 1,5-2 0,2-3 0,2-5 0,2-7 0,3-8 110,2-7 0,4-10 0,2-5 0,0-5 0,1-3 0,-4-2-806,-1-2 1,-6-6 0,-2-3 0,-3-2 0,-5-5 0,-3-2-273,-5 0 1,-7 6 0,-6 6 0,-5 6 0,-2 7 0,0 11 29,3 11 1,-3 10 0,2 12 0,-1 4 463,0 6 0,3 8 0,-1 7 0,4 3 117,3 6 1,5-1-1,-1 7 1,4 1 363,4 2 1,4 2 0,7-1 0,3 0 158,1 0 0,2-5 1,3-4-1,0-6-608,-4-5 1,3-3 0,-2-3 0,1-3-1461,-2-3 1,-2-9 0,-6-4-6572,1-3 7926,-7-1 0,22-43 0,-1-12 0</inkml:trace>
  <inkml:trace contextRef="#ctx0" brushRef="#br1" timeOffset="49">23419 14854 7720,'-9'1'0,"1"2"2303,-1 1 0,2 1 0,0-1-877,2 5 1,0 2 0,7 1-1,2 0-899,4 0 0,9-5 0,3-3 1,3-2-430,2-2 1,0-2 0,-2-3 0,-1-6-95,-2-4 0,-6-7 1,-2 2-1,-6-4-438,-5 0 0,-4-1 1,-4 0-1,-6 2-647,-5 3 1,-4 3-1,-4 9 1,0 4-396,3 3 0,6 2 0,1 3 0,2 4 1476,2 3 0,16 18 0,4 4 0</inkml:trace>
  <inkml:trace contextRef="#ctx0" brushRef="#br1" timeOffset="50">23788 14792 7720,'-12'-1'2626,"-1"-2"2485,1-1-4871,5 5 0,0 2 0,5 7 1,-3 2-1,3 3 0,0 0 1,2-1-1,2-2 0,2 0-179,4 1 0,-1-3 1,1-1-1,2-5 640,1-3-592,1-1 1,2 0 0,1-1-1,1-2 1,0-2 0,1-1-1,-1 1 1,-1 2 0,-1 2 323,-2 1 0,5 4 0,-1 1 0,-1 2 0,-1 2 0,-2 1 471,0-2-676,1 3 1,-1-9-1,0 0 1,-1-6-1,-3-8 1,-3-7 1918,-4-4-2129,-1-2 1,0-4 0,-1 0 0,-4 2 0,-3 1-1,-1 3 1,-1 1-2860,2 2 0,4 9 0,-3-2-5263,2 2 8104,0 6 0,33-6 0,6 4 0</inkml:trace>
  <inkml:trace contextRef="#ctx0" brushRef="#br1" timeOffset="51">24403 14128 12821,'-1'16'701,"-2"2"0,-1 1 1,0 4-1,0 3 0,-2 3 1,1-2-1276,-1-1 0,2-7 0,3-2 0,-2-4 574,-1 0 0,16-50 0,9-12 0</inkml:trace>
  <inkml:trace contextRef="#ctx0" brushRef="#br1" timeOffset="52">24551 14226 7720,'-6'18'530,"0"-5"0,-7 7 0,1-5 0,1 1 0,1-2 1930,2-5-2650,6 2 0,-4-8 190,6 5 0,11-5 0,3 2 0</inkml:trace>
  <inkml:trace contextRef="#ctx0" brushRef="#br0" timeOffset="53">4886 12171 7862,'-25'-6'1108,"4"5"0,2-3 0,2 1 246,1-1 0,11 3 1,8-3-1,9 2 0,7 2-547,7 0 0,4 0 1,7-1-1,1-2-209,3-1 0,-2-4 1,3 2-1,-2 1-698,-3-1 1,2 1-1,-7 2 1,-2-2-796,-5-2 0,-2 4 1,-7-1-1,-1 3-7298,-1 1 8193,-2 0 0,-65 33 0,18-13 0,0 1 0</inkml:trace>
  <inkml:trace contextRef="#ctx0" brushRef="#br0" timeOffset="54">4861 12417 7909,'-12'0'369,"-1"0"1,5 0 282,0 0 1,7 0 0,1 0 0,9 0 895,10 0 0,9-10 0,13-2 1,4-3-837,3-3 0,1 5 0,-1-4 1,-3 4-1153,-4 0-390,-3 1 0,-6 5 0,-5 3 1,-4 3-1,-4 1 830,-1 0 0,-18 11 0,-8 2 0</inkml:trace>
  <inkml:trace contextRef="#ctx0" brushRef="#br0" timeOffset="55">6165 12085 7822,'0'-13'898,"-4"5"0,-1 0 0,-1-2 1044,1-1-1081,1 5 0,4-1 1,-2 4-1,0 0 1,-2 5 405,1 5 1,1 3-683,2 3-499,0 5 1,0 1 0,0 5 0,0 2 0,0 3 0,0 2 0,0 1 19,0-3 0,0 1 0,0 0 0,2 0-509,2 0 315,3-1 0,5-6 1,2-1-1,1-3 1,1-1-1,1-5 1,-1-2 92,0-2 0,1-7 0,-3 2 0,1-2 165,1-2 0,0 0 0,-3-2 0,-1 0 30,0-2 1,2-6-5,2 2-170,-2-3 0,0-2 1,-6 1-1,2-1 0,0-4-29,3-3 0,-1 2 0,-4-5 0,0 2 1,1-2-1,-1-2-200,0 1 1,-4 3-1,3 1 1,-2-1 37,-2 2 0,-1-4 133,-2 2 25,0 3 0,0 1 0,0 4 0,0 1 0,0 0 384,0-1 240,0 1-59,0 0-637,0 5 0,0 3 0,0 8 77,0 4 0,0 3 154,0 1 0,0 5 0,1 1 0,2-1 272,1 1 1,0 3-295,-4-5 0,1 5 538,3-5-459,-2 6 0,7-7 0,-3 4 0,1 0 0,2-1 615,2 0-919,7 4 0,0-5 0,4 4 0,-2-6 0,2-4 15,1-3 1,0-4 0,-1 3 0,-3-2-111,-1-2-48,-1-1 1,-5-7 0,-1 0 0,-3-2-1231,-4-2 0,-2 2 293,-2-1 1,4-1-1,0-3 1,-2-2 1174,0-2 0,-13-20 0,-3-9 0</inkml:trace>
  <inkml:trace contextRef="#ctx0" brushRef="#br0" timeOffset="56">6067 11765 7835,'-12'-7'861,"-1"-3"0,2 5 3011,3-2-3295,3 4 1,6-2-1,3 5 1,6 0-1,3 0 1,5 0 598,1 0 1,2 0 0,3 0 0,1 0-672,0 0 1,-1 0 0,1 0 0,1 0-344,3 0 0,-3 0 0,4 0 0,-2 0-99,1 0 1,7-2 0,-1 0 0,6-2-305,3 1 0,-4 2 0,1 1 0,-4 0-463,-5 0 0,-2 0 0,-6 0-550,-4 0 1322,-2 0 0,-13 0 977,-5 0-317,-5 0-165,-2 0 1,0 0 334,3 0-898,-3 0 0,-1-2-439,0-2 1,4 3 84,-4-3 0,1 1 95,-1-1 112,-3 2 130,4-3 1,-1 4 0,-1-2 0,0-3 0,-2-1-33,-1-2 50,-1 3 1,-3-9 0,0 3 0,-1-2 0,-1 1-95,-2 0 1,1-4 0,-2-2 0,1-2-198,1 1 0,1 4 111,5 0 0,1 2-236,0 2-2203,0 5-1397,5-4 3325,1 15 0,6-2 0,2 10 1,2 0 689,4 1 0,18 8 0,8 3 0,3 2 0,0 1 0</inkml:trace>
  <inkml:trace contextRef="#ctx0" brushRef="#br0" timeOffset="57">7298 12085 7829,'-13'-4'810,"2"-2"0,2 1 0,1-1 1647,-2 3 1,3-2-1,0 0 1,0-1-681,1 1 1,4-4-3271,2 5 0,3 0 0,8 4 0,3 0 1493,-1 0 0,39 0 0,8 0 0</inkml:trace>
  <inkml:trace contextRef="#ctx0" brushRef="#br0" timeOffset="58">7519 12085 7826,'-7'-9'661,"3"1"1,1-1 0,1-2 1450,-2-2-1421,-1 7 1,7 0 0,2 6-1,4 0 1,3 2 0,1 2 0,1 4-1,0 3 130,4 1 0,-4 2 1,5 2-1,-1 3 1,0 2-1,1-1-314,0 2 0,-2-3 1,-3 2-1,-1 1-304,0 1 1,1-3-1,-2 0 1,-2-3-245,-1-2 1,-4 0 0,3 1-256,-1 0 1,-2-4-252,-4-4 759,0-5 1,-2 1 0,0-8 0,-4-4 37,-1-3 0,5 3 1,-4-2-1,2-2 1,0-3-1,1 0-388,2 1 0,-3-2 0,0-1 1,1 1-360,2-2 0,1 3 17,0-5 346,0 5 1,0-7-1,0 3 1,1-2 0,2-2-1,2 1 1,1-1 31,-1-1 1,5-4 0,-3-1 0,1 2 261,0 1 0,0 5-30,4 1-317,1 5 1,-5-7 0,0 5-541,2 2 1,-3 7-1957,1 4 1637,-5 3 1,2 6 562,-5 3 1,0-1 0,0 1 0,-1 2-1371,-3 1 0,2-3 440,-2 0 1413,3 0 0,-5-12 0,-1-4 0</inkml:trace>
  <inkml:trace contextRef="#ctx0" brushRef="#br0" timeOffset="59">7544 11666 7826,'-13'0'192,"1"0"0,0 0 0,-1 0 1035,1 0 0,4 0 1,1-1 1075,2-3-1582,1 2 0,5-3 0,3 4 0,4-2 275,3-1 1,6 0 0,0 4 0,1 0-546,0 0 0,4 0 0,0 0 0,4 0-268,2 0 1,2 0 0,-2 0-1,2-2-206,1-2 1,-2 3-1,2-5 1,1 2-401,-1 0 0,-3-4 0,0 4 1,-2 0-127,-1-2 0,-4 5 0,-2-5 336,-2 1 1,-4 4 165,-5-3 66,-5 2 1,2 4 638,-5 2 0,-4-2-234,0 7 0,-1-7 250,0 2-256,4-2-386,-4-2-340,-1 0-56,5 0 85,-5 0-292,6 0 0,-1 0 334,-3 0 1,1 0 275,-5 0 0,4-4 47,-4 0 0,3-2 1,-3 2-205,-1-4 1,-2-3 69,-2-1 1,0-5-98,-4 1 49,4-6 0,-5 7 0,6-6 1,-1-1-1,0 1-238,-4 0 1,8 3 0,-4 6-1,4 0-2192,2-1 1011,1 6 1,6 3-1943,0 8 3457,0 3 0,17 17 0,3 2 0</inkml:trace>
  <inkml:trace contextRef="#ctx0" brushRef="#br0" timeOffset="60">6104 13168 7838,'-18'0'187,"3"-4"1,-4-2-1,1 1 1,3-2 704,1 0 0,6 4 0,1-2 0,3-1-191,6-2 1,-1 3 0,7-1 0,2 2 103,1 0 1,5 0 276,1 4-855,4 0 0,-1 0 0,6 0 0,2 0 0,5 0 1,3 0-1,1 0-57,-1 0 1,7 0 0,5 0 0,8 0 0,9 0 0,-29-1 0,0 0-239,0 0 1,1-2 0,0 1-1,0-1 1,0-2 0,-1 0-1,-1 1 1,1 0-234,-1-1 0,-1 1 0,29-6 0,0 0 0,-4 2-164,0-1 1,-4-2-884,-2-2 1351,-8 7 0,-3-7 0,-6 2 0,-2-4 0,0 0-656,5 2 665,-2-5 0,6 4 1,-2-2-1,4 2 0,3 2 2,2-1-95,-7 7 1,-2-4 0,-7 6 0,-2 0 0,1 0-127,2 0 1,-5-1 0,7 5-1,-1-1 231,-1-3 1,8 3 292,2-3 0,-4-2-160,-4 2 101,0 0 1,-13 0-1,2-2 1,-5 1 0,-3-1 498,-3 4 1,-6-4-1483,-1 2 1,-3 0-1134,3 4 867,-5 0 1144,2 0 0,-27-6 0,-5 0 0</inkml:trace>
  <inkml:trace contextRef="#ctx0" brushRef="#br0" timeOffset="61">6448 13955 7850,'6'-7'920,"-5"-4"1,3 3 1664,-2-3-1644,-2 4 0,0-3 1,1 3 635,3 0 0,-1-3-1088,5 6 0,-4 1 0,3 8 0,0 3 127,0 3 0,-3 2 51,4 4-493,0-4 0,5 16 0,-1 0 1,0 5-1,1 3 0,-3 1 1,0 3 1074,-2 4-1218,0-2 1,3-1 0,-1-5-1,-2 0 1,2-1-907,1-4 624,-5-2 0,4-9 0,-4-3 0,-1-3 64,0-4 599,0-7 0,-5 0 563,0-8-437,0-3-495,0-5-42,-6-1 0,5 1 1,-3-2-1,2-1 0,4-2-348,2-3 0,-3-1 0,5-7 0,-2-2-311,0-1 1,4-3-30,-4-7 0,6-5 132,-2-7 254,3 2 0,1-6 0,0 5 0,-1 4 0,-1 3 79,-2 7 0,-5 9 1,1 4-1,-3 8 94,-1 3 3,0 7-20,0 2-436,0 5 1,0 1 0,-1 3 0,-2 4-2143,-1 3 1,0 3 2722,4 2 0,0-7 0,0 2 0</inkml:trace>
  <inkml:trace contextRef="#ctx0" brushRef="#br0" timeOffset="62">6301 13623 7850,'-7'-8'670,"1"1"0,2 0 2477,0 0-2521,0 5 1,4-5 0,0 3 0,2-3-1,2 0 1,4 3 82,3 2 0,2 2 1,5 0-1,5-1-591,5-3 0,7 1 0,2-4 1,7 1 195,4-1-365,1 4 1,0-8 0,1 3-1,-3-2 1,-3 1 0,-7 2 0,-7 0-769,-4 0 627,-7 4 1,-1-2 0,-7 6 160,-3 3 1,-2-1-1,-8 4 73,-2-2-9,3 0-121,-5-5 93,6 0 332,-5 0-69,4 0 0,-6 0 446,3 0-664,-3 0 0,0-2 0,1-1 1,2-2-125,0-2 1,-4-1 0,3-3 0,-2 1-145,-3 2 0,3-1-79,-1-8 295,-6 4 0,1-5 0,-4 6 0,4-1 0,-1 0-64,-2-4 0,2 8-13,-2-4 1,3 4-1,4-2 1,0 1-767,0 2-2633,3 5-325,-5-2 2495,16 10 1308,-4 2 0,33 0 0,6-2 0</inkml:trace>
  <inkml:trace contextRef="#ctx0" brushRef="#br0" timeOffset="63">7433 14066 7793,'-1'-11'1501,"-2"1"1,-3 2 610,0-1 0,-3-1-3459,-3 2-2694,5 2 4041,2 12 0,27 1 0,5 5 0</inkml:trace>
  <inkml:trace contextRef="#ctx0" brushRef="#br0" timeOffset="64">7741 13955 8006,'-9'0'3249,"1"0"-1037,5 0-974,-2 0-948,5 0 1,1 0 0,2 2 0,3 2 0,2 4 0,4 4 0,3 3 205,0 2 1,4 5 0,0-2 0,1 3-297,-4 2 0,-1 0 0,0 1 0,1 1-135,0 2 0,-7-2 0,-2-5 0,0-3-150,0-1 0,-5 2 0,2-3 0,-2-2-340,-2-2 0,0-4 61,0-1 434,0-6 0,0 3 114,0-10-97,0 4 1,0-6-1,-2 5 1,0-4-1,-2-1 1,0-1 424,-2 1-498,5-4 1,-5 4-1,6-5-108,0 0 0,0 0 76,0-1 1,0 1-112,0 0 75,0-6 0,0 3 0,0-6 1,0-1-1,0-2-165,0-5-19,6-2 0,1-6 0,5 0 0,-1 1 1,-2 2-66,0 1 0,3 6 0,4-2 0,-1 3-4,-1 2 1,-2 3 163,1 1 0,-1 6-128,0 2 216,-5-1 1,3 11 0,-5-5-359,2 1-687,-4 2-324,2 4-824,-5 0 1551,-5 6 697,3-5 0,2 4 0,7-5 0</inkml:trace>
  <inkml:trace contextRef="#ctx0" brushRef="#br0" timeOffset="65">7679 13586 7816,'-12'0'91,"-5"0"0,1 0 1,1 0-1,1 0 2341,2 0-1769,0 0 1,8 0-1,6 0 1,11-1-1,4-2-53,5-1 1,3-2 0,2 4-1,3-2-443,2 1 1,-4-3 0,4 1 0,-2-1-161,-3 1 0,3-5 0,0 4 0,1-3-209,-1 1 1,4 1-1,-3-2 1,2 0-218,0 0 1,-2 3 0,1 2 0,-6 3 89,-4 1 1,-7 0-1,1 0 290,-2 0 1,-7 1 603,-3 3 1,-3-1 504,-1 5-626,-5-5 96,3 3 1,-9-6-186,3 0 1,1 0-268,-1 0-113,5 0 16,-2 0 1,-1 0 50,-2 0 1,1-5 0,-1 0-40,-1-2 0,2 3-94,-1-4 1,3 0 0,-3-3 0,-1 1-129,-2 2 1,-6 0 90,1-5 0,-6-3 19,2 0 78,-4-1 0,0 5 1,-1-2-1,0-1 1,2 0-169,3 4 0,-2 0 1,7 6-1,2-1-1088,4 1-595,1 1 983,1 4 151,1 0 1,6 1 0,0 3-1337,0 4 2084,0-2 0,17 10 0,3-2 0</inkml:trace>
  <inkml:trace contextRef="#ctx0" brushRef="#br0" timeOffset="66">9070 12528 7798,'-9'-8'80,"1"-1"0,-1 0 678,-2-2-488,4 4 0,1 0 0,6 3 0,0-4 0,0-3 1,0-1 833,0-1 1,0 1 15,0 0-495,0 5 0,5-4 1,0 4-1,0-1 1177,1 0-1335,-2 5 0,-3-3 1,4 8-1,1 2-42,1 4 1,0 4 0,-3 3 0,3 2-136,0-2 1,4 4-209,-3 2-4,3-4 1,1 11 0,1-4 0,-1 2 0,0 0 117,0-1-173,1-1 1,2 5 0,-2 0 0,-2 0 0,0-2-96,0-2-37,2 2 1,-5-8 0,-1 4-1,-1-2 1,0-5-49,-1-2 0,4-2 120,-5 1 452,0-7-143,-4 5 260,0-9 92,0 3-423,0-5 339,0 0-400,0-5 0,0 2 0,0-5-87,0-2 1,0-1-202,0-1 1,0 0 131,0-1 0,0-3 0,0-2 0,0-1-89,0-3 0,0-1-189,0-2 1,1 1-393,3-1 479,-2-5 0,9 3 0,-3-6 0,3-1 1,0-3-514,-3-4 0,3 4 123,-3 0 449,3 0 0,1 11 0,1-4 0,-3 2 0,0 4-135,-2 5 1,-5 4 0,2 4-19,1 3 21,-5 2-411,5 6 1,-8 1-1,0 4 1,-2 3-3480,1 3 3248,-4 1 922,6 0 0,-5-16 0,6-4 0</inkml:trace>
  <inkml:trace contextRef="#ctx0" brushRef="#br0" timeOffset="67">8984 12048 7852,'-9'-8'903,"1"-1"2591,-1 0-1507,-2-2-1279,4 4-416,1 2 0,8 6 0,2 2 0,4 1 168,3-2 0,1 0 0,1-2 0,0 0-250,4 0 1,2 0 0,7 0 0,1 0 279,2 0-593,5-6 1,-3 4 0,8-5 0,0 0 0,2 2 0,-1-2 0,-3 1-536,-4 1 436,-3-5 1,-6 9 0,0-5 0,-4 2 0,-3 0-669,-4 1 690,-6 2 546,-1 1 1,-8 0 340,-2 0-480,3 0 0,-6 0-265,3 0 1,1 0 0,-4 1-516,2 3 204,1-2-50,4 3 639,0-5 107,-6 0-135,5 0 1,-6 0-40,3 0 0,1-1-88,-5-3 0,5 1-79,-1-5 1,-1 4 109,1-4-78,-6-1 1,3-3 0,-5 0 0,0-1 0,-2 0-29,-3-4 1,2-2 0,-5-5 0,-2 0-197,-1 4 1,2-3-93,1 2 0,5 3 58,-2 2-2815,4 2 3035,0 7 0,7 24 0,0 10 0</inkml:trace>
  <inkml:trace contextRef="#ctx0" brushRef="#br0" timeOffset="68">4836 17561 7898,'-8'0'488,"1"-1"1,0-2 0,1-3 655,-4 0 1,5 1 0,0-3-1,4-1 166,1-2 1,0-2-1,0 1 1,0 0 616,0 0 1,0-1 0,0 1-76,0 0 0,0-1-1852,0 1 0,1 8 0,4 7 0,3 8 0,3 10 0,1 4 0,0 6 0,1 5 0,3 2 0,2 3 0,0 4 0,-1 3 0,5 2 0,-7-1 0,4 0 0,-1-1 0,-4-3 0,-3-5 0,-4-6-28,-2-5 0,3-8 1,-4-1-1,-1-3-263,-1-2 0,-2-5 358,0-2 0,0-4-38,0 4 95,0-5 1,0 1-1,0-9-85,0-7 0,1-6 0,2-8 1,2-4-40,2-7 0,1-8 0,4-13 0,1-1 0,-7 25 0,0-1 0,8-30 0,1 0 0,0 2 0,-4 1 0,0 12-150,-7 5 0,4 16-453,-4 8 0,0 10-2026,-4 3 1856,-5 11 0,2-2-1005,-5 12 495,5-6 1,-2 3 0,5-1 1282,0 2 0,16-10 0,5-2 0</inkml:trace>
  <inkml:trace contextRef="#ctx0" brushRef="#br0" timeOffset="69">4726 17118 7898,'-13'0'1192,"1"0"1,0 0 3047,-1 0-3552,7 0 0,-3 0 1,9 0-1,7 0 288,7 0 1,1 0 0,7 0 0,2 0-367,4 0 0,7-1-271,2-4-328,0-1 0,7-3 0,-4 1 0,2-1 1,0-1-1,1 1 0,-4 2-75,0 1 0,-9-2 0,-4 4 0,-4 1-290,-1 2 1,-7 1 0,-2 0-36,-1 0 0,-5 1 6,-2 3 527,-3-2 0,-1 4 0,-1-3 762,-3 1-680,2 0 1,-4-2 0,2 1 0,-5 1 98,-2-2 1,3-2 0,0-2 102,-2-2 1,4-2-255,-3 2 1,1 1-173,-4-5 111,0 5 1,-1-6 0,1 3 0,-2-1 0,-1-1 31,-1 1 0,-2-2 1,3 3-1,-3-1-534,-1-2 1,4 2 221,-1-1 1,2 4-585,2-4-300,-1 5 1,1-3-1,1 5-1132,3-3 1,4 2 0,9-2 2182,8 3 0,18-1 0,10-1 0,6-1 0,-1 1 0</inkml:trace>
  <inkml:trace contextRef="#ctx0" brushRef="#br0" timeOffset="70">5439 16798 7898,'-12'0'280,"0"0"1,-1-1 0,1-2 0,0-1 2606,0 1-1422,-1 2 1,2 2 0,4 3 416,7 4 0,11-2-1497,10-2 1,3-3 0,5-1-1,5 0 1,5-1 0,3-3 178,2-4 0,-3-3 0,3 0 0,-2 0-907,-2-2 0,-8 4 0,-3-6 1,-3 4-1849,-1 3 0,-10 1 32,-3-1 1,-9 2 0,-3 8 2158,-7 2 0,-26 19 0,-6 10 0</inkml:trace>
  <inkml:trace contextRef="#ctx0" brushRef="#br0" timeOffset="71">5698 16810 8933,'-13'0'4197,"5"0"-3173,0 0 0,5 7-333,-1 5 121,-3 1 0,5 14 1,-5-1-1,0 4 1,2 4-1,-1 2 1,3 1-376,2 0 1,1-6-818,0-2-911,0-9 0,7-2 1,4-7-1,4-3 1291,0-4 0,2-29 0,1-14 0,2-2 0,0 0 0</inkml:trace>
  <inkml:trace contextRef="#ctx0" brushRef="#br0" timeOffset="72">6067 17450 7852,'-8'-4'553,"1"-1"0,0-1 0,2-1 666,-1 0 1,2 6 0,5 1 0,4 7 0,1 5 347,1 5 1,8 3-871,-2 9-555,2 2 1,-3 8 0,0 0 0,0 4 0,1 0 0,-2 4-1,-2 1-74,0 1 0,-5-5 1,2-3-1,0-4-43,-3-4 0,-2-5 0,-1-7 0,-1-5 25,-3-2 0,1-7 451,-5-3-282,5-3 1,-8-1-1,3 0 1,-3 0 183,-2 0 0,3-5-84,1-4-271,-2-1 0,10-4 0,-3-3 1,3-4-1,1-5 0,1-5 1,3 0-188,4-3 0,5-7 52,3-4 1,-1 1-69,6-1 116,-1 0 0,6-5 0,1 1 1,3 0-1,1 0-95,-1 0 0,-2 9 0,-4 6 1,-4 5-509,-4 6 219,-7 12 191,-4 0-277,-5 11 1,0 1 0,0 3 0,0 5-2047,0 2 652,0 1 0,0-4 1903,0 0 0,0 6 0,0 5 0</inkml:trace>
  <inkml:trace contextRef="#ctx0" brushRef="#br0" timeOffset="73">6128 17056 7856,'-12'0'192,"0"0"0,0 0 0,-1 0 0,1 0 1,0 0 1583,-1 0 0,1 0-218,0 0 612,5 0 276,-4 0-1775,10 0-437,1 0 1,8 0 0,7 0 0,3 0 0,1 0 0,4 0 0,3 0 1149,3 0-1350,5 0 0,-7-4 1,5-1-1,-1-2 1,-1-3-1,0-1 0,-2-1-22,-2 0 0,-2 4 1,1-1-1,-2 1-274,-2 1 0,-4-2 0,-4 5-429,-1 1 559,-5 2 438,-2 1-79,-10 5 0,2-4-130,-5 4 0,5-3 0,-2 1-39,-1 1 0,3 0-262,-5-4-116,6 0 63,-4 0 0,5 4-44,-3 0 0,1 1 223,-5-5 334,5 0-257,-3 0 143,6 0 1,-1-6 17,-3-2-153,3 2 0,-9-5 1,5 5-1,-1-3 0,-1 1 15,0-1 0,-1-6-21,-4-2 0,0-1 1,-1 3-1,1-2-97,0-3 0,1 1-153,3-1 0,-3 2-393,2 6 26,4-1 0,-5 1 0,5 1-1876,-2 3 0,6 3 2492,1 5 0,27 5 0,13 2 0</inkml:trace>
  <inkml:trace contextRef="#ctx0" brushRef="#br0" timeOffset="74">7827 17327 7850,'-13'0'489,"1"0"1,0 0-1,0 0 2227,-1 0-1988,1 0 1,6 0 0,6 0 0,7 0-1,6 0 1967,3 0-2483,3 0 0,7-1 1,1-2-1,4-1 1,-1 0-1,1 0 0,-1-2-731,0-1 1,0 5 0,-2-4 0,-1 2-988,-4 0 1,2 0 0,-6 4 0,0 0-2838,-2 0 4343,-4 0 0,-50 16 0,-12 5 0</inkml:trace>
  <inkml:trace contextRef="#ctx0" brushRef="#br0" timeOffset="75">7814 17586 7858,'-12'0'6458,"7"0"-5221,5 0 1,6-2-454,11-2-420,2 3 1,2-6-1,0 4 1,4-2 0,2-1-1,1 1 1,-2 2 131,-2 2-840,1 1 0,-2 0 0,-1 0 0,-3 0 0,-1 0 0,-3 0 0,-1 0-6331,-2 0 5556,-5 0 1,-2 1 1118,-5 3 0,-27-8 0,-7 3 0</inkml:trace>
  <inkml:trace contextRef="#ctx0" brushRef="#br0" timeOffset="76">9402 17413 7832,'0'-12'145,"0"0"1,-1 1 0,-2 1-1,-1 2 1,1-2 1383,2-1 0,-1 3 1,0 0 854,-3-2-1216,1 5 0,6 0 1,0 6-514,3 3 1,5 8 0,1 9-1,4 3-193,0 5 1,3 4 0,-1 7-1,-2 2-360,-2 2 0,-4 1 0,-1 3 0,0-3-154,-1-4 0,0-4 0,-5-4 1,3-5-23,-3-2 0,0-11 179,-2-2 1,-4-15-1,-1-3 1,1-9 387,-1-6 1,3-9-633,-2-4 128,3-2 1,1-4-1,1-2 1,3-4 0,5-4-92,2-4 43,6-3 0,4-10 1,-8 33-1,1 0 0,16-30 1,0 5-1116,0 4 722,-6 15 1,-6 6 0,-8 18 0,-1 11-1582,-5 9 0,-2 7 0,1 5 2033,1 3 0,22 14 0,2 5 0</inkml:trace>
  <inkml:trace contextRef="#ctx0" brushRef="#br0" timeOffset="77">9919 17795 7853,'0'-8'962,"0"-1"2234,0 0-961,0-2-1476,0 4 0,1 2 0,2 6-2,1 3 0,0 3 0,-4 7 1,0 2-478,0 4 1,0 4-1,0-1 1,0-1-501,0-2 1,0 1 0,0 2 0,0-2-947,0-5 1,0 2 0,0-2-3032,0-1 4197,0-7 0,11-29 0,3-14 0</inkml:trace>
  <inkml:trace contextRef="#ctx0" brushRef="#br0" timeOffset="78">10214 17352 7861,'6'-7'664,"-5"-4"0,3 3 1865,-3-3-1814,-1 4 0,-5 2 0,-2 6 1,0 3 647,3 4 0,4 5-666,4 3-399,-2-2 0,9 9 0,-5-3 1,3 4-1,-1 0 0,0 2 1,0 2-1,-1 0 0,0 0 84,0-2 0,-3-2 0,3-1 1,-2-2-56,-2-5 1,-2-2 31,-1-2-314,0-5 1,0-3-98,0-8 1,-1-3 0,-2-5 0,-1-2 14,1-2 0,3 0 144,4-9-194,3 3 1,6-15 0,0-1 0,4-9 0,3-6 0,5-4 0,2-5-460,-13 30 0,1 0 0,14-28-471,-5 6 170,-5 9 0,-2 14-1538,-9 10 1,-3 13 1660,-5 8 0,0 7 1,0 8-1,0 3-1264,0 1 1988,0-4 0,-5 8 0,-2-4 0</inkml:trace>
  <inkml:trace contextRef="#ctx0" brushRef="#br0" timeOffset="79">10608 17561 17318,'1'14'425,"2"1"0,1 1 0,-1-1-1080,-2-1-259,-1 4 1,0-5 0,2 4-1,0-2 1,2 0 913,-1 1 0,-7-10 0,-3-8 0</inkml:trace>
  <inkml:trace contextRef="#ctx0" brushRef="#br0" timeOffset="80">11457 17253 7828,'0'-12'467,"0"0"1,0-1 0,0 1 1519,0 0 1,-4 8 0,0 6 534,1 9-2245,2 15 0,1-4 1,0 11-1,0 3 1,1 2-1,2 3 1,2-1-452,2-2 1,-4-7 0,1-2 0,-1-3-1431,1-1 0,-3-2 606,3-3-3658,-2-7 4656,-2-8 0,-20-27 0,-10-16 0,0 0 0,-1 1 0</inkml:trace>
  <inkml:trace contextRef="#ctx0" brushRef="#br0" timeOffset="81">11297 17450 7828,'-7'0'8210,"3"-4"-7604,8 0 1,4-4 33,9 4-1393,7-6 1,8 3 752,5-5 0,13-13 0,8-6 0,-16 9 0,0-1 0,0 1 0</inkml:trace>
  <inkml:trace contextRef="#ctx0" brushRef="#br0" timeOffset="82">12343 17339 8124,'-7'-8'5381,"3"0"-4963,3 5 0,6-2 0,3 5 0,3 1 155,2 3 1,0 5-1,2 6 1,3 2 156,1 2 0,-2 2-30,3 4-569,-5-1 0,7 1 1,-5-2-1,-2-1 0,-2-3 1,0-3 285,-1-5 1,-4-16-1,-1-17 1,-2-13-378,-2-13 1,-1-12 0,-2 24 0,1 0 0,0-2 0,1 0-264,0-3 0,0 0 0,0 1 0,0 0 0,-1 2 0,-1 1 0,3-28-2020,1 11 1,0 16 851,-4 13 0,0 19 0,0 14 1,2 11-2430,2 8 3820,2-1 0,18 37 0,-11-30 0,0 0 0</inkml:trace>
  <inkml:trace contextRef="#ctx0" brushRef="#br0" timeOffset="83">12786 17512 9026,'0'-7'5042,"2"-4"-4481,2 3 1,4-3 151,8-1-684,3-1 0,2 2 1,-1 2-1,2 2 1,2 1-1,-1 4 0,-3 0-466,-3 2 0,-9 11 0,-4 6 1,-4 6 207,-4 6 0,-4 2 0,-9 6 0,-2 0 220,0 0 0,1-4 1,7-2-1,3-1 564,4-3 1,3-6 0,1-5-1,1-3 227,3-5 1,7-3 0,7-5 0,1-1-220,3-3 0,-3-4-1048,1-9-158,-5 4 1,9-5 0,-5 6 0,0-1-1,-3 1 643,-2 0 0,-2-23 0,1-4 0</inkml:trace>
  <inkml:trace contextRef="#ctx0" brushRef="#br0" timeOffset="84">13205 17106 8364,'-9'-7'3268,"1"3"0,5 4-2516,-1 4 0,3 4 1,1 8-1,1 5 558,3 2 0,3 7-393,6 3-672,-1 8 0,0-3 0,0 3 1,1-2-1,-1-4 0,0-2 0,1-4-173,-1-3 0,0-8 81,1-6-136,-7-5 0,0-9 0,-6-2 0,0-4 0,0-4 0,0-5 0,0-3-626,0-3 483,0-8 1,0-1-1,0-9 1,0-5-1,0-3 1,0-3-1,1-1-788,3 1 773,3 1 0,1 8 0,1 3 0,-1 6 0,-1 6-221,-3 7 1,-3 10 173,-1 11-677,0 0 1,0 11 0,0-2 0,0 5 0,0 2-6266,0-1 5832,0-7 1298,0 3 0,11-9 0,3 3 0</inkml:trace>
  <inkml:trace contextRef="#ctx0" brushRef="#br0" timeOffset="85">13586 17475 7845,'-8'0'615,"0"0"1,-1-2 507,3-2 0,0 2 0,6-7 1,1 1 274,4 1-1248,1-4 0,11 5 0,1-7 0,1 2 0,3 2 0,0 2 0,-2 0-46,-4 0 1,2 5 0,-1-3-410,-2 4 1,-3 2-1,-4 4 1,-4 4-40,-2 6 1,-4 4 0,-2 7 0,-4 2 269,-3 0 1,3 2 0,1-2 0,2-1 322,2-4 1,1-4 0,2-6 0,2-2 264,2-3 1,3-4-1,5-8 1,0-6-749,1-5 0,-1-4 1,-1-5-1,-3 0-1619,-4 4 1,-2-2 1852,-2 6 0,-50-23 0,20 19 0,-1 1 0</inkml:trace>
  <inkml:trace contextRef="#ctx0" brushRef="#br0" timeOffset="86">12971 17278 7828,'-4'-8'2093,"-2"1"1359,-1 1-2117,5-3-5131,-4 7 3796,12 2 0,22 18 0,12 8 0</inkml:trace>
  <inkml:trace contextRef="#ctx0" brushRef="#br0" timeOffset="87">10042 17573 7828,'-8'-4'3010,"1"-1"-961,1-2 0,1 4-2049,1-1 0,35 8 0,5 3 0</inkml:trace>
  <inkml:trace contextRef="#ctx0" brushRef="#br0" timeOffset="88">14484 17130 7828,'0'-12'57,"-1"1"1,-2 1 0,-1 2 0,0 0 2494,-1 1-1529,3 2 0,-3 7 0,5 7 0,0 8 1790,0 9-2665,0 6 0,0 6 1,1 2-1,2 1 1,2-2-1,1-2 0,1-2-953,0-3 1,-3-8-1,2-1 1,0-3-1782,-3 0 1,-2-10 2585,-1 3 0,-16-36 0,-5-6 0</inkml:trace>
  <inkml:trace contextRef="#ctx0" brushRef="#br0" timeOffset="89">14324 17352 7873,'5'-8'2309,"-1"-1"0,9 5-1842,0-4 0,13 4-405,2-4-315,12 5 1,9-4-1,9 4 253,2-1 0,-20 0 0,3-1 0,2 1 0,-1 1 0</inkml:trace>
  <inkml:trace contextRef="#ctx0" brushRef="#br0" timeOffset="90">15247 17290 7882,'-6'-8'3947,"1"0"0,3 5-3939,-2-1-1971,2 3 1089,-3 1 0,5-2 874,0-2 0,27 3 0,7-5 0</inkml:trace>
  <inkml:trace contextRef="#ctx0" brushRef="#br0" timeOffset="91">15506 17229 7882,'-2'-7'1010,"0"1"1384,-2 1-4017,-6 4 1623,9-5 0,17 6 0,11 0 0</inkml:trace>
  <inkml:trace contextRef="#ctx0" brushRef="#br0" timeOffset="92">15764 17241 7882,'-12'0'2132,"0"0"-154,-1 0 0,5 0-2830,0 0 852,5 0 0,14-5 0,10-2 0</inkml:trace>
  <inkml:trace contextRef="#ctx0" brushRef="#br0" timeOffset="93">16650 16970 11956,'-7'6'1004,"2"6"0,4 10 0,-2 7 0,-1 8 0,0 6-579,-2 5 1,5 5 0,-3 1 0,2-4 0,2-3-1,0-7-1092,0-6 1,0-4-1352,0-6 1231,0-10 0,-1 1 0,-4-11 1,-6-1 786,-4-2 0,-18-33 0,0-9 0</inkml:trace>
  <inkml:trace contextRef="#ctx0" brushRef="#br0" timeOffset="94">16416 17339 10877,'0'-8'1621,"2"1"1,2 1-825,4-1 1,9-1-1,4-5 1,7 1-1982,5 0 0,13-1 1184,7 1 0,-4-8 0,5-5 0,4-2 0,0 1 0</inkml:trace>
  <inkml:trace contextRef="#ctx0" brushRef="#br0" timeOffset="95">17278 17081 7871,'-8'0'2833,"1"1"956,1 3-3355,8 9 1,5 3 0,5 7 0,2 5 0,1 2 0,1 3 0,0 0 1801,2-1-1997,-4-4 1,4 0-1,-7-7 1,-2-5-1,-1-3 1,2-7 344,1-6 0,-3-12 0,-1-12 1,0-11-466,0-8 0,1-4 0,4-12 0,0-2-1436,1-3 61,-1-2 1,-1 7-1,-1 7 1,-4 11-351,0 10 0,-5 29 1249</inkml:trace>
  <inkml:trace contextRef="#ctx0" brushRef="#br0" timeOffset="96">17565 16810 11260,'4'18'0,"-1"9"0,9 40 0,-5-30 0,0-1 0</inkml:trace>
  <inkml:trace contextRef="#ctx0" brushRef="#br0" timeOffset="97">17635 17475 7871,'7'-6'440,"2"4"0,-3-5 2128,1 1-1823,-5 2 1,8 10 0,-6 2 0,-1 3 287,-2 1 1,-1 5 98,0-1-783,0 0 1,-1-3 0,-2-1-1,0-1 1,5-4 0,6-9 119,7-9 0,0-10 0,5-8 0,2 0-609,1-1 1,2 8-1,-2-1 1,-1 5-353,-1 7 0,-10 6 0,0 10 1,-3 8-492,-1 6 1,-5 8-493,2 2 810,-2-1 0,-2 1 1,0 0-1,0-3 0,0-4 665,0-6 0,16-46 0,5-12 0</inkml:trace>
  <inkml:trace contextRef="#ctx0" brushRef="#br0" timeOffset="98">18090 17069 7867,'-8'-4'592,"1"-2"0,0 1 1,2-2 2937,-1 0-3020,2 4 0,4-1 1,0 8-1,0 6 0,2 5 1,2 5 1126,4 4 0,-1 2-1017,1 2-341,0-2 1,4 8-1,1-3 1,-1 0-1,0 2 1,1-2-1,-1-3-282,0-6 1,-4-1-1,1-4 1,-1-5-91,-1-6 0,2-9 1,-3-14-1,-1-6-164,1-8 0,2-9 0,-3-13 0,2-5 181,3-2 0,-1 0 1,1 3-1,-2 5-37,2 5 0,-3 9 0,-1 8-1832,0 4 1026,-2 9 130,-4 17 1,0 4-1,0 7 1,1 4-1,3 2-4118,5 1 4907,2 3 0,1 10 0,0 7 0</inkml:trace>
  <inkml:trace contextRef="#ctx0" brushRef="#br0" timeOffset="99">18533 17364 13435,'-7'12'513,"2"1"1,5 0 0,0 2-1,0 2 1,0-2 1237,0-1-1196,0-2 0,0 0 0,0-2 1024,0-6-1501,5-6 1,2-17 0,5-4 0,2-4 0,1-2-1,3 2 1,0 1 270,-1 2-475,5 8 1,-4 0 0,4 7 0,-3 7 0,-1 6 0,-3 8 0,-1 9-1771,-2 6 1446,-5-1 1,2 8 0,-5-4-1,-1 0 1,-1 0 0,-4-4 0,-1-4-1304,-1-5 1,-5-9 0,1-5 1752,-3-6 0,-7-31 0,-1-13 0</inkml:trace>
  <inkml:trace contextRef="#ctx0" brushRef="#br0" timeOffset="100">20084 17093 7870,'-8'0'662,"-1"0"1432,0 0 1,2 0 95,-1 0-1993,5 0 1,-1 0-44,8 0 1,-1 0-1,5 0-98,1 0 1,2 0 0,2 0-165,-1 0 0,0 0 1,1 0-1,-1 0-564,0 0 0,-4 0 0,1 0 0,0 0-804,2 0 1,1 0 0,1 0-769,-1 0 2244,-5 0 0,4-11 0,-4-2 0</inkml:trace>
  <inkml:trace contextRef="#ctx0" brushRef="#br0" timeOffset="101">19985 17352 7870,'-7'0'3620,"2"0"1,6 0-2856,3 0 0,7 0-413,6 0 1,5-4 0,-3 0 0,1 1-453,1 1 1,-2-2 0,3 0-1,-2 2-621,2 0 1,-4 2 0,-2 0 0,-2 0-2335,-2 0 0,1 0 3055,-1 0 0,-27 11 0,-7 3 0</inkml:trace>
  <inkml:trace contextRef="#ctx0" brushRef="#br0" timeOffset="102">21659 16724 7950,'8'-1'-72,"0"-3"1,1-5 2515,-3-1-1894,5 3 1,-8-4-1,5 4 1,0-1 0,1 1-1,-3 0 1,1 0 1107,0-2 0,-3-1-1066,4 2-263,-5 2 1,1 8 0,-9 3 0,-6 8-464,-4 6 0,-7 4 142,1 2-141,-7 5 0,-4 0 0,-5 4 0,0-3 0,2-1 0,1-2 0,1-2-127,-1-2 1,2-3-1,2-2 1,4-3 159,7-5 0,4 0 107,3-7 0,4 2 26,-1-2 74,7-3 1,2 5-44,8-6 302,-3 0 1,6 0 0,-3 0-1,3 0 1,2 0 430,-1 0 1,4 0-287,1 0-207,-1 0 1,-4 0-1,2 0 1,1 0-1,2 0 71,-2 0 1,0 0-409,1 0 7,-2 0 1,9 0 0,-4 0 0,2 0 0,-2 0-112,-1 0 1,3 1 0,-1 2 0,-1 1-208,-3-1 1,-2-2-19,-2-1 0,0 4 85,1 0 241,-6 0 577,4-4-313,-10 0 89,-1 0 1,-3 0-607,-5 0 1,4 0 0,-3 2 0,0 1-444,0 1 0,-1 1 462,-4-1 0,0 3 416,-1 5-78,-5 1 1,3-1-1,-5 2 1,-3 1 0,-3 2 116,-3 3 0,-5 0-190,1 5-59,-3-1 1,-1 1 0,2 0 0,2-1 0,4 1-156,3-1 0,3-4 0,3-4 0,5-2 82,5-2 1,-1 0 40,3 1 0,2-5 21,2 0 0,-1 0 1,-1 4-93,0 1 1,3-5 143,-1 0 121,2 0 1,2 1 478,0-1-251,0 0 1,2-1 148,2-3 0,4-3 0,7-1 874,1 0 1,6 0-549,-1 0 0,3 0-373,5 0 0,7 0 0,8 0 0,3 0 528,8 0 1,2-1-949,1-3 0,-3 2-852,-6-2 844,-5 3 0,-5 1 0,-9 0 0,-5 0 0,-14 0 0,0 1 0,-11 3-505,0 5 1,-4-3-455,0 3-365,0-7-437,-2 4 928,-1-6-105,0 0 0,2-1 9,5-4 0,1 4-3389,3-3 4318,-2 3 0,14-5 0,-2-1 0</inkml:trace>
  <inkml:trace contextRef="#ctx0" brushRef="#br0" timeOffset="103">21130 18029 8497,'0'-7'8382,"-6"7"-7957,-2 8 1,1 3 0,-1 1 0,0 2 383,1 2-655,-4-2 1,6 9-1,-4-2 1,5 1-1,4-21-147</inkml:trace>
  <inkml:trace contextRef="#ctx0" brushRef="#br0" timeOffset="104">21222 18213 11537,'2'-8'0,"-9"-52"0,-6-7 0</inkml:trace>
  <inkml:trace contextRef="#ctx0" brushRef="#br0" timeOffset="105">21130 17881 7900,'0'-12'0,"-6"-1"0,-2 1 1364,3 0 0,-5-1 0,6 0 0,1-2 0,2-2-43,1 2 1,1 7-1,3 5-3867,5 6 1,3 4-1,3 5 2546,1 0 0,33 28 0,-22-17 0,0 1 0</inkml:trace>
  <inkml:trace contextRef="#ctx0" brushRef="#br0" timeOffset="106">21376 18029 7900,'0'-7'6188,"1"1"-4930,3 6 0,3-1-168,5-3-1176,1 2 1,0-4 0,4 3-1,3-3 1,4 0 0,0-3-1,-1 1-773,-2 0 0,1 4-9,-6-4-609,1 5 0,-5-3 0,-1 8 1477,-3 2 0,-41 30 0,-15 13 0</inkml:trace>
  <inkml:trace contextRef="#ctx0" brushRef="#br0" timeOffset="107">21437 18164 11326,'-6'0'4686,"0"0"1,20 0-5411,2 0 1,5 0 0,-6 0 0,3 0-3228,1 0 1,-3 0 3950,5 0 0,15-11 0,10-3 0</inkml:trace>
  <inkml:trace contextRef="#ctx0" brushRef="#br0" timeOffset="108">21819 17955 7891,'-8'1'522,"-1"3"585,0 4 1,2 5 0,0 2-1,2 3-347,2 1 0,0 5 1,1 5-1,-3 0-961,3 1 1,0-4 0,2 1 0,0-5-605,0-6-191,6-2 1,-3-3 995,5-3 0,5-46 0,7-17 0</inkml:trace>
  <inkml:trace contextRef="#ctx0" brushRef="#br0" timeOffset="109">21327 16330 7838,'0'-12'1372,"0"4"1,0 0 48,0-2 1,0 6-1,0 5-67,0 10 1,0 3-639,0 6-459,0-5 0,0 9 0,0-5 0,0 0 0,0-1 0,0-2 0,0 1 329,0-2 1,0-6-419,0-1 0,0-8 1,1-4-494,3-11 1,4-12 0,9-6 0,3-4-413,3-4 1,3-4 167,3-8 624,3 8 1,3-2-1,-2 16 1,-4 7 0,-3 11-1,-3 9 1,-3 8 217,-3 8 1,-9 15 0,-4 12-1,-2 3 255,-2 5 0,0-1-534,0-1 1,-5-4 0,0-8 0,-1-3-1518,1 0 1,1-9-2687,4-1 2937,0-5 1272,0-8 0,0-34 0,0-14 0</inkml:trace>
  <inkml:trace contextRef="#ctx0" brushRef="#br0" timeOffset="110">22459 17056 7903,'7'-5'541,"-1"4"1,-3-5 0,1 1 2680,-1-4 1,-3 4-1543,-4 1-1461,3 2 0,-6 8 0,4 4 0,-1 3 1,1 5-1,2 1 0,1 4 221,0 5 0,4-2 0,1 2 0,1-2 81,-1-1 0,4-2 1,-4-1 194,2-1 0,0-6 160,1 1-1988,-3-8 230,-5-2 0,0-5-700,0 3 958,0-2 652,0 9 1,-1-10-1,-2 4 982,-1 1-538,0-5-103,4 5-428,0-6 1,-1 0 1,-3 0 180,2 0 275,-3 0-203,5 0 1,0-2 99,0-2 1,1-3-1,2-5-295,1 0 1,4-2-3,-4-2 1,6 1-136,-2-6 26,3 6 1,1-7 0,1 4-1,0-1 1,2-3-502,2-1 440,5-7 0,-3 4 0,5-4 0,1 1 1,0 1-234,-1 0 1,-3 2 0,-4 3 0,-2 4-816,-4 7-1178,-6 5 1303,0 7 451,-5 5 1,-1 3 0,-2 7 0,-1 3 0,0 0-3318,-2 0 3961,5-2 0,-10-9 0,4-2 0</inkml:trace>
  <inkml:trace contextRef="#ctx0" brushRef="#br0" timeOffset="111">22840 17413 11933,'7'-5'2075,"-1"3"1,-8 1-1990,-2 5 0,3 6 1,-3-2-1,2 3 329,2 1-540,-5 1 0,3-1 0,-2 0 0,3 0 0,2 1-577,3-1 0,-1-1 268,5-3-631,-5-2 1,8-6-1,-4-2 1,1-2 0,-1-4 1064,-2-3 0,0-1 0,-5-22 0,0-6 0</inkml:trace>
  <inkml:trace contextRef="#ctx0" brushRef="#br0" timeOffset="112">22890 17241 7875,'0'7'6311,"0"-2"-5215,0-5-1205,0-5-376,5-2 0,-2-4 1,4 1-1,-1 4 485,1 0 0,12-25 0,7-3 0</inkml:trace>
  <inkml:trace contextRef="#ctx0" brushRef="#br0" timeOffset="113">22976 16613 7852,'-9'0'1709,"3"-1"-485,0-3 0,3 1 1,8-4-833,3 2 1,8-5-62,5 2-282,2 3 0,6-6 0,1 2 0,1 0 1,2-1-1,-2 3 0,-3 1-570,-6-1 1,-3 4 116,-3-1 1,-8 8-1,-1 4 1,-8 5 27,-7 3 0,-7 3 1,-3 6-1,-1-1 324,-3 1 0,3 0 0,0-1 0,1 1 245,3-1 1,7 0-150,3-4 387,4 3 1,2-9 0,4 1 0,4-5 0,6-6-1,6-4-1,2-4 0,0 1-546,-2-5-842,2 0 1,-5-1 957,2 1 0,9-6 0,-3-5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6:52:13.350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27160 7962 8113,'-13'-12'243,"3"4"753,1-1 1,-2 5 0,5-4 2705,-1-1-3444,1 3 1,8-1 0,3 3-1,9-4 1,10-2 0,13 1-1,11 1 1,10-2 0,6-1-25,-30 5 0,2 0 0,2-1 0,0 1 0,2 1 1,1-1-1,1 2 0,1-1-388,2 0 0,1 2 0,4 1 1,1 1-1,1-1 0,-1 0 1,-2 1-1,-1 1-465,-4-1 1,-2 2 0,-2-2 0,-2 2 0,-1-1-1,0 1 1,-1 0 0,0 1-645,0 0 1,-2 0 0,25 2-1,-14-4 1263,-11 0 0,-6-4 0,-7 0 0,-4 1 0,-6 2 0</inkml:trace>
  <inkml:trace contextRef="#ctx0" brushRef="#br0" timeOffset="1">27098 8184 8033,'-12'0'0,"0"0"0,-1 0 0,1 0 718,5 0 1,4 0 0,13-2 0,12 0-93,12-3 1,21-4 0,-21 5 0,3 0-1,4-2 1,3 1-443,3-1 0,3-1 1,4 1-1,3 0 0,4 0 1,2 0-1,3 0 0,1 1-964,2 0 1,0 2 0,-4-1 0,-2 1 623,-2 0 0,-3 2-46,-8 0 0,-3 0 0,-6-2 0,-2 1 0,17 3 0,-10 2 0,-9 2 202,-7 2 0,-3-1 0,-6 6 0,-6 3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6:52:13.387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16367 8984 7726,'0'-9'178,"0"1"0,0 4 275,0-4 0,0 4 0,0-4 0,0-2 299,0-1 1,0 3-1,2 0 416,2-2 1,-3 3-789,3-1 0,-2 7 0,-4 2 0,-2 10 0,-4 9-211,-3 8 1,-8 10-1,-7 14 1,8-21-1,-1 2 1,-4 6-1,-2 0 1,-3 5-1,-1 1-123,-3 4 1,-1 1 0,2-2 0,1 1 0,-1-1 0,0-1 0,5-4 0,0-2 0,4-6 0,2-1 0,-12 27-1161,9-8 0,11-15 0,8-9 0,2-10-3289,2-5 4403,0-7 0,6-13 0,1-8 0</inkml:trace>
  <inkml:trace contextRef="#ctx0" brushRef="#br0" timeOffset="1">15727 9685 7757,'-4'-12'1271,"0"-1"1,1 1-556,2 0 0,2 8 0,2 8 0,1 14 1,-1 12-1,-3 11-517,-4 5 0,1 9 1,-5 2-1,-2 2 1,1-2-1,-1-2-102,2 0 1,1-11 0,-1-5-1,4-11 1,5-12 0,7-6 336,9-6 0,10-10 0,7-7 0,6-12 1372,5-11-1850,3-1 0,-20 14 0,1 0 0,1 2 0,-1 0 0,0 0 0,0 1 0,27-20 44,-4 4 0,-31 3 0,-3-6 0,0-3 0,0-1 0</inkml:trace>
  <inkml:trace contextRef="#ctx0" brushRef="#br0" timeOffset="2">14731 11629 7738,'-13'0'1039,"1"-1"1,0-3 0,-1-3 1594,1 0 1,7 3 0,5 8-2211,6 4 0,5 2 1,3 0-1,1-4 1,3 0-1,1-2-374,3 1 1,1-3-1,0 2 1,-1-3-754,-1-1 0,-6 0 0,1 0 0,-2 0-1451,-2 0 1,0 0 2153,1 0 0,-34 6 0,-7 1 0</inkml:trace>
  <inkml:trace contextRef="#ctx0" brushRef="#br0" timeOffset="3">14595 12146 11654,'6'7'2716,"3"-3"0,6-4-2308,6-4 0,6-3 1,3-5-1,2 0 1,2-1-1,1 2-408,2 3 0,-6-4 0,3-3 0,1 1 0,1 0 0</inkml:trace>
  <inkml:trace contextRef="#ctx0" brushRef="#br0" timeOffset="4">15653 12269 7751,'-12'0'1477,"0"0"0,0 0-137,-1 0 0,5 0 0,1-1 0,2-3 0,2-4-503,2-3 1,1-7-1,0-3 1,1-3-356,3-5 1,3-8 0,7-9 0,2-8-323,5-7 0,2-2 0,-11 29 0,0 0 0,1-1 0,0 1-24,2 0 1,-1 0-342,12-30 0,-11 30 1,0 2-1,10-24 1,-2 8-1,-2 10 1,-6 9-1,-6 10-481,-5 11 1,-2 9 0,-2 15-1,0 5 1,0 2 0,-2 2-619,-2-1 1289,-3 6 0,-5-4 1,0 5-1,-1-3 1,1 1-1,1-2 0,2-2 1,0-3-1,1-3 590,1-1 0,-2-2 1,5-4-1,2-1 1,6-1-1,9-3 800,6-2-1353,4-1 0,9-4 0,4-1 0,8-2 0,5-1 0,2 1 0,-2 2-249,-5 1 0,-10 1 0,-6 4 1,-8 4-26,-8 6 1,-8 6 0,-12 7 0,-10 5 188,-8 3 1,-6 1 0,-8-2 0,-2-3 196,-2-8 0,4-1 1,1-7-1,2-4 245,0-3 0,8-7 0,-4-2 0,6-7-319,2-4 0,2 3 0,2 0 0,5-1-1155,2 3 1,8-1 1094,1 3 0,21 13 0,4-1 0</inkml:trace>
  <inkml:trace contextRef="#ctx0" brushRef="#br0" timeOffset="5">16318 12122 7744,'-14'9'267,"-1"2"0,-1 4 1,-1 2-1,1 2 1,1 0-1,4 3 679,6 1 0,3-3 0,2 0 1,2-3-1,3-3 0,9-4-395,9-6 1,3-4-1,7-6 1,1-6-229,2-7 1,0-9 0,0-2 0,-3-1-287,-4-3 0,-8 0 1,-3 1-1,-4 4 0,-9 4 1,-7 5-272,-11 4 1,-7 7 0,-12 7 0,-6 6-1,-3 8 1,-1 7-1942,2 4 1,2 2 2174,1 0 0,16 10 0,5 3 0</inkml:trace>
  <inkml:trace contextRef="#ctx0" brushRef="#br0" timeOffset="6">17475 10682 9069,'0'-8'1939,"-2"1"0,-3 1-1429,-7 4 0,-7 0 0,-10 4 0,-7 0 0,-6 2 0,-7 0-477,-2 2 0,-4-5 1,3 3-1,5-2 131,4-2 1,8 4-1,5 0 1,6-1 15,5-2 1,7-1 0,4 0 0,-1 1 946,3 4 1,1-3-1,10 6 1,1 2-904,1 1 1,3 5-1,-5 1 1,2-1 0,1 2-1,1 3 64,-1 2 0,-1 3 0,2 1 0,-2 2 0,-2 0 0,0 1-87,0 2 0,-4 5 1,3 3-1,-2 1 1,-1-1-1,2-1-328,1 2 1,0 0 0,-2 7-1,0 3 1,2-1 0,-1 1-78,-2-2 0,-1 5 0,0-1 0,0-1 0,0-2 0,0-2-34,0-3 1,-4 5-1,0-4 1,2 3-1,0-2 1,2-3 64,0-5 0,0 1 1,0 0-1,0 1 0,0-2 1,-1 1 129,-3 1 82,2-3 0,-3 10 0,3-4 0,0 0 0,-2-2 1,1-1-1,0 0 0,0-3 0,-1-2 31,2-3 0,0-5 1,2 5-1,-1 1 1,-2 2-1,-1 1 13,1 0 1,2 0 0,0 0 0,-2-1-125,-1 1 0,0-5 0,4-3 0,-2-2 50,-2 2 1,3-3 0,-3 2 0,2-2 23,2-1 0,-4 4 0,-1 1 0,-1 1 21,1 3 1,-3 1-1,2-1 1,1-1-75,-1 1 1,-2-4 0,3-1 0,-1-4 87,1 0 1,-5-6 0,3-2 0,0-4 293,3 0 1,-1-1-240,1 0 0,0-4 0,5-1 0,3-1 0,0 2 0,7-4 0,4 0 139,3 2 1,0-5-1,5 3 1,4-3-505,3-1 1,6 0 0,6 0-1,5 0-176,-1 0 1,-1-4 0,1-2-1,-5-4-50,-3-4 0,-7-1 1,-3 2-1,-6-4 468,-6-3 0,-19-13 0,-8-7 0,0-3 0,0 0 0</inkml:trace>
  <inkml:trace contextRef="#ctx0" brushRef="#br0" timeOffset="7">17770 10891 7727,'-8'-12'524,"1"-2"1,0-1-1,2-1 1,-1 1 901,4 1 0,0 8 1,4 6-1,0 9 1,4 7-410,1 9 0,-5 5 0,4 7 0,-2 0-848,0-1 0,0 1 1,-4 0-1,0 0-875,0 0 0,-1-4 1,-2-2-1,-1-1 0,1-1 706,2 1 0,-5 2 0,0 5 0</inkml:trace>
  <inkml:trace contextRef="#ctx0" brushRef="#br0" timeOffset="8">17610 11900 7763,'-1'-8'1587,"-2"0"1,-1 1-673,1 4 1,2 6-1,1 13 1,0 5 0,0 2-1,0 3-346,0 3 0,0-3 0,0 4 0,0-2-953,0 1 1,0 0 0,-1-6 0,-2-1-1618,-1-1 1,0-2 2000,4 1 0,0-13 0,0-8 0</inkml:trace>
  <inkml:trace contextRef="#ctx0" brushRef="#br0" timeOffset="9">17512 12885 7769,'-8'-5'3376,"-1"1"-2450,0 2 1,3 2 0,4 4-1,3 5 1,3 6-545,-1 6 0,2 3 0,-1 5 1,-1 4-31,-2 3 0,-1 0 0,0 1 0,0 0-285,0 0 0,0 0 0,0-3 0,-1-4 0,-2-6 0,-1-5-1915,1-4 1,-2-1 1847,1-2 0,5-49 0,6-12 0</inkml:trace>
  <inkml:trace contextRef="#ctx0" brushRef="#br0" timeOffset="10">18016 10657 7722,'-12'0'5169,"0"0"-2927,5 0-1342,1 0 0,8 0 1,2 0-1,4 0-486,3 0 0,1 4 0,2 0 0,1 0-232,1 2 0,6-5 0,-1 3 0,2-2-60,2-2 1,1 0 0,1 0 0,2 0-1,-1-2 1,1-2-137,0-4 0,0 1 1,-6-1-1,-3 0 1,-3 1-1,-4 2-566,0-1 762,-6 5 1,1-5-1,-8 8 928,-6 2 0,-3-2-748,-4 7-633,7-7 0,0 9 156,6-2 0,-1 1 1,-2 4-1,-1 1 137,1 2 1,2 9-1,1 0 1,-2 4 85,-2 4 0,3 3 0,-3 4 0,2 4 0,2 3 0,-4 1 1,0-1-1,2-2-32,0-1 1,2 1 0,0 1 0,0-1 55,0-5 1,0-3 0,0-1 0,0 0 26,0 0 0,0-6 0,0-2 1,0-2-103,0 2 1,0-3 0,0 4 0,0-1-66,0-1 0,0 2 1,-1-2-1,-3 2 1,-5 1 0,3 1 0,-1 2 0,1-3-27,4-1 0,-4 1 0,2-4 0,1 2-95,2-2 1,1-1 0,0-1 0,0-1-82,0 1 1,0-1-1,0 1 1,0 0 12,0-1 0,0 1 0,0-2 1,0-1 151,0-2 1,0 1 0,0 2-1,0-1 78,0-1 1,0-1-1,0 5 1,0-2 41,0-3 0,0 4 0,0-5 0,0 0-25,0-3 0,0 2 0,0-1 0,0-1-78,0 2 0,0-3 0,0 4 1,-1 0-143,-4 0 0,4-2 0,-3 2 0,3 0 58,1 0 1,0-4 0,0 3 0,0-2 117,0 1 0,-4-1 1,-1-2-1,3 1-101,0 1 0,2 2 1,0-3-1,0 1-57,0 0 0,0 1 0,0 1 1,0 0-21,0 0 0,0 2 0,0-3 0,0-2 113,0-2 1,0 0 0,0-1 0,0 0 108,0 0 0,0 1 0,0-1-61,0 0 1,0 1-1,0-1-107,0 0 0,0 2 0,0 1-124,0 1 1,0 1 0,0-5-1,0 0 114,0 1 0,4-1 1,1 0-1,-3 1 48,0-1 1,-1 0 0,2 1 0,1-1 99,-1 0 1,2 1 0,-1-1-1,-1 0 31,-2 0 1,3 1-1,0-1-57,-1 0 1,-1-3-1,-1-1 1,2 1-203,1 2 1,0-1 0,-4 2-195,0 6 1,0-2 0,0 1 257,0-4 1,0 0 0,1-2 0,2-2 926,1-1-322,0-5-1026,-4 3 1,0-1 86,0 3 1,0 3 543,0 2 0,0-5 1438,0 0-270,0-5-968,0 2-527,0-5 0,-1 0 56,-3 0 385,2 0-128,-3 0 0,3 0-110,-2 0 1,2 0-1,-7 0 1,0 0-50,-2 0 1,-1 0-1,-1 0 1,0 0-595,-4 0 1,2 4 0,-4 2 0,1 1 700,3 2 0,-15-14 0,-3-4 0</inkml:trace>
  <inkml:trace contextRef="#ctx0" brushRef="#br0" timeOffset="11">19382 11592 7762,'-13'0'480,"-2"0"1,-2 2 0,2 3 0,1 8 0,2 6 0,1 5 829,3 5 1,-2 3 0,6 6 0,2 3 0,0 3-1,2 1-1093,0 0 1,4-11-1,2-1 1,-1-7-1169,1-6 1,3-2-3131,-1-6 4081,-2-5 0,-6-12 0,-7-9 0</inkml:trace>
  <inkml:trace contextRef="#ctx0" brushRef="#br0" timeOffset="12">19087 11925 7801,'-6'-13'1462,"5"5"0,-3 0 0,4-2-670,4-1 0,8 3 0,10 1 1,6 2-1,4 1 0,5 0-792,4 0 0,5-3 0,7-1 0,6 1 0,-1 0 0</inkml:trace>
  <inkml:trace contextRef="#ctx0" brushRef="#br0" timeOffset="13">20551 11962 12256,'0'8'1110,"0"0"1,0 2-1,-1 1 1142,-3 1 1,3-4-1217,-4 0 0,3-5 0,-2 0-802,-5-6 0,4-4 1,1-7-1,1-3-268,-1-8 1,3-6 0,-3-9 0,2-2-91,2-2 153,0-1 1,0-6-1,0-1 1,2 0-1,2 3 1,4 4-1,4 1 59,5 0 0,-2 3 0,5-2 0,2 2 0,3 5 0,1 6-394,-2 4 1,4 7 0,-9 4-1,-2 7-2323,-4 8 2418,-6 5 1,-10 13-1,-4 4 1,-7 4-1,-3 4 1,-5 1-1,-2 5 220,0 3 0,3-4 0,2 2 1,1-3 313,3-3 1,3 1-1,4-5 1,4 2 35,2-2 1,5-6-1,5-5 1,9-2-53,5-2 0,12-5 1,4-3-1,6-3 35,6-1 0,5 0 0,5 0 0,-4 2-354,-6 2 1,-14-2 0,-12 7 0,-11 0 73,-7 2 1,-13 7 0,-11 2 0,-13 4 369,-12 0 0,-11 0 1,-5-3-1,-1-3-260,4-4 0,5 0 1,6-10-1,4-2-663,3 0 1,12-2 0,5 1-470,6 3 1,10-1 0,5 5-1,8 2-2691,7 1 0,5-3 3651,9 0 0,8-13 0,7-4 0,5 2 0,0-1 0</inkml:trace>
  <inkml:trace contextRef="#ctx0" brushRef="#br0" timeOffset="14">21179 11949 7763,'0'-12'490,"0"0"1,0-1-1,0 1 2625,0 0 0,0 4-1948,0-1 0,1 8 0,2 1 0,1 7-327,-1 4 1,0 1-1,-1 2 1,2 1-889,-1 1 1,0 2 0,0-3 0,1 1 0,-1-1 0,-2-1-2738,-1-2 1,1 1 0,2-1 2784,1 0 0,0-32 0,-4-9 0</inkml:trace>
  <inkml:trace contextRef="#ctx0" brushRef="#br0" timeOffset="15">22127 10719 7254,'0'8'-457,"1"-1"2482,3-2-581,-3-1 0,6-4 1973,-3 0-2649,-2 6-623,-2-5 0,-9 6 0,-7-4 0,-4 2 0,-5 2 0,-4 3 1,-4 1-68,-2 1 0,-6-4 0,0-1 1,1-2-56,2-2 1,6-2 0,4-1 0,3 0 81,5 0 1,2 0 94,6 0-36,5 0 1,-3-1-1,6 0-35,1 1 1,2-2 0,1 11-1,1-1 2,3-1 1,-1 4 127,5-3 0,-5 3 0,3 1 275,-1 0 0,0 1-237,4-1 1,-2 0 321,-3 1-461,-3-1 0,9 0 1,-6 0-1,0 1 1,0-1-32,0 0 0,6 6 0,-4 1 0,3 3-27,-1 3 1,-1-3-68,1 6 0,3 0 0,-4 0 0,1 5 47,0 3 1,-4 1-29,4 0 1,-4 0 0,3-1 0,-1 1 85,-4 0 1,4-1-109,-2-3 0,0 1 109,-4-5-163,6 5 1,-5-3 0,3 5 0,-3-2 0,-1-1-32,0 1 1,0 3 0,0 3 0,0 1-184,0-2 0,-1-1 6,-3-1 1,3 0 34,-4 0 136,4 0 0,1-5 0,0-2 1,0-2-1,0 4-80,0 3 177,6-6 1,-5 12-1,3-8 1,-3 2-1,-1 2 182,0 0 0,0-4 0,0 0 1,0 0-236,0-2 0,0 5-60,0-3 0,0-3 0,0 0 0,0-2-208,0 1 1,0 1 401,0-1 1,0 1-195,0 3 76,0 2 1,0-7 0,0 3 0,0-1 0,0-2 353,0-2 1,-4-2 0,0 2 0,1 2-27,2 0 1,-3 2-504,0-1 1,0-3-43,4 3 341,0-3 0,-2 2 0,0 1 0,-2-1 0,0-2 594,-2-2-631,5 1 0,-5-1 0,6 1 0,-1 0 0,-2-1-78,-1 1 1,0-1 0,4 1 0,0 0-261,0-1 0,-1 1 106,-4-1 1,4 1 85,-3 0 30,3-1 1,1-3 0,0-1 0,-2 1 0,-1-1 32,-1 1 0,0-1 0,4 5 0,-1-2 43,-3-2 0,2 1-16,-2-6-69,-2 0 1,4-3-1,-2-1 190,3 0 16,-5-5 1,5-3 35,-3-8-275,2 3 1,8-6 0,2 4 0,3-1 41,1 1 0,2 1-361,2-2 0,4 2-12,4-2-167,1 3 0,-1-3 0,2-2 1,2 1-1,0-2-1173,0 0 1,-2-1 0,-2-4 1742,1-1 0,-25-21 0,-8-10 0,0-3 0,-1 0 0</inkml:trace>
  <inkml:trace contextRef="#ctx0" brushRef="#br0" timeOffset="16">22287 11113 7696,'-9'-7'4789,"1"3"1,11 9-4056,1 7 0,10 2 0,3 7 1,1 2 803,0 4-1401,4-1 1,-4 4 0,2-5 0,-2 1 0,-2 1 0,-1 2 0,-2-2-461,-4-1 0,-6-1 1,1-2-1,-3-2-1209,-1-5 1,-5-4 0,-3-4-867,-3-3 1,0-5 0,1-6 2397,2-6 0,0-39 0,-4-14 0</inkml:trace>
  <inkml:trace contextRef="#ctx0" brushRef="#br0" timeOffset="17">22557 11051 7696,'0'-12'1985,"0"-1"-1263,0 7 1,-5 6-1,-3 9 1,-5 8 47,-3 7 1,-3 5-1,-6 6 1,-1 1-320,-3 2 1,5 3-1,-2-2 1,5-1-693,4-3 1,2-6 0,6-2 0,4-3-420,-1-4 0,5-9 1,-2 0-1,6-3-1773,5-1 1,5-4 2432,3 1 0,47 19 0,-24-9 0,1 0 0</inkml:trace>
  <inkml:trace contextRef="#ctx0" brushRef="#br0" timeOffset="18">22742 11568 7696,'-7'-8'1103,"3"-1"0,1 1 3100,-1 1-3892,3 2 1,-5 6 0,6 3 0,0 5-1,0 3 1,0 3 0,0 3 0,0-1-716,0 1 0,0 3 1,2-5-1,0 1-4213,2 0 4617,1-3 0,-5 9 0,0-4 0</inkml:trace>
  <inkml:trace contextRef="#ctx0" brushRef="#br0" timeOffset="19">22274 12294 7696,'-8'0'7984,"0"0"-7333,5 0 0,-1 1 0,7 3 0,2 5 1147,2 2-1597,1 1 0,9 6 0,0 2 0,1 3 0,0 1 0,-3-3 0,-1 0 145,-2 1 1,0-3-517,1 2-203,-1-6 1,-5 2 0,-3-4 0,-3-1 0,-1 0-2851,0 1 1,-5-7 0,-3-2 3222,-3-2 0,-2-40 0,1-10 0</inkml:trace>
  <inkml:trace contextRef="#ctx0" brushRef="#br0" timeOffset="20">22447 12195 8292,'-9'0'2094,"1"0"1,4 7-1735,-4 6 1,4 0-55,-5 8-159,1-1 0,-8 10 1,-1 5-1,1 3 0,0 3 116,-1-1-352,1-2 1,1-7 0,1-3-1,5-7 1,0-4 0,4-3-2715,-1-2 1965,2-5 0,10-2 0,2-6 838,3-3 0,56-14 0,-27 5 0,1 0 0</inkml:trace>
  <inkml:trace contextRef="#ctx0" brushRef="#br0" timeOffset="21">22619 12552 7696,'0'-12'947,"0"4"-319,0 0 1,0 4 862,0-5-1024,0 7 0,0-9 0,1 2 0,2-2 0,2-1 362,2 0 1,1 0 0,5-1 0,0 1-469,4 0 1,-4 3-1,5 1 1,-1 0-368,-1 1 0,0-2 0,-3 5 1,-1-1-288,0 0 0,1 4 1,-1-4-1,-1 5-255,-3 5 1,-2-3 0,-6 7 0,0 0 80,0 2 0,0 5 0,0 2 0,-2 1 289,-2 3 0,-3-3-12,-5 2 236,0-1 0,-1 4 0,1-2 1,1-3-1,2-2 38,0-2 24,7 5 0,-8-7 1,6 4-1,1-4 358,2 0 1,1-5 0,1-1 537,3-2 1,3 3-519,5-3 0,-2-1-188,2-4-260,-8 0 0,13 0 0,-9 0 0,3 0 0,1 0-1315,1 0 1,-1 0-4605,0 0 5881,-5 0 0,-1 0 0</inkml:trace>
  <inkml:trace contextRef="#ctx0" brushRef="#br0" timeOffset="22">22323 13328 7714,'0'-9'1028,"-1"3"0,-2-1 2637,-1 0-2890,0 4 0,6-1 0,2 8 0,4 4 0,3 5 0,2 3 1823,4 5-2407,-3 2 1,9 1 0,-3 1 0,2 0 0,0-1 0,-3 1 0,-1-2-29,-3-2 1,-1 1-1,-3-6 1,-2-1-1360,-1-1 1,-5-2-2368,1 0 2103,-8-5 0,1-1 0,-5-6 1460,-1 0 0,-19 0 0,-5 0 0</inkml:trace>
  <inkml:trace contextRef="#ctx0" brushRef="#br0" timeOffset="23">22520 13340 7782,'7'0'2003,"-1"0"-1462,-6 0 0,0 1 104,0 3-595,0 3 0,-7 10 1,-4 2-1,-6 4 1,-2 7-1,-3 4 1,-1 3 602,-1 0-498,-1 0 1,4-1 0,1-2 0,-1-4 0,2-3 0,4-5-1157,6-3 406,3-2 0,8-11 595,2-1 0,24-26 0,12-6 0</inkml:trace>
  <inkml:trace contextRef="#ctx0" brushRef="#br0" timeOffset="24">22693 13660 7714,'-7'-1'3788,"1"-2"-2403,1-1 0,3-2-774,-2 2 142,3 3 0,1-6 1,1 3-1,3-3 1,5-1-219,2 0 1,1 3-516,0-3-177,1 6 1,-1-4 0,0 6 0,0 0 0,1 0 0,-1 0-1020,0 0 943,1 0 0,-6 1 1,-3 4-1,-3 3 0,-1 3 1,0 1-1,0 0-223,0 1 1,-5 3 430,-4 0 161,4 1 1,-6-5-1,4 0 1,0 1-1,3-1 1233,3 0-1259,1 1 1,0-1-1,0 0 1,1 1-1,3-3-32,4-1-151,9 2 1,-2-5-1,4 5 1,-1-1 0,-3-2-375,-1 2 1,-4 2 0,-1 3 275,-5 2 0,-10 0 528,-6 0 0,-6 2-214,-6 5-22,-1 1 1,0 0 0,1-1-1,-1 0 1,2-4-706,2-4 1,4-7 0,4-7-1,2-4-528,3-7 0,4-14 1112,8-10 0,3-9 0,3-17 0,1-7 0,1 1 0,-1 7 0,-1 1 0,1-1 0,0 0 0,-1 0 0</inkml:trace>
  <inkml:trace contextRef="#ctx0" brushRef="#br0" timeOffset="25">22914 10805 7714,'-8'1'761,"0"2"0,-2 1 2895,-1-1-2964,4-2 1,-1-1 0,8 0 0,7 0 0,7 0 895,6 0 0,5 2-1164,4 2-370,2-3 0,10 4 0,1-5 1,1 2-1,-1 1 0,-2 1 1,-3-2-9,-4 0 1,-3-1 0,-7 2 0,-3 1 0,-3-1-85,-4-2 284,-6-1 1,-5 1 0,-8 2 222,-1 1 1,5 6 0,-4-2 34,1 3 0,3-3 128,-2 0-606,-3 6 1,6 0 0,-3 4-1,3-2 1,1 2 0,0 1 0,0 3-192,0 1 1,0 3 35,0 3 0,0-2 0,0 7 1,0 4-73,0 6 0,0 0 211,0 1 1,0 4 250,0 5-170,0-6 0,0-1 1,1-4-1,2-2 1,1-4 61,-2-2 1,4-3 0,-2-1 0,0-1 122,2-2 1,-5-1-117,3 2 1,2 3 29,-2 9-174,0 3 1,-4 5 0,0-1 0,0-1 0,0-1-10,0 5 0,0-7 1,0 1-1,0-7-124,0-5 1,0 2 15,0-2 0,0-3-61,0-1 110,0-3 0,1-1 1,2-1-1,1 1 1,0-1-141,2 1 1,-5-4-1,3-1 1,-3 3-36,-1 5 1,0-2 341,0 2 1,0 0-439,0 0 301,0-2 0,0 6 1,0-5-1,0 2 0,0-3 79,0-4 0,0 0 0,0-5 1,0 1-25,0 0 1,0-2 3,0-3 0,2-1-105,2 0 104,-3 6 0,5-4 0,-6 2 0,0-1 0,0 0-105,0 2 0,0 0 0,0-2 1,0 2-113,0-2 1,0 0-207,0 1 1,0-2-16,0 2 263,0-2 0,0 3 0,0-1 0,0 0 0,0 1 138,0-1 0,4 5 219,0-5-220,0 6 1,-4-3-1,0 4 1,0-1-1,0-3-125,0-1 90,0 4 1,4-4 0,0 2 0,-1-3-1,-2-4-312,-1 0 1,2-1 0,0 0-324,3 1 705,4-1 1,-8 0-142,4 1-81,1-1 1,-4 0 0,2 0 0,-1 1 0,-1 0-194,2 4 1,1-3 0,-5 2 0,0-2 16,0-2 0,0 4 78,0 1 1,0 3-304,0-3 448,0-1 1,0-4 0,0 1 0,0-1-62,0 0 0,1 1 1,2-1-1,1 0 104,-2 1 1,0-5-9,-2 0 252,0-5 140,0 8 1049,0-10-302,0 4-599,0-5-982,0 0 1,-2-4 312,-2 0 1,2-1 184,-7 1 1,5 2 0,-4-2 0,-1 3-65,-2 1 1,-2 0 37,1 0 1,0 0-1133,-1 0 534,1 5 0,0-2 1,-1 4-1,1 0 675,0 0 0,0-27 0,-1-1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7:11:11.432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74 1 7952,'-10'0'320,"0"0"0,6 0 1322,-6 0 507,7 0-1568,-10 0 0,9 0 157,-5 0 0,5 1-274,0 4 1,2-2-80,2 7 0,0-3-151,0 7 1,0-1-1,0 12 1,2-6-47,2 5 1,0 7-1,5 8 1,-1 3-39,2 2 0,3-1-140,-3 1 1,3 6-221,1 4 1,1-4 131,0-1 1,-1-2-174,1 1 1,-1-2 98,1 2 0,-2-9 148,-3-5 0,3-3 43,-4-2 0,-1-5 82,2 1 1,-5-6-68,5 5 1,-6-6 120,6 2 1,-2-4 5,2-2 1,3 3-78,-3 2 1,3-3-116,1 4 1,2 1 50,4-2 0,-4 5-122,3-4 0,-2 4-41,-3-4 0,1 1-76,-1-2 1,-1-1 125,-3 6 1,3-6 15,-3 1 0,-2-1-19,2 2 1,-2-4 14,1 3 1,3-2 160,-7-3 0,1 1 12,-1-1 1,-2-4 115,7 0 0,-5-1-165,4 6 0,-4 0-277,5-1 234,-7 1-41,10-1 4,-5 1 0,2-2 31,0-3 0,-5 1 5,4-6 0,-5 6-41,0-1 0,3-2 28,-2 2 1,5-6-4,-6 6 0,3-5 3,-2 5 1,-4-5-27,4 4 1,-2-5-38,2 0-384,-3-2 100,4-2-422,-6 0 1,2 0-234,3 0 1,-4-2-453,4-2 0,-3 0 1448,-2-5 0,0-27 0,0-11 0</inkml:trace>
  <inkml:trace contextRef="#ctx0" brushRef="#br0" timeOffset="639">569 1721 7920,'-14'0'3037,"-1"0"-1166,1 0-803,-1 0-237,7 0-561,2 0 0,6 6-102,0 4 0,1-2 85,4 2 0,2 0 0,2 4 0,4 6-49,-3-1 1,3 7-1,1-2 1,6 4-231,-1 1 1,1-3 61,-6 3 1,1-8-26,0 8 0,-1-4 80,1-1 0,-1-1-204,1-4 1,-2-3 4,-4 4 0,3-9-40,-7-1 1,4-5 96,-4 4 0,2-6 91,-2 2-54,-4-3 13,6-2 40,-7 0-25,0-7 1,0 4 115,0-6-111,0 5 1,0-9 81,0 4 0,0-4-101,0-2 0,0 1 10,0-1 1,0-1 9,0-4 0,0-2-10,0-8 1,0 0 83,0-4 0,0 1 2,0-6 0,-2 1 0,-3-6 1,4 0-56,-4 0 1,3 2 19,2 3 0,0 4-88,0 6 0,0 1-175,0 4 0,0 8-242,0 6-522,0 7 406,0-4-135,7 7 515,-6 0 1,6 2-26,-7 3 0,0-2 22,0 7 1,0-6-87,0 6 0,0-5-125,0 5 1,0-5-343,0 4-365,0 1 356,0 5 1,0-1 275,0 1 1,0-6 468,0 1 0,0-13 0,0 1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6:52:13.413"/>
    </inkml:context>
    <inkml:brush xml:id="br0">
      <inkml:brushProperty name="width" value="0.09071" units="cm"/>
      <inkml:brushProperty name="height" value="0.09071" units="cm"/>
      <inkml:brushProperty name="color" value="#57D200"/>
    </inkml:brush>
    <inkml:brush xml:id="br1">
      <inkml:brushProperty name="width" value="0.09071" units="cm"/>
      <inkml:brushProperty name="height" value="0.09071" units="cm"/>
      <inkml:brushProperty name="color" value="#3165BB"/>
    </inkml:brush>
  </inkml:definitions>
  <inkml:trace contextRef="#ctx0" brushRef="#br0">24572 6579 15425,'0'-7'755,"0"1"-1344,0 6 298,0 0 1,0 6 0,0 2 0,-2 4 595,-2 5 0,1-2-202,-5 5 19,6-5 0,-5 10 0,4-2 0,-2 4 0,-1 2 0,-1-1 0,2 1-211,-1-2-120,2-1 0,0-1 0,0 1 1,0 0-1,0-1 0,0-1 0,1-3 1,0 0-1,1-1-1188,-2 2 1,-1-3-1,5 0 1,0 0-336,0 1 1732,0-5 0,-5 35 0,-2 3 0</inkml:trace>
  <inkml:trace contextRef="#ctx0" brushRef="#br0" timeOffset="1">24424 7462 7850,'0'7'1708,"0"-1"0,0-5-129,0 3-832,0-3-443,0 5 1,0-5 0,0 3-1062,0 4 292,0 3 1,0-2 0,0-1 0,0 1 0,-1 1 464,-3-2 0,3 25 0,-5 1 0</inkml:trace>
  <inkml:trace contextRef="#ctx0" brushRef="#br0" timeOffset="2">24400 7880 7850,'0'6'1510,"0"0"-1227,0-1 1,0-2 0,-2 4 0,0 0-48,-2 0 0,0-3-591,4 4 161,0-5 1,0 3 0,0-2-1405,0 5 0,0-3 1598,0 3 0,0-1 0,0 4 0</inkml:trace>
  <inkml:trace contextRef="#ctx0" brushRef="#br0" timeOffset="3">24375 8137 7850,'-7'9'1524,"3"-1"0,-1-4-877,1 4 1,0-4 0,2 3 0,0 0 957,-2 0-1819,-1 1 2,5 4 1,0 0 0,0 1 0,0-1 211,0 0 0,6 17 0,1 3 0</inkml:trace>
  <inkml:trace contextRef="#ctx0" brushRef="#br0" timeOffset="4">24314 8530 7850,'-6'12'685,"5"1"0,-6-2 49,3-3 0,3 3 107,-3-3-1911,2-3 1070,2 1 0,6-12 0,1-1 0</inkml:trace>
  <inkml:trace contextRef="#ctx0" brushRef="#br0" timeOffset="5">24277 8800 7850,'-12'6'334,"4"-4"0,-1 5 0,1 0 1784,1 0 1,1 0 0,3 2-2613,-1-1 0,0 0-2746,4 5 3240,5-1 0,7 6 0,8 1 0</inkml:trace>
  <inkml:trace contextRef="#ctx0" brushRef="#br0" timeOffset="6">24265 9082 7829,'-7'6'1438,"-4"-3"1,3 3 364,-3 0 0,3 2-1235,0-4 0,1 6-3457,-1-2 1977,2 3 1,6-3 911,0 0 0,17 6 0,3 5 0</inkml:trace>
  <inkml:trace contextRef="#ctx0" brushRef="#br0" timeOffset="7">24203 9389 7818,'-12'6'1669,"0"2"0,1-1-536,3 1 0,1-5 0,4 2-1613,-1 1 0,0-4 480,4 6 0,11 6 0,3 5 0</inkml:trace>
  <inkml:trace contextRef="#ctx0" brushRef="#br0" timeOffset="8">24154 9659 7818,'-12'6'175,"0"-4"0,0 5 0,-1 0 722,1 0 1,1-3-1,3 4 1,4 2 309,2 1-1816,2-5 0,0 5 609,0-2 0,22 18 0,6 6 0</inkml:trace>
  <inkml:trace contextRef="#ctx0" brushRef="#br0" timeOffset="9">24105 9978 7812,'-12'6'546,"0"1"1,-1 1 0,1 0 0,4-1 0,1 2 0,0-2 773,0-1-1320,5-2 0,7-15 0,9-3 0</inkml:trace>
  <inkml:trace contextRef="#ctx0" brushRef="#br0" timeOffset="10">24044 10199 7812,'-12'4'337,"-1"2"0,1 1 1169,0 2 0,-1 2 0,3 1-1226,1 1 0,4-1 0,5 0-280,0 0 0,16-5 0,5-1 0</inkml:trace>
  <inkml:trace contextRef="#ctx0" brushRef="#br0" timeOffset="11">24007 10482 7812,'-12'12'157,"4"-1"1,1-2-1,0 0 918,0 0 1,3-2-1,-3 1-165,2 2-910,-5 1 0,9-16 0,-5-3 0</inkml:trace>
  <inkml:trace contextRef="#ctx0" brushRef="#br0" timeOffset="12">23970 10690 7812,'-12'8'777,"0"1"0,1 0 249,3 2 1,-2 1-1,5 1 1,-1-1-637,1 0 1,1-4-1,4 1 1,0 0-391,0 2 0,10 1 0,4 1 0</inkml:trace>
  <inkml:trace contextRef="#ctx0" brushRef="#br0" timeOffset="13">23933 10985 7812,'-4'12'0,"-1"0"0,-1 1 464,1-1 0,-5 0 0,4 0 0,-1 1 429,3-1 0,-2 0 0,1 1 0,-1-1-1311,1 0 0,1 0 1,4 1 417,0-1 0,5-11 0,2-2 0</inkml:trace>
  <inkml:trace contextRef="#ctx0" brushRef="#br0" timeOffset="14">23872 11292 7812,'-5'12'1284,"-1"2"-770,-2 2-13,-3-2 1,6 3 0,-4-4-1,4-1 1,1 0 0,0 0-502,1 1 0,7-7 0,3 0 0</inkml:trace>
  <inkml:trace contextRef="#ctx0" brushRef="#br0" timeOffset="15">23823 11623 7800,'-12'8'1682,"-1"0"1,2 1-1017,3 3 1,-1-4-1,5 0 1,0 0-378,-2-1 1,5 4-290,-3-3 0,24-13 0,7-3 0</inkml:trace>
  <inkml:trace contextRef="#ctx0" brushRef="#br0" timeOffset="16">23811 11819 7790,'-6'17'0,"-2"1"0,-3 1 1354,-1 2 0,5-3 0,2-1-899,-1-4 0,5-1 0,-2-1-455,6-2 0,9-20 0,7-10 0</inkml:trace>
  <inkml:trace contextRef="#ctx0" brushRef="#br0" timeOffset="17">23786 12102 7784,'-4'12'728,"-1"0"1,-1 1 11,1-1 0,-4 0 0,5 0 625,2 1-1365,-5-1 0,16-27 0,0-7 0</inkml:trace>
  <inkml:trace contextRef="#ctx0" brushRef="#br0" timeOffset="18">23774 12249 7774,'-6'12'410,"1"1"1,-5-1 0,4 0 610,0 0 1,1 1 0,2-1-1882,-1 0 0,0-4 860,4 1 0,0-39 0,0-6 0</inkml:trace>
  <inkml:trace contextRef="#ctx0" brushRef="#br0" timeOffset="19">23749 12421 7770,'0'12'0,"-5"0"0,-3 1 617,2-1 1,-3 2 0,3-1 0,1 1 0,-1-3 0,2-2 0,0-1 12,0 1-630,0-7 0,15-7 0,2-9 0</inkml:trace>
  <inkml:trace contextRef="#ctx0" brushRef="#br0" timeOffset="20">23725 12617 7770,'-6'12'438,"4"1"439,-7-1-144,7-5 1,-8 4 0,5-3 617,-2 3-1614,-1 1 263,1-5 0,12-23 0,9-12 0</inkml:trace>
  <inkml:trace contextRef="#ctx0" brushRef="#br0" timeOffset="21">23712 12728 7755,'-6'12'509,"-4"2"615,6 2-851,-6-2 1,8 5 0,-5-4-1,1 1 1,2-2 853,-1-5-2702,4 2 1575,-5-10 0,17-39 0,3-16 0</inkml:trace>
  <inkml:trace contextRef="#ctx0" brushRef="#br0" timeOffset="22">23676 12936 8155,'-9'8'1145,"1"1"1,4-7-466,-4 2 1,4-2 0,-3-1-306,2 3 1,-1-2-1380,2 2-1638,3-3 901,-5-1 1,10-1 1740,0-3 0,1 1 0,-5-5 0,1 5 0,3-1 26,-3 3 1,5 2 0,-6 3-1,0 4 837,0 3 1,0 1-415,0 1 210,0-1 0,0 0 0,0 0 0,0 1 1,0-1-660,0 0 0,-17-16 0,-3-4 0</inkml:trace>
  <inkml:trace contextRef="#ctx0" brushRef="#br1" timeOffset="23">21761 10297 6120,'7'0'2460,"-2"2"-2061,-5 2-272,0-3-192,0 5 0,0-8 354,0-2-391,0 3 1,0-6-76,0 3 0,0 1 79,0-5 0,-1 5 0,-2-2 676,-1-1 36,0 5 1,3-8-172,-3 4 0,2 0 0,-3 2 190,-1-1 0,5-1 133,-3 1-232,2 2 1,2-5 0,-1 5 1107,-3-2-816,3 0 0,-6 4 286,3 0-644,2 0 0,-3 1 307,5 3 1,0 3 11,0 5-475,0 0-107,5 1-157,-3-1 1,9 0 0,-5 0 0,3 1-110,-1-1 0,-4 0 0,4 1 0,0-1-81,-1 0 0,4 5 129,-3-1 0,2 2 44,-2-2-26,3 3 1,-4 2 0,5-2-1,-1 0 1,-2-2-12,0 1 0,-3-1 0,4-5 1,-2 1 267,2 4 0,-4-8 38,3 4 1,-3-4 319,3 3-440,2 1 0,-9-1 1,5 0-1,0 1-71,0-1 0,-3 0 0,4 0 0,0 1-209,-1-1 0,3 0 152,-6 0 1,5 2-236,-1 2 164,-2-2 0,3 4 0,-3-6 1,-1 0-1,2 1 114,0-1 1,-3 0 0,3 0-6,-2 1 0,3-1-26,-3 0 1,-1 1-132,-4-1 41,5 0 1,-2-1 0,4 0 0,-1 0-62,1 2 0,-3 2 1,3-2-1,0 0-30,0 4 1,-3-4 87,4 4 0,-4-4 19,4 0 0,-4-1 0,3 0 1,0 0 91,0 1 1,-4-1-93,1 0 0,1 1 141,-1-1-95,6 0 0,-9 0 1,5 1-1,-2-1 1,1 0 39,2 0 0,-4 1 0,1-1 0,-1 0 64,1 1 1,-3-1-40,3 0 1,2 0-130,-2 1 42,0-7 0,0 5 0,1-1 0,1 4 0,1 2 10,-1-1 1,-2-1 48,5-2-52,-1 0 1,0 0 0,-1 2 0,0 1 0,-1 1 11,4-1 1,-3-1-1,1-2-60,2 1 0,-4-1 116,3 0-248,-1 0 143,4 1 0,-4-2 1,-1-2-1,0-1 1,0 2 38,2 1 1,-2-3 0,0 0 0,0 2-6,-1 1 1,1 1 4,1 0 0,3-4-179,-2 1 127,-4-1 0,5 4 0,-5 0 0,2 1-171,2-1 1,-2-1 133,1-3 75,-5 3 0,7-4 0,-6 5 0,0 0 32,1 0 1,1 1 0,2-1 0,-3 0-67,1 1 0,-3-3 41,5-1 1,-6 2-133,3-3 104,-4-3 0,3 6 1,1-4-1,1 1-43,-1 0 1,1-4-1,-2 5-33,4 0 0,-2-2-44,-2 1 232,3 0-62,-6 5 0,8-5 0,-3 0 0,-1 1-42,1 2 0,-1-2 0,-2-1-106,1 1 0,4 2-164,-4 1 0,2-3 126,-2-1 62,-3-5 1,6 7 0,-4-1 215,1 2 1,4 1 333,-4 0-378,6 0 1,-9-3 65,3-1 1,-1 0 37,1 4-274,-3-5 1,6 4 0,-4-3-1,2 3 1,1 1-139,-1 1 0,3-1 1,-3 0-1,-1 0-81,1 1 1,-4-1 343,4 0 0,0-4-33,-1 1 0,2-1 1,-4 4-24,2 0-168,6 1 139,-9-1-31,10-5 0,-8 4 0,4-3 0,0 3 1,-1 1-364,4 0 0,-3-1 372,1-3 0,-4 3 0,4-3 1,0 3 28,-1 2 124,4-1 0,-5 0-205,2 0 111,3 1 1,-9-5 0,5 0 0,0 0-1,0 0-85,2 1 1,-2-1 0,1 4-199,2 0 0,-3 1 89,1-1 1,-4-4 49,4 0 162,-5 0 1,6 1-1,-3-1-16,1 1 0,-5 2 1,4 0-414,-1-3 306,-3 3 0,5-5 32,-3 2 93,-3 3 1,6-9 0,-4 7-1,2 0 117,2 2 0,-4-3 0,1 0 0,-2 1 247,2-3-348,-2 5 0,3-8-182,-5 5 68,6-5 0,-5 4 0,5-3 5,-1 4 1,-4-1 0,5 0 35,-1-2 1,-3 1-28,2-2 0,-2-3-13,3 3 37,-4 3 0,6-4 42,-3 5 0,-3-4 0,5 3 205,-1-2-204,-4-1-71,5 2-67,-6-5 0,1 5 0,2-5-450,1 3 478,0 3 0,0 1 0,2-1 352,1-2 101,-5 5 1,5-5 0,-4 5 398,1-2-638,0-5-303,-4 8 102,0-10 1,4 10 0,2-4-895,0 0 794,-3 4 0,3-9 1,-5 5 113,3-1 208,-3 3 0,6-6 6,-3 5-147,-2 0 0,4-1 0,-3-1-234,1-1 220,0-4 1,-2 6 74,2-3-77,-3-2 0,5 4 1,-5-3-1,2 3-84,1 0 0,1-3 0,-2 3 0,1-1 1,2-2-52,-2 5 190,-3-5-20,4 2 0,-5-3 0,2 0 291,2 2 0,-3 2 0,5-3 44,-1 1-619,-3 0 47,3-4 317,-5 5 1,1-3 68,3 2 0,-2-2 664,2 2 25,-3-2-634,-1 3 1,0-3-218,0 2-819,0-3 472,0 5 0,0-5 383,0 3 0,0-1 149,0 5 1,2-5-160,2 1-298,-3 3 518,5-6-2251,-6 10 95,0-10-10,0 5 0,1-2 1934,3 0 0,-24-49 0,-2-17 0</inkml:trace>
  <inkml:trace contextRef="#ctx0" brushRef="#br1" timeOffset="24">23393 13513 7741,'-6'-1'162,"0"-2"0,1-1 620,-4 1-916,4 2 1,-2 1-1,4-1 1,-1-4-1,2-3 248,0-3 1,2 3 0,0 0 483,0-2 0,-1 5 0,-2 0 1876,-1-1-709,0 5 167,4-5-63,0 6-1456,0 0 0,4 6 1,2 1-1,0 1 1,4 0-1,1 1 1891,1 2-2193,0 2 0,1-1 0,0 0 0,2 0 0,3 1 0,0-1 0,1 0 69,0 1 1,-4-3-155,1-1 0,-2 0 0,-3-3 0,-2-1-598,0 1 945,-7-2-184,4-4-49,-6 0 0,0-2-197,0-2 37,0 3 1,-2-11 0,0 1 0,-2-6 0,1-3-142,1-6 0,1 0 0,-2-7 0,-1-1-684,2-1 0,0-1 383,2 4 1,0 2-2050,0 5-486,0 6 2997,0 1 0,-5 44 0,-2 10 0</inkml:trace>
  <inkml:trace contextRef="#ctx0" brushRef="#br0" timeOffset="25">23541 13354 9586,'-7'0'1164,"1"0"0,5 0-1408,-3 0-90,3 0-1642,-5 0 1976,6 0 0,0 11 0,0 2 0</inkml:trace>
  <inkml:trace contextRef="#ctx0" brushRef="#br0" timeOffset="26">23602 13427 7747,'-11'2'510,"2"0"571,0 2 1,3 2-1,-4-3-373,2 1 0,5 1-1032,-1-1 324,8-2 0,30-30 0,13-13 0</inkml:trace>
  <inkml:trace contextRef="#ctx0" brushRef="#br0" timeOffset="27">23651 13427 7747,'-4'8'0,"0"1"0,-4-5 1088,4 4 1,-5-4 0,4 3-1952,-2-2 863,4 5 0,9-20 0,8 2 0</inkml:trace>
  <inkml:trace contextRef="#ctx0" brushRef="#br0" timeOffset="28">23651 13329 7747,'-12'-5'0,"0"-1"-465,-1-2 0,5-2 20,0 6 669,5-5 0,-2 6 0,6-4 0,3 2 78,4 2 0,3 2 743,2 1-731,-7 0 0,0 1-1395,-6 3 1081,0-2 0,11-8 0,2-8 0</inkml:trace>
  <inkml:trace contextRef="#ctx0" brushRef="#br0" timeOffset="29">23663 13231 7747,'-4'8'106,"0"0"1,-5 0 260,0 5 1,4-1-368,1 0 0,3 1 0,1-1 0</inkml:trace>
  <inkml:trace contextRef="#ctx0" brushRef="#br0" timeOffset="30">23602 12740 10954,'-7'5'2614,"2"-3"-1675,5 3-422,0-5-902,0 6-223,0-5 949,0 4 676,0-5 2078,0 0-2049,-6 0-563,5-5-614,-10-2 1,10-1 0,-5 0 0,1-2-757,-3-1 853,2-1 1,-5 1-1,4 2 1,-1 2 0,0 0-1,0 0 1,0-1 0,1 0-1,0 1 89,0 2 1,3-5 0,-3 2 0,0-3 0,2-1-425,0-1 326,0 7 1,5-5-1,0 2 1,-1 0 0,-2-1-323,-1 2 173,0 5 1,4-3-339,0 2 544,0 2 1,-1-3-9,-3 5 1,1 0-156,-5 0 0,4 0 119,-4 0 0,3 0-622,-3 0 0,0-4 98,-4 0 1,4-1 1059,-1 5-345,7 0 1,-5 0 112,3 0 399,2 0-431,-3 0 0,5-1 0,1-2-168,3-1 1,-2-1-272,2 1 107,3 2 294,-6-3 0,5 4 93,-6-4-203,0 4 1,0-6-106,0 3-59,0 3 0,0-6-347,0 3-285,0 3 438,0-10 370,0 9 0,-2-5 185,-2 3-307,3 3-129,-10-4 0,9 3 37,-2-2 1,2 3 121,-2-3 0,2 1-23,-2-1-63,3 2 0,1-4 106,0 2 274,0 2 1,-2-3 100,-2 5-414,3 0-3,-5 0 13,6 0 1,0 1-1,0 3 40,0 4 1,0 3-1,-1 2 1,-2-1 28,-1 0 1,-1 0 0,2 2-1,-2 1-54,-2 1 0,4 2 0,-2-3 1,1 1-51,-1-1 0,-3-1 1,4-2-1,0 1-14,-1-1 1,3 0-1,-3 0-72,-1 1 0,5-5 0,-3 0 79,3 2 1,1-4 18,0 3 0,0-5 22,0 4 1,0-4-25,0 4 1,-2-5 0,-1 2-32,-1 1 1,0-3 0,3 3 186,-3 0 1,2-1 338,-2-1-295,-2-2-177,4 3-155,-3-5 78,5 0 1,-2 4 243,-2 0-99,3 0 1,-6-4 56,3 0 105,3 6-260,-10-5 0,8 6-297,-5-3 117,5-2 1,-4 3 185,3-5 0,3 1-40,-3 3 24,2-2 0,2 2 1,2-7-1,0-2-17,3-2 1,0 3 0,-1-3 0,3 0 17,0 0 1,4-1 0,-5-4 0,3 0 71,-1-1 0,-4 1 0,3 0 1,0 0 15,-1-1 1,-2 1 0,3-2-1,0-1-40,0-1 1,-4-2-1,2 3 1,-1-1-36,0 1 0,4 0 1,-3 0-1,-1-1 20,1 1 0,-4 1 0,4 2 201,-4-1 0,-1 5 486,0 0-442,0 5-233,-6-2 1,5 6 298,-3 3 215,3-2-347,1 3-186,0-5 0,0 1-18,0 4 0,0-3 0,0 6-81,0 2 1,4-3 238,0 1 1,5 0-26,0 4 1,-3-3-1,3-1-86,0 1 1,-2-2 0,1 1-43,2 2 0,-4-3 0,1 1-79,-1 1 1,2-2 0,-3 1 16,2 2 0,-4-3 0,2 1 90,1 2 0,-3-1 0,3 1 0,1-4 166,0 0 1,-3 2-1,3-2-8,-2 0 1,5-2-1,-2 3-154,3-1 1,-3-2 0,0-3-83,2 3 0,1-2 119,1 2 0,-4 1 17,0-1 0,-3 0 0,1-2-1250,0 2-1101,-2-3 253,-4 5 1,-1-6 2034,-4 0 0,-23-11 0,-12-3 0</inkml:trace>
  <inkml:trace contextRef="#ctx0" brushRef="#br1" timeOffset="31">23455 14323 7746,'-2'-12'901,"0"0"0,-2-1 0,-1 2 5765,0 3-5291,4 3-1174,-10 5 0,9 5 1,-2 3-1,3 3 1,1 3-1,0 2 1,1 5 289,3 2 1,-1 2 0,4 0 0,0 3-53,0 0 1,-3 5 0,4-4 0,1-2-172,2-1 1,2 0 0,0 0 0,2-2-101,2-5 1,3-4-1,-2-4 1,1-2 63,3-5 0,1-4 0,0-4 0,-1-6 48,-2-5 0,-5-4-276,2-6-66,2-5 1,-10 3 0,4-6-1,-3-1 1,1-1 0,2-1-1,-2 2-771,-3 1 1,1 5-560,-5-5 915,0 6 0,-4-3 1,0 7-1,0 2-3842,0 5 1524,0 2 1,0 9 1795,0 5 0,-4 5 999,0 7 0,-12 20 0,-5 9 0,1 2 0,0 1 0</inkml:trace>
  <inkml:trace contextRef="#ctx0" brushRef="#br1" timeOffset="32">23614 14753 14709,'7'13'1591,"-3"4"0,-2 3-877,-2 3 1,0 3-1,0 2 1,0 2 66,0 1 1,0-2-275,0 3-610,-6-4 0,3 2 0,-3-7 1,-1-3-1,1-2 0,-1-3 0,1-3-2176,-4-5 1,3-4 437,-1-3 690,5 0 0,-6-7 1,5-5-1,1-9 1151,2-6 0,12-17 0,5-9 0,1-6 0,0 0 0</inkml:trace>
  <inkml:trace contextRef="#ctx0" brushRef="#br1" timeOffset="33">23369 14102 8073,'0'7'6683,"0"4"-5105,0-10 0,1 5-237,3-6 1,-1 0 0,5-2 59,2-2 0,1-2-600,1-7-905,0 1 1,6-6 0,4-2 0,5-3 0,6-3 0,2-3 0,2-4 0,0-2 0,-2-1-839,-2 4 1,1-2-1,-7 5 1,-3 3 43,-7 4 1,-4 5 786,-5 4 0,-3 8 203,-5 5 1,-4 1 0,0 7 313,1 2 1,1-3 418,-3 1-522,4-5 1,-4 8 0,5-3 605,0 3-779,5 1 0,-2 0 1,5 0-1,2 1 1,0 0 534,3 4-641,-1-4 0,0 5 0,2-6 0,1 1-462,1-1 1,1 0 0,-5-1-1963,0-3 1149,-5 3 0,-2-8 1,-5 5-1129,0 2 1,0 2 2378,0 4 0,-38 36 0,14-19 0,1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6:52:13.447"/>
    </inkml:context>
    <inkml:brush xml:id="br0">
      <inkml:brushProperty name="width" value="0.09071" units="cm"/>
      <inkml:brushProperty name="height" value="0.09071" units="cm"/>
      <inkml:brushProperty name="color" value="#3165BB"/>
    </inkml:brush>
  </inkml:definitions>
  <inkml:trace contextRef="#ctx0" brushRef="#br0">3237 10854 7769,'-10'-19'569,"-2"-4"0,-2-3 1,2 2-1,2 5 1,2 3-1,0-1 0,-1 2 8156,1 2-5402,6 0-3007,2 7 1,6 6 0,8 9-1,2 8 1,5 7 0,2 8-1,2 5 45,-1 4 1,2 4-1,2 7 1,2 1 0,0-2-1,0-4-396,-3-1 0,1-3 1,-1 2-1,0-3 1,-2-6-1,-4-1-294,-4-3 0,0-8 1,-6-1-1,-3-4 1,-4-4 194,-3-1 353,-1-7 0,0-3 1,0-10-1,0-7 0,2-12-48,2-11 1,3-7-1,6-12 1,4-8 0,-7 28-1,0-1 1,2-3 0,-1 0-172,1-1 0,1-1-533,2-2 0,0-1 0,0 1 0,2 0 0,1 0 1,1 1-1,-2 5 0,0 1 0,13-21 0,-7 17 0,-5 18-4262,-7 17 1,-3 9 4794,-4 8 0,8 17 0,8 4 0</inkml:trace>
  <inkml:trace contextRef="#ctx0" brushRef="#br0" timeOffset="1">3704 11519 7764,'-7'1'1909,"3"3"1,3 4 0,1 5-753,0 3 0,0 9 0,0 9 1,0 5-1,0 8 0,0 5-607,0 5 0,-2 3 0,0 1 0,-2-5-1097,1-7-604,-4-11 1,6-5 0,-3-7-6701,2-3 7851,2-17 0,11-46 0,3-27 0</inkml:trace>
  <inkml:trace contextRef="#ctx0" brushRef="#br0" timeOffset="2">3298 10239 7791,'-8'0'1112,"0"1"0,-2 3 198,-1 4 1,4-1 0,5 0 0,4-1 0,7-4-503,1 0 1,4-9 0,1-4 0,3-6-429,1-2 1,2-1-1,3-6 1,1-1-145,-1-2 1,0-5-1,-2 1 1,-3-4 141,-2-4-327,0 3 1,-6-9 0,-2 6 0,-2 3 0,-1 2 0,-2 6 0,0 4-344,0 7 0,0 11 0,-3 8 0,2 8 8,1 7 0,7 11 1,-1 10-1,2 5 1,-1 2-1,0 4 342,0 1 1,1 1-1,-1 0 1,-1-1-1,-3-3 1,-1-5-454,1-6 0,-4-3 0,2-5 1,0-1-1,0-6 0,1-4-1968,-1-2 0,5 0 2363,-2 4 0,3-9 0,1 3 0</inkml:trace>
  <inkml:trace contextRef="#ctx0" brushRef="#br0" timeOffset="3">4627 11137 7745,'-19'-1'155,"3"-2"0,2-1 0,2 1 0,-1 2 0,2-1 0,2 0 2898,1-2 1,3-2-2253,-3 2 1,11 3 0,1-3 0,7 2-487,5 2 1,8 0 0,4 0 0,1 0-444,1 0 0,-2 0 0,3 0 0,-1 0 0,-3 0 0,-1-1-1042,-1-3 1,1 2 0,1-2 0,1 3 0,-5 1 1169,-5 0 0,-32 22 0,-8 5 0</inkml:trace>
  <inkml:trace contextRef="#ctx0" brushRef="#br0" timeOffset="4">4627 11445 7767,'1'-7'2953,"5"1"-2128,6 1 1,6 2-1,7-4 1,-1 1-1,1 0 1,0 1-994,-1 2 1,1 2 0,-1 1 0,1 0 0,0 0 0,-2 1 167,-3 3 0,-7 14 0,-8 8 0</inkml:trace>
  <inkml:trace contextRef="#ctx0" brushRef="#br0" timeOffset="5">5796 11777 7760,'-12'0'1467,"0"0"1,-1 0-519,1 0 0,4 0 1,1-1-1,1-3 1,4-6-677,0-5 1,2 0 0,0-7 0,0-4 131,0-5 1,0-6 0,0-6-1,0-6-50,0-7 0,6-6 0,1-2 0,2 0-130,4 4 1,-4 0-1,9 6 1,0 1-255,2-2 0,3 9 0,3-3 1,2 2-1,2 3 0,1 3-484,3 3 0,1 12 0,-3 6 0,-3 6 0,-4 6-1582,-5 4 1893,-2 2 1,-11 13 0,-6 6 0,-6 6-1,-10 5 1,-6 5 0,-6 4 189,-3 4 0,1 2 1,-2 2-1,1-4 398,2-3 1,4-2-1,3-4 1,5-4 401,2-6 0,10-6-591,8-8 1,10-4 0,16-8 0,7-4 83,6-3 1,5-5-1,2-1 1,0 2 54,3 2 0,-2 0 0,1 2 0,-7 3-310,-8 4 0,-5 4 0,-9 6 0,-4 6-64,-7 7 1,-5 10 0,-7 3 0,-3 4 21,-5 1 0,-6 0 1,-10 0-1,-1 0-6,1 0 1,-8 0 0,-5-2 0,-8-2 506,-7-4 0,0-9 0,-4-5 0,0-4-114,0-3 1,8-5 0,2 1 0,7-2-1949,12-2 1,7-5-2094,7 1 3670,6 0 0,24 4 0,10 0 0</inkml:trace>
  <inkml:trace contextRef="#ctx0" brushRef="#br0" timeOffset="6">6645 11679 7798,'-12'-7'528,"5"1"0,-4 2 0,3 0 0,-2 0 0,1 0 0,1 0 0,-2 1 312,-1 2 0,3 1 0,0 1 0,-2 3 0,-1 6 0,0 3-525,3 4 1,-1 5 0,4-2 0,3 5-13,0 4 1,2-4 0,0 6 0,2-3-36,2 1 1,8-2-1,9-6 1,3-6 0,5-6-1,4-4-3,2-4 0,2-12 0,-1-5 0,-2-8 1,-3-4-1,0-4-249,-4 1 1,-11-5 0,-5 5-1,-4-1 1,-6 2 0,-3 1 199,-7 1 0,-8 0 0,-8 8 0,-6 5 0,-4 5 1,1 5-725,1-1 1,2 5-1,0-3 1,5 4 0,5 3-1,3 1-5380,3-2 5888,7 0 0,24-2 0,12 0 0</inkml:trace>
  <inkml:trace contextRef="#ctx0" brushRef="#br0" timeOffset="7">7618 10153 10420,'-5'12'3708,"0"0"-3007,-2 1 0,0-5 1,-2-1-1,-1-2-378,-4-2-246,2-2 1,-15 3-1,2 0 1,-1-1 0,-1-2-1,-2-2 1,-2-2 148,-1-1 1,-2-1 0,5 2 0,3-1-97,5 1 0,-1 2 0,5 1 0,2 0 143,2 0 0,6 1-62,3 3 0,4 3 0,4 4 88,4-3 0,3 3 0,1-3 0,0 3 130,1 2 0,-1-1 0,-1 2 0,0 1-219,1 1 1,-6 6 6,6-2-148,-2 9 0,2-3 1,0 4-1,0 0 1,-1 3-1,-1 4 1,-2 3-161,2 1 1,-3 7-514,1 1 1,-4 4 0,3 6-1,-2-2 160,-2 2 1,2 1 475,0 2 0,-1-2-1232,-4-3 1192,0-2 0,0 0 0,0 4 0,0 4 0,-2 2-311,-2-1 0,1-1 330,-5-1-28,5-1 0,-3 5 0,3 0 0,-1-2 0,1-3-68,2-3 0,-1-2 0,0-5 1,-2-2 49,1-5 1,1-1 88,2-2 0,0 2-16,0-2 0,-4-3 1,0 3-1,1-4 127,2-4 1,1-3 127,0-6 1,1-4 1189,4-4-1365,-4 3 1,10-5-1,-3 4 1,3-2 0,1 0 788,1-1-552,-1-1 0,2-7 1,1-3-1,2-3 0,1-1 1074,0 0 0,4-5-1785,-2-3 1,4-3 0,-1-1 0,-1-1-1701,-2 1 1,-3-2 893,3-2 1162,-5-3 0,-10-19 0,-6-15 0,-1-1 0,-1-5 0,0 1 0,0 0 0</inkml:trace>
  <inkml:trace contextRef="#ctx0" brushRef="#br0" timeOffset="8">7974 10263 7810,'-8'0'5308,"0"0"-3992,0 0 0,1 2 179,3 2-982,3 3 0,1 5 0,0 2 0,0 2 0,0 3 0,0 2 1,0-1-211,0 2 0,0 1 0,0 2 0,0 0-1588,0-1 0,1 1 0,2-1 1285,1 1 0,0 11 0,-4 2 0</inkml:trace>
  <inkml:trace contextRef="#ctx0" brushRef="#br0" timeOffset="9">7925 11149 7810,'-11'13'776,"2"-1"1,2 0-1,1 1 1,4-1 2695,0 0-3478,2 6 1,-4 0 0,0 4 0,1-2 0,2 1-1,1-1 1,0-1 0,1-1 0,2-3-2224,1-1 0,0-2 2229,-4 0 0,6 12 0,1 2 0</inkml:trace>
  <inkml:trace contextRef="#ctx0" brushRef="#br0" timeOffset="10">7864 11912 13282,'0'13'221,"0"-1"0,0 2 0,0 1 0,0 3-420,0 1 0,0 1 0,0 3 0,0-2 0,0-3 199,0-1 0,0-3 0,0 4 0</inkml:trace>
  <inkml:trace contextRef="#ctx0" brushRef="#br0" timeOffset="11">8430 10091 7786,'-8'-1'2044,"-1"-2"341,0-1-313,3-6 1,-5 9 162,3-3 0,3 4-1663,1 4-466,2-3 1,4 6-1,2-4 1,5 2 0,6 1-1,6-1 1,2-2 42,2-2 1,3-1 0,2 0-1,1 0 1,-1 0 0,-3-1-179,-1-3 1,-3 1 0,-2-4 0,-4 1 353,1-1 0,-10 3 26,1-5 1,-8 7-823,-5-2 1,-2 4 239,-2 4 27,-3-3 0,10 10 1,-5-4-1,2 1 0,-1-1 1,-1 0-1,1-1 152,2 4 0,1 0 1,-1-1-1,-1-1 425,1 2 1,0 5-78,-1 1 0,1 6 171,-5-1-376,5 8 1,-6 3 0,3 9 0,1 4 0,-2 5-151,0 3 0,5 3 1,-4 7-1,2 3-15,2-32 0,0 1 1,-2 32-283,4-1 1,0-4 248,0-5 80,0-2 0,0-7 0,1-3 0,2-4 0,1-3-63,-1-1 0,2 1 1,-1 3-1,-1 3 71,-2 0 1,-1 4-14,0-3 0,0 1 287,0-1-225,0-2 1,0-6 0,0 0 0,0-1 0,0 3-110,0 2 58,0 2 1,0 3 0,0-1 0,0 1-1,-1 3-179,-3 5 0,3-9 263,-4 0 0,0-5 0,1-3 1,1 1 37,2 3 1,1-7-176,0 3 0,0-4 0,0 1 0,0-1 210,0 1 1,0-4-160,0-1 0,1-5 61,3-3-141,-2 2 1,3-5 0,-4 2 0,2-3 0,3-3 63,0-2 1,-3 0-1,3 0 1,-2 1 379,0-1-169,5 0 1,-6-1 79,5-2 240,-5 1-54,3-8-465,-6 3 0,1-5-1117,3 0 641,-3 0-423,5 0 1100,-6 0 0,-1 0 0,-4 0-24,-3 0 0,1 0-126,-1 0 1,-1 0 3,-8 0-78,4 0 0,-7 0 1,5 0-1,-2 0 1,-1 0-351,0 0 1,0 0-1,3 0 1,-1 0-892,1 0 1,0 0 118,-2 0 0,8-1 1172,-4-3 0,15-19 0,-1-10 0</inkml:trace>
  <inkml:trace contextRef="#ctx0" brushRef="#br0" timeOffset="12">9550 11039 7774,'-9'-7'873,"3"1"1,-1 2 333,0 0 1,4 1 0,-1 9 344,3 6-1188,1 6 1,0 8 0,1 3-1,2 3 1,1 5 0,-1 4 0,-2 5 307,-1 1 1,0-1-1261,0-1 199,0-6 1,0 2 0,0-8 0,0-4 0,0-5 388,0-3 0,0-25 0,0-11 0</inkml:trace>
  <inkml:trace contextRef="#ctx0" brushRef="#br0" timeOffset="13">9390 11359 7787,'0'-7'2172,"0"-4"1,5 9-1439,3-2 1,3 3 0,3 1 0,2 0 192,5 0-927,2 5 0,40 2 0,-27-1 0,0 1 0</inkml:trace>
  <inkml:trace contextRef="#ctx0" brushRef="#br0" timeOffset="14">10559 10793 7773,'-8'8'1172,"1"0"0,1 3 1,3 3-312,2 2 1,1 10 0,0 0-1,0 5 1,0 6 0,1 4-391,4 3 0,-4 3 0,4 3 0,0-1-618,-1-5 1,0-4 0,-4-5 0,0 0-2631,0-3 2777,0-4 0,-11-20 0,-3-11 0</inkml:trace>
  <inkml:trace contextRef="#ctx0" brushRef="#br0" timeOffset="15">10411 10916 7773,'-5'-13'275,"-1"1"1,-2 0 0,2-1 620,1 1 0,4-4 0,-4-1 1,5 1-27,5-2 0,1-1 0,8-6 0,3 1-376,3-1 1,3 5 0,2-1 0,1 1-620,3 0 0,-5 3 1,2 6-1,-5 2-258,-4 5 1,0 6-1,-6 6 1,-3 10-159,-4 8 1,-4 2 0,-4 8 0,-4 2 311,-3 1 0,-1-1 1,1-1-1,1-2 412,2-2 1,5-1 0,-1-6 0,3-2 402,1-5 1,1-4-1,4-4 1,9-2 61,9-5 0,3-3 1,9-1-1,0 0-233,1 0 0,2 0-90,-9 0-398,-1 5 1,-14 4 0,-6 7 0,-6 6 0,-8 5 0,-8 6 0,-9 3-257,-8 1 0,-9-5 146,-1 1 0,0-7 1,6-1-1,2-7-826,4-5 0,10 0-1622,7-1 1754,5 0-651,7 0 1528,5-5 0,40-1 0,15-6 0</inkml:trace>
  <inkml:trace contextRef="#ctx0" brushRef="#br0" timeOffset="16">11063 11420 7812,'0'-12'626,"-1"1"0,-2 1 646,-1 2 1,0 7-1,5 1 34,3 7-927,-2 4 1,3 6 0,-3 4 0,0 2 0,2 3 0,-1 1 0,-1 2-191,-2-2 0,0-1 0,0-2 0,0-2-597,0-2 1,0-1-1,0 3 408,0-1 0,-6-23 0,-1 0 0</inkml:trace>
  <inkml:trace contextRef="#ctx0" brushRef="#br0" timeOffset="17">12269 10079 7163,'8'0'1577,"-1"-2"412,-1-2-610,-2 3 0,-3-5 1994,3 6-2656,-2 0-642,-2 6 1,-7-3 0,-7 5 0,-2 1 0,-5 4-1,-3 2 1,-5 1-118,-4-1 1,-5-1 0,-6-2-1,-4 1 1,0-3 0,3-1-259,3-5 1,1-3 0,5-1-1,5 0 313,6 0 0,6 0 671,7 0-209,5 0-44,2 0 1,6 0 625,3 0-659,-3 0 0,6 0-528,-3 0 103,-2 0 0,4 6 1,-3 2-1,1 3 0,0 1-15,2 0 0,-3 6 0,3 3 1,1 3 201,0 5 1,-3-2-104,4 6 0,-3 1 174,3 7-218,0-2 1,0 13 0,-1-5 0,0 3 0,-2-1-28,1 1 1,2 5-1,-4 0 1,0 2-131,2-2 0,-5-3 128,3-3 1,-3 2-1066,-1 2 1072,0-2 0,0 5 1,0-4-1,0 2 0,0 1-14,0 0 4,0-2 0,0-4 0,0-1 1,0-1-1,0-2 33,0 1 1,0-2-32,0 1 44,0-5 0,0 6 0,-1-2 0,-2 1 0,-1 2 62,2-5 0,-1 2 0,0-2 0,-1 2-152,1 2 1,-2 1-118,1-2 1,-2 2 92,2-6 0,3 0 1,-5-4-1,2-2 51,0-2 1,-4-3-29,4-5 0,-4 3-48,3 1 57,-4 5 1,6-8-1,-5 4 1,0-1-1,0 1 239,-1 2 1,2-5 0,-2 2 0,2-3-199,2-2 1,-1-5 262,2-2 136,3-4 431,-5-6 493,6-1-855,0-6 1,2-4-265,2 0-166,-3-1 0,10 5 1,-3 0-1,3 0 1,3 2 272,2 2-195,-2-3 1,8 9-1,-4-6 1,1-1-1,3-1 1058,1 2-1451,1-2 0,-3 3 0,-1-5 0,1 0 0,-2 0 0,-3 0 0,0-1-2328,0-3 1,-6 1 2618,2-5 0,-21-28 0,-11-13 0,2-5 0,1 0 0</inkml:trace>
  <inkml:trace contextRef="#ctx0" brushRef="#br0" timeOffset="18">12355 10534 7795,'-8'-7'575,"1"2"1,1 1-1,0-2 709,1-1 0,2 6 0,8 1 0,6 8 25,4 7 0,7 4-642,-1 6-257,2 0 0,4 3 1,-1 1-1,-2 0 1,-3-1-1,-1 1 0,-3 0 98,1 1 0,-8-4 0,1 3 0,-5-5-1114,-3-3 0,3-2 0,-2-4-1506,-2 1 1,-6-5-1,-4-7-1112,-3-2 3224,4-2 0,-9-17 0,2-3 0</inkml:trace>
  <inkml:trace contextRef="#ctx0" brushRef="#br0" timeOffset="19">12602 10448 7807,'-13'5'393,"1"4"1,0 3 528,-1 4 1,-4 6 176,-4 11-1014,-2 0 1,-2 15 0,1-3-1,-1 3 1,2 1 0,4-1-1,6-4-456,8-8 0,3-5 371,2-11 0,28-8 0,6-6 0</inkml:trace>
  <inkml:trace contextRef="#ctx0" brushRef="#br0" timeOffset="20">12762 11100 8164,'-7'2'1769,"3"2"1,2 3-1624,2 5 0,0 0 0,0 2 1,0 1-1889,0 1 1742,0 1 0,6 39 0,1 11 0</inkml:trace>
  <inkml:trace contextRef="#ctx0" brushRef="#br0" timeOffset="21">12282 11752 7805,'-5'-12'2249,"1"0"874,2 0-2707,0 5 0,4 1 0,2 6 1,4 2-1,3 3 0,1 6 1,1 4-1,-1 1 0,0 1 1005,0-1 1,5 6-1606,-1-1 149,1-4 0,-5 7 0,-1-5 0,-2 0 0,0-1 0,-1-2 0,0 1-7412,0-2 7447,-5-7 0,-19-14 0,-12-7 0</inkml:trace>
  <inkml:trace contextRef="#ctx0" brushRef="#br0" timeOffset="22">12429 11629 7805,'-11'7'91,"3"4"181,-8-3-43,8 3 0,-3 6 0,2 2 0,-2 3 0,0 5 0,2 3 0,1 4 38,-2 2 1,-1 5 0,-1 0 0,1-3-805,3-4 336,-3-4 0,9-10 0,-2-4 201,3-2 0,17-13 0,5-2 0</inkml:trace>
  <inkml:trace contextRef="#ctx0" brushRef="#br0" timeOffset="23">12552 12060 7973,'-7'0'1701,"2"-5"-1384,5-4 1,5 3 74,4-3-141,2-4 0,1-1 0,0-2 0,2 1 1,1 0-1,1-2 0,-1 3 1086,-1 5-1410,-2-2 1,-3 10 0,-3-2 0,0 6-1,-3 6 1,-2 6 0,-1 6-80,0 2 0,0 6 0,-1 1 1,-2 0-1,-3 0 0,1-3-79,-1-1 0,2-1 1,4-2-1,0-2 614,0-5 1,2-4-102,2-3 1,3-4-1043,5-5 25,0-5 0,1 2 735,-1-5 0,-16-6 0,-4-5 0</inkml:trace>
  <inkml:trace contextRef="#ctx0" brushRef="#br0" timeOffset="24">12257 12528 7810,'-12'0'5780,"-1"0"-4860,7 0 0,0 1 1,7 3 593,4 4-1240,7 9 0,2-2 1,3 5-1,1 2 0,3 0 1,0 0-1,1-2 383,-1 2 0,-6-2-609,1 0-541,-2-5 0,-3 7 1,-2-6-1,-2-1 1,-1-1-1,-3-2 493,-2 1 0,-23-28 0,-5-7 0</inkml:trace>
  <inkml:trace contextRef="#ctx0" brushRef="#br0" timeOffset="25">12454 12478 7810,'-12'0'0,"-1"0"0,1 0 366,0 0 0,1 2 0,1 2 0,3 4 0,2 4 0,1 4 0,0 3 0,0 3 0,-1 4-244,0-1 1,2 1 0,-4 0 0,1 2-114,-1 1 1,0-6 0,-3-7 0,3-2-1040,2-2 1030,1-5 0,20-12 0,5-9 0</inkml:trace>
  <inkml:trace contextRef="#ctx0" brushRef="#br0" timeOffset="26">12589 12811 8303,'-1'8'1769,"-3"0"0,1-5-17,-5 1-931,5-3 38,-2-1 1,6 0-335,3 0 1,-1-4-1,5-1 1,2-1-68,1 1-471,1 1 0,0 2 0,0 0 0,1-2 0,-1 1 1,0 1-1,1 2-216,-1 0 153,0 0 0,-3 0 0,-3 2 0,1 1 0,-1 2 0,-1 2 0,-2 2-401,-2 2 0,-1 2 1,-1-1-1,-2 0 90,-1 1 1,-4-1 0,4 0 0,0 1 353,-2-1 1,5-4 876,-3 0-577,2 0 1,2 5 0,0-1 133,0 0 0,6-1 0,1-1 0,1-2 123,0 2 1,-1 1-368,1 1 0,2 0-139,-6 0 1,0 1-1,-4-1 1,0 0-32,0 1 1,-6 3-77,-2 1 1,-8-1-360,-5-4 171,3 1 0,-5-3 0,4 0 0,0-3 0,1-2-835,0-2 1,5-2 0,-2-2 1111,5-3 0,21-36 0,10-13 0</inkml:trace>
  <inkml:trace contextRef="#ctx0" brushRef="#br0" timeOffset="27">12835 10214 7811,'-12'0'211,"4"-4"0,0-1 0,-1-2 3824,3-3-2357,0 5-1251,6-1 0,2 6 0,2 0 0,4 0 0,4 0 23,5 0 1,-4 2 0,5 0-1,0 4-114,2 1 1,4-1-11,0 3-147,1 2 0,-1-9 0,1 5 1,-2-1-1,-1-2 0,-3 0 1,0 0 1074,1-1-986,-11 4 0,7-6 1,-7 3-336,2-3 60,-5-1-54,5 0 968,-9 0 56,3 0-684,-5 0 1,-4 2-110,0 2 66,0-3 1,4 6-128,0-3 0,0-1-208,0 5 0,0-4 53,0 4 0,0-4 226,0 5-145,0-7 1,-4 9 0,0-2 0,1 3-1,2 3-43,1 1 0,-2 2 0,0-1 0,-3 3-107,3 3 1,-4 2-65,2-1 1,0 2-61,4 3 224,0-3 0,-4 6 1,0-5-1,1 3 1,2 0-14,1 0 73,0 4 0,0-6 0,0 5 1,0 1-1,0 0-77,0-1 0,0 2 0,0-3 0,0 1-151,0-1 1,0 0 179,0 1 0,4 1-71,0-5 45,0 5 1,-4-4 0,0 4-1,0-1 1,0 1-125,0 2 1,0-4 0,0 1 0,0 0-161,0-2 1,0 0 219,0-7 0,0 2-86,0 3 188,0-3 1,0 3 0,0-8 0,1 0 0,2 1 77,1 1 0,0 2 0,-4-2 0,0-1 83,0-2 0,0 1-4,0 3 0,0 0 59,0-4-215,0 3 1,0-5-1,0 4 1,0-1 0,0 0-138,0 3 146,0-5 1,0 4-1,0-1-202,0 5 1,0-1 106,0 3 0,0-4 0,0-4 1,0 0 59,0 1 1,0-3 11,0 2 0,0-6-42,0 1 131,0-2 0,0 2 1,0 0-1,2 1 1,0-1-86,3 1 0,-1 3 0,-4-2 0,0 0-142,0 0 1,1 3-152,3 0 1,-3-2-106,4 2 332,-4-6 0,-1 6 0,1-4 0,2-2 1,1-1-10,-1-2 1,-2 0-1,-1 1 155,0-1 0,2 0-109,2 0 1,-3 1-31,3-1 93,-2 0 1,-2 2 0,0 1 0,0 3-1,0 0-48,0-1 1,0 0 0,0-5-1,0 2-20,0 2 0,0-6 28,0 2 1,0-6-1,0 2-187,0 1 1,0-2 5,0 1-215,0 1 281,5 3 1,-4 0 0,3 0 0,-2 1-176,-2-1 662,0-5 0,0 4-202,0-3 1,0-1-664,0 1 45,0-5 0,4 8 202,0-3 1,0-1 483,-4 1 424,0-5-208,0 2 1,0-3 570,0 2-1786,0-3-444,0 5 511,0-6 2011,0 0-1626,-5 0 5,3 0 0,-9 4 1,3 1-292,-3 2 1,-1-3-75,0 4 0,-1 0 0,1 5 1,0-2 674,-1-3 0,-32 3 0,-8-4 0</inkml:trace>
  <inkml:trace contextRef="#ctx0" brushRef="#br0" timeOffset="28">5772 13709 7749,'-6'18'152,"3"-4"0,-3 2 0,0-1 0,3 0 0,2 1 2470,1-1-1830,0-1 0,0-2 1,1 1-1,3-5 1,3-7 23,0-9 1,0-16 0,-4-7 0,2-7-272,2-7 1,-3-10-1,4-5 1,3-7-452,-3 31 1,-1 0-1,7-31 1,-5 29-1,0 1 1,-1-1-1,2 0-608,-1 0 1,2 0 0,0 0-1,1 2 1,0 2 0,1 1-1,10-27-5879,-2 12 6393,2 15 0,-37 65 0,-2 17 0</inkml:trace>
  <inkml:trace contextRef="#ctx0" brushRef="#br0" timeOffset="29">5784 13057 7766,'-8'0'1581,"0"0"1,5-1-921,-1-4 1,2-3 0,4-8-1,3-6-123,7-5 1,12-12-1,9-10 1,2-7-400,-17 26 1,1 0-1,2 1 1,0 0 0,2 2-1,-1 0 1,2 0 0,0 2-299,26-23 10,-7 18 1,-7 7 0,-12 21 0,-6 12 0,-5 14 0,-5 16 0,-4 11 0,-3 6 0,-1 3-577,0 2 0,-4 1 1,0 0-1,1-3 725,2-8 0,-5-29 0,0-14 0</inkml:trace>
  <inkml:trace contextRef="#ctx0" brushRef="#br0" timeOffset="30">10362 13623 7763,'-2'11'120,"0"-2"0,-2 0 0,1 0 716,2 2 0,-4-3 0,0-1 0,-2-1 1059,-2-4 0,2 0-1220,-2-2 10,7 0 0,-9-2 0,4-2 0,-1-4 0,1-3 0,0-2 52,0-4 0,3-3 1,-3-8-1,2-2-599,2-1 1,2-9 0,1-8 0,1-6-166,3-7 0,10-4 0,-3 26 0,3-2 0,1-2 0,2-1-228,3-4 0,0-1 0,1 1 0,0 0 0,2 0 1,-1 2-1,-1 5 0,0 1-560,-2 5 0,0 2 1,11-22-1,-6 18-143,-6 11 0,-10 15-1681,-3 19 1299,-4 9 1340,4 2 0,-9 22 0,3 4 0</inkml:trace>
  <inkml:trace contextRef="#ctx0" brushRef="#br0" timeOffset="31">10423 12663 7766,'-12'-1'4197,"0"-3"-3081,-1 2 1,7-5 0,3 3-225,6-4 1,9-4-74,8-5-747,4-2 0,6-7 0,4-4 0,4-5 0,6-6 1,2-3-1,5-1 0,0 2 0,-1 5-513,-1 4 1,-10 17 0,-8 7 0,-8 12-120,-6 15 0,-10 15 0,-9 22 0,-9 10 344,3-28 1,-3-1 0,-2 0 0,-1-1 0,0-1 0,-1-1 0,-11 31-1983,4-1 2198,5-12 0,-1-7 0,-1-13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6:52:13.479"/>
    </inkml:context>
    <inkml:brush xml:id="br0">
      <inkml:brushProperty name="width" value="0.09071" units="cm"/>
      <inkml:brushProperty name="height" value="0.09071" units="cm"/>
      <inkml:brushProperty name="color" value="#3165BB"/>
    </inkml:brush>
  </inkml:definitions>
  <inkml:trace contextRef="#ctx0" brushRef="#br0">13205 16343 7835,'-6'-13'1140,"1"5"0,-5 0 1,3-2 4202,2-1-4909,1 5 1,5 0 0,3 6 0,4 0-1,3 1 1,2 4 0,-1 4 0,0 5-1,0 4 488,1 1 1,-1 1 0,0 5-1,1-2-148,-1-2 0,0 2-296,1-3-336,-1 4 0,0 0 1,1 1-1,-3-1 0,0 1 1,-2 0-1,2-1-159,1 1-54,1 0 0,-1-5 0,-1-1 0,-2-2 0,0-5 0,0-4-141,0-2 1,-4-4 0,3-9-1,0-9 974,0-11 1,0-9-580,1-5 0,4-8 0,-1-10 0,6-5-438,-8 29 0,1 0 0,-2-1 0,0 0 141,2-1 0,1 0 0,-2 0 1,1 1-1336,0 1 1,0 1 106,14-28 0,-12 14-365,0 11 1,-5 18 0,-7 15-3804,0 10 5510,0 4 0,0 3 0,0-1 0</inkml:trace>
  <inkml:trace contextRef="#ctx0" brushRef="#br0" timeOffset="1">13574 16786 7899,'-13'12'622,"5"0"1,1 2 0,1 2 0,0 6 0,-1 6 932,0 4 0,3 5 0,-3 4 0,1 4 177,-1 3-1735,4-4 1,-2 3 0,5-9 0,0-5 0,0-9 0,1-5-1278,3-4 1,3-8 0,5-8 0,2-11 1279,2-12 0,1-5 0,2-5 0,3-4 0,1-1 0</inkml:trace>
  <inkml:trace contextRef="#ctx0" brushRef="#br0" timeOffset="2">14238 16441 7899,'-12'-7'7279,"0"3"-3927,-1-3-1446,7 6-1487,0-5 0,7 6 0,4 0 0,1 2 0,3 1 1,0 1-1,3-2 2,3 0 0,3-2 1,-1 0-1,3 0 0,2 0 1,0-2-924,-2-2 1,1 3-1,4-5 1,-1 2-858,1 0 1,-2-1 0,-2 2 0,-5-1-1199,-2 1 1,-3 3 0,-3 4-322,-4 5 2878,-8 1 0,-52 25 0,19-16 0,0 1 0</inkml:trace>
  <inkml:trace contextRef="#ctx0" brushRef="#br0" timeOffset="3">14214 16773 7899,'-6'9'2229,"-2"-1"0,3-4-922,0 4 0,0-4 0,2 3 307,5-2 0,9 0 1237,9-5-2634,3 0 0,2-6 0,0-1 0,-1-1 0,1 1 0,-1 0 0,1 2-5513,0-1 5296,-6 2 0,-7-7 0,-7-2 0</inkml:trace>
  <inkml:trace contextRef="#ctx0" brushRef="#br0" timeOffset="4">16220 16109 7856,'-6'-7'486,"3"-4"0,-3 3 0,-1-2 1,1 1 1752,1 0-1296,1 7 1,5-6-1,3 8 1,4 6-1,3 7 786,2 3 0,3 10-1398,0-1 236,6 2 0,-7 3 1,4 2-1,1-1 1,-3-2-1,1-3 1,-1-2-156,0 1 0,-3-2 0,2-2-308,-2-5-9,-2-8 1,-1-4 0,-2-9-1,-4-7 1,-1-8 0,2-5-1,-1-7-100,1-5-259,3-8 0,-6 0 1,5-7-1,2-1 0,2-1 1,3 0-1,3-1-1355,1 3 1,-3 0 187,5 11 532,-6 5 0,3 8 1,-6 9-1,0 8-2474,1 9 48,-1 8 3325,-5 6 0,-7 55 0,-4-27 0,1 1 0</inkml:trace>
  <inkml:trace contextRef="#ctx0" brushRef="#br0" timeOffset="5">16441 16466 7856,'-8'0'3231,"0"0"1,4 1-2448,-5 3 1,7 4-1,-2 9 1,2 3 1414,2 4-2010,0 0 0,0 6 0,0 3 1,0 1-1,0 0 0,0-4 1,0-2-188,0-5-1436,0-7 0,0 2 0,0-8 1434,0-6 0,6-60 0,-3 16 0,0-1 0</inkml:trace>
  <inkml:trace contextRef="#ctx0" brushRef="#br0" timeOffset="6">16269 15653 7856,'-13'7'1585,"5"3"0,0-6 0,0 0 2093,1 2-2982,-4-5 0,10 6 1,-2-4-1,6-1 364,5-3 0,4-5-607,5-6-403,-4 0 0,5-6 0,-4-2 1,1-5-1,1-2 0,-1-2 0,-1 1-346,-2 3 253,6-6 1,-8 10 0,2-4 0,-3 3 0,0 3 0,-2 3-1,-1 3 118,1 5 0,-3 4 0,3 9 0,-1 8 0,-4 7 188,0 8 0,-2 3 0,0 6 1,0 0-275,0 0 1,0-2-1985,0-2 1545,5-3 1,-3-7 0,3-2 0,-1-5-1,2-2 1,0-3 449,4-3 0,1-30 0,1-12 0</inkml:trace>
  <inkml:trace contextRef="#ctx0" brushRef="#br0" timeOffset="7">17573 16047 7914,'-8'0'1553,"1"3"0,2 5-436,2 9 1,2 7-1,1 8 1,0 6 0,0 4-1,0 5 173,0 1 1,0-3-688,0 0-726,0-11 1,0 2-1,0-13 1,0-1 0,0-3-1,0-1 1,-2-5-3039,-2-3 0,1 0 3161,-5-6 0,-5-11 0,-7-7 0</inkml:trace>
  <inkml:trace contextRef="#ctx0" brushRef="#br0" timeOffset="8">17389 16416 7914,'-7'-5'3303,"3"4"-2147,8-3 0,4 2 1,7 2-1,3 0-341,1 0 1,2 4-475,3 0-1288,1 0 1,5-4-1,3 0 1,2 0 0,2 0 946,0 0 0,1-13 0,5-6 0,2-2 0,1 1 0</inkml:trace>
  <inkml:trace contextRef="#ctx0" brushRef="#br0" timeOffset="9">18521 16023 8275,'7'0'2597,"-2"0"0,-6-4-2416,-3-1 1,2 0 0,-3 2-298,-1-1 275,0 0 1,-7 4 0,0 1 0,-4 4-1,-3 3 1,-4 4 0,0 3 390,-1 1 1,-4 8 0,1-1-1,2 4-334,4 1 0,4-6 0,7-3 1,3-2-97,4-1 0,5-4 0,6-3 0,7-2 3,4-1 0,2-2 0,5-4 0,-1 0-106,1 0 1,-2 0 0,-1 0-1,-3 0-315,-1 0 1,-2 0 196,-3 0 1,-8 1 107,-5 3 1,-5-2-96,-8 2-32,1 3 0,-2-6 0,-1 4 0,-1 0 0,1-1 0,1 0 0,2 0 121,0 0 1,-1 0 151,1-4 41,-6 5 0,4-2 0,-3 5 0,0 2 0,0 1 484,-3 1 0,5 1-404,-1-1 1,2 2 0,2 1 0,0 1 8,-1-1 1,7 3-101,1-2 1,4 2-71,1-2 35,0-2 1,6 4 0,2-6 0,3 0-1,2 1 406,4-1 0,2-4 0,7-1 0,3-1 184,3-4 0,0 4-127,1-2 0,-6 0 155,2-4-726,-3-5 1,-3 2 0,-3-5 0,-3-1 0,-3 1-934,-2 0 1,-4 1-1,-1-2 1,0 2-3525,0 1 0,-3 1 4417,4 1 0,-11-20 0,2-8 0</inkml:trace>
  <inkml:trace contextRef="#ctx0" brushRef="#br0" timeOffset="10">12589 17979 7886,'-5'-6'430,"-3"0"0,-3 2 0,-2 0 1291,1 1 0,7 3 0,3 6-387,5 6-992,6 0 1,0 11-1,6-2 1,1 2-1,-1 0 1,0-1-1,0-1 931,2 1 0,3 0-534,-3-2-587,4-2 0,-1-7 0,4-2 0,1-2 0,-1-1 0,1-5 0,0-4-31,-1-5 0,1-8 0,-2-5 0,-2-2-147,-5-2 1,-8-1-463,-4-2 360,-2-4 0,-2-1 0,-2 2 1,-2-1-1,-5 2 0,-5 2 1,-2 3-14,1 3 1,-3 9 180,1 0 0,1 6 0,4 7 1,-1 0-188,1 0 1,4 4 114,0 1 1,4 4-33,-5-1 110,7 3 0,-4 2 0,6-1 452,0 0 83,0 1-382,0-1-50,0-5-61,6-2 0,-4-5-261,7 0 0,-5 0-206,4 0 214,-5 0 0,3 0 132,-1 0 23,-4 0 1,4-1 193,-5-3 1,2 1 42,2-5 0,-3 4-836,3-5 577,-2 1-2411,3 1 0,-3-4 2443,2 3 0,13-8 0,4-3 0</inkml:trace>
  <inkml:trace contextRef="#ctx0" brushRef="#br0" timeOffset="11">12798 18336 7886,'-8'-8'836,"0"1"1,0 0 2222,1 1-2376,2 3 1,5-1 0,0 8 0,1 4-1,3 4 1,4 6 0,3 5 0,0 6-1,-1 2 1905,-2 4 1,-4-1-1223,4-1-1306,-5 2 1,2-3-1,-5 3 1,0-2-1,0-4 1,-1-5-1,-2-2-2258,-1-1 0,-4-6 1,2 0 2197,0-6 0,3-25 0,-3-11 0</inkml:trace>
  <inkml:trace contextRef="#ctx0" brushRef="#br0" timeOffset="12">13254 18299 7886,'-8'0'1761,"-1"0"2647,0 0-3117,3 0 0,-3 2 0,6 2 1,4 3-1,8-1-164,6-1 1,0-4-1,5-1 1,2 0-1417,1 0 0,3-1 1,2-4-1,0-1-2431,0-1 0,-4-3 1,-2 5 2719,-1-2 0,-28-7 0,-3-5 0</inkml:trace>
  <inkml:trace contextRef="#ctx0" brushRef="#br0" timeOffset="13">13918 17955 7886,'-8'-4'303,"1"-2"1,0 1 1377,1-1 1,3 4 158,-1 6-1472,8 8 1,-1 3 0,5 5 0,1 2 0,1 2 1313,-2 0-1427,3 1 0,-3-1 0,7 1 0,2-2 0,-1-2 1,1-3-1,0-3 1187,2-3-1298,2 3 0,8-14 1,-1 2-1,1-7 1,0-8-1,0-9 0,-2-6 473,-1-6-678,-7-3 0,-1-5 0,-6-1 1,-1 0-1,-3-1 0,-4 5 1,-2 4-1641,-2 5 1,-2 10-1,-2 5-1041,-4 5 1,-2 7 841,2 2 1900,-3 6 0,-12 33 0,-10 8 0</inkml:trace>
  <inkml:trace contextRef="#ctx0" brushRef="#br0" timeOffset="14">14152 18324 7878,'0'-8'1456,"-1"1"-73,-3 1 0,2 4 0,-2 6 0,4 5 1078,4 6-1981,-2 5 1,3 4 0,-3 2 0,0 1 0,2 2-1,-1-1 1,-2-2 433,-1-2 0,0 1-2370,0-1 1068,0 1 0,-4-5 1,0 0-1,0-4 0,0-4 1,-1-3 387,-2-4 0,-7-34 0,-5-12 0</inkml:trace>
  <inkml:trace contextRef="#ctx0" brushRef="#br0" timeOffset="15">13869 17807 7869,'0'12'745,"0"-3"1,0-1 2023,0 1-2366,0-3 0,1 3 0,2-6 0,3-3 0,0-5 0,4-5 1,1-5-1,1-3-13,1-4 0,-1-5 0,0-3 0,2-1-351,2-4 1,-2 1-140,2 1 48,4-2 0,-7 5 1,4-4-1,-4 2 0,0 3 1,-1 6-1,-1 5 1,-2 6 8,0 4 1,-5 4-1,3 9 1,-2 8 129,-2 6 0,2 5 0,1 4 0,-1 0 179,1 0 0,3-2-131,-1-2-759,-2-5 1,5 3 0,-3-5-1,2-2 1,-1-2 0,-1-2 623,2-2 0,1-37 0,1-13 0</inkml:trace>
  <inkml:trace contextRef="#ctx0" brushRef="#br0" timeOffset="16">14903 18004 7860,'-12'0'244,"-1"0"1,1 0 0,0 0 2300,-1 0-1497,6 0 0,-1 0 0,8 0 1,6 0-1,5 0 648,5 0 0,3-1-1482,6-3-170,-1 2 1,5-3 0,0 3-1,-2 0 1,1-3 0,-2 3 0,0 0-758,-3 2 0,-7 0 1,1 0-1,-4 0-2499,0 0 1,-5 0-400,0 0 3611,-11 6 0,-53 23 0,16-10 0,-1 1 0</inkml:trace>
  <inkml:trace contextRef="#ctx0" brushRef="#br0" timeOffset="17">14841 18250 7860,'-4'8'0,"0"1"0,-4-5 1815,4 4 1,0-4 465,4 4 0,1-5-1314,3 1-584,3-3 0,9-2 1,2-2-1,1-2 0,2-1 1,-1 1-1,1 2-1070,1 2 1,-3 1-143,1 0-242,-5 0 0,7 0 1071,-5 0 0,16-17 0,-1-3 0</inkml:trace>
  <inkml:trace contextRef="#ctx0" brushRef="#br0" timeOffset="18">16097 17770 7329,'0'12'1019,"0"1"-802,0-6 1,4-3 0,1-7 0,2-1 460,2 1-292,-3-4 0,5 2 1,-4-5-1,1 2 1,-1-2 1913,-2 0-2020,-1 3 0,-4-4 1,0 3-1,-1-2 0,-3 2 1,-4 4-220,-3 2 0,-2 2 1,1 0-1,0 0-251,0 0 0,-6 6 1,-1 2-1,-2 4 118,1 5 0,0 2 0,-1 5 0,0 1 274,-1 0 0,4-1 0,2 1 1,2 0 55,2-1 0,5-3 0,3-2-140,3-1 1,1-2-1,1-5 1,5-3 2,6-4 1,0-1 0,5 0 0,-2 1 14,1-1 0,-1-2-262,6-1 0,-6 0 0,2 0-212,1 0 0,-4 0 252,2 0 1,-6 0 29,-2 0 280,-5 0 1,-7 0-232,-9 0 1,2 0-63,3 0 0,0 0 135,-4 0-121,-1 0 0,5 0 0,0 0 1,-2 0-1,-1 0-132,-1 0 158,0 0 0,0 4 0,-1 0 0,2 0 0,2 2 68,1 2 0,-1-1 0,-3 1 0,0 0 166,-1-1 0,5 4-50,0-3 0,1 3 112,-1 1-196,-3 1 0,6 4 0,-5 3 1,2 0-1,0 1 308,1 0-267,1 3 1,2 0 0,0 1 0,1 0 0,2-2 294,1-3 0,5 4 0,4-5 0,2 0 281,1-3 1,4-6 163,1-2 1,6-5-42,2 1-567,-1-3 1,8-6-1,-5-5 1,2-3-1,-2-4-1241,-1 2 1,-3 3 0,-2 2 0,-5 3-2077,-2 2 3073,-2 1 0,-21 31 0,-6 7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6:52:13.498"/>
    </inkml:context>
    <inkml:brush xml:id="br0">
      <inkml:brushProperty name="width" value="0.09071" units="cm"/>
      <inkml:brushProperty name="height" value="0.09071" units="cm"/>
      <inkml:brushProperty name="color" value="#57D200"/>
    </inkml:brush>
  </inkml:definitions>
  <inkml:trace contextRef="#ctx0" brushRef="#br0">24699 6461 7998,'0'-8'-1499,"0"-1"1155,0 7 350,0-9 154,0 9 878,0-3 1081,0 5 4744,0 0-6199,0 5 1,0-2 0,-2 4-613,-2-2 1,3 5-1,-3-2 1,1 3-515,-1 1-1742,2 1 1,-3-1 2203,5 0 0,11 44 0,3 11 0</inkml:trace>
  <inkml:trace contextRef="#ctx0" brushRef="#br0" timeOffset="1">24637 7175 7998,'-12'5'245,"-1"2"1,1 5 661,0 0 0,4 1 1,1-1-1,1 0-747,4 1 0,0-1 0,2 0 0,2 1-1002,2-1 1,-2-4-1,5 0 1,0 0 841,0-1 0,-4 10 0,2-4 0</inkml:trace>
  <inkml:trace contextRef="#ctx0" brushRef="#br0" timeOffset="2">24612 7691 7998,'-5'13'144,"-3"-1"0,-3 0 1075,-2 1 0,5-5 0,0-1 2673,-1-2-3901,3 5 1,1-8 0,5 7 0,1 0 8,3 2 0,8 12 0,7 3 0</inkml:trace>
  <inkml:trace contextRef="#ctx0" brushRef="#br0" timeOffset="3">24612 8122 7998,'-12'12'159,"0"2"0,-1 1 1,1 3 691,0 1 0,5-4 1,2 1-1,0-2 358,1-2-1735,0 1 0,6-1 526,2 0 0,14 1 0,7-1 0</inkml:trace>
  <inkml:trace contextRef="#ctx0" brushRef="#br0" timeOffset="4">24588 8565 7987,'-8'1'0,"1"4"0,0 1 799,0 1 0,0 4 0,-2-3-365,0 3 1,7-2 0,-2-1 0,2 1-3380,2 2 2945,0 2 0,17 10 0,3 3 0</inkml:trace>
  <inkml:trace contextRef="#ctx0" brushRef="#br0" timeOffset="5">24575 8971 7980,'-12'13'368,"4"-3"369,0-1-350,5 2 0,-2-5 0,5 7 0,0-1 0,0 0-920,0 1 533,5-6 0,2 9 0,5-2 0</inkml:trace>
  <inkml:trace contextRef="#ctx0" brushRef="#br0" timeOffset="6">24563 9488 7980,'-4'23'289,"-1"-2"1,-1-5 129,1-2 0,1-2-71,4 1-266,0-1 0,1 0-82,3 0 0,3-5 0,5-1 0</inkml:trace>
  <inkml:trace contextRef="#ctx0" brushRef="#br0" timeOffset="7">24575 10005 7978,'-16'14'533,"0"2"0,-1-2 256,5 2 0,1-2 0,3-2 1,4 0-527,2 1 0,2-1 0,2-1 0,2-3-3037,4-4 2774,3 3 0,1-16 0,1 0 0</inkml:trace>
  <inkml:trace contextRef="#ctx0" brushRef="#br0" timeOffset="8">24551 10423 7978,'-18'13'0,"4"-1"180,-2 0 1,4 2-1,2 1 1,3 1 0,2-1-1,2-1 410,2-2 0,5 1-590,0-1 0,11 6 0,-1 1 0</inkml:trace>
  <inkml:trace contextRef="#ctx0" brushRef="#br0" timeOffset="9">24502 10854 7978,'-6'12'98,"-1"1"0,-1-1 274,0 0 1,4 5 0,-3-1 0,2-1 540,2-1-575,1-2-338,2 0 0,11-10 0,3-4 0</inkml:trace>
  <inkml:trace contextRef="#ctx0" brushRef="#br0" timeOffset="10">24465 11322 7975,'-7'12'128,"-4"2"0,4 2 1,0 3 270,3 0 1,-1-1 0,1-6 0,1 1-1534,2-1 1134,1 0 0,10-10 0,4-4 0</inkml:trace>
  <inkml:trace contextRef="#ctx0" brushRef="#br0" timeOffset="11">24416 11777 7958,'-13'18'123,"1"-3"1,0 5 0,-1 1 1067,1-2 0,5-1-1199,3-6 80,3 0-72,6-5 0,7 4 0,8-4 0</inkml:trace>
  <inkml:trace contextRef="#ctx0" brushRef="#br0" timeOffset="12">24366 12294 7930,'0'14'-254,"0"1"1,0 1-19,0-1 0,0 3 272,0-2 0,0 6 0,0-3 0</inkml:trace>
  <inkml:trace contextRef="#ctx0" brushRef="#br0" timeOffset="13">24329 12700 7920,'0'18'-107,"0"1"0,0 4 0,0-2 107,0-5 0,6-8 0,1-2 0</inkml:trace>
  <inkml:trace contextRef="#ctx0" brushRef="#br0" timeOffset="14">24292 13365 7911,'0'12'-82,"-1"0"0,-2 2 1,-1 1-1,2 3 0,0-1 1,2 1-50,0-3 0,4-1 131,0-2 0,11-16 0,-1-4 0</inkml:trace>
  <inkml:trace contextRef="#ctx0" brushRef="#br0" timeOffset="15">24329 13783 7908,'-12'5'335,"1"-2"0,2 4 0,2 0 1,1 0 1387,4 2-1369,0-3-354,2 5 0,22-5 0,5 7 0</inkml:trace>
  <inkml:trace contextRef="#ctx0" brushRef="#br0" timeOffset="16">24329 14029 7904,'-5'19'0,"4"0"0,-4-4 0,4 2-23,1-2 0,0 0 0,0 0-23,0 1 0,0 1 0,1-6-734,4-3 780,-4-3 0,-1-37 0,-7-9 0</inkml:trace>
  <inkml:trace contextRef="#ctx0" brushRef="#br0" timeOffset="17">24329 14140 7904,'0'12'-147,"0"0"1,0 1 175,0-1 1,-1-4-1,-2 0 614,-1 2 1,0-3 0,3 0-604,-3-2 1,2 5 0,-3-3-1,1 1 1,0 0-459,1 2 0,1-4 1,2 3-835,0 0 1252,6 2 0,-5-10 0,5-2 0</inkml:trace>
  <inkml:trace contextRef="#ctx0" brushRef="#br0" timeOffset="18">24292 14300 7758,'-12'5'0,"1"3"0,3 3-419,4 2 1,3 0-1,1 2 1,0 2 418,0-2 0,1-1 0,2-2 0,2-1 0,2-3 0,-3-3 0,3-6 0,-2-3 0,-1 3 0,-4-38 0,0-2 0</inkml:trace>
  <inkml:trace contextRef="#ctx0" brushRef="#br0" timeOffset="19">25806 8565 7766,'-8'-7'1313,"0"2"1,-2 1-120,-1 0 1,4 1-1,3 7 1,3 4 282,1 3-1033,0 1 0,1 5 0,2-1 0,2-1 1,2-1-1,3-2 0,1 1 1697,1-1 0,0 0-300,1 0-1598,-1-5 1,2 3 0,1-5 0,1 1 0,1-1 0,0-2 0,4-2 0,2-1 0,2-1-97,-1-3 0,2-10 0,2-10 0,0-9-321,0-7 1,2-5-1,-3-7 1,-4-1-1237,-5 1 1,-8 1 538,-2 2-164,-5 11 1,1 1 0,-8 16-1,-5 10 1,-1 10 0,-4 11-1,-3 10-7385,-3 10 8420,2 0 0,2 2 0,-2 5 0,2-1 0,-1 0 0</inkml:trace>
  <inkml:trace contextRef="#ctx0" brushRef="#br0" timeOffset="20">25978 8799 7797,'-6'-7'3568,"-5"2"0,9 6-2109,-2 3 1,3 8 745,1 9-1742,0 2 0,0 7 0,0 4 1,0 6-1,0 5 0,0 3 0,0 1 990,0 1 1,-2-3-938,-2-2-1458,3-2 0,-6-9 1,4-5-1,-1-9 942,2-5 0,20-48 0,11-25 0,2-1 0,0 0 0</inkml:trace>
  <inkml:trace contextRef="#ctx0" brushRef="#br0" timeOffset="21">26409 8836 7797,'-12'0'710,"-1"-4"0,1 0 8889,0 1-4873,5-4-4429,7 6 0,8-5 1,7 6-1,3 0 0,1 0 1,3-1-1,1-2-1054,2-1 1,-2-1-1900,-2 0 1882,2 4 1,-9-6 0,3 5 773,1-3 0,-32-4 0,-2 2 0</inkml:trace>
  <inkml:trace contextRef="#ctx0" brushRef="#br0" timeOffset="22">26901 8417 7796,'-8'0'7512,"0"0"-7030,5 6 0,-1 5 0,8 7 1,4-1 832,3 1-1116,2 4 0,-1-4 0,0 4 0,2-3 1,1-1-1,1-3 0,-1-3 519,-1-4 1,3-2 0,-1-6 0,0-2-176,2-2 1,-4-8-1,4-10 1,-2-5-283,0-6 1,5-4-1,-3-3 1,-1-1-584,1 2 0,-3 0 1,-5 4-1,-3 3-5695,-2 8 3370,-1 5 0,-9 23 2647,-3 8 0,-7 21 0,-3 9 0,-2 5 0,0-1 0</inkml:trace>
  <inkml:trace contextRef="#ctx0" brushRef="#br0" timeOffset="23">27098 8737 7796,'0'-6'5860,"2"1"-5083,2 10 0,-3 8 2100,3 12-2299,-2 5 1,-2 11-1,0 1 1,-2 3-1,-1 5 1,-1 2-1,2-2-178,0-3 0,-2-6 0,0-8 0,1-5-2838,2-2 2207,1-7-1328,0-6 0,0-9 0,0-10 0,0-6 1,0-8 1558,0-8 0,2-11 0,1-8 0,1-6 0,-1 1 0</inkml:trace>
  <inkml:trace contextRef="#ctx0" brushRef="#br0" timeOffset="24">26914 8048 7796,'7'0'2353,"-2"0"0,-5 2 866,0 2 384,0-3-2126,0 10 0,5-11-870,4 0 0,0-5-816,-1-8 145,3-5 1,-4 3 0,6-5-1,0-3 1,2-3 0,2-4 0,-2 0-1,-2 1 1,0 4-470,-1 3 0,-4 9 0,0-1 283,2 4 0,-5 15 1,0 1-1,-4 11 228,-1 6 1,0-1-1,0 5 1,1-4-621,3-2 1,-2-2 0,3 2-1,-1-5-4626,0-2 5268,0-2 0,2-16 0,1-4 0</inkml:trace>
  <inkml:trace contextRef="#ctx0" brushRef="#br0" timeOffset="25">24292 13500 7782,'0'8'-1451,"0"0"1451,0 2 0,0-3 0,0 1 0,0 1 0,0 2 0,0 2 0,0-5-6,0 0 0,0-4 634,0 4 690,0-5-506,0 3-43,0-6 1148,0 0-918,-5 0-565,4 0 1634,-5 0-159,6 0-130,0 0-165,0 5-955,0-4-253,0 5 0,-1-6 280,-3 0 18,2 5-291,-3-3 1030,5 3-903,0-5 1,-2 0-55,-2 0-416,3 0-13,-4 0 1,3-1-359,-2-3 105,3 2 1,-6-4 0,3 3 0,-3-3-270,0 0 1,-4-3 160,3-3 266,-3 0 1,3-2 0,0-1 0,-1-3 0,1 0 85,0 1 0,0-4 1,-5 3-1,3 1 362,1-1 1,-3 1-135,0 5 0,1 0 149,-2 0-376,1 5 1,5-3 0,-5 5 0,0-2-538,-1-3-343,7 5 541,0-6 0,6 8 0,0-5-197,0-2 616,0 5 0,0-6 445,0 3-132,0 2-322,0 1 1,-1 5-869,-3 0 432,2 0 82,-3 0 659,5 0 88,-6 0 1,5-2 515,-3-2-654,2 3 1,1-5-635,-3 6 0,3-1-355,-3-3-486,2 3 615,2-5 454,0 6 2175,0 0-2504,0 6-110,0-5 185,0 10 0,0-8 0,0 5-18,0 1 1,0-2 190,0 1 0,-1-1-105,-3 2 245,2 1 0,-4-7 0,3 5 1,-3 1-1,1-1 96,-1 0 1,-3 0 0,1 5-340,-3-1 0,0 0 122,3 0 1,-3 1-61,2-1 1,0 0 0,-1-1 0,3-1-256,2-2 516,-5 0-115,4 5 1,-3-2-1,2-2 1,1-2 267,-1-2-169,4 5 0,-4-7-97,3 5-17,3-5 1,-9 8 0,5-5-1,-1 3 14,1-1 1,-3-4-7,3 4 0,0-5 0,2 2 342,-1 1-119,0-5 53,4 5-456,0-6 767,0 0-545,0-6 0,0-1-166,0-5 0,6-2-84,2-2 1,1 2-1,1-2 1,-2 1-164,2-2 0,1 4 153,1-4 0,0 0-239,1 0 319,-1-5 0,0 7 1,0-4-1,1 1 1,-1 2-46,0-2 1,1 4 0,-1-2-1,-1 2-262,-3 2 300,3 5 0,-8-2 532,5 5-11,-5-1 240,2 5-357,-5 0 8,0 0 1,-4 2 1246,0 2 302,0-3-936,4 5-677,0-1 0,0-2-164,0 5 72,0 0 0,4 5 0,1-2 33,2-3 1,-3 1 10,5-4 132,-1 4-188,4-2 0,-1 1 0,-1-1 1,-4 0-1,1 0 122,0 2-216,1-3 0,1 5 1,-1-5-1,0 3 1,0-1-126,0 1 0,-4-2-29,5 1 0,-5-1 0,3 3 0,-1-3-278,1-2 259,-4 5 115,8-9 1,-8 9 189,5-6 0,-5 1-83,1-1 1,-3-1 77,-1 5 1,0-4-408,0 5 13,0-1 116,0 4 0,1 0-286,4 1 458,-4-1 0,4-4 43,-5 0 0,2-5 228,2 1 17,-3 3-436,5-6 25,-6 5 8,0-6-240,5 0-74,-3 0-135,3 0 546,-5 0-4203,0 0 3121,-5 0 1,2 0-1083,-5 0-861,5 0 1974,-8 0 1,8 0 0,-5-1-1,-2-2 1057,-1-1 0,-23-22 0,-5-2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6:52:13.524"/>
    </inkml:context>
    <inkml:brush xml:id="br0">
      <inkml:brushProperty name="width" value="0.09071" units="cm"/>
      <inkml:brushProperty name="height" value="0.09071" units="cm"/>
      <inkml:brushProperty name="color" value="#57D200"/>
    </inkml:brush>
  </inkml:definitions>
  <inkml:trace contextRef="#ctx0" brushRef="#br0">17893 7359 7849,'0'-8'3011,"0"0"-1456,0-1 0,0 1 808,0 0-1814,0 5 0,-1-2 0,-2 4-140,-1-4 0,-1 4 0,2-4 0,-3-1-325,0-2 0,-3-3 0,-4-1 0,-4-1 1,-3 1-1,-4-2-79,0-2 0,-6 1 0,-3-6 0,-3 0 0,-1-3 0,1 0 193,-1-1 1,1 2 0,3 1 0,3 3 0,1 0 0,1 1-45,0 0 0,1 2 0,0 3 1,-3 1-1,-2-2 0,-1-1-112,2-1 0,-5 0 0,5 3 0,-2 1 0,0-2 0,0 1-109,2 0 0,1-2 0,5 8 0,-1-1 0,-1 1 0,-3 2 94,-2 2 1,0 2 0,-5 1 0,-2 0 0,-2 0 0,-2 0-40,-1 0 1,3 0-1,7 0 1,2 0 0,2 0-1,3-2 79,1-2-54,1 3 1,1-5 0,-2 6-1,-3 0 1,-4 0 0,-2 0 0,-2 0-1,0 0 1,0 0 16,0 0 0,0 0 0,1 0 0,4 0 0,2 2 0,1 1-79,0 1 0,0 4 0,5-3 1,-2 1 65,-3-1 0,2 4 1,-6-4-1,0 2-50,2 2 0,-4-2 0,5 1 0,0 2 13,0 1 1,2-3-1,3 0 1,0 2-20,1 1 1,0 1-1,3 0 1,1 1-10,3-1 0,0 2 0,4 1 1,-2 1 9,-2-1 0,1 3 1,2-2-1,-1 1-14,-1 1 0,-2-5 0,3 4 0,-3-4-22,-1 0 0,4 2 1,-3-2-1,2-2-167,-1 0 1,1-1 0,5-1-1,1-2-2193,2-1 1541,5 3 0,1-7 0,10 2 0,8-4-2929,6-4 3822,8-3 0,8-17 0,5-8 0,6-2 0,0 1 0</inkml:trace>
  <inkml:trace contextRef="#ctx0" brushRef="#br0" timeOffset="1">15087 6941 8027,'5'-19'252,"-1"2"1,-2 3 0,0 2 359,-2 0 1,0 4 0,-2 1 0,-2 1 0,-5 4-181,-6 0 1,1 8 0,-4 2 0,2 4-127,-1 5 1,-5 7 0,2 10-1,-3 6-22,-2 5 0,2 3 0,1 1 1,3-1-1,1-3 0,4-5-51,5-6 1,3-8-1,8-8 1,2-4 0,5-8-1,8-4 148,7-6 0,8-5 0,8-6 0,2-2 0,2-3 1,2 0-508,2 1 1,-4 0 0,-3 4-1,-2-2 126,2 2 0,0 0 0,9-3 0,2-1 0,5-1 0,1 0 0,-1 0 0</inkml:trace>
  <inkml:trace contextRef="#ctx0" brushRef="#br0" timeOffset="2">17844 7519 7974,'-8'0'1625,"0"0"579,-2 0 1,3 0-466,-1 0 0,4 0-711,-4 0 0,4-1-554,-5-3 1,1-3-1,-4-6-320,0 1 1,-2 3-1,-1-2 1,-3-3-1,-1 0 1,-3 1-131,-1 0 0,-2 1 0,1 0 0,-2-2 0,-2 0 0,0 1-200,0 2 1,2 1-1,2-2 1,-1 0-1,-1-1 1,-1 1 162,-2 0 0,-4-1 1,3 1-1,-1 0 1,-2-1-1,0 1 160,0 0 0,6 0 0,-2-1 1,3 1 64,1 0 1,2 3 0,3 3 0,2 0-130,0 3 1,4-2 0,-2 1-1,1 1-114,-1 2 1,2 1-1,-2 0 1,1 0-62,-2 0 1,2 0-1,-4 0 1,0 0-47,0 0 0,2-4 1,-3-1-1,-1 3 91,2 0 1,1 2-1,5 0 1,-2 0 40,-2 0 1,1 0 0,3 0 0,0 0 61,-4 0 0,2 2 1,-4 0-1,1 4-31,3 1 1,-2-3-1,0 4 1,2 0-29,1-1 1,2 4 0,-2-3 0,-1 3-91,-1 2 1,0-1 0,3 0 0,1 2-184,0 2 0,-1-2 1,1 2-1,-2-2-1084,-2-2 0,6-4-1168,-2 1 0,9-7 2528,3 3 0,44-26 0,16-6 0</inkml:trace>
  <inkml:trace contextRef="#ctx0" brushRef="#br0" timeOffset="3">16330 7101 7958,'-1'-13'478,"-2"1"590,-1 0 0,-1 1 0,1 5 1,-5 10-511,-2 11 1,-2 9 0,-4 4-1,-2 5 1,-1 3 0,1-1-468,1-2 0,5-1 1,7-6-1,0-2 1,5-5-1,5-5-75,8-6 0,7-2 1,10-8-1,4-2 0,2-5 1,2-5 120,0-2 0,-4-2 0,0 4 1,0 0-1,-2 4 0,-2 0-137,-3 3 0,3-8 0,5-3 0,2 1 0,0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7:13:07.922"/>
    </inkml:context>
    <inkml:brush xml:id="br0">
      <inkml:brushProperty name="width" value="0.08571" units="cm"/>
      <inkml:brushProperty name="height" value="0.08571" units="cm"/>
      <inkml:brushProperty name="color" value="#66CC00"/>
    </inkml:brush>
  </inkml:definitions>
  <inkml:trace contextRef="#ctx0" brushRef="#br0">3580 871 11899,'-7'0'1692,"0"0"-1193,7 0 2300,0 0-2628,-6 0 126,5 0-172,-12-6 0,5-1-20,-6-2 1,5-3-120,0 2 1,-5-2 0,-5-2 1,-1-2 71,1-3 0,2 4 34,-7-4 0,6-3-37,-6-1 0,2 1-10,-1-1 0,-4 1-38,4-2 1,1-2-3,-1 3 1,-1-2 51,-4 1 0,0-1-4,0 7 1,-1-3 82,-4 3 1,2 2-53,-7-3 1,5 4 22,-4 1 1,1 0 19,-1-1 0,2 1 10,7 0 1,0 0-59,0 0 1,0 5-91,0 0 0,5-1 44,-1-4 0,6 5-131,-6 0 0,1-1 48,-5-4 1,-2 5 64,-3-1 0,4 1 137,-4-5 1,-3 5-35,-1-1 0,2 1-25,2-5 0,-1 1-31,1 4 0,1-2 16,4 6 1,1-4 63,4 4 0,-2-1-58,6 2 1,-6 0-178,2-5 0,1 6 35,-2-2 1,3 4-27,-3 1 0,-4 0 61,0 0 1,0 0 27,-5 0 1,4 0-59,1 0 0,-1 0-17,1 0 0,0 0 56,0 0 0,2-5 14,2 0 1,-1 1 125,7 4 1,-6 0-74,6 0 1,-1 0 77,5 0 0,-5 0-81,0 0 1,-6 0-30,2 0 1,1 0-28,-1 0 1,-2 0-10,-8 0 0,3 0-94,-2 0 1,2 0 106,2 0 0,0 0-191,0 0 1,4 1 26,1 4 0,4-4 64,-4 4 0,4 1 43,-4-1 1,6 4-1,-2-4 1,3 4 36,2-4 1,0 6 16,0-2 1,0-1 82,0 2 1,0-1-115,0 5 1,-5-5-48,1 1 0,-6-3 20,5 3 0,-1 2 2,1-2 0,2-3-20,-6 3 0,6-6-90,-2 6 0,3-5 98,2 4 0,-1-4-1,-4 4 0,4-4 57,-4 4 1,3-1-59,2 1 0,0 2 85,0-6 0,0 6-41,0-2 0,0-1 8,0 1 0,0-1 21,0 1 0,0 2-1,0-6 1,4 4 17,1-4 0,4 4 0,-4-4 0,4 4 123,-4-4-152,6 0 83,-10 1 0,10-3-62,-6 6 1,4-4-2,-4 4 1,4-4 3,-4 4 0,4-5 6,-4 0-21,6 4-9,-10 0-105,5 6 1,-4-5 64,3 1 1,1-7-158,3 1 0,4 0-544,-4 0-424,3-2 157,-4 4-279,5-6-260,-6 0 523,7 0 0,7 0 1037,2 0 0,41-50 0,11-12 0</inkml:trace>
  <inkml:trace contextRef="#ctx0" brushRef="#br0" timeOffset="417">127 267 8080,'-6'-7'1350,"4"-6"1,-4 10-195,6-6-407,0 5-316,0-2-252,0 6 0,0 6 7,0 4 0,0 4-83,0 5 1,-1 2 53,-4 7 1,-3 5-105,-6 0 1,0 4-254,0-4 0,5 5 113,-1-6 1,3 6-107,-3-5 1,-1-7 108,7-7 0,-1-4 119,5-1 0,1-6 155,4-3 1,9-4 331,10-1 0,4-10 21,4-4 1,0-10 312,5 1 1,-6 2-452,2 3 0,-5-3-183,-5 3 1,2-1-808,-6 5 1,3 5-385,-8-1 1,3 7-924,-7-2 1,4 4 1889,4 1 0,17 0 0,8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7:13:09.696"/>
    </inkml:context>
    <inkml:brush xml:id="br0">
      <inkml:brushProperty name="width" value="0.08571" units="cm"/>
      <inkml:brushProperty name="height" value="0.08571" units="cm"/>
      <inkml:brushProperty name="color" value="#66CC00"/>
    </inkml:brush>
  </inkml:definitions>
  <inkml:trace contextRef="#ctx0" brushRef="#br0">1980 759 7747,'-2'7'1228,"-2"-2"-14,2-3-670,-4-2 1,4-2 59,-2-3 1,2 2-151,-3-6 1,4 4 38,1-4 1,0 0-147,0-5 0,-2 4 64,-2 1 0,2-1-45,-3-4 0,-3 2-118,-1 3 1,1-4-31,-1 4 0,1-4-47,-1-1 1,-4 0-78,4 0 1,-4 0 43,-1 0 0,-1 0-108,-4 0 1,4 0 9,-4 0 1,2-2-54,-2-2 1,-1 2 233,-4-3 0,-1 4-121,7 1 1,-6 0 84,5 0 0,-4 0-75,4 0 1,-4 4 16,4 1 1,-6-1 1,2-4 1,1 5-109,-1 0 1,1-1 30,-2-4 1,-2 5-167,3 0 0,-4-1-34,-1-4 1,0 5 119,0-1 1,4 3-7,1-3 1,0-2 34,-5 2 1,6 3-10,3-3 1,2 6 3,-2-6 0,4 7 9,-4-2 5,3-2 0,2 4-5,0-7 1,0 7-46,0-2 0,5 4 39,-1 1 0,1-5-17,-5 0 1,0 1-34,0 4 0,0-5-7,0 0 1,-2 1 3,-3 4 1,4-5-11,-4 0 0,4 1-22,1 4 1,-1 0-15,1 0 0,0-2 111,0-3 0,-4 4-66,-1-4 1,0 4 167,5 1 1,0 0-87,0 0 1,0 0-34,0 0 1,5 0-38,-1 0 1,1 0-82,-5 0 0,0 0 56,0 0 1,5 0-21,-1 0 1,2 1-76,-1 4 54,-3-4 1,8 7 144,-5-3-109,0-3 0,-1 5 142,1-2 1,4-3-57,-4 2 0,4 2 229,-4-1-238,0 6 0,-4-8-30,4 7-50,-4-1 24,5 5 0,-6-2-195,0-2-2,7 2 48,-6-4 117,5 6 53,-6 0 1,5-5-5,0 1 37,5-7-648,-2 3 194,0 0-471,4-4-736,-4 4-1134,6-6 2580,0 0 1,31-31 0,8-8 0</inkml:trace>
  <inkml:trace contextRef="#ctx0" brushRef="#br0" timeOffset="809">295 57 6907,'8'-6'1526,"-2"4"-966,-6-4 155,0-1-379,0 6 0,0-7 462,0 3-455,0 4 0,-1-7 541,-4 3-573,4 4 0,-7-5-95,3 6 0,2 0-75,-6 0 0,4 0 12,-4 0 1,-1 1-126,-4 4 1,-1 3 70,-4 6 1,2 1-208,-7 4 0,6 3-45,-6 6 1,2 0 87,-1 0 1,1 0-69,3 0 1,5-4 65,0-1 1,7-6 52,7 2 1,0-4 50,0 0 0,0-1 7,0 0 1,6-7 232,3-2 1,5 1-77,5-1 1,-2 0 369,6-5 0,-1 0-203,2 0 0,2 0 205,-2 0 0,-3 0-195,3 0 0,-7-5-148,2 0 1,-4-4-187,-1 4-484,0 1 171,0-3-358,-6 6-1661,-2-5 928,-6 6-1143,0 0 595,7 6 142,-6-5 1766,12 6 0,-5 5 0,6 4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6:52:13.528"/>
    </inkml:context>
    <inkml:brush xml:id="br0">
      <inkml:brushProperty name="width" value="0.09071" units="cm"/>
      <inkml:brushProperty name="height" value="0.09071" units="cm"/>
      <inkml:brushProperty name="color" value="#57D200"/>
    </inkml:brush>
  </inkml:definitions>
  <inkml:trace contextRef="#ctx0" brushRef="#br0">17598 7125 8164,'-25'-17'478,"1"-4"1,5 2 217,2-2 1,3 5 0,3-5-1,2 0 1,1-1 0,-2 0 176,-1 1 0,-1 6 0,-2-1 0,-2 4 614,-5 3-1291,-2-2 1,-4 10 0,-6-3-1,-8 3 1,-7 1 0,-4 0-1,-1 1 1023,1 3-1068,1-3 1,2 14-1,0-1 1,-1 4 0,1 5-1,0 4 1,-2 6 502,-2 3-710,3 6 1,21-18-1,0 0 1,4 2-1,1 1 1,-20 27-1,4-1 1,5 2-1,1 1-459,1 3 525,0-5 1,0 2 0,0-2 0,1 3 0,-1 5-1,17-31 1,0 1 0,-12 30-49,4-1 0,5-8 0,8 0 0,2-2 50,1-2 0,6-1 11,2-3-9,6 3 1,7-10 0,4 5 0,5-4-1,5-2 118,6-5 0,2-1 0,4-2 0,3 0 211,7 1 0,-5-3-282,1 6 0,0-5-1048,0 5 949,3-5 0,3 2 1,2-7-1,5-3 1,2-3 136,1-3 1,1-6-1,-1-1 1,1-1 10,-1 1 1,6-3-148,-32 0 0,0 1 1,2-2-1,0 0-582,2 1 1,0 1 556,-4 0 1,0 1 0,32 0 0,-13 5 0,0-2 0,0-7-941,2-4 1113,-9-5 1,5-11 0,-11-4 0,-1-4-1,-4-5 467,-3-5 0,1 6 0,-5-7 0,-1 3-880,-2 2 1,-1-3 174,4 2 1,3-1-669,5 1 637,-1-8 0,1 7 0,0-13 0,-1-2 0,-3-4-379,-5-3 663,-2 4 1,-6-7 0,-3 6-1,0 2 1,-2 5 1168,-4 5-1110,1 2 1,-7 4-1,5 2 1,-3 4-1,-2 3 507,-2 2-668,-2-6 1,-1-2-1,0-6 1,0-2-1,-1-2 345,-3-2 1,-3-1-1,-5-6 1,0-2-325,-1-4 1,0 6-11,-4 2 0,-3 4 408,-9-1-331,3 4 0,-15 7 0,0 3 0,-7 6 0,-5 7 241,-5 5-330,4-1 0,-7 10 0,4-5 0,-3 3 0,-2 2-1615,1 2 859,-1-4 1,3 6 0,6-5 0,9 1-1,10-2 733,10 0 0,2-1 0,9 3 0,7-4 0,3 1 0</inkml:trace>
  <inkml:trace contextRef="#ctx0" brushRef="#br0" timeOffset="1">17918 6793 8175,'-12'-5'552,"-1"-4"1441,1-2-1211,5-1 0,-2 4 1,3 0-1,1-2 1652,-1-1-1959,2 4-299,4 2 1,1-1-1,3 0 1,5-3-1,2 1 1,2-1-1,2-2 291,2-2 0,5-4 1,-2-3-1,5 0-246,3-1 0,0 5 0,5-3 0,1 0-139,1 0 0,8 2 1,0-1-1,3 3-168,-1 4 0,-4 3-90,4 0 107,-5-3 1,1 6 0,-7-5 0,-3 2 0,1-2 0,-2-1 0,3-1 158,2 0 0,-1 3-70,7 1 1,-1 0 0,0-3 0,1 2 42,-2 0 0,-2 7-118,-4-2 1,1-2 128,-5 2-69,-6 0 0,0 4 0,-2 0 1,1 0-1,0 0 30,-2 0 32,6-6 0,1 5 0,6-4 0,0 0 1,0 0 189,0-2 0,-2 3 1,2-3-1,-4 2 17,-3 2 0,-2 2-217,1 1 0,-6 0 0,-3 0 0,-2 0 18,-2 0 1,1 0-244,-1 0 1,0 1 156,1 3-158,-1-3 0,0 6 0,1-4 0,-1 3 1,0-1 32,1 0 1,3 4 0,0-4 0,-1 1 99,-1-1 0,4 1 25,2-2 1,-1-2 0,2 5 0,1 0 70,1 0 0,-2-3 116,-1 4 0,-1-5-18,2 1-36,2 3 0,-9-4 0,2 3 0,-2 1 65,-2 0 0,0-3 0,-1 4 1,-1 1-77,-2-3 1,-4 4-137,4-6 1,-3 6-389,3-2 299,0-3 1,0 6 0,0-4-1,1 1 1,-1 1-177,0 0 294,0 2 0,4 1 1,1-1-1,-2-1 1,-2-2 261,-1 2 1,1 1-1,3 1 1,0 0-99,1 1 0,-1-1-118,0 0 0,1 5-106,-1-1 47,0 0 1,0 1 0,1-1 0,-1-1 0,0 0 32,1 2 86,-1-4 1,0 5-1,1-6 1,-1 1-1,2-1 761,2 0-701,-2 1 1,-1-1-1,-4 2 1,0 1 0,1 1 1065,-2-1-1088,3-1 0,-8-2 0,3 0 0,1 1-19,0-1 1,-4 0 0,2 1-528,1-1 0,-5 0-531,3 1 1,-2-1-665,-2 0 1,1-1-1147,3-3 1,-1-1 2738,5-3 0,0-19 0,5 0 0</inkml:trace>
  <inkml:trace contextRef="#ctx0" brushRef="#br0" timeOffset="2">20194 6953 8175,'-17'-4'0,"-2"0"0,-1 1 2568,4 2 1,4 2-240,3 3 0,9 7-1232,9 6-820,2 4 0,6-1 0,4 4 0,4 2 0,3 1 0,5 4 1,4-1 159,4 0 1,-1-3 0,3-5 0,0-4-498,-4-5 1,-4 1 202,-3-10-23,-10-5 0,6-9 0,-12-10 0,-1-10 0,-1-10 0,-3-8 0,-3-4 205,-4 0 1,-3 7-105,-1 4-1149,0 3 0,-1 8 1,-3 5-1,-4 9 928,-3 6 0,-1 21 0,-1 10 0</inkml:trace>
  <inkml:trace contextRef="#ctx0" brushRef="#br0" timeOffset="3">17733 11211 8168,'0'-12'272,"0"-1"1,0 1-1,-1-2 1,-2-1 0,-1-1 654,1 1 1,1 0 0,-1 0 0,-3-3 0,0 0 0,-4-1-128,-1 0 0,-3 3 1,-2-5-1,-6-1-516,-5-1 0,1 0 0,-4 1 0,1 3-168,0 1 0,-9 1 0,0 5 0,-6 1-217,-7 3 1,-9 5 0,26 6 0,-2 2 0,0 3 0,0 1-124,-1 1 0,0 2 0,1 2 0,0 0 0,1 1 0,0 1 0,1-1 0,1 1 151,-1 1 0,1 0 1,-1 1-1,0 1 1,-3 1-1,1 0 1,1 1-1,2 0 103,1 1 0,2 0 0,-20 19 0,9 5 0,4 5 10,4 5 0,3 6 1,5 2-1,13-31 1,-1 0-273,-11 31 0,3-3 0,4-3 0,3-5-22,7-2 1,6-1 184,5 4 101,3-4 0,6 8 0,4-8 0,3-3 0,3-4 0,1-2 0,-1 2 319,2 2 1,-4-3-147,8-1 0,-1-1-738,0 1 571,4-3 0,10 9 1,2-8-1,2-2 1,4-4-21,4-3 0,2 0 0,3-2 0,-1-1-22,-8-4 1,-1 1-34,-8-8 0,7 0-999,1-3 1058,1-6 0,6 2 0,-4-5 0,1-1 0,-1-2 84,-1-1-243,-8-5 0,0-2 0,-5-4 0,2 1 0,3 2 0,5-1 1,-1-6-1,6-3 1,-2-1 270,-2-3 1,-4-3 242,0-3 1,-5-4 142,1-5-192,-3 0 0,-1-1 0,1-3 0,2-3 0,2-1-38,2 0 0,-4 5 1,1-2-1,-4 0-203,-4-4 0,-5 3-55,-7-2 0,-3 2 141,-6-6-220,0 2 1,-1-13 0,-3 4-1,-4-1 1,-2 1 225,-2 1 0,-11-5 1,-6 1-1,-4-2 380,-4 0 1,-11 8-309,-5 0 1,16 27-1,-3 1-355,-2 0 0,-2 1 60,2 4 0,-1 2 0,-2-2 0,0 1 0,-24-7 0,5 4 1,5 2-3567,6 1 3188,9 4 0,2 1 422,5 6 0,4 1 0,1-1 0,-1 2 0</inkml:trace>
  <inkml:trace contextRef="#ctx0" brushRef="#br0" timeOffset="4">17832 11039 8158,'-26'-2'269,"-2"0"0,-2-4 1,2 1-1,0-2 815,5 0 0,7-1 0,-1-5 0,3 0 0,4-2 0,1-3 839,5-1 0,10-2-1084,6-3-787,6-1 0,8 0 1,4 1-1,7-1 1,7 1-1,5-2 1,4-2-2,5 0 1,2-5 0,-29 18-1,2 1 1,2 0 0,1 1-170,4-1 0,2 2 0,4-1 0,1 0 1,4 0-1,1 0 0,0 0 0,0 0-111,-2 1 0,-1 1 1,0 2-1,1 1 0,0 0 1,1 1-1,0 2 0,1 1 288,-1 1 1,-1 1-1,-5 1 1,-1 1-745,-3 0 1,0 0 805,-3 0 1,0 0 0,1 2 0,0 2 0,1-1 0,-1 0 0,1 1 0,-2 1 0,0-1 0,-2 0 0,30 4 0,-6 0 467,-1 0 0,-2 5 0,2 4 0,-2 3 181,-6 1 1,-6 4-345,-8 4 1,0-2-1,-1 6 1,-4 0 277,-3-2 1,3-1-268,0-5 1,8 0-438,1-1-38,0-5 0,-5-1 0,-4-6 0,-3 1 0,-4-2-955,-5-3 681,-2 3 0,-6-8 1,1 5-1,-1 0-2254,0-1 1,-1 4 3057,-3-3-2927,3 3 0,-4-3 2435,6 0 0,-1-10 0,0 0 0</inkml:trace>
  <inkml:trace contextRef="#ctx0" brushRef="#br0" timeOffset="5">20121 10916 8035,'8'0'5478,"0"0"-2157,-5 0-1506,2 0-1179,-5 0 0,6 0 0,2 0 0,3 0-15,1 0 0,0 0 0,2 1 1,1 2-527,2 1 1,4 5-1,1 0 1,4 0-202,3-1 1,0 3 0,-5-2 0,1 1-313,0 3 0,-1-5 0,1 0 0,-2 0 15,-2-1 0,-4-1 1,-4-6-1,-1 0 84,0 0 1,1 0 351,-1 0 262,-5 0-127,-2 0 1,-5-2 0,0-2 109,0-4 1,0-3-299,0-1 1,-4-2 0,0-1 0,0-3 57,-2-1 0,5-3-164,-3-6 1,-3-4-1,0-6 1,-1-2 85,0-1 0,-2-1 481,-6 1 1,1 5 301,-6-5-755,6 11 1,-4-6 0,4 13-1,-1 1 1,1 3-1199,1 1 1,-2 3 0,-1 7-2303,2 4 3512,1 3 0,-3 12 0,-2 2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6:52:13.534"/>
    </inkml:context>
    <inkml:brush xml:id="br0">
      <inkml:brushProperty name="width" value="0.09071" units="cm"/>
      <inkml:brushProperty name="height" value="0.09071" units="cm"/>
      <inkml:brushProperty name="color" value="#57D200"/>
    </inkml:brush>
  </inkml:definitions>
  <inkml:trace contextRef="#ctx0" brushRef="#br0">10460 6325 8098,'-12'-5'94,"0"-2"0,-1-1 1,1 1-1,0 0 1,-1 2 1220,1-1 0,0 2 0,0 3 571,-1-3-1532,6 2 1,-4-3 0,5 6 0,-3 2-1,3 2 90,0 2 0,2 1 0,4 5 0,0-1-218,0 0 0,0 6 0,0 4 0,1 4-27,3 3 0,-1 6 1,5 1-1,3 5-222,4 3 0,0-1 1,6 2-1,1-2-26,1-1 1,2-9-1,-1 0 1,1-6-80,-1-2 0,2-6 4,3-3 247,-3-7 0,6 0 1,-5-5-1,3-1 1,1-2-1,4-1 0,-1 0 481,-1 0 0,2 2-445,-2 2 1,4-3 0,1 3 0,1-2 112,-4-2 0,-1 0-144,3 0 0,-4-2 1,0 0-1,1-4 103,2-1 0,0 5-304,1-3 1,6 0-46,2 1 166,3-6 1,-3 8 0,-1-5 0,-2 0 0,-2 0 524,-2-3-411,-1 0 1,-4-3-1,-2 1 1,1 0 0,0-1 579,7 1-646,-2-6 1,6 3 0,-3-5 0,2-1-1,1 1 111,-1-1 0,-2 2 0,-7-1 0,-5 3-326,-2 3 0,0 3-54,3 3 0,-3-1 208,3 5-48,-3-6 0,-2 9 0,2-3 0,2 2 0,2 2 97,1 0-159,-3 0 0,6-1 0,-4-2 0,-1-1 0,-1 0 212,0-2 1,-9 5 0,5-3 0,0 1-5,-1-1 0,1 3-117,1-3 1,0 6-1,-1 4 1,1 1 88,0 2 0,-2 1 1,-3-2 1,4 3-78,-4-3 0,-2 3 0,5 1 0,-4 1 0,0-2 0,-2-2 196,-4-1-249,0 1 1,-1 3-1,0 0 1,1 1-1,-1-2 547,0-3-438,-5 3 0,8-5 0,-3 7 1,2-2-109,0-3 1,-2 3 0,0-4-1,-1 1 151,-2 0 1,1-5 78,-1 1-91,2 3-116,1-6 0,0 5 0,1-6 0,0 0 0,2-2 0,2-2 0,5-3 0,-3-5 0,7-2 0,1-2 0,4-5-205,5-2 1,-6-6 0,7-1 0,-3-1-55,-2-3 1,3 0 345,-2 1 0,-3 3 0,-1 5 0,-3 2-178,-2 2 0,1 4 3,0 4 0,-5 5 7,1 0-134,-1 5 1,5-2 0,-1 3 0,2 0 0,2-3-313,0 3 1,1 0 0,-4 2-1,-1 0 34,1 0 1,-6 2 267,-2 2 1,-4 0-1,0 7 1,-1 2 45,0 1 1,0 4 516,1-2 0,-1 5 666,0-5-792,1 1 0,0-5 0,4 0 0,3 1 0,3-2-162,2-3 0,5-1 0,3-5 0,3 2-240,0-1 0,0-3 554,-3-4 1,2 0 0,-3-7 0,-1-4 771,-2-3 0,-3-6-861,-1-5 1,-5-1-276,1 1-87,-1-2 0,-2-1 0,-4 5 0,-6 5 0,-3 6-5542,-2 2 4559,-2 7 1070,-1 2 0,-16 15 0,-5 4 0</inkml:trace>
  <inkml:trace contextRef="#ctx0" brushRef="#br0" timeOffset="1">13426 6904 8210,'-4'-8'191,"-2"-1"0,1 0 0,-2-1 1876,0 2-1387,5 3 1,-2 0 0,8 3 0,4 3 412,3 6 0,2 4-450,4 1-445,2 0 1,7 5-1,1 1 1,3-1-1,2 3 1,1-1-1,1 1 122,3-1 1,-3-1 0,7-6 0,-1-1 206,1-2-389,2-4 1,8-5 0,2-1-1,3-5 1,2-6 0,-2-6 0,-1-2-27,-3-1 1,-3 1 0,-4-4 0,-3 2 6,1 2 1,-2 5-314,8-1 153,-8 2 0,12 2 0,-9-1 0,0 0 1,-2-2-1,-2-3 0,-2 0-154,-2 0 1,-1-4-9,6 2 0,3-3-1153,5-2 1283,0 0 1,1 2-1,-1 3 1,-1 3-1,-3 4-622,-4 0 699,-8 6 0,-7 2 1,-7 5-1,0 0 1,0 0 56,3 0 24,1 5 0,2 2 0,-1 4 0,1-1 0,0-2 259,-1 1-245,1 2 0,-1 3 0,1 3 0,-2 2 0,-1 1 914,-1 1-835,-1-1 0,1 1 1,-2-1-1,-1 2 1,-3 0-1,-2-2 1,-2-3 685,-2-3 0,0-2-1025,-5 0 1,4 0 1172,-3 1-1296,-1-6 1,0-1 0,0-1 0,0 3-1562,1 3 1410,-3 1 1,3-4 0,-5 2 0,2 2-1,0 3-1795,2 0-662,1-1 2892,-5-7 0,5-57 0,2-18 0</inkml:trace>
  <inkml:trace contextRef="#ctx0" brushRef="#br0" timeOffset="2">15727 7002 8128,'-8'6'2411,"0"2"0,5 3-1723,-1 1 0,10 0 1,4 2-1,7 1 673,2 2 0,-3 3-549,5-4-650,-1 1 0,4-5 1,-2 1-1,-2-1 1,2-1-1,0-3 1,0-5 108,-2-6 0,-3-5 0,3-10 0,1-7 346,-2-6-813,-1-10 0,-7-3 0,-2-5 0,-1 1 0,1 3 0,-3 5 0,-2 7-3934,-2 9 3118,-2-1 0,-6 17 1012,-2 0 0,-14 27 0,-4 8 0</inkml:trace>
  <inkml:trace contextRef="#ctx0" brushRef="#br0" timeOffset="3">13291 7027 8213,'0'-12'276,"0"-1"1,-2 1 0,0 0 2363,-3-1-2345,-4 6 1,6-2 0,-4 6-1,2 5 1,2 4 0,0 5 0,1 3 411,-2 2 0,-2 4-319,2 4-360,3 1 0,-6 5 0,4 3 0,-2 4 0,-1 2 1,-1 4-1,2 0-117,-1 4 1,1 6-1,2 5 1,-1 2 55,1 1 1,2 1 36,1-1-1,0 1 0,0-2 0,1-2 0,3-5 0,3-4 0,1-2 0,1-1-38,0 5 0,-2-2-49,1 4 0,-1 2 0,3-2 1,-2 1 41,1 0 0,2-3 25,2 2 0,-1-4 0,2-2 0,1-2-9,1 1 1,2-3 71,-2-2 0,-2-3 326,2-1-284,4 0 0,-1-1 1,4-2-1,-1-3 1,0-1 511,4-2-554,-2 3 1,10-5 0,-5 3 0,0-5 0,0-2 127,-1-1 1,2-1 0,-4 4-1,0-3 177,-2 0 1,2-5-13,2 5 0,1-5-38,-4 5-195,-1-6 1,2 3 0,2-6 0,2 0 0,0 0-112,0 1 119,-1-1 0,-1-4 0,1-1 0,-2-1 0,-1-2 43,-1 1 0,-2-3 1,-1 2-1,-1-3-26,0-1 1,-1 0 24,0 0 0,1 0 0,3 0 1,2 1-283,3 3 1,-3-1 10,3 5 1,1-5 0,-2 3-1,1-2-142,1 0 1,-2 5 225,4 0 0,-8-3-8,0 3 174,-2-7 0,-1 5 0,-2-4 1,0 2-1,-1 1 107,-1-1 0,1-1 0,-1-4 0,3 0 28,3 0 0,2 5-435,0-1 1,-1 1-16,1-1 92,-1-2 1,4 9-1,-2-3 1,-3 3 0,0 1-403,0 0 538,-3-5 0,1 4 0,-4-3 0,-2 3 0,-1 2 64,-2-1 1,-4 0 0,0-1 0,2-1-14,1-2 1,1-4-93,0 4 1,-3 0-289,-1 5 349,0-1 1,4 0 0,-1 1 0,-1-1 0,-2 0 134,2 0-69,1 6 0,0-3 0,-2 4 0,-1 1 0,1-1-69,-3 3 0,5-5 0,-3 0 1,2-2-94,-2 1 0,3-1-289,-3 6 1,3-6 151,2 1 147,-1-2 1,0-2 0,1 1-1,-2 0 1,-2 2-68,-1 2 158,0 5 0,3-7 0,-1 5 0,-2 1 0,0-1 43,-1 1 0,3-5 0,-5 5 1,2-1-209,3-1 0,-3 3 79,1-6 1,-4 1-28,4-5-34,-5 0 1,2 5-1,-5-1 1,2 1-1,0-1-1147,2 1 947,1 4 0,-4-1 1,2 3-1,1-3 0,-2-3-1388,0-4 0,-2 0-1200,0-1 2862,0-5 0,-6-56 0,0-20 0</inkml:trace>
  <inkml:trace contextRef="#ctx0" brushRef="#br0" timeOffset="4">15555 10509 8008,'-12'0'4120,"-1"0"-3540,7 0 0,1 2 0,11 2 0,5 4 1340,4 3-1649,7 1 1,-3 2-1,6 1 1,-1 2-1,2-1 1,2 2 0,0 2 178,0 3 0,-2 2 1,-2 1-1,-1 3-459,-2 4 1,-2 4 0,-4 2-1,0 1-143,-4-5 0,0-5 1,-7-9-1,0-5 24,2-2 0,-5-8 727,3-6 1,-2-2 0,-2-6 0,0-2 253,0-1 0,0-2-137,0-4-673,0-2 1,0-7 0,1-4 0,3-5 0,4-6 0,3-3 0,1-4 64,1-4 0,-1 6-577,0-4-231,1 9 1,-2 6-1,-2 9 1,-1 7-2110,2 5 1,-5 6 2808,0 12 0,1 30 0,1 12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6:52:13.539"/>
    </inkml:context>
    <inkml:brush xml:id="br0">
      <inkml:brushProperty name="width" value="0.09071" units="cm"/>
      <inkml:brushProperty name="height" value="0.09071" units="cm"/>
      <inkml:brushProperty name="color" value="#57D200"/>
    </inkml:brush>
  </inkml:definitions>
  <inkml:trace contextRef="#ctx0" brushRef="#br0">12552 7544 7847,'-5'-7'356,"2"-4"1,-5 4 0,-2 0 505,-1 3 0,5 4 1,0 3-118,1 1-520,3 6 102,-3-9 0,5 6 0,1-5 1217,3 3-939,3-7-471,5-5 1,1-5-1,-1 0 1,0-1-1,1 0 1,0-4-1,2-2 41,2 0 0,5-4 0,-2 1 1,3-4-182,2-3 0,4-5 24,-1 1-114,12 3 1,-6-5 0,11 0 0,3-1 0,3-3-261,2 4 304,0 1 0,-9 2 0,-1 2 1,-4 3-1,-2 2 32,-5 6 1,-9 4-1,-3 3 1,2-1 21,2 1 1,0 4 19,1 0 0,1 3 9,2-3 0,4 0 0,5-3 0,0 2 13,0 0 1,-2 2 100,-2-1-125,3-3 1,-10 4 0,2-5 0,-2 1 0,-1 2 34,-1 0 0,2 3-47,3-3 1,-1 0 0,3 5 0,-1 1-13,-3 2 0,3 1-10,-1 0 0,0 0-37,-4 0 119,-6 0 1,3 1 0,-5 2 0,1 1-1,0-1 785,-3-2-639,-1-1 0,-2 4 0,0 0 0,1-1 60,-1-2 0,-4-1-109,0 0 1,0 2-131,5 2 33,-1-3 0,0 5 0,2-6 1,1 1-1,1 2-91,0 1 1,-3 4 0,1-3 0,1 1-37,1-1 1,1 1-29,-5-2 1,4-1 48,1 5 1,1-5-1,-3 1 1,2-2-57,3 3 0,-5-4 22,1 3 53,-2-3 0,-2 4 0,2-1 0,1 0 90,1 1 0,-1-2-79,-7 5 101,3-5 1,-4 8-1,5-3 20,1 3 1,-5 0 13,0-3 0,-4 2 1,4-5 0,2 2 1,1 0-66,1 1 1,-4-1 114,1-3 0,-5-1 0,4 5 0,0 1 216,-1 2 1,4-2-251,-3-1 0,-1 0-106,1 4 0,-4 5 1,5-1-1,0 1 97,2 0 1,-3-3-126,0 2 0,1-2 36,3-2 1,-4-3-1,0-3 1,1 1 47,-3 0 0,5-3 42,-2 4-224,1-5 1,3 4 0,-1-4-335,0 1 1,1 0-246,-1-4 1,0 1-878,1 3 1,-5-1 0,0 4-3258,2-2 4801,1 0 0,-32-27 0,-8-6 0</inkml:trace>
  <inkml:trace contextRef="#ctx0" brushRef="#br0" timeOffset="1">14780 7101 10597,'0'12'857,"1"2"1,3 1 0,6 2-1,3 1-138,4 0 0,6 3 0,2-5 0,6-2 512,5-5-1065,6-3 1,1-8 0,3-3 0,-4-7 0,-2-8 0,-7-4 0,-6-4-190,-8 0 0,-8-1-1285,-3 4 724,-5 6 0,1 1 1,-8 8 583,-4 1 0,-36-7 0,-9 2 0</inkml:trace>
  <inkml:trace contextRef="#ctx0" brushRef="#br0" timeOffset="2">12429 7667 7922,'-12'-6'-199,"4"4"0,0-5 1,-2 0-1,-1 1 877,-1 1-321,-1-5 1,5 9 0,1-4 0,1 0 0,0 0 0,1-2 642,2-2 1,3-2-636,4-2-172,3 1 1,6-4-1,4-2 1,5-3 0,5-3-1,6-5 1,4-2 123,4-4 0,-1 4 0,3-3 0,2-5-237,3-4 0,1-7 1,-19 24-1,2 0 1,1 0-1,1-1-46,1 1 1,1 0 0,3-1 0,0 0-1054,0 0 0,0 0 1016,0 1 0,0-1 0,-3 1 0,0 0 0,0 0 0,0 1 0,-1 1 0,1 0 0,0 0 0,1 1 0,2-1 0,-1 0 0,0-1 0,1 1 24,-1-1 1,-1 0 0,-5 4 0,-1 0-127,26-16 0,1 7 0,-1 8 0,5 3-73,3 1 0,-2-2 53,3 3 1,-9 1-771,-4 3 832,-2 1 0,4 0 0,4 0 1,5-1-1,4 2-19,1 3 1,-2-1 0,-9 4 0,-3 3 17,-6 0 0,-1-2 105,5 0 0,5 0 0,6 4 0,0 0 68,-3 0 1,-7 0-71,-9 0 1,-2 1-1,-6 2 1,0 3 880,0 0 0,4-1-909,0 3 0,6-4 0,1 4 0,3 0-1,-3-1 0,0 4 28,-7-3 0,0-1 0,-4 1 0,-1 0 313,1-1 1,0 4-75,0-3 0,1-1 179,4 1-324,-4-5 0,4 7 1,-6-5-1,-2 1 1,-3 1 238,-1-1-272,-1 3 0,-6-1 0,-1-1 0,-1-1 0,1 1 1433,1 3-1455,2 1 1,-2-3-1,-1 0 1,-2 3-1,2 3-25,1 2 1,2-1-1,0-5 1,-2-2 183,-3 2 0,4 1-98,-4 1 0,-1-4 0,0 0 1,0 1-77,1-3 1,-4 4 26,5-6 0,-6 4 0,1-2 1,-2 1 161,-2 2 1,0 2-248,1 1 1,-5 1 0,0-1 0,0 0 335,-1 1 1,3 3-273,-6 0 0,5 2 0,-2-3 0,1 2-107,1-2 1,-1 2 46,4 0 1,0-1 0,1-2 0,0 1 129,4 1 0,-2 1 54,5-5-205,1 0 0,-1 1 1,-1-1-1,1 0 1,-3 1 182,1-1 0,-1-4 575,-5 0-518,0 1 1,-5-1-1,-2 0 1,0 2-1,-1 0-80,-2 3 1,0 0 0,-2 2 0,0 3-382,0 1 1,-4 1 82,0 0 0,-2-2 0,3-6 0,-1 0-1388,2 1-2509,0-1 488,-3-5 3560,3-2 0,-9-21 0,5-5 0</inkml:trace>
  <inkml:trace contextRef="#ctx0" brushRef="#br0" timeOffset="3">16872 7015 7839,'-13'-11'829,"3"1"2034,1 2-1792,4 5 0,6 3-636,3 8 59,3 3 1,10 7 0,0 3 0,3 3 0,1 5 0,3 2-1,2 1-9,2-4 0,1-2 0,7-2 0,3-2-313,4-2 0,-4-9 0,1 0 0,-4-6 62,-4-6 0,-8-6 0,-3-9 1,-4-6-779,-6-5 1,-7-1-1,0-5 1,-4-1-457,-4-1 0,1 3 1,-4 5 999,2 5 0,-21-7 0,-1 3 0</inkml:trace>
  <inkml:trace contextRef="#ctx0" brushRef="#br0" timeOffset="4">12528 11445 7818,'-4'-13'110,"0"0"1,2-2 624,5-2 1,0 1 0,5 4-1,3-1 1403,4 1-1959,-2 0 0,11-1 1,-4 0-1,3-4 0,3-3 1,3-3-1,4-3 240,3-3 1,7-3-186,7-4-227,-21 17 0,2 1 1,4-3-1,2-1 0,1 0 1,1 0-1,-3 1 0,0-1 1,-2 1-1,-1 1 0,-1 0 1,0 1-1,1 1 0,0-1-128,2 0 1,0 2-1,-2 2 1,1 2-1,30-10 1,-4 2-105,-2 2 1,-6 4-963,1-1 1163,-8 2 1,-3 2-1,-3 0 1,2-1 0,7 1-1,5 1 1,4 1-172,-2 2 0,-3 4 211,-3-4-21,-5 5 0,-2-2 0,-5 5 0,2 1 0,2 3 54,4 4 1,3 3-1,-1 2 1,0-1 79,-2 0 0,-9 1 95,1-1 1,-7 0-172,2 0 169,-10 1 0,7 0 0,-10 2 0,2 2 0,-1-1 101,2 2 0,1-3 0,2 4 0,0 0 277,-1 1 1,-2 0 240,3 5 1,-8-5-506,8 1-206,-9-1 1,2 3 0,-4-1 0,0-3 0,-1 1 100,-2-1 0,-1-3 0,2 3 0,-1-1-256,-3-3 1,3-3 9,-3-3 0,2 2-647,-2-3 0,3-3-1492,-3-1 869,3-2 1,-3-2 372,1 0 912,-7 0 0,9-11 0,-4-3 0</inkml:trace>
  <inkml:trace contextRef="#ctx0" brushRef="#br0" timeOffset="5">14940 11113 7824,'-13'-6'432,"2"3"1,2-4 5355,1 2-3754,0 1-1751,6 9 1,4 4-1,11 6 1,4 2-1,3 1 1,5 1 0,3 0 569,5 3 1,4-3-573,4 2-202,-3-6 1,5 7 0,-8-7 0,-2-3 0,-3-4 0,-2-2 0,-2-3 81,-3-2 0,-7-2 0,1-5 1,-4-7-44,0-11 0,3-2 1,0-8-1,0-3-384,-3-2 0,0-2-1327,-1 4 995,-5 5 0,-2 8 1,-5 7-1,0 3 1,-1 4 597,-3 1 0,-20 9 0,-8 7 0</inkml:trace>
  <inkml:trace contextRef="#ctx0" brushRef="#br0" timeOffset="6">12331 11580 7916,'-12'-5'46,"-2"2"1,0-5 0,0 0 0,5-1 0,1 1 653,1-1 1,4 0-1,-1-2 616,3-2-1097,6-8 0,2 8 0,5-5 1,2 0-1,1-3 0,4-2 1,3-1 380,4-1 0,7-4-255,0 1-234,2-7 1,6 4-1,2-6 1,2-1 0,5-3-1,-22 18 1,0-1-1,3-1 1,0 0 20,1-2 0,2 0 1,2-2-1,1 0 0,4 0 1,0 1-1,1 0 1,0-1-82,-1 0 1,0 1 0,-4 4 0,0 1-1,-4 0 1,-1 1 0,0 2 0,-1 0-334,0 1 1,0 1-1,2 2 1,2 0 188,2-1 0,0 1 4,-3-1 0,0 1 1,1 0-1,-1 1 1,22-16-1,0 3 0,1-2-309,-26 14 1,1 0 359,1 2 0,1 1 0,5-2 0,0 1 0,-1 3 0,1 0 0,-3 1 1,0 1-1,-1 0 0,-1 0 0,31-6 0,2 2-71,2 0 1,-33 9 0,1 1 70,2 1 1,0 0 0,-2 0 0,-1-1-55,29-1 72,-7 0 0,-3 2 0,-5 0 0,3-3 0,6 3 60,5 0 0,-6 2 1,-1 0-1,-6 0 6,-6 0 1,-1 0-61,-3 0 1,3 2 0,6 0 0,5 4-65,6 1 1,6-3 79,-30 0 0,0 0 0,26 0-984,-5 4 983,-6 1 1,-2 3 0,3 0-1,4 1 1,-1-1 95,-3 0 1,-7 0-1,-2 1 1,-1-1 153,-4 0 0,-6 1 173,-4-1 1,-2 0-537,2 1 151,2-1 0,6 0 1,-1 1-1,-2-1 0,-1 0 72,1 0 0,-3 1 0,-1-1 0,-2 0 172,-5 1 0,-5-1 604,2 0 1,-3 2-594,3 2-221,-5-2 0,3 4 1,-6-6-1,2 0 1,1 1-29,1-1 1,6 0-1,-3 1 1,2-2-15,0-3 1,-5 3 211,4-3 1,-3-1-208,3 1 1,-5 0-1,2 4 1,-4 1 45,0-1 1,-2 0-60,-3 1 1,3-1-1,-4 0 1,1 2-30,0 2 1,0-2 160,5 2 1,-5-2-65,0-2 5,0 6 0,5-4 1,-1 2-1,0-2 0,0 0 35,1 2 1,-1-2 0,0 2-1,-1-2 71,-2-2 1,1 0-180,-1 1 0,-3 0 0,1 2 0,0 1 273,0-6 0,-4 3-227,1-5 1,1 3-1,-1 1-65,-1 1 0,-1-5-179,-2 0 1,1-5 0,2 2-357,1 1-1723,0-5-1453,-4 4 2313,0-5 1394,0 0 0,5-11 0,2-2 0</inkml:trace>
  <inkml:trace contextRef="#ctx0" brushRef="#br0" timeOffset="7">17130 11039 7843,'-12'0'131,"4"-2"1,0 0 0,-2-3 3131,-1 3-2927,4 6 1,2-1-1,6 5 1,5 1 0,4 4-1,7 2 1,1 1-1,1-1 1,1 0 920,6 2 1,-1-4-847,4 4-264,-3-4 1,-2-4-1,1-1 1,-1 0-1,0 0 1,-2-1-1,-3-2 99,-2-2 0,-4-1 0,-5-2 0,0-2-131,-1-2 1,3-4 0,-5-9 0,1-2-828,-1 0 357,5-4 1,-9 8-1,3-4 1,-3 1-1,1 2 1,1-1-2687,1 1 1017,0 5 2024,-4 0 0,-11 15 0,-3-3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6:52:13.547"/>
    </inkml:context>
    <inkml:brush xml:id="br0">
      <inkml:brushProperty name="width" value="0.09071" units="cm"/>
      <inkml:brushProperty name="height" value="0.09071" units="cm"/>
      <inkml:brushProperty name="color" value="#57D200"/>
    </inkml:brush>
  </inkml:definitions>
  <inkml:trace contextRef="#ctx0" brushRef="#br0">14669 7347 7941,'-8'-10'99,"0"-1"1,-2-1 0,-1 1-1,-1 0 1,-1 2 0,1-2 720,0 0 0,-2 1 0,-1-1 0,-1-3 649,1 1-1194,1-6 0,-2 4 0,-2-6 0,0 1 0,0-1 0,3 2 0,2 1 220,0 3 1,-5-3-95,-2 2-403,2 0 0,-5 3 0,1 2 0,-5 3 0,-7 4 0,-7 3 0,-9 1-252,-6 0 0,-8 0-14,-2 0 406,1 5 0,0 1 0,4 3 0,5-1 0,4 2 0,3 1 0,-1 1 126,1 0 1,0 1-254,0-1 0,5 0 0,4 1 0,5-1 114,2 0 0,7 5-291,1-1 0,1 10-51,3-1 1,-3 8 0,-4-2 0,-2 2-167,-1 0 1,2 1 163,-4 7 0,0-3 193,-3 3 1,4-3-1,5-1 1,3 0 195,4 0 0,5 1-153,-1 3 1,6-6 46,2 2 0,5-5 1,-1 3-1,3-3 59,1 3 0,0-5-94,0-2 0,0 2-32,0-1 1,0 5-1,0-2 1,1 1-36,3-1 0,-3-3 274,3 4 0,3-4-128,2 3 0,1-8 0,3-1 1,0-4 273,4-4 0,2 3-211,6-2 1,3-3 1,1-5 0,7-1 0,-1 2 0,6-1 114,3 2 0,-4-4-141,1-2 0,-7 1-119,-1-1 0,1 2 0,5-4 1,4 4-96,1 1 0,1-3-26,4 4 1,0-4 72,0 4 1,-5-4 0,-3 3-1,-4 0 42,-4 0 0,-2-4-70,-2 1 0,-2-3 141,6-1 0,0 0 0,5-1 0,5-3 406,6-5 0,0-1-571,4-3 1,-7 0-5,-5-4 1,1 2 0,-2-5 0,-3-2 26,-3-2 1,-6 1-90,5 3 1,0-4 77,4 4 0,-6 1 1,-2-2-1,-3 1 143,-1 1 0,-5-5-35,1 4 1,-6-3 191,1-2 0,-2 0 1,-2 1-1,1-1 47,-1 1 1,4 0-203,1 4 0,-1-3 10,-4 2 1,1-2 0,-2-2-1,-2 1 172,-1-1 1,-5 0-14,1 1 0,-2-2-134,-2-3 1,0 2 0,0-6 0,0-1 304,0-2 0,0 3-25,0 1 0,-6 4-50,-2-1 0,-8 5 0,-6 3 0,-8 4 209,-11-1 0,-9 8-550,-11-2 1,-6 8-299,32 2 1,0 0 0,-32 0 0,3 2 0,6 0-705,9 0 1,7 4-450,9 1 0,3 4-2705,5-1 4148,12 9 0,2 13 0,11 8 0</inkml:trace>
  <inkml:trace contextRef="#ctx0" brushRef="#br0" timeOffset="1">13205 8467 8047,'4'-18'80,"0"-1"1,-2 0-1,0 2 436,-2 4 0,-2 0 0,-2 1 0,-4 1 0,-3 3 466,-1 4 1,4-2-532,0 2-266,-1 0 1,-7 4 0,0 0 0,-1 0 0,-1 0 0,-2 0 0,-5 1 29,-4 3 1,-3 5-240,-9 7-50,-3 9 0,-5 2 0,-2 6 0,-1 1 0,-4 3 0,27-17 0,-1 1 0,-2 2 0,-1 0 9,-3 3 0,1 0 0,-3 0 0,0 0 0,-2 2 0,0 0 0,2 0 0,2-1 134,2-1 0,1 0 0,3-1 0,1 1-715,0-2 0,1 1 712,2 0 0,0-1 0,-2-1 0,0-1 1,-24 22-1,-2 0 0,2 1 0,3 4 1,4 3-203,4 0 1,3 0 112,1 1 1,3-2 0,-2 1 0,-2-4 89,-1-3 0,-3 1 15,1 8 0,-4-2-62,24-24 1,1 1-17,-1 0 0,1-1 1,-12 29-1,4-4 1,2-3-1,1 1-30,1 2 47,4-2 1,3 4-1,3-5 1,0 2 0,1 2-42,2-2 1,1-6 0,-1-2 0,2 0-94,0-1 1,1 4 93,-4 6 1,0-1-1,-1 4 1,1 0-66,0 0 1,1-4 29,2 2 0,-1-8 683,1-1-650,4-5 0,-1 2 1,6-4-1,0 2 1,0 1-3,0-1 16,0-2 1,0-1 0,2 0 0,0 0 0,4-2 285,1-2-179,-4 3 0,6-10 0,-3 4 0,-1 0 1,2 3 142,0 2-227,-5 2 0,8 1 1,-5 3-1,2 3 1,2 0-86,-3-3 1,4-7-1,-5-1 1,2 0-61,3-2 0,1 3 55,1-5 1,-4 0-1,0-4 1,2-1 309,1 1 1,1-1 208,1 1 1,-1 0-130,0-1-246,-5 1 1,7-1 0,-5 1 0,1-2-1,2-1-107,3-1 12,-1-1 0,4 3 0,-6-1 1,2-1-1,1-1 150,1-1 0,2 6 1,-3-2-1,1 5-156,-1-1 0,3-1 16,-1-1 0,4 1 10,0 2-7,-3-2 1,5 4 0,-3-6 0,4-3-1,0 0 61,1 1 1,-5-4-1,0-1 1,-3 0 258,-2-1 0,-1 2-180,-2-2 0,1-2 1,-1 4-1,0-2-210,1 1 0,-1 5 16,0-2 0,5 2 1,-1 0-1,-1-3-208,-1-1 1,4 2 200,2-3 0,-1 3 0,0-3 0,0-2 61,1-2 1,-4 0 194,5-1 0,-5 0 0,4 1 0,2-1-91,2 0 1,-4 0 41,1 1 0,-5-1 98,4 0-229,-4 6 0,1-3 1,-4 4-1,-1 0 0,-1-1 956,-3 0-757,3-2 0,-6 1 0,5 1 0,-2-1 1,2 1-60,1-3 1,-3-3 0,0-2 0,2-3-35,1-2 0,1 4-127,0-5 0,1 1-1483,-1-1 832,-5-2 1,4 3-1,-3-5 669,3 0 0,-10-27 0,-2-7 0</inkml:trace>
  <inkml:trace contextRef="#ctx0" brushRef="#br0" timeOffset="2">12146 13906 8001,'-7'-5'1737,"2"2"967,5-5-2295,0 5 1,5 3 0,4 7 0,3 0 0,4-2 0,5-1 0,2 0 0,2-1 0,-1-2 1131,1-1 1,0-5-1188,-1-3-34,1-3 1,-6-7 0,-3-3-1,-3-2 1,-5-1 0,-4-1 0,-4 0-1109,-4 1 0,-4 5 0,-7 2 0,-2 5 788,2 4 0,-20 30 0,-5 12 0</inkml:trace>
  <inkml:trace contextRef="#ctx0" brushRef="#br0" timeOffset="3">14386 13968 7980,'0'-14'-117,"0"-1"1,0-2 0,0 2-1,0 2 953,0 0-658,0 1 0,0 0 1,0-1-1,-1 1 0,-2 0 1,-3 0-1,0-1 0,-4 1 1,-1 0 531,-1-1 0,-6 1 0,-4 0 1,-5-2-297,-6-2 0,-8 2 0,-6-2 0,-5 3-273,-5 5 0,-3-2 0,-2 6 1,2 2-100,3 0 1,2 2-1,4 0 1,-2 0-117,-4 0 0,-3 2 0,-2 2 1,2 4 42,2 3 0,2 1 0,6 0 0,1 2 75,5 3 1,3 2-182,0 5 123,-3 1 0,-9 1 1,-1 1-1,2 3 1,3 2-1,5 2 1,6 2-62,4 0 1,7 5 52,-2 1 1,8-1 0,4-5 0,0 1 71,1 0 1,-1 0-48,5 0 1,0-4 0,-1 0-25,1 0 0,1 3 1,3 0-1,4-2 0,4-1-44,4 1 1,4-2-1,9-1 1,3-1 38,3-2 1,2-4 49,0-3 0,3 2 333,1-3-334,0-2 1,-3 1 0,1-4 0,2 2 0,-1-1 81,3 2 0,0-6 0,6 2 0,1-4 157,3-1 0,-1 2-135,5 1 0,-5-3 253,1-1-327,-9 0 0,4 0 0,-5 0 0,2 1 0,-1-1 56,-2 0 0,4-4 0,-1 3 1,4 0 81,4 0 1,1-5-53,3 2 1,-1 2 36,-3-2-145,-3 0 1,5-3 0,-6 2 0,-2 1-1,1-1-161,1-2 0,-2-1 0,9-1 0,0-3 78,-1-4 1,-1 0 275,3-5 0,-6 4-138,2-8-1,-8 4 0,-3 0 0,-5 1 1,-2 0-1,-1-1-100,-2 1 0,-5 1 0,2 2 0,-2 0-152,1 0 1,-1-2 207,6-1 0,-6-1-20,1 1-7,3-6 0,-3-1 0,4-6 1,1 2-1,-2 1-134,-3 2 25,3-1 0,-4 1 1,6-1-1,-1-1 1,-1 0-213,-2 2 0,-3-3 0,-2 4 0,-1-2-122,-3 1 0,3 0 355,-3 0 0,-2-3 0,-2 2 0,-3-2 16,-1-2 1,0 1 270,0-1 0,-1-1 360,-3-3-336,-3 3 1,-10-4-1,1 6 1,0 0-1,-2 3 1764,-3 0-1758,-2 1 0,-6-1 1,-1 2-1,0 0 0,-1 1-185,-1 0 0,-1 0-220,-4 2 0,1 2 0,-3-2 0,-2 2-584,-4 2 1,-4 0 490,-4-1 1,1 2-1,-4 3 1,1 4-434,3 3 0,7 1 35,4 0 0,9 5 40,8 3-122,10-2 1,4 5 0,6-2 734,2 6 0,11 10 0,5 6 0</inkml:trace>
  <inkml:trace contextRef="#ctx0" brushRef="#br0" timeOffset="4">12072 13906 8008,'-17'-12'450,"7"1"0,-2 3 1,2 2 1467,3 1 0,3 3-1334,8-2 1,3 7 164,5 1-534,1 6 0,-1-5 1,2 5-1,1-2 1,3 1-1,-1 1 0,1 0 115,-3-2 0,3-4 0,-2 4 1,1 0-310,1-1 1,-5 3 0,4-6 0,-4 0-25,0 1 0,-1-3 0,0 2 55,1-3 1,-1-1 442,0 0-379,-5-5 1,-2 1 0,-5-7 0,0-3 0,0-1 0,0-3 0,0-2 301,0-4 1,0-4-396,0-1 63,-5-5 1,4 4-1,-5-4 1,2 2-1,-1 1 28,-2-1 1,-1 3 0,-3-2-1,1 2-92,2 6 0,0 0-223,-5 6 1,2-3 197,3 3-64,-3 1 0,6 4 0,-5-1 0,3 1-401,2 0 1,1 4-613,4-1 304,0 7 352,0-4 308,0 6 0,4 2 0,0 2 1,0 4 40,2 3 1,-5 3 0,3 1 0,-1 2-19,1 2 0,-3 3-13,3 7 1,-1-2-22,1 6-54,-2-5 1,3 7-1,-4-2 1,2 2-1,1 2-651,-1 0 759,-2 0 0,-1 4 1,0-1-1,0-3 0,0-4 95,0-3 0,-4 0 0,0-3 0,1 1 46,2-5 1,1-4 148,0-7 70,0 1-24,0-7 0,0-2 0,0-8 321,0-4 1,0 1 0,0-1 187,0-1 1,0-2-365,0-2 1,0 5 204,0 0-454,0 0 0,-1-1 0,-2 1 0,-3-1-28,0-2 1,1 0-1,-1 1 1,-1 2-139,0-2 1,-1 1-142,-5 1 1,1-3-209,0 3 272,-6 2 1,-2-3-1,-9 4 1,-4 3 0,-4 0-518,-4 2 399,3 0 1,-7 0 0,6 0-1,7 2 1,4 0-455,9 3 0,4-1-165,3-4 1,8 0-850,8 0 1,4 0 196,12 0 1473,6 0 0,7-5 0,4-1 0,6-1 0,-1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6:52:13.576"/>
    </inkml:context>
    <inkml:brush xml:id="br0">
      <inkml:brushProperty name="width" value="0.09071" units="cm"/>
      <inkml:brushProperty name="height" value="0.09071" units="cm"/>
      <inkml:brushProperty name="color" value="#57D200"/>
    </inkml:brush>
  </inkml:definitions>
  <inkml:trace contextRef="#ctx0" brushRef="#br0">8221 15986 7862,'-18'0'5,"-1"0"0,-1 0 1181,4 0 1,4 2-1,4 5 1,3 8-1,5 6 1,5 8-1,3 3 1,3 8-361,1 2 1,4-1 0,1 3 0,-2 0 0,-3-2 0,-4-1-945,-4-5 1,2-1 0,-2-7 0,-1-4-1,-2-3 1,-1-3-6198,0-3 6315,-5-2 0,9-49 0,-3-14 0</inkml:trace>
  <inkml:trace contextRef="#ctx0" brushRef="#br0" timeOffset="1">8122 15986 7917,'-12'-6'354,"-6"-1"0,6-5 0,-2 0 0,6 0 0,2-1 3455,4 1-3531,0 0 0,8-1 1,3 0-1,8-2 1,7-3-1,9-1 0,7-3 1,5-3-1,3-2 99,1-2 0,2-1 1,1 3-1,1-1 1,-1 5-1,-3 7-430,-4 6 1,-9 6 0,-13 11 0,-9 11 0,-12 13 0,-10 13 4,-12 8 1,-10 0 0,-10 4 0,-1-1 0,1-4 0,2 1 439,1 2-317,6-9 0,2 1 0,10-13 0,6-5 0,8-7 0,5-4 0,5-5-192,8-4 120,5 3 1,12-9 0,2 2 0,4-3 0,0 0 0,-4 2 0,-3 3-229,-3 1 274,-12 6 0,-5 8 0,-16 7 1,-9 5-1,-13 3 0,-8 2 0,-5 2 1,-2-1-1,-1-3-428,1-6 1,2-5 0,6-6 378,4-7 0,7-43 0,7-17 0</inkml:trace>
  <inkml:trace contextRef="#ctx0" brushRef="#br0" timeOffset="2">8885 16392 7845,'-12'0'1093,"-1"-2"0,1 0-73,0-2 1,6 1 0,6 6-1,7 1 1,4 0 0,3 0-150,2 0 0,7-1 0,8-9 0,0-6-552,3-7 1,2-4 0,-1-2 0,-1-1-494,-1-3 1,-7 2-1,-1-4 1,-9 2 0,-6 4-1,-9 6-533,-8 5 0,-12 5 0,-14 12 1,-3 6-1,-4 12 0,-1 9 276,1 5 1,7 6 0,5 0-1,3-1 1,5-2 0,5-2 397,5-3 115,4-3 0,8-3 0,2-2 0,6-6 0,5-6 0,5-4 0,3-5 0,3-3 0,2-2-893,0-3 1,8-3 810,1-5 0,8-11 0,7-5 0,7-2 0,-1 0 0</inkml:trace>
  <inkml:trace contextRef="#ctx0" brushRef="#br0" timeOffset="3">9648 16269 7888,'0'-13'76,"4"0"0,0-2 1,0-2-1,0 2 0,1 2 541,-3 0 1,0 1 0,-2 0 0,0-1 0,-2 1 0,0-2 205,-3-2 0,-4 6 0,1 0 0,-5 3 319,-3 4-1113,2 2 1,-9 7 0,3 7 0,-4 7-1,0 8 1,-1 6 0,2 5 0,1 5 0,3 0 185,1-3 0,6-4 0,5-3 1,1-2-1,5-2 0,4-4 1114,5-5-881,8-8 1,5-8-1,6-5 1,3-1-1,0-3 1,1-4 0,-3-5-373,2-3-598,-4 2 0,8-4 0,-5 6 1,-1 0-1,-2-1 522,-2 1 0,17-6 0,4-1 0</inkml:trace>
  <inkml:trace contextRef="#ctx0" brushRef="#br0" timeOffset="4">10030 16269 7644,'6'-8'337,"-2"-1"1,-1 1 0,0 0 164,1 0 0,0 4 0,-4-5 0,2 1 0,0 0 0,2 0 420,-1-2 1,-2 3 0,-1-1-422,0-1 0,-1 2 0,-3 0 1,-4 2-1,-3 3-210,-1 5 1,-1 8-1,0 8 1,-2 3-1,-3 5 1,0 2 886,0 1-888,2 4 0,8-8 0,1 3 1,1-5-1,4-3 0,2-6 441,4-5 1,8-6 0,7-10 0,2-5-346,-1-4 0,1-5 1,2 3-1,-1 4-1134,-2 3 0,-5 1 0,2 4 1,-4 3-1,0 2 0,-1 4-2529,0 4 0,1 3 0,-1 1 3236,0 1 1,11-23-1,3-5 1</inkml:trace>
  <inkml:trace contextRef="#ctx0" brushRef="#br0" timeOffset="5">10276 16244 7861,'-13'-4'0,"1"0"1095,0 1 0,1 3 0,3 4 0,2 5 0,2 3 1,0 3 117,1 1 0,3 6 0,4-3 0,5 0-817,1-2 0,8-3 0,3-4 1,2-1-1,3-5 0,0-3 266,-1-1 0,2-9 1,-7-5-1,1-4 1,-3-2-1,-6-1 301,-1 1-2489,-6-1 0,1-2 1,-6 2-1,0 5 1526,0 2 0,5 29 0,2 7 0</inkml:trace>
  <inkml:trace contextRef="#ctx0" brushRef="#br0" timeOffset="6">10706 16084 7848,'-12'0'0,"4"4"0,0 2 0,-2 1 1367,-1 2 1,3 2-1,1 1 1,2 1-122,2-1 1,2 0 0,1 1 0,1-1-794,3 0 0,4 1 0,9-1 0,3-1-89,3-3-266,2 3 1,2-6 0,-1 5-1,-4-3 1,-3 0 0,-4 0-1,-2 2-546,-5 2 1,-3 1 0,-7 1 0,-7-1-1379,-7 0 607,0 1 1,-8-1 0,5-1 0,0-2-1,3-2 1219,2-1 0,40-30 0,10-10 0</inkml:trace>
  <inkml:trace contextRef="#ctx0" brushRef="#br0" timeOffset="7">11026 16183 7845,'9'1'4137,"-1"3"0,0 2-3964,4 2 0,1-1 1,-1-5-1,0 2-260,1-1 1,0-7 0,2-4 0,2-4 0,-4-3 0,-3-3-389,-6-1 0,-3 4 1,-1-2-1,-2 5 1,-5 4-1,-7 4 74,-4 2 1,-2 13 0,-5 6 0,1 6 1092,-1 6 0,2 1 1,4 2-1,5-2 2552,4 1-2701,8-5 1,-2 0 0,8-9 0,4-2 0,4-5 0,6-3 0,5-6 391,4-4 1,4-5 0,-3-8 0,5-5-2728,3-2 0,1-2 1792,-1 1 0,10-8 0,6-5 0,4-2 0,0-1 0</inkml:trace>
  <inkml:trace contextRef="#ctx0" brushRef="#br0" timeOffset="8">12897 16023 7809,'-6'-7'1620,"4"0"1,-5 6 0,1 2-158,4 9 0,2 7 1,2 12-1,4 3 0,-1 0 1,1 1-976,-3 1 1,2 1 0,-1-1 0,-1-3 0,0-2 0,-1-5-2051,2-2 1,1-7-2779,-5 2 2621,0-9 1,0-5 1718,0-11 0,0-35 0,0-16 0,0-8 0,0 0 0</inkml:trace>
  <inkml:trace contextRef="#ctx0" brushRef="#br0" timeOffset="9">12798 15801 7809,'-4'-12'151,"-1"0"0,-2-1 1,-3 1-1,1 0 1046,1-1 0,-3 6 0,3 3 0,-2 4 0,2 4-2022,4 5 825,2 7 0,35 20 0,8 9 0</inkml:trace>
  <inkml:trace contextRef="#ctx0" brushRef="#br0" timeOffset="10">13217 15580 7845,'-6'-7'1018,"5"1"1,-4 9 0,5 5 0,0 10 304,0 8 0,5 12 0,3 12 0,3 6 0,1 5 0,1 5-992,-7-32 0,0 2 1,0 0-1,-1 0 1,0 0-1,0-1 0,3 29 1,0-10-1,0-11-750,0-4 0,-5-12 0,1-4 0,-2-4 0,-2-4 0,0-1-4094,0-2 2645,0-5 1,-6 3 1867,-2-6 0,-3-16 0,-1-9 0</inkml:trace>
  <inkml:trace contextRef="#ctx0" brushRef="#br0" timeOffset="11">13205 16158 17984,'24'0'-1693,"1"-4"0,1-2 1693,2 0 0,17-14 0,8-7 0,6-3 0,1 0 0</inkml:trace>
  <inkml:trace contextRef="#ctx0" brushRef="#br0" timeOffset="12">14398 15420 7849,'-5'-9'1008,"-3"1"1,-3 0-1,0 3 419,3 5 1,3 11 0,10 9 0,1 3 0,3 3 0,-1 3-1469,1 4 1,4-2-1,2 1 1,1-2-1,0-3 1,1-2-1710,-1-5 0,5 2 1,-3-7-1,-1-4 1750,1-5 0,-8-34 0,-3-14 0,-1-3 0,0 1 0</inkml:trace>
  <inkml:trace contextRef="#ctx0" brushRef="#br0" timeOffset="13">14620 15346 7849,'-6'-7'4029,"-2"3"-3106,3 3 1,-1 6-1,8 3 1,2 3-1,2 3 1,3 1-1135,-1 1 1,1 5 0,6-5-1,3-1 211,1-1 0,35-13 0,11-2 0</inkml:trace>
  <inkml:trace contextRef="#ctx0" brushRef="#br0" timeOffset="14">15186 16023 7847,'-12'0'720,"-1"-4"1,1-1 0,0 4 0,-1 4 0,2 5 0,3 6 605,4 6 1,3 6-1,1 12 1,1 5-1,5 5 1,4 5-963,6 3 1,4-1 0,-4-2 0,-1-8 0,-1-6 0,-2-7-259,1-3-125,-6-8 0,-3-5 0,-8-8 0,-5-6 0,-3-9 0,-3-11 0,-3-8-124,-1-7 0,-1-9 0,-4-7 0,4-8 0,5-3 1,5-1-78,6-1 268,3 1 0,8 1 1,6 2-1,12 8 1,9 6-1,7 10 1,3 5 215,2 6-592,2 12 0,-4 0 0,-3 14 1,-4 3-1,-4 9 0,-6 6 0,-6 5 1,-10 1-1,-10 3-330,-8 3 0,-15 3 1,-7 1-1,-5-2 1,-3-2-1,0-6 151,1-5 143,-7-4 1,-1-6-1,-3-1 1,3-3 0,7-3-1,8-5 1,10-5 0,12-3 363,14-3 0,34-8 0,16-1 0,7-4 0,0 1 0</inkml:trace>
  <inkml:trace contextRef="#ctx0" brushRef="#br0" timeOffset="15">15690 15998 7847,'-12'0'662,"4"0"0,1 1 183,2 4 0,-4 3 0,5 7 0,3 3 0,4 1 1,5 1 182,3-1 1,7 3 0,3-7 0,5-4-534,3-5 0,0-10 0,-5-6 1,0-5 831,-4-6-1063,3-7 0,-13 0 0,1-4 0,-4-1 0,-4 1 0,-3 4 0,-5 2-1657,-3 1 0,-3 10 0,-1 4 0,1 6 1393,3 6 0,13 21 0,9 11 0</inkml:trace>
  <inkml:trace contextRef="#ctx0" brushRef="#br0" timeOffset="16">16232 15420 7847,'-12'1'1013,"1"3"1,2 4 0,5 5 266,3 3 0,1 11 0,0 13 0,1 9 0,3 7 0,5 6 886,2 2-2273,-5-4 1,5-6 0,-2-9 0,0-4 0,-1-4 0,-2-6 0,-2-6-3569,0-7 0,-1-6 3675,-7-4 0,-20-41 0,-8-15 0</inkml:trace>
  <inkml:trace contextRef="#ctx0" brushRef="#br0" timeOffset="17">16072 15875 7847,'-12'0'720,"-1"-5"1,2-4 0,2-2 1697,1-1 0,5 4 1,0 0-1794,6-2 1,5 5-1,8 1 1,5 2-1709,2 2 1,7 0 0,3 2-1,3 0 1083,1 2 0,10-1 0,8-2 0,5-1 0,-1 0 0</inkml:trace>
  <inkml:trace contextRef="#ctx0" brushRef="#br0" timeOffset="18">16700 15752 7840,'-13'-6'695,"1"5"0,0-3 0,-1 3-84,1 1 1,-4 0 0,-2 0 0,-1 1 0,-2 4 0,2 6 266,3 4 1,2 6-1,2-3 1,1 0 0,2-1-1,8-2-619,8-1 0,8-2 0,14-1 0,5-1 882,6-2-1039,3-5 0,5 4 0,-3-5 0,-5 2 0,-7 1 0,-9 0-726,-6 3 335,-26 9 1,-10-2 0,-28 4-1,-12 0 1,-9 0 0,31-9 0,0 1-1,-1-1 1,1 0 288,1 1 0,1-1 0,-33-6 0,5 0 0</inkml:trace>
  <inkml:trace contextRef="#ctx0" brushRef="#br0" timeOffset="19">18066 15432 7850,'0'-8'1181,"0"2"1,0 6 0,0 11-1,0 12-33,0 13 1,4 12-1,0 8 1,0 3-1,0 1 1,0 3-1676,-1 0 1,2-7-1,-1-7 1,0-8-1530,2-7 0,-5-9 2056,3-9 0,-35-57 0,-10-15 0</inkml:trace>
  <inkml:trace contextRef="#ctx0" brushRef="#br0" timeOffset="20">17881 15801 7850,'-1'-16'222,"-2"-1"0,-1 2 0,1 2 1,2 0 1228,1 1 1,5 1 0,5 2 0,5 2 0,5 1 0,5 3-3037,4 2 0,-2 7 1,6 0 1584,1 1 0,15-10 0,9-5 0,4-2 0,1 0 0</inkml:trace>
  <inkml:trace contextRef="#ctx0" brushRef="#br0" timeOffset="21">18398 15334 7850,'0'-7'2137,"1"-3"1245,3 6-2949,3 5 0,1 13 0,-1 11 0,0 7 0,-2 10 0,2 7 0,-1 8 0,-1 6 0,-2 3 397,-2-2 0,-1-7 1,0-6-1,0-9 1,0-10-575,0-9-244,6-11 1,-5-9 0,3-12 0,-1-12 0,1-10 0,4-8 0,3-3 0,3 0 0,1-1-232,1 3 0,1 9 0,-5 8 0,0 9 1,1 11-1,-2 13-35,-3 15 0,3 6 1,-3 14-1,3 0 386,1-1 1,2-2 0,2-7-1,5-7 239,2-7 0,7-13 0,3-11 0,2-12 1236,2-12-1602,0-13 1,-1-9 0,-5-7 0,-6 0 0,-9 4 0,-6 7 0,-6 9-545,-3 10 0,-6 14 0,-3 13 0,-5 13-108,-3 13 1,-2 16-1,-2 13 1,5 1 592,5 1 1,5-6-1,7 0 1,5-6 959,6-5 0,11-9 0,2-9 0,4-10-535,4-7 0,-2-6 0,-1-6 0,1-7-3173,-1-10 2802,-3-8 0,-10-1 0,-1-5 0,-1-2 0,0 0 0</inkml:trace>
  <inkml:trace contextRef="#ctx0" brushRef="#br0" timeOffset="22">20293 15297 7832,'0'-9'1741,"-1"3"0,-2-1 2736,-1 0-4076,0 4 1,4 3 0,0 10-1,0 5 1,0 8 0,1 7 0,2 10-1,1 6 1,0 9 1595,1 4 1,-3 8-1435,-1-32 0,2-1-296,4 33 1,-6-5-1,3-10 1,-2-7 0,-2-8-110,0-7-69,0-15 1,0-7 0,0-16 0,0-10 0,0-9-1,1-10 1,3-8 426,4-7-586,9 1 1,2-7-1,7 6 1,1 5 0,2 10-1,-2 11 1,1 10-591,0 6 0,-3 13 0,-1 13 1,-6 13 591,-4 9 0,-3 6 74,-3 5 0,-2-5 0,-6-3 0,0-4-442,0-4 1,0-3-668,0-5 0,0-10 406,0-3-1259,0-8 1,1 0 0,3-8 1955,4-4 0,30-41 0,-14 19 0,-1-1 0</inkml:trace>
  <inkml:trace contextRef="#ctx0" brushRef="#br0" timeOffset="23">21081 15641 7832,'-9'-1'439,"1"-3"1,4 2-57,-4-2 1,0 3 160,-5 1 0,-4 7 0,-4 5 0,-4 9 464,-3 6 1,0 2-450,-4 8 1,4-7 0,1 5 0,6-3 429,9-5 0,5-7-356,7-3 1,7-9 0,5-4 0,9-5 607,6-7 0,5-2-488,5-10-691,-1 4 1,0-1-1,-3 6 1,-4 3-1,-3 3-1243,-2 4 0,-5 1 0,-2 1 0,-5 5-1549,-4 6 1,-1 1-1494,-3 3 4223,-2-2 0,8-29 0,-3-7 0</inkml:trace>
  <inkml:trace contextRef="#ctx0" brushRef="#br0" timeOffset="24">21314 15494 7832,'4'-14'0,"1"-3"0,-1 4 579,-4-4 1,1 4 1330,3 0-955,-3 7 0,5 3 253,-6 11-680,0 0 0,-4 20 0,0-2 0,1 4 0,2 4 2399,1 1-2578,0 8 0,0-5 1,0 3-1,0-3 0,0-1 523,0 0-1049,0-5 0,4 0 1,1-6-1,1-4 0,1-3-2341,-1-4-380,-3-6 1,1-5-2313,-8-8 5210,-3-3 0,-27-33 0,-6-6 0</inkml:trace>
  <inkml:trace contextRef="#ctx0" brushRef="#br0" timeOffset="25">21191 15740 7832,'0'-13'0,"-1"1"658,-3 0 0,2-1 0,-2 1 1361,3 0 1,2 5 238,3 3 0,9 1-371,7-1-1030,4 3 0,6-6 1,2 4-1,5-1 1,3 1-939,1 2 1,0 1-5065,-4 0 2697,-6 0 2448,5 0 0,-16-6 0,4 0 0</inkml:trace>
  <inkml:trace contextRef="#ctx0" brushRef="#br0" timeOffset="26">22877 15617 7809,'-1'-7'572,"-3"3"1,-6 2 2281,-5 2-2581,1 6 1,-9 3-1,3 10 1,-2 7 0,0 5-1,3 3 1,1 1-1,4 1 1,5-2 1023,5-1 0,8-9-585,4-3-422,8-3 1,9-18-1,9 0 1,4-10-1,4-8 1,-3-8-1,-2-5 103,-4-7 0,-4 1 0,-10-4 0,-7 2-754,-6 2 1,-20 6 0,-9 4-1,-9 5-233,-6 5 1,-5 9-1,5 7 1,4 8-1972,3 9 0,3 3 616,8 6 1949,2-3 0,55 19 0,12-3 0</inkml:trace>
  <inkml:trace contextRef="#ctx0" brushRef="#br0" timeOffset="27">23209 15813 7809,'-12'13'703,"-6"-1"273,-2 0 1,1 1 0,0-2-1,1-2 1338,3-1 0,5-5-1439,2 1 0,5-5 1,1-7-1,6-9-79,8-5 1,10-9-555,7-6 1,5 0-234,-1-4 39,2 3 1,2 2-1,1 2 1,2 4 0,0 5-138,-5 10 1,1 10 0,-8 14-1,0 13-441,-2 12 1,-11 9 228,-3 6 0,-8 0-651,0 1 1,-2-7 0,-2-3 0,1-7-2827,3-9 3778,-2-4 0,-8-63 0,-8-13 0</inkml:trace>
  <inkml:trace contextRef="#ctx0" brushRef="#br0" timeOffset="28">25006 15346 7836,'0'-12'433,"-1"-1"0,-3 1 1403,-4 0-1158,2 5 0,-5 1 1,4 8-1,0 3 0,3 6 1,4 5 619,4 4 0,-1 2 13,5 6-972,6-2 0,1 4 0,6-6 0,2-4 1,4-4-1,6-3 0,4-5 493,4-4 0,-1-5 1,3-8-1,0-10-534,-4-11 0,-2-4 0,-5-10 0,-8 1-658,-6-1 0,-10 0 1,-4-1-1,-2 5-1882,-2 6 1,-6 9-2334,-2 9 3744,-3 8 1,3 9-1,0 12 1,-2 6 830,-1 4 0,0 15 0,-1 9 0,-1 3 0,0 0 0</inkml:trace>
  <inkml:trace contextRef="#ctx0" brushRef="#br0" timeOffset="29">25265 15555 7836,'0'-12'0,"0"-1"1213,-6 1 1,5 0 566,-3 0 1,4 5-354,4 3 1,-3 12 138,3 4-1030,3 14 1,-6 0 0,4 11 0,-4 1 0,-1 2 1361,0 1-1816,0 0 1,0-8 0,0-2 0,0-1 0,0-4-742,0-4-1270,0 1 1,0-13-3761,0 2 4319,0-8 0,4 0 1370,0-8 0,17-26 0,6-12 0,0-5 0,1 0 0</inkml:trace>
  <inkml:trace contextRef="#ctx0" brushRef="#br0" timeOffset="30">25966 14927 11312,'-7'2'963,"2"2"1,1 5 0,-2 5 0,-1 4-419,-2 1 1,2 2 0,0 3 0,0-1-741,0-2-815,5 2 1,-4-9-1,6 2 1010,0-2 0,22-51 0,5-12 0</inkml:trace>
  <inkml:trace contextRef="#ctx0" brushRef="#br0" timeOffset="31">26212 14915 7836,'7'-5'2610,"4"3"0,-10-2-2166,3 8 0,-4 4 1,-4 8-1,-4 1-148,-3 2 0,3 2 1,0 4-1,0-1-916,1 1 1,-4-1 0,4 1 0,-1 1-928,0 3 1547,5-3 0,-5 6 0,-1 4 0,3 0 0,-1 1 0</inkml:trace>
  <inkml:trace contextRef="#ctx0" brushRef="#br0" timeOffset="32">25843 15887 7836,'-12'0'1339,"4"0"0,-1-1 2670,0-3 1,-2 2-1595,-2-2-7602,7-2 5187,0 4 0,44-9 0,10 4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6:52:13.609"/>
    </inkml:context>
    <inkml:brush xml:id="br0">
      <inkml:brushProperty name="width" value="0.09071" units="cm"/>
      <inkml:brushProperty name="height" value="0.09071" units="cm"/>
      <inkml:brushProperty name="color" value="#57D200"/>
    </inkml:brush>
  </inkml:definitions>
  <inkml:trace contextRef="#ctx0" brushRef="#br0">15543 12798 7840,'0'-8'461,"0"0"1,0-2 0,0 0 279,0-3 0,0 5 0,0 0 0,0-2-137,0-1 0,-2 3 1,-2 0-1,-4 0-71,-3 1 1,-1-3 0,-2 6-271,-2 1-244,2 2 0,-4 1 0,6 0 0,-2 0 0,-1 0 1,-3 0-1,1 1 0,-2 5 0,-1 5-5,-1 4 1,-3 3 0,-2-2 0,-1 5 0,-2 3 0,1 4 602,-3 0-607,5 6 0,-4-2 1,6 3-1,1 0 0,1-3 1,3 3-1,2-1 0,6-1 1,6-5-188,3-2 1,2 0-1,0 0 1,0 0 0,0-2-1,0-1-37,0 0 1,0-2 0,0-1 0,0 1 244,0-2 1,2 0 0,0-4 0,4 1 144,1-1 0,1-1 0,4-2 0,1 1 48,-1-1 1,2 0 0,1-1 0,1-1 26,-1-2 1,4-4 0,0 3 0,2 0-27,-1 0 0,1-5 0,2 2 1,-1-2-100,-2-2 1,1 0 0,2 0 0,-1 0-70,-1 0 1,-5 0-1,3 0 1,0 0-14,0 0 1,-3 0 0,1 0 0,0 0 176,-1 0 1,2-4 0,-3-2 0,3-1-27,1-2 1,-3 2-1,3-3 1,1-2-81,-1-3 1,1-1-1,3 2 1,-1-1-179,-1-2 0,-5 0 1,3 0-1,-1-2-74,-3 0 1,-1-3 0,-2 4-1,0-1 136,1-3 0,-2 3 0,-2 0 0,-2 1 84,-1 3 1,2-3-1,-4 1 1,0-1 28,1 0 1,-3 2-1,2 3 1,-3 0 22,-1-4 1,0 4-1,0-4 1,0 4-102,0 0 0,0 1 0,0-2 1,0-1-96,0-1 1,0-1-1,0 5 1,0 0-31,0 0 0,-4-1 0,0 0 0,0-3 61,-1 0 1,-1 0 0,-4 3 0,4 1 48,0 0 0,-3 4 1,0-1-1,-2 0 137,-1-2 0,-4 4 1,-2 2-1,-3 0 14,-5 1 1,1 0 0,-8 6-1,-1 0-62,-2 2 0,5 5 1,2-5-1,3-2-217,1 0 0,6 2 1,3 0-1,2-1-455,2-2 0,3 1 0,3 2-1110,0 4 1,2 3 0,4 2 1673,0 4 0,6 2 0,0 6 0</inkml:trace>
  <inkml:trace contextRef="#ctx0" brushRef="#br0" timeOffset="1">15715 14349 7858,'0'-8'120,"0"0"0,-1-2 1,-2-1-1,-1-1 1,0 0-1,0-1 291,0 1 1,-2 4-1,3-1 1,-2 1 0,-1 0-1,0 1 704,-1 2-913,4 1 0,-8 0 0,3-1 0,-3 3 0,-1 0 0,-1 2 0,0 0-44,-4 0 1,-1 6 0,-3 3 0,-1 5-1,-3 4 1,-2 2 106,-1 6-219,2-1 1,-1 11 0,1-4 0,3 4 0,0 2 0,-1 2 0,1 2-15,3 2 1,2 0 0,7 2-1,3-2 174,4-2-107,2-6 0,4-6 0,3-7 0,6-1 0,5-3 1,3-1-1,3-3 104,2-1 1,0-2-1,1-1 1,-1-1-134,1-2 1,1-1 0,1 1-1,3-4-53,2-3 1,1-1 0,4-1-1,0-3 97,-1-4 1,-3-5 0,0-2 0,0-3 176,-2-1 0,-1-1 0,-6-5 0,-2-1-49,-2-2 0,-5-4 1,2-5-1,-5 0-189,-4 0 0,2 4 0,-6 1 0,-2-3-59,0 0 0,-4 3 0,-2 5 0,-4 4 16,-3 2 0,-5 1 1,-2-3-1,-2 1 166,-6 1 0,0 8 0,-7-1 0,-3 4-110,-3 1 1,2 2 0,-2 0-1,7 2-434,1 2 0,4 2 0,7-1 0,3-1-2508,4-1 996,6 0 1,3 4 1879,8 0 0,19 0 0,10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6:52:13.611"/>
    </inkml:context>
    <inkml:brush xml:id="br0">
      <inkml:brushProperty name="width" value="0.09071" units="cm"/>
      <inkml:brushProperty name="height" value="0.09071" units="cm"/>
      <inkml:brushProperty name="color" value="#57D200"/>
    </inkml:brush>
  </inkml:definitions>
  <inkml:trace contextRef="#ctx0" brushRef="#br0">24699 6596 7785,'-5'-8'582,"0"0"361,-2-2 0,4 3 0,-2-1 0,1-1 478,0-2 1,-4 2-1,3 1-214,3-1 1,0 5 0,2 4-846,0 6 0,0 7 0,2 3 1,0 5-1,3 3 0,-3 4-678,0 0-90,-2 6 1,0-2-1,0 5 1,0-2 0,0 0-1,0-3 1,0 3 0,0 0 405,0 2 0,-3 3 0,0 6 0,0 3 0,-1 1 0</inkml:trace>
  <inkml:trace contextRef="#ctx0" brushRef="#br0" timeOffset="1">24551 7618 7840,'-12'5'1887,"-1"2"-451,1 0 0,5 0 0,2-5 0,1 4 0,-1 1 0,1 2 1649,-1 2-3278,4 1 0,-5 1 0,6-1 0,0 0 0,0 2 0,1 1 0,2 1 0,3 1 193,0 1 0,8 12 0,5 8 0</inkml:trace>
  <inkml:trace contextRef="#ctx0" brushRef="#br0" timeOffset="2">24514 8085 7854,'-6'12'0,"-2"1"0,-1-1 975,1 0 0,-3-3 1,4-1-1,-1 1 1,1 2-1,1 2-829,3-1 0,-2 0 1,1 1-1,1-1 0,2 0 1,1 2-147,0 2 0,11 9 0,2 6 0</inkml:trace>
  <inkml:trace contextRef="#ctx0" brushRef="#br0" timeOffset="3">24452 8553 7854,'-5'12'361,"2"0"0,-4 1 1,1-1 669,-1 0 0,0 1 0,-3-1 0,3 0 1,2 1-1,1-1-1060,-2 0 0,5 5 0,-3-1 29,3-1 0,12 21 0,2 3 0</inkml:trace>
  <inkml:trace contextRef="#ctx0" brushRef="#br0" timeOffset="4">24391 9094 7854,'0'13'317,"-4"-1"0,-2 0 941,-1 1 1,1-1 0,-3 0 0,5 0-1259,3 1 0,17-6 0,5-2 0</inkml:trace>
  <inkml:trace contextRef="#ctx0" brushRef="#br0" timeOffset="5">24366 9599 7854,'-7'19'1180,"-2"-1"0,3-6 0,1 0-245,-1 1 1,-2-1 0,4 2 0,1 1-1206,2 1 0,1 1 270,0-5 0,11 11 0,3 3 0</inkml:trace>
  <inkml:trace contextRef="#ctx0" brushRef="#br0" timeOffset="6">24342 10091 7849,'-4'8'0,"-2"0"0,-1 1 1552,-2-2 0,2 3 1,0-1-1,2 2-505,2 1 1,1-4-1048,2 0 0,17 28 0,3 10 0</inkml:trace>
  <inkml:trace contextRef="#ctx0" brushRef="#br0" timeOffset="7">24329 10436 7831,'-12'17'873,"5"-3"0,-2 0 1,3-6-1,1 2 0,-2 0 264,0 3 0,4-1 1,-2 0-1,1 1 1,0-1-1967,1 0 1,2 1 0,2-1 828,3 0 0,8-5 0,7-1 0</inkml:trace>
  <inkml:trace contextRef="#ctx0" brushRef="#br0" timeOffset="8">24292 10719 7800,'-1'12'206,"-2"2"0,-2 1 1,-1 1-1,0 1 815,-1 0 1,4-3-1,-1 4 1,1-2-1,0 1 1,-1-2-441,2-2 1,0 0-1,2-1 1,0 0-582,0 1 0,11-7 0,3 0 0</inkml:trace>
  <inkml:trace contextRef="#ctx0" brushRef="#br0" timeOffset="9">24268 11162 7795,'-7'16'0,"-3"1"0,-2-2 1006,1-2 0,6-2 0,-2-1 0,1-2 0,4 2 378,0 0 0,4 3-1384,2-1 0,14 6 0,8 1 0</inkml:trace>
  <inkml:trace contextRef="#ctx0" brushRef="#br0" timeOffset="10">24268 11482 7785,'-12'12'591,"-1"2"1,2 2 0,2 3-1,1 2 1,-1-2 485,2-1 1,-2-1-1,5-2 1,0 2 0,0-2-2391,-1-1 1313,1-2 0,15-5 0,3-2 0</inkml:trace>
  <inkml:trace contextRef="#ctx0" brushRef="#br0" timeOffset="11">24206 11814 7785,'-4'14'395,"-1"1"0,-2 2 0,-3 1 0,-1 1 895,-1 1 0,4 0 1,1 3-1,0-1 1,2-3-1,-1 0-1774,4 1 0,0-5 0,4 1 1,2-4-6327,4-3 6810,-3-4 0,12-16 0,-4-3 0</inkml:trace>
  <inkml:trace contextRef="#ctx0" brushRef="#br0" timeOffset="12">24108 12245 7785,'-8'8'575,"1"0"1,0 2 370,0 1 1,4 1-1242,-1 0 295,3 1 0,17-18 0,5-3 0</inkml:trace>
  <inkml:trace contextRef="#ctx0" brushRef="#br0" timeOffset="13">24108 12528 7785,'-12'0'600,"-1"1"0,2 3 1,3 4-1,4 3-15,3 2 0,1 3 0,0 2 0,1 1 0,2 3 0,2 1-2044,2 2 1,-3-1 1458,4 1 0,-10 16 0,0 4 0</inkml:trace>
  <inkml:trace contextRef="#ctx0" brushRef="#br0" timeOffset="14">24120 12946 7785,'-12'18'226,"-2"-4"1,-1 3-1,-1 0 2359,1-1 1,5-1-2586,2-7 0,11-13 0,-2-9 0</inkml:trace>
  <inkml:trace contextRef="#ctx0" brushRef="#br0" timeOffset="15">24083 13094 7785,'-12'18'899,"-4"-3"0,-1 4 1,2-1 523,1-3 0,3 2 1,2-2-1,2-2 1,2-4-1713,2 1 1,3-3 288,4 1 0,8-16 0,7-1 0</inkml:trace>
  <inkml:trace contextRef="#ctx0" brushRef="#br0" timeOffset="16">23886 13094 7785,'-5'-8'3463,"-3"1"-1932,-3 1 0,4 4 0,1 6 0,2 4 0,0 4 1,1 3 174,2 2-2010,1 10 1,1-7 0,4 11-1,3-3 1,3 2 0,1 2-1,0 2 1,1 2 0,-1 0-449,0 1 0,1-1 1,-1-2-1,2-2 0,-1-4 1,1-4 1030,-3-7 249,-7-3 0,7-7 0,-4-4 0,1-8 0,0-8 0,3-12 0,4-12 0,6-9 0,2-8 514,1-2 0,0 4 1,-2 2-1,-3 7 1,0 11-1,-1 4-4469,-1 4 3080,0 10 0,-9 2 347,0 8 0,-32-9 0,-5-6 0</inkml:trace>
  <inkml:trace contextRef="#ctx0" brushRef="#br0" timeOffset="17">25868 8171 7925,'-13'0'1038,"1"0"1,1 2 0,3 3-1,4 6 1,2 7 63,2 5 1,2 0 0,2 12 0,4 3-1,3 7 1,1 7 451,1 5-1409,-7 9 0,4-3 0,-6 4 0,-1-1 0,-2-1 0,-2-3 1,-3-8-1,-3-10 0,-1-10-684,0-9 0,1-2 0,-3-8 0,3-2-3025,2-4 0,1-8 3564,4-1 0,11-27 0,2-13 0</inkml:trace>
  <inkml:trace contextRef="#ctx0" brushRef="#br0" timeOffset="18">25818 8725 7945,'-12'0'6580,"0"0"-5188,5 0-872,7-5 0,7 3 0,5-3 0,2 1 1,2-2-1,5 1 0,1-2 0,-1 1 0,1 0 538,4-1 0,-1 0 0,4-3 0,-3 4 0,-2 0 0,1 2-1171,-1-2 0,1 5 0,-2-3 1,-1 3-1,-3 1 0,-1 0-1144,-3 0 0,-1 1 0,-2 2 0,-1 2 0,-1 1 0,-4 1-4301,0-1 5558,-2-3 0,-26 8 0,-5-4 0</inkml:trace>
  <inkml:trace contextRef="#ctx0" brushRef="#br0" timeOffset="19">26225 8282 7955,'-6'-12'1049,"1"-1"0,-4 1 247,5 0 1,3 6 0,2 8 0,3 9 0,5 8-613,2 4 0,1 9 0,0 3 0,0 6 1,-1 4-1,-1 6 31,-2 5 1,-1 10-1,1 2 1,-2 0-1,-2-3 1,0-8-137,-1-8 1,-2-9-1,0-10-2152,3-4 1,-2-11-1145,2-15 0,-3-1 2717,-1-8 0,11 1 0,3-4 0</inkml:trace>
  <inkml:trace contextRef="#ctx0" brushRef="#br0" timeOffset="20">27135 8848 7856,'-7'-5'156,"-2"-2"0,3-4 1,1 1-1,-2 4 1,0-1-1,-2 0 980,-2-3 0,-3 5 0,-1 1 0,-3 4 0,-1 4 0,-3 5 794,-1 6-1810,4 5 1,-4 4 0,2 1-1,-2 1 1,0 1 0,1 3 0,2 0 718,3 0-809,0 5 1,10-5 0,3 2 0,4-4 0,4-6-1,7-7 1,7-4 132,7-3 0,6-7 0,-1-1 1,2-8-1,1-7 0,-1-6 734,1-2-896,-5-1 1,4-5 0,-6-1 0,-2 0 0,-1-2 0,-1 1 0,-2-2-470,-3 2 532,-4-5 0,-6 5 1,-3-8-1,-2 0 0,-2-2 1,-2 2-1,-2 4 128,-4 2 1,1 0 0,-1-2 0,0 2-57,1 4 0,-4 7 0,4 3 0,-1 1 139,0 3 1,4 6 0,-5 2-114,0 1 1,2 2-324,-1 4 1,1 2 0,-1 2 0,2 5 158,1 6 0,2 0 0,-4 7 0,2 3 560,2 2 0,0 9 0,1-1 0,-3 5 235,3 0 0,2 2 0,4 0 1,4 1-760,3-1 1,1-2-1,2-7 1,1-5-35,1-2 0,2-7 0,-3-2 0,2-3-796,-2-2 1,-6-4 0,-2 0 0,0 0-1663,0-1 0,-5 4 1,3-3-1,-4 3 2290,-1 2 1,-11-6 0,-3-2 0</inkml:trace>
  <inkml:trace contextRef="#ctx0" brushRef="#br0" timeOffset="21">27480 8885 10361,'-7'1'2729,"3"4"1,2 3 15,2 3-2324,0-4 0,-1 3 1,-2-1-1,-1 2 1,2 1-1,0 0 1,2 1-3820,0-1 1,0 0 3397,0 0 0,6-43 0,0-11 0</inkml:trace>
  <inkml:trace contextRef="#ctx0" brushRef="#br0" timeOffset="22">27504 8577 7856,'-12'0'309,"-4"-4"1,-1 0-1,2 0 1576,2-1 0,2 2 0,1-4 0,3 3-2244,2 5 1,5 5 0,7 6 358,3 0 0,44 28 0,-18-17 0,0 1 0</inkml:trace>
  <inkml:trace contextRef="#ctx0" brushRef="#br0" timeOffset="23">27787 8910 7856,'6'-13'318,"-5"1"0,5 0 0,-6-2 1,0-1 635,0-1 0,-2 1 0,-2 5 0,-4 3 1,-4 3-1,-3 5-241,-2 6 0,-3 6 0,2 3 1,0 6-1,0 4 0,3 3 789,2-2-1305,0 4 1,2-5 0,3 4 0,4-2 0,3-2 0,1-4 0,1-3-1,3-6 1,6-3 333,5-6 0,5-4 0,9-5 0,4-8 0,4-7 0,4-7 536,4-6-1166,3-3 1,-6-1 0,-3 2 0,-8 0 0,-4 3 0,-6-1 0,-5 0 0,-6 0 0,-3-1-86,-5-2 1,-4-2 0,-4-3 0,-1-3 0,-4-1 0,-2 0-1207,-4-1 1039,1 3 1,5 4 0,1 10 0,2 10 0,0 9 0,0 10 0,0 10 0,-1 9-35,3 10 1,-5 10 0,4 6-1,-1 5 1,1 2 0,1 1 944,4-1 0,0 3 0,2-2 0,0 0 674,0 2 1,7-11 0,4-2 0,5-9-1213,3-7 1,-2-3 0,2-9 0,0-2-1555,0-5 0,-4-4 0,2-3 1,-2-2 1531,1-2 0,20-41 0,-14 15 0,1 0 0</inkml:trace>
  <inkml:trace contextRef="#ctx0" brushRef="#br0" timeOffset="24">29043 8331 7845,'-13'-7'804,"5"1"0,0 3 0,0 0 0,1 6 0,1 9 0,2 11 1,0 10 599,1 7 0,2 9 0,1 10 1,0 5-1,0 6 0,0-33 1,0 0-977,0 2 1,0 0 0,6 25 0,0-4 0,3-11 0,-3-10 0,0-8-3494,-3-6 1018,-2-9 1,-1-5 0,0-11-1,0-7 2047,0-4 0,-16-28 0,-5-8 0</inkml:trace>
  <inkml:trace contextRef="#ctx0" brushRef="#br0" timeOffset="25">28735 8848 7820,'-1'-8'1026,"-2"0"940,-1-2 0,-4 3 0,3-1 0,4 0 0,5 1 2782,9 3-5052,4-3 1,13 6-1,3-3 1,3 2-1,2 4 1,2 0-1,2 3 304,2-3 0,17-11 0,-26 2 0,0 0 0</inkml:trace>
  <inkml:trace contextRef="#ctx0" brushRef="#br0" timeOffset="26">29313 8233 13148,'2'14'1478,"2"3"1,3 8-904,0 6 0,3 6 0,-1 4 0,0 6 1,1 5-1,-3 5 110,-2 3 1,-1 1-1,-4-4 1,-1-4 0,-3-5-1,-3-5 532,0-7 1,-3-12-1248,6-4 0,0-17 0,6-11 0,2-10 0,5-5 1,5-2-134,2 0 0,5-1 0,-3-1 1,1-2-1,1 3 0,1 3-831,-1 3 1125,1-1 1,-1 2 0,0 3 0,-3 3 0,0 5 0,-1 4 163,1 3 1,-1 12-1,-4 5 1,-1 7-1,-1 5 1,-3 2 62,-2 1 1,-1 2 0,-4 2 0,2-2 0,0-4 0,2-4-359,-1-5-2535,-2-2-2381,-1-6 1,0-6 4049,0-6 0,22-39 0,6-14 0</inkml:trace>
  <inkml:trace contextRef="#ctx0" brushRef="#br0" timeOffset="27">29953 8750 8547,'0'8'3581,"0"0"1,0 0-808,0 5-2393,0-1 0,0 0 1,0 1-1,0-1 1,0 0-1,0 0 1,0 1-860,0-1 0,4-4 0,1 0-2516,-3 2 1649,5-4 0,-4-1 0,5-5 1345,2 0 0,1-66 0,-5 25 0,0 0 0</inkml:trace>
  <inkml:trace contextRef="#ctx0" brushRef="#br0" timeOffset="28">30003 8430 7809,'-18'-6'908,"3"1"1,-4-5 0,1 3 122,3 2 0,-3-3 0,2 4 0,1 1-1352,1 2 0,6 7 0,1 5 0,1 6 321,4 2 0,27 4 0,14 2 0,2 4 0,0 1 0</inkml:trace>
  <inkml:trace contextRef="#ctx0" brushRef="#br0" timeOffset="29">30359 8688 7809,'-8'0'411,"0"0"1,-3 2-1,-3 0 814,-2 2 1,-6 6-1,2-2 1,-4 3-1,1 1 1,1 1 2663,2-1-3778,5 0 0,-2 5 0,10-1 0,9-1 0,9-3 1,9-3-1,8-4 0,6-1-299,5 0 0,5 5 0,5-4 0,-2 2 0,-5 2 0,-8 2-1145,-6 2 1279,-6-1 0,-17 6 0,-8 2 1,-12 4-1,-13 0 0,-12 1 0,-8-2 1,-2-2-1,2-5-278,5-2 0,6-3 1,6-2-1,6-2-6065,8-2 6397,14 0 0,28-19 0,17-11 0,5 1 0,0 0 0</inkml:trace>
  <inkml:trace contextRef="#ctx0" brushRef="#br0" timeOffset="30">30950 9119 7785,'-12'0'2108,"-1"0"0,3-1 0,0-2 0,2-3 349,-2-1 1,-1 3-1,-1-4 1,0-1-801,-1-2-1657,7 4 0,38 7 0,16 7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7:21:10.91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88 234 7757,'-15'-5'426,"1"0"0,4-4 616,0 4 0,5-2 296,-4 2 291,6 4-748,-10-6-331,11 1-443,-5 4 1,9-4 252,3 6-99,-3 0 0,6 0 255,-3 0 167,-4 0-414,6 0 1,-3 1 106,1 4 1,0-1-137,-5 5 1,5 1-25,0 5 1,0 1-173,-5 3 0,5-1 115,-1 6 0,1 1-76,-5 4 0,5 1-54,0 5 1,2-3-169,-3 7 1,-2 0 14,3 4 1,1 4-141,-1-3 1,0 1-7,-5-11 0,5 0 107,0-4 0,1-3 16,-1-3 0,-3-2 11,3-8 134,3-6 1,-5-1-25,7-7 1,-5 0 14,4 0 0,-4-12 22,5-2 0,-5-11 110,4 1 1,1-3-341,5-3 1,-6 0 65,1-4 0,0 3-92,4-3 0,-4 5 39,0 4 0,-5 0 107,4 5 0,-4 2-190,5 9-19,-7 2 242,10 7 1,-6 7 26,2 2 0,3 6 30,-7 4 0,6-1-53,-1 6 0,3-1 176,1 1 0,1 2-56,-1-6 0,1 4 71,0-5 1,1 6 4,3-6 1,-3 1 21,4-6 1,1-4-64,-2 0 0,6-7 97,-6 2 1,0-4-151,-4-1 0,0 0 17,-1 0 1,1-1 63,-1-4 0,-1-3-53,-3-7 0,1 1 4,-6-1 1,2-6 4,-2-3 1,-4 1-12,4-1 1,-3-1 30,-2-4 1,0-5-15,0 0 1,-7-5-1,-3 5 0,-3-6 0,-1 1 0,-1-3-80,1-2 0,-2 5 81,-4 0 1,4 5-60,-4-4 1,-1 5-81,2-1 1,0 5-200,4 5 1,0 3-72,1 6 1,4 5-961,0 1-1787,7 5 2275,-3-2 0,7 11-1840,4 0 2637,-3 6 0,43 29 0,4 15 0</inkml:trace>
  <inkml:trace contextRef="#ctx0" brushRef="#br0" timeOffset="556">875 482 7811,'0'14'0,"0"1"1134,0 0 68,0-1 235,0-6-941,7-1 0,-4-7 500,7 0-550,-1 0 1,6 0 194,-1 0-265,1 0 1,0-2-108,-1-3 1,1 2-32,-1-7 1,-4 6-38,0-6 0,-2 5 0,2-5 1,1 0-75,-6-4 0,1-1-140,-1 1-452,-3-1 1,9 1 290,-6-1 1,0 0-1134,-5 1 939,0-1 1,-5 1-87,0-1 1,-6 7 67,1 3 1,2 4-28,-2 1 0,-4 0 145,-6 0 1,1 6 66,4 4 1,-1 4 76,-3 6 1,2-2 148,-2 6 0,3 0 318,1 5 0,1-3-228,-1 3 1,2-3 385,3 8 0,4-3-223,6-2 1,0 5 418,0 0 0,0-1-176,0-9 1,6-3-26,4-6 1,8-2 11,1-4 0,7-2 57,-2-7 1,-1 0 148,1 0 0,1-2-268,4-3 1,3 2-225,-3-7 1,4 2-7,-9-1 0,2-3-937,-2 7 1,4-4-342,-4 4 1,-3-2-933,-1 2 0,1 4 777,-2-4 1217,1 3 0,-12-11 0,-2-3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7:21:27.78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73 890 7707,'-14'0'0,"4"4"1461,0 1 0,2 7-668,-2-3 1,-1 6 57,6 4 1,0 4-356,5 6 0,2 8 282,3 7 0,3 1-311,6 9 1,1-2-95,0 1 1,2 2-618,-2-6 1,3 4 224,-8-4 0,-2-7-832,1-8 1,-5-5 465,0-4 1,-4-1-1744,-4-10 0,-5 3 249,-5-13 1879,-1 1 0,-25-50 0,-7-12 0</inkml:trace>
  <inkml:trace contextRef="#ctx0" brushRef="#br0" timeOffset="394">44 1079 7215,'0'10'-406,"0"-1"0,0-4 2081,0 5-1049,0-7 1,-2 9 135,-2-8-58,2 1-461,-5-5 0,6 0 160,-4 0 1,3-1 40,-3-4 1,4-5 61,1-9 1,0 1-85,0-6 1,0-1 134,0-4 1,5 0-92,0 0 0,6-2-128,-1-3 0,4 2-257,6-7 1,-3 5 22,8-5 1,1 0-79,8-5 1,-2 9-27,7 5 1,0 3-317,5 8 0,-7 6-86,-3 8 1,-7 5-405,-7 5 1,-2 9 255,-14 10 1,-7 10 138,-11 5 1,-9 3-28,-11 2 1,2 0 122,-7 0 1,1-1-351,0 1 1,-3-8 122,7-7 0,2-2-8,7-7 1,1-1 11,10-4 538,2-7 0,32-21 0,4-11 0</inkml:trace>
  <inkml:trace contextRef="#ctx0" brushRef="#br0" timeOffset="694">569 1021 7707,'0'14'-979,"-7"-6"2704,-1-1 0,-6-7-495,-1 0 1,5-7-162,1-2 1,4-11-457,-5-4 1,7-4 78,-2-1 0,5 0-329,5 0 0,3-5-123,7 0 0,1 5-369,3 4 1,4 8 166,6-3 1,0 4-1335,0 1 1,0 7-249,1 3 1,-1 4-550,0 1 1,-2 1 2092,-2 4 0,2 3 0,-4 7 0</inkml:trace>
  <inkml:trace contextRef="#ctx0" brushRef="#br0" timeOffset="936">860 787 7707,'-14'17'0,"-1"2"0,1-3 1143,-1 4 1,2-2-494,3 1 1,-1-3 252,6 4 1,0 1-407,5-2 1,2 1-111,3-6 1,8-4-90,6 0 1,7-7 34,-2 2 1,4-10-82,1-5 0,5-4 92,0-6 0,-5 2-297,-4-6 0,-3 0 63,3-5 1,-11-1 72,-9 1 0,-3 5 22,-2 0 1,-7-1-542,-3-4 0,-4 6-311,-6 4 0,3 9-602,-8 5 0,3 4 471,-3 1 0,-1 1-260,7 4 1,0 8-1382,4 7 2419,7-1 0,8 28 0,8 8 0</inkml:trace>
  <inkml:trace contextRef="#ctx0" brushRef="#br0" timeOffset="1286">1298 846 7707,'-8'0'4863,"-5"0"-4043,11 0 0,-4 1-342,6 4 0,1 3-150,4 7 1,3 1-3,7 4 0,4-1-120,1 10 0,1-3-131,-2 8 1,-8 3 71,4 2 1,-5 3 42,-1 2 1,-4 0-17,-10 0 0,-9-1-71,-10 1 1,-10-2-295,-5-3 1,-5 0 123,-5-10 0,4-5-516,-4-14 0,4-3 296,1-7 1,4-13-875,6-7 0,3-6 17,16-3 1,-1-7-279,11-2 0,1-5 1422,4 0 0,25-20 0,8-6 0</inkml:trace>
  <inkml:trace contextRef="#ctx0" brushRef="#br0" timeOffset="1477">1166 408 7707,'-16'-4'0,"-3"-1"0,3-7 922,-4 3 1,4 1 1242,1-2 0,1 2-774,-1-2-654,7 4-720,2 6 1,7 0 74,4 0 1,3 6-3090,7 4 0,6 3 2997,3 1 0,23 27 0,7 6 0</inkml:trace>
  <inkml:trace contextRef="#ctx0" brushRef="#br0" timeOffset="1844">1560 860 7707,'2'15'0,"3"0"0,-4-6 1647,4 1-634,3-7-148,0 4 0,7-7-329,-1 0 0,1-2-131,0-3 0,4-5-197,0-9 1,6 1-113,-6-6 0,2 0-79,-1-6 0,-4-4 75,3 0 1,-9 2-142,-5 8 0,-4-2 50,-1 6 1,-6 3-639,-4 7 1,-11 5 125,-8 10 0,-2 5-74,-8 9 1,2 9 308,-2 6 1,5 6 63,10-1 1,3-3 464,6-2 0,2 3-200,4 2 1,2-5 954,7-5 0,7-2-473,2-7 1,6 3 570,4-9 1,4 2-510,6-11 0,0 0-362,1-5 1,4 0-491,0 0 1,0-5-576,-5 0 1,2-6-1842,3 1 2671,-4-3 0,12-53 0,-4-13 0</inkml:trace>
  <inkml:trace contextRef="#ctx0" brushRef="#br0" timeOffset="2492">2245 758 7707,'21'0'0,"-1"-6"-58,-1-4 0,1-1-117,-11 1 0,-2-3 1260,-2 3 1,-4-3-461,-1-1 0,-1-1 222,-4 1 0,-3 6-344,-7 3 0,-1-2-392,-4 2 1,-2 1-183,-7 4 1,4 8-231,1 6 0,0 2 150,-5 9 0,-1 4-210,1 5 0,5 2 133,0-2 1,8-4 1,1 4 0,2 2 294,8-2 0,0 5-65,5-5 1,7 0 796,2-5 1,6-1-38,4-4 1,4-5 117,6-9 1,7 1-375,3-6 1,3-2 23,2-7 0,1-6-623,4-10 0,-4-1 131,4-3 0,1-3-1375,-2 2 1,-6 3 337,-8-3 1,-4 6-191,-6-5 0,2 4 1188,-7-4 0,-19-13 0,-9-9 0</inkml:trace>
  <inkml:trace contextRef="#ctx0" brushRef="#br0" timeOffset="2817">2755 15 7707,'9'-2'2854,"-5"-3"-1116,-2 4-1105,-2-6 0,0 15-30,0 7 1,0 8-74,0 11 0,0 9 107,0 11 1,0 11 92,0 8 1,0-1-420,0 6 0,0-3-125,0-2 1,0-7 18,0-3 1,0-6-634,0-9 0,0-5-189,0-14 0,0-7-617,0-2 1,0-4-990,0-1-1038,0-7 184,0-2 3143,0-19 1,-6-22 0,-3-19-1</inkml:trace>
  <inkml:trace contextRef="#ctx0" brushRef="#br0" timeOffset="3027">2624 569 7707,'7'14'178,"-6"-6"1,7-1 1099,-3-7 0,-1 0-567,5 0 1,1 0 192,5 0 1,1 0-410,3 0 0,-1 0-650,6 0 1,-4 0-371,4 0 1,-1 0-588,1 0 0,4 6 531,-4 4 0,-1 3 581,1 2 0,0 6 0,5 1 0</inkml:trace>
  <inkml:trace contextRef="#ctx0" brushRef="#br0" timeOffset="3269">3178 613 7707,'-10'14'341,"1"1"1,6-6 500,-2 1 1,1-2 38,0 2 0,2 3-371,-3-3 0,3 3-231,2 1 1,0 1 131,0-1-566,0 1 0,5-1-163,0 1 0,0-5-374,-5-1 1,0-4-402,0 5-1205,7-7 856,-6 10 1442,6-11 0,-14-47 0,-1-20 0</inkml:trace>
  <inkml:trace contextRef="#ctx0" brushRef="#br0" timeOffset="3461">3091 277 7707,'-20'-19'524,"1"-1"0,1 1 744,8 4 0,-1 1-610,6-1 1,0 1 87,5-1-1374,0 7 1,8-3 442,7 6 1,4 2-1326,6 7 1,2 4 1509,-2 7 0,41 51 0,-27-26 0,0 0 0</inkml:trace>
  <inkml:trace contextRef="#ctx0" brushRef="#br0" timeOffset="3869">3455 671 7707,'0'14'-802,"0"1"1,5 0 1427,0-1 1,0 6-155,-5-1 1,0 0-60,0-4 0,0 1-156,0 4 0,-2-4 384,-3 3 1,4-7-143,-4-3 0,2-1 506,-2 2-374,3-3-274,-4-7 0,6-4-58,0-5 1,0-3-95,0-12 1,6 0-78,4-5 0,3-5 43,1 0 1,1-5 58,-1 5 0,3 0 47,2 5 1,-3 6 107,4 3 1,1 1-18,-2 4 1,6-1 122,-6 11 0,0 2-294,-4 8 0,0 5 8,-1 9 1,-4 4-171,0 6 0,-6 7 114,6 2 0,-7-2-699,2-2 0,-1 0-262,0-5 1,-2 2-2062,3-11 1176,-4 5-199,6-8-1149,-5 4 3045,11-13 0,8-28 0,9-12 0</inkml:trace>
  <inkml:trace contextRef="#ctx0" brushRef="#br0" timeOffset="4434">4169 642 7214,'15'0'875,"-7"0"1,-1-2 1096,-7-3-952,0 4-634,0-6 1,-7 7-133,-3 0 1,2 0-26,-1 0 0,-1 2 14,-5 3 0,1 3 0,-1 6 1,2 6-17,3-1 0,-2 5 0,2-4 0,3 6-191,2-2 0,-1-1 113,1 1 0,0-6-137,5 1 1,2-7 86,3-3 1,-2-5-15,7 0 0,-1-4-12,6-4 0,0-4-32,-1-7 1,2-4 28,4-1 1,-9 1 9,4 4 0,-4 2-85,4 3 0,-1 4 103,1 6 1,-1 0-184,1 0 1,0 6 30,-1 4 0,-1 5 169,-3 4 0,6 9-135,-6 6 0,6 6-150,-6-1 0,-2 3 130,1 2 1,-4 0-89,5-1 1,-7-1 165,2-3 0,-10 7 15,-4-7 0,-11 4-118,-4-9 1,-7 5 51,-8-5 1,-1 0 119,-14-5 0,1-6-19,-6-4 1,1-9 505,0-5 1,0-3-337,-1-2 0,1-7-142,0-3 0,7-2-143,8-3 0,5-4-224,9-1 1,11 5-1051,4 6 1,9-1 613,0-5 0,3-1-1336,2-3 0,7 1 2023,3-6 0,7-28 0,5-11 0,1-9 0,1 1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7:21:26.68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146 15 7724,'14'0'-1244,"1"0"747,0-6 3934,-7 4-2233,-2-4 1,-6 17-274,0 4 0,0 16-489,0 3 1,0 8-51,0 6 1,5 11 13,0 9 1,5 8-146,-6 2 0,1-7-225,-5-8 0,0-5 69,0-4 0,-1-6-593,-4-9 1,3-10-132,-3-9 0,2-9-554,-2-1 1,4-5-696,-4 4 1868,3-5 0,-4-11 0,-2-9 0</inkml:trace>
  <inkml:trace contextRef="#ctx0" brushRef="#br0" timeOffset="243">0 497 7724,'5'-10'1519,"0"0"0,0 5 123,-5-4 640,6 5-1674,2-9 0,8 12-706,4-4 0,-4 3-68,3 2 0,4 0-153,1 0 0,4 2-301,1 3 1,0-2-1706,0 7 2325,1-1 0,44 12 0,12 2 0</inkml:trace>
  <inkml:trace contextRef="#ctx0" brushRef="#br0" timeOffset="501">525 497 7737,'-15'8'0,"-4"5"567,-1-4 0,-4 4 800,5 2 0,1 4-646,8 1 0,4 4 61,6-5 0,1 6-389,4-6 0,5 1-14,9-6 1,4-1-77,6-3 1,5-4-64,0-6 0,5-6 65,-5-4 0,5-4-64,-5-6 0,5-7-188,-5-7 1,-5-2 13,-5 2 1,-8-2-93,-1-3 1,-2-1-6,-8 6 1,-2 0-217,-8 5 1,-9 6-718,-11 4 0,-7 4 473,-2 5 0,-5 5-377,5 10 1,0 8 257,5 7 0,1 4-881,4-5 1,3 6 1489,6-6 0,20 14 0,5-3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7:21:21.12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15 788 8123,'0'15'907,"-5"-6"-637,0 1 0,0 0-156,5 4 1,0 3 941,0 2 0,0-1-411,0 6 0,2 0-240,3 6 0,-4-1-199,4 0 1,2-2-137,-2-2 1,1 1-41,-1-7 1,-3 0 272,2-4 356,-2-7-264,-2-1-308,0-20 0,-5-8 24,0-13 1,-1-7 30,1 2 1,3-8 87,-2-1 1,2-1-4,2 5 0,6 1 80,4-1 0,3 2-106,2 3 0,-1 3-332,1 7 0,4 6 128,1 4 1,6 9-1027,-2 5 0,2 4-148,-2 1 0,4 6-645,-4 4 0,7 5 1822,-2 4 0,10 10 0,-8 8 0</inkml:trace>
  <inkml:trace contextRef="#ctx0" brushRef="#br0" timeOffset="427">438 817 7748,'0'15'257,"0"-1"32,0 1 0,-5-1 255,0 1 1,0-5 554,5 0 1,7-7-118,2 2 0,4-4-469,2-1 0,-1-1-37,1-4 1,4-3-61,1-7 0,4 0 47,-4 1 1,1-6-196,-2 1 0,-3-5-223,4 4 1,-6-6 39,-4 2 1,3 1-187,-3-1 0,-4 5-268,-1-6 0,-3 6 221,-2-5 1,0 6-537,0-2 0,0 9 274,0 1 1,-7 7-163,-3-2 0,-3 4-83,-1 1 1,-2 8-143,-4 6 1,-1 7 441,-3 9 1,-4 0 130,4 4 0,-2-1 381,2 6 1,-2-5-185,7 4 1,-1-5 698,6 1 1,4 2-388,0-2 1,7-2 1061,-2-8 0,10 2-411,5-6 1,3-3-334,1-7 1,6-3-211,-1-7 1,7 0-27,-2 0 0,2-5-760,-2 0 1,4-6 300,-4 1 1,-1-5-1649,1-4 0,-4 3 221,4-4 1519,-6 4 0,9-25 0,-4-6 0</inkml:trace>
  <inkml:trace contextRef="#ctx0" brushRef="#br0" timeOffset="860">1035 642 7741,'13'-1'0,"-3"-4"867,3 3-262,-11-11 1,6 7 852,-3-4-928,-4-3 1,6 10 12,-7-7 0,-7 7-360,-3-2 0,-4 3 26,-6 2 0,3 7-78,-8 3 1,1 3 77,-5 1 0,5 1 32,-1-1 0,6 6 19,-5-1 1,7 1 102,3-6 1,-1-1-196,5-3 1,4 3-87,1-4 1,4 0 224,1 0 1,6-1-99,4 2 0,9-3 19,5-7 1,6 4-20,4 1 1,-4 2-51,4-2 1,2-4-35,-2 4 1,0 2-143,-5-3 1,-6 6 9,-4-5 0,-2 6-198,-3-1 0,-6 3-234,-3 2 1,-10-1 191,-4 1 0,-13 4-180,-7 1 1,-6-1 145,-9-4 1,-5-6 47,1 1 0,1-7-38,8 2 1,3-3-150,7-2 0,2 0 57,2 0 1,9-5-146,6 0 1,7-1-191,-2 1 0,5 2 698,5-7 0,42-32 0,16-13 0</inkml:trace>
  <inkml:trace contextRef="#ctx0" brushRef="#br0" timeOffset="1226">1371 176 6109,'8'0'7984,"-2"0"-7344,-6 0 0,0 1-42,0 4 1,0 3-220,0 7 1,0 4 45,0 1 0,0 12 63,0 2 1,0 8 102,0 7 1,2 8-108,3 6 0,-4 5 56,4-5 1,-3 0-630,-2-5 0,0-6 130,0-3 1,1-15-758,4-5 1,-3-10 286,3 1-3006,-4-4 821,-1-8 443,0-1 1188,7-14 1,-6-1 982,4-6 0,-10-46 0,-3-12 0</inkml:trace>
  <inkml:trace contextRef="#ctx0" brushRef="#br0" timeOffset="1435">1327 642 7734,'0'-8'3423,"0"0"-1814,0 3 485,0 4-840,0-12-883,0 11 0,6-6-312,4 3 1,3 3 39,2-2 1,4 2-1205,1 2 1,7 0-110,2 0 0,0 0-2194,5 0 3408,4 6 0,25 9 0,13 8 0</inkml:trace>
  <inkml:trace contextRef="#ctx0" brushRef="#br0" timeOffset="1777">1779 759 7718,'0'14'124,"0"1"0,0-5 650,0-1-167,0 1 0,0 5 171,0-1-418,0 1 0,0-1-115,0 1 1,-2-2 514,-3-3-109,4-4-260,-12 1 1,6-7-101,-2 0 0,-3-7 126,7-7 0,-4-7-203,4-4 1,0-2-9,5-2 1,0-1-7,0 1 1,6 2 5,4 2 1,-2-2-88,2 3 1,0 3-100,4 1 1,1 6-264,-1 4 1,1-1-296,0 6 1,-1 0-587,1 5 1,-1 1-80,1 4 0,3 3 527,-4 7 0,4-2-1637,-8-3 2313,-4 3 0,20-18 0,-2 3 0</inkml:trace>
  <inkml:trace contextRef="#ctx0" brushRef="#br0" timeOffset="1986">2041 613 7718,'8'15'1057,"5"-1"1,-11 1 353,3-1-498,-4 1 1,-1 0 322,0-1-863,0 7 1,0-5-531,0 4 0,2-4 165,3-1 1,-4-1-13,4 1-455,-3-1-976,-2 1-301,0-1-1107,0-5 1271,0-3 1572,0-6 0,-7-58 0,-1-15 0</inkml:trace>
  <inkml:trace contextRef="#ctx0" brushRef="#br0" timeOffset="2169">2100 103 7718,'-23'-10'1995,"3"0"0,4 7-693,2-2-93,-1-3-1037,0 7 131,7-6-1682,2 7 0,12 7 859,4 2 1,3 4 519,2 2 0,51 51 0,-26-26 0,-1 0 0</inkml:trace>
  <inkml:trace contextRef="#ctx0" brushRef="#br0" timeOffset="2594">2566 642 7692,'13'-9'-440,"-3"-1"1,-4 5 2495,-6-5-707,7 7 352,-6-10-1240,6 5 1,-9-7 26,-3 1 0,2 4-348,-7 0 1,5 1 22,-4-6 1,4 5-288,-5 1 1,2 4 163,-2-5 0,-3 7-517,4-2 1,-4 5 97,-2 5 1,1 3-139,-1 6 0,-4 6 141,-1-1 1,1 7-15,4-1 0,2 2 641,3 2 0,-3 0-183,4 1 1,2-8 788,2-2 0,4-4-394,1-2 1,1-1 571,4-3 0,8 1-279,7-6 0,1 0-105,-2-5 1,-1 0-250,6 0 1,-6 0-150,1 0 1,3 0-684,-3 0 1,2 0 347,-2 0 1,-2-1-1926,2-4 0,2 1 2007,-1-5 0,6-20 0,-4-10 0</inkml:trace>
  <inkml:trace contextRef="#ctx0" brushRef="#br0" timeOffset="3242">2887 15 7677,'-10'-4'2261,"0"-1"-874,1 0-384,-6 5 1,2 1-388,3 4 0,4 5-252,6 9 1,0 6 170,0 9 1,5 10-153,0 9 0,6 10 90,-1 5 0,3 8-244,1 2 1,1-2-32,-1-8 0,-4-5-185,0-9 0,-2-10-237,2-10 0,1-10-665,-6-5 0,0-7 30,-5-3-824,0-5 646,0 2 1,0-8-245,0-2 0,-5-5 760,0-5 521,0-1 0,-21-25 0,-6-7 0</inkml:trace>
  <inkml:trace contextRef="#ctx0" brushRef="#br0" timeOffset="3559">2741 511 7677,'-8'0'4869,"-5"0"-4351,11 0 0,-3 0 107,10 0 1,5 0-318,9 0 1,4-5-156,6 0 1,2-4-377,3 4 0,-3 0-533,3 5 1,1-5-1058,-1 0 0,0 0 80,-4 5 1733,-1 0 0,6 7 0,3 1 0</inkml:trace>
  <inkml:trace contextRef="#ctx0" brushRef="#br0" timeOffset="4192">3266 701 7677,'8'0'240,"5"0"0,-10 0 388,7 0 0,-5 0-115,4 0 0,-4 0 68,5 0 1,-5 0-253,4 0 0,1 0-127,5 0 1,4 0 19,1 0 1,-1 0-21,-4 0 0,4-5 26,1 0 0,4-6-26,-5 1 1,1 2-167,-6-2 0,1 0-16,-1-4 1,1-1-158,0 1 0,-6-1 8,1 0 0,-7-4-77,2-1 1,-3-1-190,-2 2 1,0 3 154,0-4 0,-2 4-62,-3 2 0,-3 5 71,-6 5 1,-6 2-363,1 2 0,-7 2 100,1 2 0,-2 6 8,-2 10 1,0 2 260,-1 7 1,-2 1 126,3-1 1,-3 5 161,7 0 0,4 1-107,2-1 0,3 2 627,1 3 1,7-3-306,3-7 0,3-2 368,2-2 0,7-4 79,3-7 1,4-4 194,6 0 0,1-7-374,3 2 0,4-4 61,-4-1 0,3-4-499,2-1 1,-4-5 46,-1 5 0,0-5-1493,6 6 0,-6-3-95,0 2 0,0 4 1431,6-4 0,-1-16 0,0-4 0</inkml:trace>
  <inkml:trace contextRef="#ctx0" brushRef="#br0" timeOffset="4819">3965 642 7677,'-14'0'53,"-1"0"0,6 5 149,-1 0 1,0 0 602,-4-5 1,4 5 366,0 0-127,0 6-719,-4-3 0,1 7-107,3-1 1,4 1 75,6-1 1,0 1-94,0-1 1,0 1-176,0 0 1,1-1 116,4 1 1,3-2-12,7-4 1,-1 4 27,1-3 0,4-3-13,1-3 1,4-2 38,-4-2 1,4 0 17,-5 0 0,7-2-34,-1-2 1,2-5 0,2-5 1,-4-2-309,-1-4 0,0-1 112,5-3 1,-1-4-295,-4 4 0,-3-3 45,-6-3 1,3 1-70,-4 0 0,7-2 175,-11-3 0,1-1 77,-6-4 0,-3-3-171,3 3 1,-5-8 35,-5-2 0,1 2-44,-5 8 0,-1-1 87,-5 6 1,-1-3-73,-3 7 0,3 5 142,-4 10 1,4 7 64,1 3 1,-4 3-40,0 2 0,-6 9 139,6 5 1,-2 2-7,1 9 0,3 1-83,-8 8 0,9-4 364,1 4 1,2 4-154,9 0 1,-1 9 482,5 2 1,0 1 89,0-1 1,3-2 323,7 6 1,1-1-456,13 2 0,1-11 83,4-9 0,5-3-371,0-2 1,0-1-128,-5-4 1,-1-5-266,-4-9 1,-3 2 105,-7-8 1,1 1-676,0-5 1,-6 0 100,1 0-2690,-7 0 1975,10 0 0,-6-1 47,2-4 1199,4-3 0,-4-46 0,5-9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7:21:18.39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392 671 7736,'10'0'-68,"0"0"51,-7 0 76,10 0 0,-10 0 364,7 0 374,-7 0-51,3 0 171,1 0-73,-5 0-272,4-6 1,-6 3-100,0-7 1,0 5 54,0-5 1,0 5 404,0-4-590,0-1 0,0-5-158,0 1 1,-2 4 139,-2 0-263,-5 1 1,-5-4 56,-1 3 0,1 2-139,-1 3 1,1 3-7,-1-3 1,-4 4-291,-1 1 0,-4 0-104,4 0 0,-6 1 180,2 4 0,1 2-41,-1 3 0,5 4 32,-6 1 0,6 1-19,-5 8 1,6-4 83,-2 4 0,4 0 52,2 5 1,6 5 30,3 0 1,-2 0 131,2-4 0,2-3-26,8-3 1,3 2 104,7-6 0,1-2 141,3-9 1,-1 3-130,6-7 0,-1-1 199,1-4 1,4-1-86,-4-4 1,-1-3 27,1-7 0,-6 1-34,1-1 1,-2-1 43,-3-4 1,-1-2 0,-3-7 1,1 1-90,-6 4 0,0-2-129,-5 6 1,0-4 274,0 5-418,0-1 180,0 6-292,0 6 0,0 3 52,0 10 0,0 3 55,0 6 1,2 6 139,2-1 0,0 2-10,5-1 0,-4-4 358,5 3 0,-5-3-142,5-1 0,-2 0 108,1-1-211,4 1 0,-9-6-948,5 1-460,-5-7 99,8 4 0,-8-7-298,5 0-455,-5 0 1910,9 0 0,8-20 0,9-4 0</inkml:trace>
  <inkml:trace contextRef="#ctx0" brushRef="#br0" timeOffset="359">625 730 7794,'8'14'1429,"-1"1"-989,-7-1 1,0 1 137,0-1 1,0-4-69,0 0 0,0 0 225,0 4-341,0 1 1,0-1-121,0 1 1,0-5-55,0-1 0,0-4 220,0 5 1,0-7-149,0 4-248,0-20 0,0-4-183,0-12 0,-5 0 131,0 0 0,0 0-36,5 0 0,0-4 96,0 4 1,5-6 128,0 10 1,6-4-140,-1 10 0,0-1-156,4 6 0,-2-1-211,7 0 1,-1 7-467,1 3 0,-1 5-140,7 5 0,-6 3 383,5 7 1,-4 0 547,4-1 0,0 20 0,5 5 0</inkml:trace>
  <inkml:trace contextRef="#ctx0" brushRef="#br0" timeOffset="775">1034 715 7787,'-2'13'59,"-3"-3"1403,3 3-517,-4-5 453,6 0-968,0 5 1,2-12 14,2 4 0,0-5 5,5-5 0,-1 2 73,2-7 1,3 1-280,-3-6 0,-2 1-62,2-1 0,-5 0-177,4 1 1,-1-6 83,2 1 0,-3-1-187,-7 6 1,0-1 109,0 1 1,0-1-621,0 1 1,0-1 161,0 0 0,-2 7-20,-3 3 1,-3-1 45,-7 1 1,4 0-158,-3 5 0,2 8 393,-7 7 1,3 1-31,1 8 0,0 2 275,1 8 1,-1 4-72,1 5 0,4 1 575,0 0 0,7-5 36,-2 0 0,3-7 288,2 2 1,7-5-356,3-5 0,4-7 68,6-8 0,-4-5-35,3 0 1,4-2-168,1-2 1,-1-6-501,1-4 0,-4 2 125,4-2 1,-1 0-1199,1-4 1,2 4 587,-7 0 1,6 5 584,-6-4 0,13-20 0,-1-10 0</inkml:trace>
  <inkml:trace contextRef="#ctx0" brushRef="#br0" timeOffset="1150">1369 671 7787,'0'15'0,"0"-5"853,0-1-335,0 1 1,0 5 561,0-1-605,0 1 1,5-1 81,0 1 1,-1-1 30,-4 1 0,0 4 175,0 1 78,7-1-298,-6-4 95,6-1-375,-7-5 1,0-9 99,0-10 0,0-10-182,0-4 0,5-10-66,0-5 1,11-3-128,-2-2 1,9 2 89,-3 3 1,5 4 110,0 6 1,1 4-51,-2 1 0,4 13-20,-4 1 0,-3 8 65,-2 7 0,-2 10 140,-3 9 0,-4 4-90,0 1 1,-7 5-8,2 0 0,-4 1-604,-1-1 0,0-4 256,0-1 0,0-2-997,0-7 1,0-6 524,0-4 1,0-5-2968,0 5 794,0-7 2766,0-10 0,13-41 0,3-22 0</inkml:trace>
  <inkml:trace contextRef="#ctx0" brushRef="#br0" timeOffset="1475">1996 59 7763,'8'2'-1605,"-3"2"4781,-4-2-2294,-1 5 0,0-6 1182,0 4-1517,0-3 1,0 11-93,0-4 1,0 6 57,0 4 1,0 1 98,0 9 1,0-2-52,0 12 0,5 2 136,0 7 1,5-1-342,-5 7 1,4-2-146,-4 1 1,5-3-373,-5-6 0,4-2 186,-4-3 1,0-3-801,-5-7 0,2-5 150,3 0 0,-4-6-213,4 2 1,-3-4-240,-2-2 0,0-4-2036,0 0 1382,0-7 1,0 2 1730,0-10 0,-13-29 0,-3-13 0</inkml:trace>
  <inkml:trace contextRef="#ctx0" brushRef="#br0" timeOffset="1758">1864 525 7762,'0'9'323,"0"-3"1,0-4 2070,0 3-1475,0-4 1,2 6-50,3-7 0,1-2-413,4-3 1,5 2 3,-1-7 0,2 2-523,9-2 1,-6-3 111,6 4 0,-1-4-288,5-2 0,-2 1 240,-2-1 1,1 0-1203,-7 1 1,2 1-52,-1 3 1,-9-3-1629,4 3 2017,-4 4 862,-3-7 0,-34 18 0,-14-3 0</inkml:trace>
  <inkml:trace contextRef="#ctx0" brushRef="#br0" timeOffset="2050">1748 1 7733,'0'8'3688,"0"5"-2828,0-5-212,0 6 1,0 1-243,0 0 1,0-1-461,0 1 0,0-1-319,0 1 1,0 4-318,0 1 0,5-1 690,0-4 0,19 12 0,0 4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7:21:35.83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247 598 7717,'-14'0'0,"-1"0"0,0 0 0,1 0 577,-1 0 1,-4 0-161,-1 0 1,-4 7 193,5 3 0,-6 9-280,6 5 0,-1 4-145,6 1 0,6 2-72,3 3 1,5-3 91,5 3 1,4-4 170,11 0 0,3-8-68,6-2 0,2-6 68,3-4 1,-2-4 2,7-6 1,-5-3 118,5-7 0,-7-1-173,2-13 1,-3 0-59,-2-6 1,-6-4-185,-4 0 0,-4-5 123,-6 5 0,-4 0-239,-10 5 1,-4 0 94,-11 0 1,-2 6-859,-8 4 1,0 4 143,-4 6 0,3 2-124,-3 7 1,-2 0-159,2 0 0,7 7-509,7 2 0,4 4 1442,1 2 0,27-1 0,6 1 0</inkml:trace>
  <inkml:trace contextRef="#ctx0" brushRef="#br0" timeOffset="343">553 773 7717,'8'15'1349,"-1"-7"-416,-7 5 862,0-11-454,-7 4-667,6-6 1,-6-2-232,7-2 0,0-6-35,0-10 0,2 3 56,3-8 1,4 6-128,11-5 0,-2 4 34,6-4 1,0 8-111,5 1 1,-4 2-184,-1 8 1,-1 2-37,1 8 0,-3 5-141,-6 9 0,-1 4-22,1 6 0,-7 0-369,-3 0 1,1-1-803,-1-4 0,0 2 564,-5-7 0,5-4-723,0-5 0,1-7 709,-1 2 1,1-7-743,4-8 1484,3 1 0,-5-84 0,0 42 0,-1-1 0</inkml:trace>
  <inkml:trace contextRef="#ctx0" brushRef="#br0" timeOffset="626">1093 15 7717,'-2'-8'4039,"-3"3"-3160,4 4 0,-6 2-415,7 4 1,0 10 13,0 9 0,0 10 330,0 5 0,0 10-329,0 4 1,5 4 175,0 1 0,4 5-252,-4 0 0,0 4-313,-5-9 0,5-3-311,0-11 0,5 0-324,-6-1 1,1-5-77,-5-4 0,5-10-813,0-5 0,0-7-1233,-5-3 1360,0-5 696,0 2 1,-7-45 0,-1-9-1</inkml:trace>
  <inkml:trace contextRef="#ctx0" brushRef="#br0" timeOffset="859">961 569 7717,'-6'8'2381,"3"-1"-1037,-7-7 852,7 0-1027,-4 0-526,7 0 1,2-5-224,3 0 1,3-1-47,6 1 1,6 3-356,-1-3 1,7 4-234,-2 1 0,4 0-962,1 0 0,5 1 679,0 4 1,5 2-1650,-5 2 1,7 4 274,-3-3 1871,5 3 0,13-5 0,4-1 0</inkml:trace>
  <inkml:trace contextRef="#ctx0" brushRef="#br0" timeOffset="1151">1515 598 7717,'-24'2'1629,"0"3"1,1-2-1174,-1 7 1,3 0-132,6 4 0,2 2 556,3 4 0,-1 1-371,6 3 0,2 4-160,8-4 1,9 3-108,11 3 1,4-8 2,5-2 1,-3-6-76,3-4 0,1-3-1,-1-7 1,5-2-32,-5-3 1,-5-8-102,-4-6 1,-7-7-14,1 1 1,-4-4 67,-6-5 0,-2 3-56,-7-3 1,-2 4 54,-3 1 0,-8 1-509,-6 4 0,-7 3-111,2 6 1,-4 5-351,-1 1 1,-5 5 78,0 0 1,5 7-486,4 2 1,8 6-172,-3-1 1,4 1 242,1-1 1212,7 3 0,34-18 0,15 3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7:21:34.09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321 592 7706,'-4'15'409,"-1"-1"1,0-4 319,5 0 1,0 1-237,0 9 1,0 1-18,0 3 1,6 3-191,4-2 1,3 1-129,2-2 0,4 2-23,0-7 1,6 1-105,-6-6 0,5-1-28,-4-3 0,-1 1 100,-4-6 1,-1-2-23,1-7 1,0-5-43,-1-5 1,1-7 297,-1-3 1,1-6 22,0-4 1,-1 2 56,1-7 0,-1 0-192,1-5 0,-1 6-193,1-1 0,0 6-201,-1-1 1,-1-1-453,-3 1 0,-2 6-2255,-3 9 1311,-4 2-396,6 3 1082,-7 6 879,0 14 0,-13 36 0,-3 20 0</inkml:trace>
  <inkml:trace contextRef="#ctx0" brushRef="#br0" timeOffset="300">540 1000 7706,'8'10'0,"-3"0"779,-3-7 0,-2 10-326,0-3 0,0-2 510,0 1 0,0 1-290,0 5 0,0 1-79,0 3 0,0-2-203,0 2 1,1 2-130,4-1 0,-3-1-546,3-4 1,-4-1 244,-1 1 0,0-6-521,0 1 414,0-7-3077,0 10 1855,0-11 0,0-2 1368,0-10 0,-13-29 0,-3-8 0</inkml:trace>
  <inkml:trace contextRef="#ctx0" brushRef="#br0" timeOffset="1032">15 301 7709,'0'14'0,"-1"-4"1102,-4 0-138,3-7 38,-4 10-554,6-12 1,1 6 171,4-7 1,3 0-203,7 0 1,4 0-114,1 0 1,6-2 4,-2-3 1,3 4-71,3-4 1,-1-2-152,0 3 1,0-1-24,0 5 1,0-5-112,1 0 0,-3 0 46,-3 5 0,2-5-231,-6 0 0,4 1 102,-5 4 1,7 0-75,-1 0 1,-3-5 74,3 0 0,-3 0 75,3 5 0,1-5-56,-7 0 1,0 0 72,-4 5 1,-5 0-64,-1 0 0,-4 0 91,5 0-7,-7 0 56,4 0 18,-7 0 44,-7 0-111,6 0 46,-12 0-7,11 0-9,-11 0 90,11 0-54,-4 0 0,4 0 70,-3 0 19,4 0-175,-6 0 99,7 0 20,-6 0-19,4 0-27,-4 0-38,-1 0 1,6-1 1,-4-4-43,-3 3 0,5-6 53,-7 3 0,5 2-91,-5-7 1,2 6 77,-2-6 1,-3 0-79,4-4 1,-6-3-52,-4-2 0,3 3-193,-4-4 1,4 2 103,1-1 0,-1 3-108,-3-4 0,7 6-1441,-2 4 683,2-3-749,-2 5 1826,6 0 0,27 21 0,14 11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7:21:39.34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321 73 7221,'9'7'149,"-3"-6"804,-6 6 29,6-7-637,-4 0 0,5 2 307,-7 2 28,0-2 200,0 5-213,6-7 144,-4 0 244,4 0-306,-6 0 233,0 0-929,0-7 0,0 4-84,0-7 0,0 5-378,0-4 0,-5 4-78,0-5 0,-6 7 214,1-2 0,2-2-210,-1 3 314,-1-8 0,-5 11 161,1-4 1,-1-2-102,1 2 0,-3 1 22,-2 4 0,3 1 15,-4 4 0,4-2 10,1 7 0,-4 0 50,0 4 1,-1 1-4,6-1 0,-1 6 69,0-1 0,6 6-69,-1-6 0,5 7 164,-5-2 1,7 2-32,-2-2 0,4 4 130,1-4 1,0 2 13,0-2 0,6-2 20,4-8 0,1 1-103,-1-1 0,3 1 67,-3-1 1,3-5 39,1-5 0,1 3-67,-1-2 1,1 0 310,-1-5-339,8 0 0,-1-2-37,3-3 0,-3 2-21,-6-7 0,-1 0-123,1-4 1,-1-2 79,1-4 1,-1 4-105,1-3 0,0-2-22,-1 1 1,-4-4 110,0 4 0,-2-4-155,1 5 0,-2-1-44,-7 6 20,6-1 124,-4 0 74,4 1-89,-12 6 1,4 3 5,-2 10 0,2 4 378,2 11 0,2-4-145,2 4 0,4 2 523,7 3 1,4-3-304,1 2 0,1-6 5,-2 2 0,-1-4-158,7-1 0,-8-1-141,3 1 0,-9-7-214,-1-3 0,-5-4-669,4-1-2302,-5 0 1439,2 0-3239,-6 0 4227,0 0 1,-13 0 0,-3 0-1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7:21:49.78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232 773 7687,'-14'0'0,"4"5"1410,0 0 1940,0 0-2091,-4-5 1,6 6-655,3 4 0,3 9-44,2 6 1,7 4-202,3 5 0,2 3 85,3 7 1,5 0-59,-1-1 1,0 6-11,-4 0 0,-2-1-175,-3-4 1,1-7-1,-6-3 1,0-5-178,-5-4 0,0 0 119,0-5 1,0-6-356,0-4 242,0-7-483,-7 4 1,1-9 97,-4-3 0,-3-8-57,3-6 0,2-7 143,-1 2 0,-1-5 43,-5-5 0,1-4 103,-1-5 0,0-6-32,1 1 1,4-6 128,0 5 0,7-6-43,-2 2 1,4-2 227,1 1 0,6 4-62,4 6 0,5 2-121,4 3 0,2 1 237,3 8 1,9 0 348,-4 10 1,3 2-598,-3 9 1,5 2 73,0 7 1,0 3-120,-4 7 1,-8 2 67,-2 12 1,-6 2-107,-4 8 0,-10 0 5,-10 10 1,-14-4 63,-5 9 1,-5-4-195,0-1 1,1-2-194,-5-3 1,4-5 27,-5-10 1,0 0 112,-5-9 1,2-4-429,3-11 1,3-1 249,7-4 1,7-3-91,2-7 0,10-1-263,6-4 0,13 3-366,6-8 1,9 6 1190,0-5 0,16-22 0,6-10 0,5-8 0,0 1 0</inkml:trace>
  <inkml:trace contextRef="#ctx0" brushRef="#br0" timeOffset="385">436 30 7688,'0'-8'4927,"0"-5"-2771,0 11-856,-6-4-922,4 6 0,-4 3 331,6 7 0,1 1-270,4 13 0,3 9 405,7 10 1,-1 3-215,1 7 1,-5 5-2,-1 6 0,1 4-344,5-5 1,-2-2-143,-4-7 1,3-4-451,-7-6 1,4-7 254,-4-3 1,5-10-245,-5-4 1,0-9 14,-5-1-131,0-7-2639,0 4 0,0-19 1144,0-2 1,0 1 65,0 3 0,0 5 1841,0-5 0,6-12 0,2-9 0</inkml:trace>
  <inkml:trace contextRef="#ctx0" brushRef="#br0" timeOffset="1108">1049 569 7688,'9'0'521,"1"0"-43,0 7 158,4-6-152,-6 6 1408,5-7-378,-11 0 47,4 0-1114,-6 0 0,0-2 536,0-3-826,0 4 0,-1-12 46,-4 3 1,2 2-303,-7-2 1,5 2 120,-5-2 0,1-3-68,-6 4 1,1-3-211,-1 3 1,0-3-358,1 7 1,-1-4 200,1 4 1,-1 0-88,1 5 0,-6 6 283,1 4 1,-1 3 6,6 2 1,-1 6 281,0 3 1,1 4-74,-1 1 0,7 0 378,3 0 1,4 0-96,1 0 0,1-4 27,4-1 0,3-6 29,7 1 0,-1-9 172,1-5 1,1-4-49,4-1 0,-2-1 43,6-4 1,-5-3-174,6-7 0,-8-1-130,3-3 1,2 2-95,3-2 1,-4 8 56,-2 1 1,-1 7 31,2-2 0,-4 3-41,3 2 1,-4 2-18,-6 3 0,3 3-375,-7 6 1,4-4 169,-4 0 1,0-5-1120,-5 4 1,0-4-60,0 5-2415,0-7 619,0 4-16,0-7 3055,0 0 0,-6 0 0,-2 0 0</inkml:trace>
  <inkml:trace contextRef="#ctx0" brushRef="#br0" timeOffset="1799">1500 467 7688,'-6'8'2922,"4"5"-2394,-2-3 1,-3-2-12,2 2 0,0-1 454,5 6 0,0 1-438,0 4 0,0-3 90,0 8 1,0-6-229,0 5 1,0-1 24,0 1 1,0-3-213,0-6 1,5 0 89,0-1-163,0 1 0,-5-5-70,0-1 20,0-6 1,0 2 87,0-10 1,0-3-115,0-6 0,0-2-148,0-4 0,0 2-34,0-6 0,0 5 63,0-6 1,0 1-16,0-5 0,5 0-7,0 0 0,6 1-109,-1 4 1,3-2 76,1 6 1,1-4-43,-1 5 1,1-1 193,0 6 1,-1 1-101,1 3 1,4 5-149,1 10 1,-1 10 82,-4 9 1,-1 5 434,1 5 0,-2-2 49,-4 7 0,3-6 207,-7 1 0,4 0-346,-4-5 1,0 3-58,-5-7 0,0-4-1073,0-2 0,0-8 139,0-1-294,0-7 1,0 5-1638,0-3 835,0-3 1,2 4 1868,3-6 0,29-39 0,12-9 0</inkml:trace>
  <inkml:trace contextRef="#ctx0" brushRef="#br0" timeOffset="2218">1982 657 7688,'0'14'646,"0"1"-323,0-7 2210,0 5-1715,0-12 1,6 4-206,4-10 1,3-3-259,1-6 1,6-1-137,-1 1 1,5-1-59,-4 0 0,4 1 43,-4-1 0,-1 1-230,-4-1 1,-2 1 91,-4-1 0,3 0-59,-7 1 0,4-1-128,-4 1 1,0-3-41,-5-2 1,0 3-69,0-4 1,-5 4-167,0 2 0,-6 4-2,1 0 0,-3 7 168,-1-2 0,-3 3-483,-2 2 0,1 12 233,-6 2 1,0 11 230,-6-1 1,8 8 233,2 2 1,-1 2 237,2-2 0,1 2 181,8 3 0,-1-4 583,6-6 0,0 0 199,5 1 0,7-3-533,2-3 0,9 1-104,2-11 0,6 3-171,-2-13 0,3 1 234,3-5 1,-6 0-242,0 0 0,-4 0-164,4 0 1,-5-1-13,6-4-257,-8 3 1,5-9-1154,-8 6 1,-4-2 60,0 3-3330,-7 2 2251,10-4 164,-5-1 2068,0 5 0,5-17 0,-5 3 0</inkml:trace>
  <inkml:trace contextRef="#ctx0" brushRef="#br0" timeOffset="2751">2798 875 7684,'-10'0'6472,"0"0"-1892,1 0-334,-6 0-3570,1 0 0,4 0-178,0 0-3922,7 0 2106,-4 0-2024,7 7 0,2-6 3342,3 4 0,16-3 0,10-2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7:21:42.84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103 336 7769,'-7'15'1699,"-1"-7"-1046,-7-3 0,6-4 1148,-1-1 349,0 0-1584,-4 0 0,4 0 988,0 0-604,7-6-503,-3-2 0,6-2-39,0 0 1,0 6 21,0-6 0,6 5-136,4-5 1,4 5 33,6-4 0,-2 4-244,6-5 1,2 0 84,8-4 1,1-1-190,4 1 1,2 4 82,-7 0 0,5 0-322,-5-4 1,5 4 47,-5 0 0,-7 7-56,-7-2 0,-4 4-329,-2 1-206,1 0 436,-7 6 0,-1 2 58,-7 7 1,0-1 90,0 1 0,0 0-23,0-1 0,-7 1 33,-3-1 1,2 6-16,-1-1 1,-1 7-81,-5-2 0,1-1 61,-1 1 1,-4 6-17,-1 4 0,-1 0-3,2-5 0,1 5 48,-6 0 0,4 5 165,-4-5 0,4 5-112,-4-5 1,6 0 284,-1-5 0,-1-2-36,6-2 1,-4-4 61,8-7 0,4 1 106,1-1-72,-3 1 1,6-5-15,-3-1 0,5-5-9,5 0 0,-3 0 450,3 1-393,3-4 1,0 11 121,7-8 0,-6 1 3,1-5 0,0 5-21,4 0 0,1 0-76,-1-5 0,6 1 77,-1 4 0,2-3 32,-1 3 0,-2-4-96,6-1 1,0-4 54,5-1 0,-4-5-70,-1 5 1,0-5 102,5 6 0,-1-8-155,-4 2 1,2 4-46,-6 1 0,-1-1-45,-4 1 0,-1 0-164,1 5 1,-6 0-416,1 0 305,-7 0-436,4 0 103,-7 0-1011,0 0 750,0 6 0,-2-4-884,-3 3-861,4-3-838,-12 4 3347,11-4 0,-30-15 0,-1-12 0</inkml:trace>
  <inkml:trace contextRef="#ctx0" brushRef="#br0" timeOffset="367">1036 613 7768,'-8'7'1556,"-5"-6"1,6 7 102,-3-3 302,4-3 886,-1 4-1818,6-6-718,-6 0 1,9 0-1271,3 0 1,-2 0 643,7 0 0,-1-1-2992,6-4 3307,0 3 0,38-30 0,10 0 0</inkml:trace>
  <inkml:trace contextRef="#ctx0" brushRef="#br0" timeOffset="1190">1867 657 7733,'0'-15'0,"0"1"0,0-1 0,0 1 0,-2-1 1714,-3 1 0,-3 1-629,-7 3 1,1 2-306,-1 3 0,1 3-503,-1-3 0,-6 4-245,-3 1 0,1 6 179,-1 4 0,1 8-2,-1 1 1,-2 7-441,6-2 1,-4 4-675,5 1 0,-1 0 492,6 0 0,1 1 288,3-1 0,4 0 332,6 0 0,0-5-29,0 1 1,6-3 249,4 3 0,8-4-32,1-7 0,7-1-38,-2-3 0,2-4 19,-2-6 1,4-1-121,-4-4 0,2-3 185,-2-7 1,4-6-40,-4-3 0,-1-8-137,1-2 1,-1-7-98,1 2 1,2-3-1,-6-2 0,4-1-92,-5-4 0,-1 4-165,-8-4 0,1 6-343,-6 4 0,0-2 58,-5 7 0,0 0-127,0 5 1,-7 0 162,-2 0 0,-4 6-103,-2 4 1,-4 2-11,-1 3 0,-6 1 64,2 3 0,1 4-222,-1 6 0,1 0 212,-1 0 0,-2 6 55,7 4 0,-1 5 220,6 4 0,-1-1 210,1 6 1,1-4-31,3 4 1,3-5 261,7 6 0,0-1 586,0 5 1,2 0-405,3 0 1,-2 2 287,7 3 0,1-1-254,9 5 1,-3-5 365,8 1 1,-6-3-375,5-2 1,-4-7-140,4-2 1,-1-4-540,1-1 1,-1-2-447,-4-4 1,-1-2-1554,6-7 1,-1 1 1027,1 4 0,4-3-3048,-4 3 4168,4-4 0,1-1 0,0 0 0</inkml:trace>
  <inkml:trace contextRef="#ctx0" brushRef="#br0" timeOffset="1417">2289 672 11280,'0'8'1945,"0"5"1,0-10-1813,0 7 0,0-6-215,0 6 1,0-5-196,0 5 1,0-5-1084,0 4-395,0-5 626,7 9 1129,-6-12 0,-1-20 0,-8-14 0</inkml:trace>
  <inkml:trace contextRef="#ctx0" brushRef="#br0" timeOffset="1600">2231 278 7732,'-8'-7'0,"-5"6"3180,3-4-1474,-3-3-1903,-1 0 236,6 0-641,1 1 0,9 7-223,3 0 0,4 7 825,11 2 0,35 43 0,14 11 0</inkml:trace>
  <inkml:trace contextRef="#ctx0" brushRef="#br0" timeOffset="2240">2450 584 7732,'6'8'916,"-4"0"-527,3-3 0,-4-2 1132,-1 7-1037,0-7 0,0 10 518,0-3-604,0 3 1,0 2-48,0-1 0,0 6-92,0-1 1,0 0 102,0-4 1,0 0-77,0-1 1,0 1-79,0-1 1,0 1-21,0-1 1,0-4 19,0 0 1,0-5-146,0 5 35,0-7-50,0 3 60,0-6 0,0-1-124,0-4 146,0-3 0,-1-7-31,-4 0 1,3-1-70,-3-3 1,4 3 86,1-4 0,0-2-237,0-3 1,4 3-52,1-3 1,5 6-54,-5-5 0,5 4 115,-5-4 1,4 6-186,-4-1 138,6 2 0,-2 9 80,5 3 0,-4 4 137,0 1 0,-6 6-113,6 4 0,-5 5 125,5 4 0,-7-3-47,2 4 0,-4 1 368,-1-2 117,7 1 94,-5-6-65,4 1-166,-6-7 1,0-3-211,0-10 1,5-3-191,0-7 0,1 1-284,-1-1 1,3-4 196,7-1 1,-1-4-62,1 4 1,1 1 25,4 4 1,-4 6 26,3-1 0,-3 7 66,-1-2 0,4 5 187,1 5 0,-6 4 102,-4 11 0,-5-2-74,5 6 0,-7 0 60,2 5 0,-4-6-17,-1-3 0,0 1-1640,0-2 728,0 0 1,2-6-1252,3-3-55,-4-3 0,8-7 339,-5 0 1676,5 0 0,18-33 0,4-7 0</inkml:trace>
  <inkml:trace contextRef="#ctx0" brushRef="#br0" timeOffset="2633">3033 672 7722,'0'14'297,"0"1"37,0-1 0,0-4 326,0 0 1,0-5 1992,0 4-649,0-5-1496,0 2 1,6-6-107,4 0 0,3-2-98,1-2 0,3-5 42,2-5 1,-1-1-180,6 1 0,-4-1-177,4 1 0,-6-6 72,1 1 1,-3-2-108,-1 1 0,-5 4-415,-1-3 1,-5-2 246,1 1 0,-4 1-642,-1 4 1,0 0 361,0 1 0,-1 1-199,-4 3 1,-3-1-24,-7 6 1,-4 0-149,-1 5 1,-4 8 467,4 7 1,-1 1 61,2 8 1,3 1 660,-4 4 0,4 5-268,1 0 0,1-2 806,-1-7 1,7 2-472,3-3 0,4 2 2916,1-1-2229,0 2 0,6-11-337,4 4 0,0-9-208,4-1 0,-2-7 8,7 2 1,2-4-737,-2-1 1,7-4 179,-1-1 1,2-5-1866,2 5 0,1-5 934,-1 6 1,0-3 941,0 2 0,7-22 0,1-12 0</inkml:trace>
  <inkml:trace contextRef="#ctx0" brushRef="#br0" timeOffset="3059">3543 570 7704,'0'21'0,"0"-5"0,0 3 0,0 2 517,0-1 1,-5 1 137,0-2 0,0-3 235,5 4 0,0 1-349,0-2 1,0-4 698,0-5-24,0-7-833,0 3 1,0-7-35,0-4 1,0-3-109,0-7 1,0-1-4,0-3 1,0-3-113,0-2 0,5-3-120,0 2 1,5-1 114,-5 2 0,4-2-51,-4 7 1,5-1-77,-5 6 1,5-1 9,-6 1 0,6-1-34,-5 0 1,6 6 101,-1-1 0,-2 7 53,2-2 1,-5 3 124,4 2-120,1 0 1,5 8 28,-1 7 0,-4 1 103,0 8 1,-2-4-163,2 4 1,-2 1 41,-3 4 0,-4-2-547,4-2 1,-3 0 229,-2-5 1,0-1-1166,0-4 778,0-1 0,0-4-895,0 0-383,0-7 480,6 4 0,-3-3 371,7 1 0,-5 0 989,5-5 0,6-13 0,7-3 0</inkml:trace>
  <inkml:trace contextRef="#ctx0" brushRef="#br0" timeOffset="3636">4243 453 5980,'8'0'5421,"-2"0"-4384,-6 0-66,0 0-807,-6 0-67,-2 0 1,-7 0-182,1 0 1,-1 0 115,0 0 0,1 2 17,-1 2 0,1-2-126,-1 3 1,5 1-257,1-1 205,-1 7 1,-3-9 77,3 6 1,2-5 280,3 1-170,4 3 305,-6 0-253,14 6 1,1-1 68,6-3 1,1 3-102,-1-3 0,6-1 109,-1 6 0,2-4-40,-1 9 1,-4-4-41,3-1 1,-2-1-47,-3 1 1,-1-1-201,-3 1-93,3-1 0,-11 1 80,2 0 1,-2-1-256,-2 1 1,-8-6 147,-7 1 0,-1-5 114,-8 5 1,0-7 116,-6 2 1,1-4 136,0-1 1,2 0 117,2 0 1,-2-1-81,2-4 1,4 2-430,2-7 0,4 5 156,6-5 1,-3 6-1246,7-6 1,1 5 291,4-5 1,6 2-654,4-1 1729,3-4 0,40-2 0,10-8 0</inkml:trace>
  <inkml:trace contextRef="#ctx0" brushRef="#br0" timeOffset="3982">4461 584 7682,'8'7'-452,"-1"1"1927,-7 6 1,0-4 954,0 0-1840,0-1 0,0 6-243,0 0 1,0-1-111,0 1 0,-5-1-215,0 1-16,0-1 0,5 1-8,0 0 0,0-6-328,0 1-967,0-7-957,0 4 937,0-1-907,0-4 1651,7-2 0,-6-8 36,4-7 537,-3 1 0,-9-53 0,-1-12 0</inkml:trace>
  <inkml:trace contextRef="#ctx0" brushRef="#br0" timeOffset="4149">4374 220 7682,'-10'0'1408,"0"0"0,6 0-640,-6 0 0,5 0 1482,-5 0-1071,7 0-2803,-10 0-746,11 0-1325,-4 0 3695,6 0 0,32-7 0,9-1 0</inkml:trace>
  <inkml:trace contextRef="#ctx0" brushRef="#br0" timeOffset="4865">4724 540 7681,'5'-9'282,"-1"-1"1,1 5 1165,-5-5-844,0 7 0,-1-8 111,-4 6 0,2 0-299,-7 5 0,5 0-119,-5 0 0,1 0-188,-6 0 1,2 7 62,3 2 0,-3 6-217,4 4 1,-3 4 50,3 6 1,2 0 144,7 0 1,0 1 2,0-1 1,0 5 163,0 0 0,8-5 51,7-5 1,1-6-43,8 1 1,1-9-36,4-5 0,0-3-58,0-2 0,0-8 26,0-7 0,-1-6-142,-4-8 1,2-5-127,-6 0 1,-3-5-64,-7 5 0,-3-7 71,-7 2 0,0 4-311,0 1 1,-12 3 179,-2 2 1,-11 6-558,1 4 1,-3 9 140,-3 5 1,1 4-58,0 1 0,0 6-28,0 4 1,1 4-291,4 6 1,3-2-258,6 6 0,2-5 572,4 6 1,2-8-376,7 3 982,0-4 0,52-14 0,13-4 0</inkml:trace>
  <inkml:trace contextRef="#ctx0" brushRef="#br0" timeOffset="5242">5088 540 7681,'0'15'0,"0"-5"0,0-1 0,0 1 1197,0 5 1,0 1-289,0 3 1,0-2-58,0 2 0,-5 2-353,0-2 0,1 1 45,4-6 0,0 1-137,0 0 0,0-6 198,0 1-295,0-7 1,0 2-72,0-10 0,0-9 117,0-11 1,6-4-158,4-5 1,3-3-160,1-7 0,3 1 84,2-1 0,-1 7-119,6 3 0,0 4-41,6 6 1,-3 5 90,-3 9 1,4 5-39,-4 10 0,-1 16 6,1 13 1,-6 6 167,1 4 1,-7 5-163,-3-1 0,-5-1-106,1-8 0,-4 0-263,-1-10 1,0 2-577,0-12 0,0-4-3214,0-5 2100,0-7 1262,0 3 0,13-38 1,3-8-1</inkml:trace>
  <inkml:trace contextRef="#ctx0" brushRef="#br0" timeOffset="5775">5905 540 7681,'14'0'221,"-4"0"542,0 0-104,-7 0 1,5 0 202,-3 0-152,-4 0-233,6-6-106,-7-2 0,0-7-55,0 1 0,0 4 58,0 0 1,0 0-96,0-4 0,-2 1 114,-3 3 1,2-1-311,-7 6 1,-4-5 24,-6 5 1,-4 1-116,5 4 1,-7 1 83,1 4 1,3 5-524,-3 9 0,6-1 170,-5 6 1,6 2 58,-2 8 1,4-3 256,2 3 0,6 2 324,3-2 1,3-2 27,2-8 0,2 2-125,3-6 0,-1-7 175,11-8 0,-4-4-79,9-1 1,1-8-180,-2-6 1,6-8-28,-6-7 0,5-1-94,-4-4 1,4 3 155,-4-3 1,-1 9-2,-4 6 1,-1 4 20,1 6 1,-1 4 137,1 10 1,-7 4-88,-3 11 1,-2 4 88,2 10 1,-3-3-490,2 3 0,3-10 156,-2-4 1,1-1-1144,-1-4 0,-3 3-829,3-9 639,3-2 1,0-2 63,6-10 1,1-3-1816,-1-7 3038,-5 0 0,10-19 0,-3-4 0</inkml:trace>
  <inkml:trace contextRef="#ctx0" brushRef="#br0" timeOffset="6034">6181 1 14002,'0'16'1566,"0"4"0,2 9-501,3 10 0,1 9-192,4 6 1,3 9 95,-3 5 1,3 2-656,1-2 0,1-4-289,0-5 1,-6-9-1015,1-6 766,-7-7-540,4-21 588,-7-3 0,0-19-1702,0-4 1,0 2-1458,0-2-450,6 0 3784,-4-4 0,4-14 0,-6-3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16:59:45.821"/>
    </inkml:context>
    <inkml:brush xml:id="br0">
      <inkml:brushProperty name="width" value="0.09086" units="cm"/>
      <inkml:brushProperty name="height" value="0.09086" units="cm"/>
      <inkml:brushProperty name="color" value="#FF0000"/>
    </inkml:brush>
  </inkml:definitions>
  <inkml:trace contextRef="#ctx0" brushRef="#br0">25092 2486 7890,'7'-2'-539,"-3"-2"342,-2 3 0,2-10 891,0 3 1,0-3 0,-4-1 0,0-1 79,0 1 0,0 4 0,0 0 0,0-2 126,0-1 0,-4-1 0,0-1-50,1 1 1,-2 0 0,0 0 1384,3-1-1480,-5 1 1,1 8-584,-2 8 1,-1 8 0,5 14 0,1 4-57,1 7 0,4 2 0,2 4 0,4 1-205,3 0 0,7-5 0,2 2 0,5-4-25,4-4 1,2-8-1,6-9 1,1-3 130,3-5 1,-2-4-1,0-10 1,-3-5 163,-3-4 0,-6-11 0,3 0 0,-1-4 385,-1-4 1,7-3 0,-3-5-1,5-6-318,4-4 1,-22 22-1,-1-1 1,19-26 0,-8 7-1180,-7 6 0,-8 13 0,-8 6-78,0 7 1,-6 11-1,-4 7 1,0 7-580,-2 4 1,1 7-1,-4 2 1,4 4-582,0 0 0,-2 1 2169,-6 0 0,-5 4 0,-3 4 0,-2 4 0,-1-1 0</inkml:trace>
  <inkml:trace contextRef="#ctx0" brushRef="#br0" timeOffset="1">25425 2880 16014,'-7'5'872,"3"5"0,1 5-435,-1 5 0,1 10 0,-5 6 0,-2 5-142,-1 3 1,-1 5-1,0 4 1,-2-2-444,-2-5 0,2 1 0,-2-6 0,2-3-638,2-4 0,-1-5 1,2-9-1,2-3-2546,1-3 0,8-9 613,4-5 2719,3-5 0,13-19 0,5-8 0,-2-2 0,0 1 0</inkml:trace>
  <inkml:trace contextRef="#ctx0" brushRef="#br0" timeOffset="2">25929 2990 8904,'0'-8'7332,"0"0"-6872,0 0 1,2-3 0,2 1 0,4 3-234,3 2 0,7-3 0,3 4 0,7 1-771,5 2 1,-2-4 0,3 1 0,2 2-652,-1 0 1,0 4-1,-12 0 1,-3 4-1189,-3 1 0,-9 1 2383,-4 4 0,-33 9 0,-17 3 0,-2 3 0,0 0 0</inkml:trace>
  <inkml:trace contextRef="#ctx0" brushRef="#br0" timeOffset="3">25941 3200 7910,'-6'6'4915,"17"-6"0,4-6-4404,13-7 0,-2 2 0,0 2 0,2 2-1178,0 1 1,1 2 0,-4 4 0,-1 0 666,1 0 0,5 6 0,1 1 0</inkml:trace>
  <inkml:trace contextRef="#ctx0" brushRef="#br0" timeOffset="4">27689 2227 7906,'12'0'187,"1"0"0,-1-1 1305,0-3 0,-5 1-740,-3-5 1,-5 1 0,-6-1 0,-7 4-586,-4 3 1,-3 1-1,-8 0 1,-4 1-173,-2 3 1,-4-1 0,-2 4-1,-4-1 52,-3 1 1,-5-4 0,-2 1-1,1-3-156,-1-1 0,7 0 0,8 0 0,6 0 541,5 0 0,9 0 1985,3 0-1544,9 0 0,8 0 1,8 0-459,3 0 0,2 0 1,-1 0-1,0 0-82,1 0 1,-5 5 0,0 0 0,2 2-157,1 2 1,-3 6 0,-1 2 0,-1-1-88,1 2 1,0 1 0,3 6 0,-2-1-288,1 1 0,1 1 1,0 1-1,-2 3-29,1 2 0,1-3 0,0 2 1,-4 0-65,0 1 0,-2 1 0,-4 4 0,0 0 61,0 0 1,0-5 0,0 3 0,-1 1 83,-4 4 1,3-3 0,-5-6-1,1 1-14,4-1 0,-4 1 0,2 1 0,1-5 5,2-2 0,1 0 0,0 3 0,0 2 40,0 1 0,0 2 0,0-4 0,0 2 121,0 2 1,0 0 0,0 0 0,-1-2 78,-3-2 1,2-2 0,-2-3 0,3 0-30,1-1 1,0-3 0,0-2 0,0 0-94,0 0 0,0 0 0,0 3 0,1-1 12,3 1 1,-2 1 0,2 3 0,-3 1 70,-1 2 1,0 4 0,0-3 0,-1 0 46,-3 0 1,1 3 0,-4-5-1,2 0-83,2-2 1,0-2-1,0 1 1,-1-2-4,1-2 0,2 2 0,1-4 0,0 2-14,0-1 0,-1 1 0,-2 3 1,-1 1-23,1 0 0,2-1 0,-1 2 0,0 1-26,-2 2 0,-1 0 0,4-4 0,-2-2 16,-1-3 0,0 4 0,4-4 0,0 2 42,0-2 1,-4 0-1,0-5 1,1 2-8,2 3 0,0-5 0,-2 2 0,-1 0-32,1-1 1,-3 6 0,2-1-1,2 2-156,0 1 1,-2-3 0,0 1 0,1 2-84,2 4 1,1 0 0,0-4 0,0-2 111,0-2 0,0-1 1,0 2-1,0-5 196,0-2 0,0 0 0,-1 1 0,-2 1 130,-1-1 1,-2-5 0,4-2 75,-3 1 0,0 1 0,2-1-164,-1 0 1,0-1-103,4 4 1,1-4-1,4-1 1,3 0 168,3 0 0,6-4 0,5 1 1,6-3 558,4-1 0,15-5 1,8-5-1,5-4-264,1-2 0,1 0 0,-13 3 1,-5 2-1451,-4 3 0,-10 3 0,-6 5-1180,-6 0 2192,-10 5 0,-46-20 0,-17 0 0</inkml:trace>
  <inkml:trace contextRef="#ctx0" brushRef="#br0" timeOffset="5">27972 2646 7837,'-7'7'637,"-4"4"1,6-9-173,-3 7 1,2-5 63,6 4 0,0-4 1,0 4 304,0 2 0,1-3-107,4 1 0,-3-4 694,6 4-846,1-5 0,3 6 0,0-5 936,1-1-1097,-1-1 1,0-4 0,-1-2 0,-1-4 0,-2-4 564,2-5-941,0 4 1,3-11 0,-2 4 0,-2-3 0,-1-2-103,2 0 0,1-3 0,0-1 0,-3 3 158,-4 4 1,2 0 72,-2 6-248,0-1 0,0 12-97,0 5 1,2 11 0,-4 11-1,5 5 73,4 6 0,0 4-28,10 4 1,-1 3 0,5 5-1,-1 0-293,1 0 0,-6 0 312,-3 1 0,-7-2 425,-5-3-211,-14-3 1,-10-11-1,-17-3 1,-7-5-1,-4-4 474,-1-1-250,0-7 0,-5-6 0,0-5 1,-1-1-1,0-3-316,3-4 1,13 1-1,6 0 1,8 0-3208,9 0 1800,-1 5 1,19-4 0,2 6 0,11 0-1420,7 0 0,9-1 2818,6-3 0,1-4 0,5-2 0,5-3 0,1 0 0</inkml:trace>
  <inkml:trace contextRef="#ctx0" brushRef="#br0" timeOffset="6">28526 2990 8318,'7'0'2796,"-1"0"-1178,-1 0 1,-4 6-709,3 2 0,-3 4 938,-1 5-1809,0-4 1,0 11-1,0-4 1,0 2-1,0 0-1147,0-2 486,0 1 1,0-2-1,0-2 622,0-4 0,-5-11 0,-2-4 0</inkml:trace>
  <inkml:trace contextRef="#ctx0" brushRef="#br0" timeOffset="7">27984 3803 7837,'0'-13'0,"0"5"201,0 0 1,0 0 711,0-5-232,-5 7 0,3-5 0,-3 4 720,0 0-1072,3 1 0,-3 8 1,5 2 18,0 4 1,0 4 0,0 5 0,1 3 114,3 4 0,3-4-100,5 1 1,1-2 0,-1 3-1,0-3 118,1-1 1,-1-3-381,0-7 0,0 1 0,1-5 0,-1-1 6,0-1 1,-3-8-70,-1-2 1,-4-8 0,3-5 0,-2-2-264,-2-2 0,-2 1-270,-1-1 1,0 4-185,0 1 556,0-1 1,0 2 0,0 3 0,0 2 0,0 2-47,0 0 257,0 5 0,0 3 1,0 8 20,0 4 0,4 8 0,2 5 0,2 2 142,6 2 1,-2 5 167,4 3 0,4 2 80,0 2-286,-2 5 1,0-3 0,-7 2 0,-3-3 0,-4-1 1475,-3 0-1506,-6-6 1,-9-2 0,-10-8 0,-8-4-1,-3-2 477,-2-2-768,-6-4 1,5-9 0,-3-1 0,3-3 0,2-4-586,3-3 1,3 0 0,7 1-3936,2 2 3128,9 5 1,13-2 0,12 5 1499,6 0 0,37-6 0,10-1 0</inkml:trace>
  <inkml:trace contextRef="#ctx0" brushRef="#br0" timeOffset="8">28489 4123 6146,'-7'0'5056,"2"0"-4256,5-6 1,0 3-388,0-5 1,5 4 0,3-3 0,3 0-10,1 1 0,5-1-404,-1-1 1,1 1-545,-5 3 365,0 2 0,-1-2 0,-1 8 0,-3 6 0,-2 3 0,-4 5-766,-3 1 0,-5 2 551,-5 3 0,-1 5 0,0 0 0,-2 0 85,-2 1 1,5-4 546,4 2 1,5-3 0,-1-4-1,4-5 577,4-2 1,4-3-252,9-3 0,2-3 1,5-5-1,1 0-475,0 0 1,-5-1-872,1-3 0,-6 1 321,1-5 461,-8 5 0,-24 3 0,-12 7 0</inkml:trace>
  <inkml:trace contextRef="#ctx0" brushRef="#br0" timeOffset="9">27910 4836 7833,'0'-12'0,"0"0"725,0-1 1,0 1 0,-1 1 1212,-3 3 0,1 3-1455,-5 5 1,4 1 0,-3 3 0,2 6 163,2 5 0,2 4-527,1 5 0,1 1 0,3 1 1,6 1 110,5 2 1,0-4-65,5-5 0,1-6 1,3-2-1,1-6 342,0-5 1,-5-4-249,1-5 0,-6-6 265,1-10-372,-2-6 1,-6-2-1,-1-5 1,-2 0-1,-2 0 26,-2 1 1,-1 5 0,0 5-1,-1 7 182,-3 6-541,2-2 1,-3 15-1,5 1 1,0 10-384,0 8 1,1 6 352,3 3 1,3 0-84,6 5 143,-1 5 1,0 1-1,1 5 1,-3 0 0,-1 0 63,-5 2 158,-3 2 1,-8-4 0,-5-3 0,-9-4 0,-6-4 226,-6-5 1,-4-4 0,-2-8-1,-4-8-344,0-5 0,-3-4-63,-3-4 0,5-6 0,6-5 0,7 2-926,6 5 26,14-2 1,3 5 0,18-2-1394,10 4 0,10 3-817,11 1 3217,3 5 0,-2-4 0,3 0 0,4 1 0,0 1 0</inkml:trace>
  <inkml:trace contextRef="#ctx0" brushRef="#br0" timeOffset="10">28526 5206 7293,'-7'-6'-1147,"-4"5"1841,3-3 1,1-2 0,0 1 0,0-1 4570,0 1-4424,5-5 1,-4 7 1096,6-5-1364,0 0 1,2 0 0,2 1 0,4 0 983,3 0-1573,7 5 1,1-4-1,5 5 1,0-2-1,-2-1-13,-2 1 1,-1 2 0,3 1 0,-3 0 55,-1 0 1,-6 0-334,-4 0 1,-5 5 0,0 3-1,-6 5-68,-5 3 0,-3 3 305,-1 6 1,1 0 0,1-2 0,3-1-69,2-2 0,-3-5 88,4 2 1,1-4-1,7 0 1,6-2 712,5-3 1,-2-3 358,4-5-555,-4 6-283,-6 1 1,-3 6-1,-11 4 1,-9 4 0,-11 7-1591,-7 5 679,-9 2 1,-1-2 0,-3-3 0,1-4 0,5-8-2344,3-7 1,7-10-1,5-15 3068,8-14 0,19-27 0,9-12 0,-1 16 0,0 1 0,0-1 0</inkml:trace>
  <inkml:trace contextRef="#ctx0" brushRef="#br0" timeOffset="11">29043 2400 6518,'-13'0'1708,"5"-2"-825,0-2 0,4 2 591,-4-7-789,5 1 87,-8-4 1,10-1 0,-4 1-1,4 0 55,1 0 0,1 1 0,4 1 0,4 3-78,6 2 0,0-1-487,6 2 1,1 3 102,6-3-354,-2-3 0,8 6 0,-3-4 0,-1 4 0,0 1 298,-3 0-185,-1 0 1,-3 0 0,-1-1-1,-3-2 362,-1-1 1,-1 0 235,-5 4-269,-5 0 0,-3 0-161,-8 0 0,1 0-276,-5 0 0,0 0 0,-5 1-17,1 3 0,4-1-218,-1 5 0,5-4 1,-2 4-77,0 2 1,-2 1 201,4 1 0,0 5 0,4-1 0,0 0 73,0 2 0,0 1 101,0 6 1,0 0 0,0 1 0,0 2 59,0 5 0,-4 3-67,-1 1 0,1 4-4,4 0-13,0 0 1,0-4-1,0 1 1,0 3-1,0 3 113,0-1-169,0 5 1,0-8 0,0 4-1,0-1 1,0-2-29,0-2 0,0 0 0,0-7 0,0 1-6,0-1 1,0 0 13,0 1 1,0 1-198,0-5 187,6 5 0,-5-7 1,5 6-1,-2 0 0,1-2-96,2-2 131,-4-3 0,4 3 0,-5-1 0,2 0 0,-1-2-32,-1-2 1,-2 5 0,0 1 0,0 0 1,0 0 0,0 0-71,0-1 0,0-3 0,0 4 0,0-1-79,0 0 1,0-2 72,0-7 0,0 4 1,0-4-1,0 3-30,0 2 0,0-2 226,0-2 0,0 2 154,0-2-191,0 2 0,0-4 0,0-1 0,0-2 0,0 1 35,0-2 0,0 2 1,0 1-1,0 0-54,0 0 1,0 4-72,0-2 1,0-1 0,0 0-1,0 0 50,0 1 0,0-1 183,0 1 0,0 2-54,0-5-87,0-1 0,0 0 0,0 1 0,0-1 0,0 1-195,0-1 68,0 6 1,0-8 0,0 3 0,0 0 0,0 1-184,0 1 0,0-3 1,0 3-1,0 0 42,0 1 0,1-1 58,3 1 1,-3 3 139,4-2 7,-4-3 0,-1 5 0,0-4 1,0 2-1,0-2-153,0-1 135,0 3 0,0-6 0,0 5 0,0-3 1,0-2-54,0-1 1,0 0 35,0 2 1,0-1 10,0 6 0,0-6 1,0 1-1,0-2 111,0-2 1,0 0-177,0 1 0,0-1 0,0 0 0,0 1-194,0-1 1,0 0-82,0 1 0,0-5 0,0 0-317,0 2 994,0 0 1,0-1-119,0-1 0,0-4-53,0 4 0,0-4 1,0 5 153,0 0 0,0 2-306,0 1 1,0 1-1,-1-1-857,-4 0 682,4 1 1,-4-5 124,5 0-50,0 0 101,0-1 31,0-2-86,0-5 1233,0 0-803,0-5-311,0 4 1,0-6 8,0 3-88,0 2 0,-6-3 1,-2 5-1,-4 0-457,-5 0 195,4 5 1,-7-2 0,5 4-1,-1-2 1,1-1-1217,1 2-6,2-5 1,0 5 0,-1-6 1510,1 0 0,11-22 0,2-5 0</inkml:trace>
  <inkml:trace contextRef="#ctx0" brushRef="#br0" timeOffset="12">12749 3827 7852,'4'-12'-662,"0"0"0,5-5 840,-5 1 1,4-5-1,-3 4 1,2-3 806,3-2 0,-3-1 0,-1 0 0,0 1 343,-3 2 0,-2 5 1,-1-2-800,0 3 1,-5 6-1,-4 1 1,-3 2 61,-4 2 0,2 2 0,-4 2 1,2 5-408,-1 6 0,-4 7 0,-1 11 0,-7 7-189,-8 7 0,16-15 0,-2 2 0,-3 3 0,-2 2 0,-3 4 0,0 0 19,-3 5 0,0-1 0,-1 2 0,0 0 0,1 1 1,2 0-1,3-2 0,2-1-66,2-2 1,2 0-1,5-8 1,1 0-1,-9 23 1,7-7-220,5-9 1,0-7 0,10-14-1,2-3-860,0-4 0,-2 4 0,-1-2 0,-1-3-772,1-2 0,1-6 1903,4 4 0,0-27 0,0-3 0</inkml:trace>
  <inkml:trace contextRef="#ctx0" brushRef="#br0" timeOffset="13">11863 4135 7866,'8'-4'3,"-1"-2"-739,-1-1 0,-1 1 1664,-1-3 0,-2 5 0,2 8-142,-3 5 1,-1 8 0,0 8-1,0 8-272,0 6 0,-1 7 0,-2 8 0,-1 6-431,1 5 1,1-30 0,-1-1-1,-3 33 1,1-1-14,-1-3 0,-2-6 0,3-11 0,-1-5-84,1-3 1,-4-3-1,5-2 1,2-5-104,0-7 0,2 1 0,0-5 215,0-2 1,6-3 0,2-4 351,3-4 0,7-4 1,2-5-1,5-9 102,3-9 1,8-8 0,8-12 0,2-5-324,-21 22 0,1 0 0,-1 0 1,0 0-1,22-19 0,-3 6-524,-2 4 1,-2 7 0,-9 9-1,-6 6-843,-7 8 0,-10 5 0,-3 4 0,-1 5-184,0 7 0,1-3 0,-5 4 0,0-4-156,0 0 1,0-5 1477,0 0 0,-11-5 0,-3 2 0</inkml:trace>
  <inkml:trace contextRef="#ctx0" brushRef="#br0" timeOffset="14">13241 7458 11973,'18'-7'492,"8"-4"0,11 3 0,8-3-218,7-2 0,8 1 0,6 0 0,-3-1-72,-4 1 0,-6 1 0,-8 3 1,-5 4 14,-6 2 1,-4 2 0,-4 0 0,1 0-29,2 0 0,5 0 0,1 0 1,4 0 25,6 0 1,7 0 0,2 0 0,-2 0 62,-2 0 1,3-5 0,4-2 0,1 0-104,5 3 0,0 3 0,-5 1 0,-5 0-151,-3 0 1,-6 0 0,-4 0 0,-5 0-164,-2 0 1,-4 1-1,5 2 1,4 1-32,6-1 0,4-2 1,1-2-1,-1-2 207,-3-1 0,2-1 0,-6 2 0,0-3 71,1-1 1,-2 5 0,5-2-1,1 2-22,2 2 1,6-4-1,-2 0 1,-3 1-42,-3 2 1,-3 1 0,-1 0 0,-6 0-154,-5 0 0,5 0 0,1 0 1,6 0-68,5 0 0,3 0 0,1 0 0,1 0 44,-1 0 0,-3 0 0,-2 0 0,-4 0 80,0 0 0,2 0 1,-1 0-1,2 0 43,5 0 0,1 0 0,-3 0 1,-1 0 301,-3 0 0,0 0 0,-7 0 0,-2 0-20,-1 0 0,1-6 0,2-2 1,3-1-193,4 1 1,-1-2 0,0 6 0,-2 1-146,-2 2 1,-3-3 0,-3 0 0,-2 1-49,-2 1 0,4 2 0,-1 0 0,2 0 99,2 0 1,1 0-1,2 0 1,2 0 63,2 0 1,-4 0 0,1 0-1,-4 0 53,-4 0 0,-5 0 1,-6 2-1,-1 1-84,1 1 0,-1 0 0,1-4 0,0 0 11,4 0 1,0 0 0,7-2-1,1 0-40,2-2 1,1-2-1,1 3 1,2-2-42,1-2 0,-6 3 0,-5-3 1,-1 2-99,0 2 1,1-3 0,-3 2 0,2 0-41,-2-1 1,-1 3 0,0-3-1,1 1 56,2 0 1,-4-2 0,-6 3 0,-1-2 51,-3-2 1,3 4 156,-2-1 1,-4-1 0,-4 1-17,2 1 1,-3 2 21,1 1 1,0 0-51,5 0 0,-5 0-66,0 0 1,-7 0 41,-1 0 1,-7 0 0,-8 0 0,-4 0 97,-4 0 0,0 0 0,-10 0 0,-3 1 54,-3 3 1,1-2 0,-4 2 0,4-3-119,1-1 0,-4 0 0,-1 0 0,-3 0-48,-6 0 1,-5 0-1,-11-1 1,31-1-1,0 1-39,-2-1 1,-1 0 0,-2-2-1,0 0 1,1 1 0,1 1 0,-1 1-1,-1 0-15,0 0 1,-1 0 0,-2-1 0,0 0 0,1 0 0,1 0 0,4 1 0,0-1-1,-31 1 0,13 1 0,6 0 0,5-1-71,2-3 1,-3 2-1,1-2 1,-5 3 26,-3 1 1,-2 0 0,-1 0 0,6 0-78,3 0 0,1 0 0,-8 0 0,-2 0 81,0 0 0,-3 1 1,6 2-1,3 1 111,3-1 1,5 2 0,6 1 0,3-1-22,5 1 0,0 2 1,0-4-1,-5 0 10,-3 1 1,-1-2-1,0 4 1,0 0-127,1 0 1,-6-3-1,1 3 1,3-2 85,4-2 0,0 2 0,4 1 1,0-1 13,0 1 0,-3-1 0,3-2 0,-2 1-14,-2-1 1,-6-2 0,-1-1 0,2 0-126,0 0 1,3 0 0,-1 0 0,0 0 108,0 0 1,5 0 0,2 0 0,0 0 106,-3 0 0,-6 0 0,-2 0 0,0 0 25,-2 0 0,4 4 0,-5 0 0,1-1-8,4-2 0,2-1 0,4 0 0,4 0-26,3 0 1,2-1 0,-1-2 0,1-1 47,-1 1 1,-1 1-1,-3-1 1,-4-2-145,-2-2 1,-2 3-1,0-3 1,0 1 11,0 4 0,-4 0 0,2 2 0,2 0-14,2 0 0,3 2 1,-5 0-1,0 4-57,0 1 0,0-1 0,-1 4 0,-2-2-57,-1 2 1,-6-3 0,4-1 0,-1 0 37,3-3 1,4 2 0,3-1 0,1-1 164,-1-2 1,0-1-1,-2 0 1,1 0 55,-4 0 0,0 0 0,2 0 1,1 0-101,3 0 1,7 0 0,7 0 0,3 2-34,5 2 63,4-3 1,12 5 0,4-6 257,2 0 1,1 0 0,0 0-1,2-2 69,2-2 0,-1 3 1,6-5-1,2 2-145,4 0 0,1 0 1,3 4-1,1 0-273,-1 0 1,2 0 0,5 0-1,2 0-170,1 0 1,7 0 0,1 0-1,10 0 161,9 0 0,-29 2 1,1 0-1,5 1 0,1 0 1,-2-1-1,1 1 141,-2 0 0,1 0 0,1-1 0,0 0 0,1-2 1,0 0-1,-1 0 0,0 0 62,-1 0 0,0 0 0,-5-1 0,-2 0 0,25-1 0,-9-4 14,-6-1 0,-5 5 0,-6-3 0,-2 3-91,-1-2 0,-1 2 0,7-2 0,0 3-135,2 1 1,-1 1 0,-6 2 0,-1 1 80,1-1 0,3 2 0,3-1 1,2-1 171,2-2 0,7-1 0,7 0 0,4 0-34,-1 0 0,-2-5 0,-11-2 1,-4-1-54,-7 0 0,-2 4 0,-7-3 1,-5 1-108,-5 3 0,-1 2 0,1 1 0,0 0 31,0 0 1,4 0 0,-1 0 0,5 0 74,3 0 0,8 0 1,-3 0-1,0 0 180,2 0 1,1-4 0,3-1 0,1-1-46,-2 1 1,0 1 0,-3 4 0,1 0-117,0 0 1,4 0-1,0 0 1,-1 0-310,-2 0 0,-2 0 0,-2 0 0,-3 0 55,0 0 0,-3 0 0,-3 0 0,-1 0 17,1 0 1,0 0 0,1 0 0,1 0 188,2 0 1,5-2 0,-1-1 0,2-1 81,2 2 0,0-1 0,0 0 1,-1-1-179,-4 1 1,3 2-1,-5 1 1,0-1 130,0-4 0,3 4 0,-3-3 0,0 1 18,0-1 0,3 3 1,-3-3-1,0 1-25,0-1 0,3 2 0,-3-3 0,0 1-41,0 0 0,-1-2 0,-5 4 0,0-3-87,-4 3 0,2-1 1,-4 0-1,1-1-135,3 1 0,0 2 0,0 1 0,-2 0-7,2 0 1,1 0-1,2 0 1,-1 1 47,1 4 0,4-4 0,-1 3 0,0-3 67,-2-1 1,2 0-1,0 0 1,-4 0 124,-2 0 1,3 0-1,4 2 1,-2 0-108,-1 3 0,-1-1 0,-1-4 0,1 0-114,-1 0 0,1 4 1,0 0-1,-1-1 58,1-2 1,-5-1 0,0 0 0,-3 0 71,-2 0 1,-1 0 282,-2 0 1,-5-1-1066,-3-3 0,-2 1-3103,-2-5 1014,0 5 2916,5-3 0,7-10 0,8-5 0</inkml:trace>
  <inkml:trace contextRef="#ctx0" brushRef="#br0" timeOffset="15">13660 11752 7900,'-12'-1'-271,"-1"-3"1,5 3-949,0-4 1452,0 4 0,-5-3 1,1 0 415,0 1 1,4 0-340,-1-1 0,5 3 472,-4-3-352,5 3 1,-4 1 0,3-2 1134,-4-2-883,3 3 247,-1-5 917,1 6-1049,3 0 766,-3 0 1121,5 0-432,0 0-1454,0 6-435,0-5-24,0 5-128,0-6 1,1 0 0,3 0-49,5 0 1,3 0 0,4 0-1,5 0-68,2 0 1,6 0 17,-1 0 0,5 0-141,-4 0 36,5 0 0,-2 0 0,3 0 0,-2 0 1,-4-2 61,-3-2 1,-2 3-1,0-5 1,-4 2 34,-4 0-954,-2 0-707,-2 4 569,-5 0 0,-5 5-1350,-6 4 854,-6-4 0,9 6-2787,-3-3 2292,2-2 1978,8-1 0,22-32 0,12-7 0</inkml:trace>
  <inkml:trace contextRef="#ctx0" brushRef="#br0" timeOffset="16">14251 11777 7941,'-2'7'1737,"-2"-3"-909,3-3-142,-5-1-2,6 0 2643,0 0-1873,0-5-8,0 4-48,0-5-838,0 6 1,2-4-48,2 0 1,-2 0-276,7 4 1,-1-4-1,4 0 1,2-1 65,2 0 1,3 2-133,6-5 1,5 1 53,3-1-107,8-3 0,-1 6 0,3-5 0,-2 3 0,-4 2 239,-3 2-320,-6 2 0,-2 1 0,-7 0 0,-1 0 73,-3 0 0,-6 0-221,0 0-1072,-7 0-90,4 0 234,-6 0-1420,0 0 0,-11-6 1,-3-1-1</inkml:trace>
  <inkml:trace contextRef="#ctx0" brushRef="#br0" timeOffset="17">21130 4984 7946,'0'-12'1199,"0"-1"-748,-6 1 1,-1 1-105,-5 3 1,-3 2 0,-7 6 0,-11 2 114,-9 2 0,-18 4-316,26 0 0,-2 1 1,-4 2-1,-2 2 0,-5 3 1,0 1-1,-2 1 1,-1 1-220,-2 1 1,0 1-1,0-2 1,0 2 393,5 1 0,0 1 1,4-4-1,1 1-151,4 0 1,2 1-1,5 0 1,2-1 0,-17 19-1,9-5-186,5-3 0,-2-2-12,1-4 1,-1-2-1556,1-3 870,3 4 1,10-11 0,1 5 0,1-1 0,4-1 712,5-1 0,-1-4 0,6 1 0,0 3 0</inkml:trace>
  <inkml:trace contextRef="#ctx0" brushRef="#br0" timeOffset="18">19850 5267 8031,'0'-12'0,"0"-1"0,0 1 1358,0 0-282,0 0-321,0 5-564,-11 7 0,1 13 1,-11 12-1,-5 8 0,-6 6 752,-3 7-873,-2 12 0,17-27 0,1 1 0,-1 5 0,1 1 0,-2 1 0,1-1 0,0 1 0,0 0 82,0 0 0,2-1 0,2-4 0,2-1 0,-10 24 0,12-12 306,11-9 0,17-16-21,13-8 0,10-7 1,7-1-183,1-8 0,10-5 0,4-7 1,-27 7-1,0-1 0,2 0 1,0-1 316,-1 1 1,-1 0-1036,28-5 1,-14-3-1,-13 7 1,-9 3 462,-8 4 0,-43-14 0,-10-3 0</inkml:trace>
  <inkml:trace contextRef="#ctx0" brushRef="#br0" timeOffset="19">16158 11814 7596,'7'0'841,"-2"0"1,-6 0-179,-3 0-503,3 0 1,-5-1 118,6-4 0,1 4 15,4-3 1,-3 1-1,6 1-20,2-3 0,-3 1 0,1 4 0,2 0 80,1 0 1,2 0 0,2 0-1,3 0-75,1 0 0,-2 0 0,3 0 0,2 0-80,1 0 0,2 0 1,1 0-1,1 0-92,2 0 0,4 0 0,-3 0 0,0 0-104,0 0 0,-1 0 1,-3 0-1,1 0-24,2 0 1,-1 4-1,-4 1 1,-2-1 32,-2 1 0,-1-4 1,3 5-1,-3-2 88,-1 0 0,0 0 0,-2-2 0,3 0 5,0 2 1,5 1 0,-4-5 0,3 0-4,2 0 0,4 0 0,1 0 1,1 0-7,4 0 1,0 0 0,2 0 0,0 0-74,0 0 0,-6 0 0,-2 0 0,-4 0-91,-5 0 0,2 1 0,-4 2 0,0 1 21,-1-1 0,1-2 1,-1-1-1,2 0 22,0 0 0,8 1 1,-1 2-1,4 1 26,4-1 0,6-2 1,2-1-1,1 0 48,-1 0 0,-1 0 0,-2 0 0,-1 0-12,-1 0 0,-3 0 0,-9 0 0,-1 0-3,1 0 0,-1 0 0,0 0 0,-3 0-8,0 0 0,-1 0 1,6 0-1,2 0-9,1 0 1,1 0 0,-2 0 0,5 0-15,3 0 1,-1-4 0,-1 0 0,-1 1-56,1 2 1,-2-3-1,1 0 1,1 1 87,1 2 1,2-4 0,0 1-1,0 2 30,0 0 0,0 2 0,-1-1 1,-4-2 21,-3-1 0,-3 0 0,-1 3 0,-2-2-12,-3-1 0,2 0 0,-4 4 0,0 0-55,0 0 1,4 0 0,-1 0 0,5 0-127,3 0 0,5 0 1,-1 0-1,3 0 100,1 0 0,-1 0 1,0 0-1,-2 0 29,-1 0 1,-6 0-1,2 0 1,-3 0 14,-1 0 1,-5-2 0,2 0 0,3-3-51,2 3 0,2 0 0,-3 2 0,1 0 3,2 0 1,8 0 0,-3-1 0,-1-2 90,-2-1 0,2 0 0,-4 4 0,-2 0 35,-1 0 1,-1 0 0,-2 0 0,-1 0-66,-2 0 0,1-4 0,3 0 0,1 1-82,0 2 0,-1 1 0,2-2 0,2 0-12,0-2 0,5-1 1,-4 5-1,-2 0 103,-1 0 0,-3-4 1,-1 0-1,-3 1 0,-1 2 1,-1 1-1,-4 0 1,2 0 13,2 0 0,-1 0 0,-4 0 0,2 0-71,3 0 0,0 0 0,5-1 0,-1-2-20,1-1 0,-3 0 0,1 4 1,2 0 38,1 0 1,2 0 0,0 0 0,-2 0-19,-3 0 1,8 0-1,-4 0 1,1 0-86,-3 0 1,1 0 0,-2 0-1,2 0-2,1 0 0,0 0 0,-3 0 1,-1 0 176,-3 0 0,4 0 1,-3 0-1,-1 0 22,1 0 1,3 0-1,-3 0 1,1 0-61,3 0 0,1 0 1,1 0-1,1 0-1,0 0 1,-1 0 0,-1 0 0,-1 0-2,-1 0 0,-2 0 1,3 0-1,-2 0-16,2 0 1,-4-2-1,0 0 1,-2-2 5,1 1 1,-1 2 0,-4 1 0,2 0-56,2 0 1,-2 0-1,3 0 1,-2 0 30,1 0 1,-2 0-1,3 0 1,0 0 79,-1 0 0,6 0 0,-3 0 0,2 0-17,-1 0 0,-1-5 1,3 1-1,-1 2-39,1 0 1,1 2-1,0 0 1,-1 0-23,-1 0 1,-5-4 0,3 0 0,-1 1-107,-3 2 1,-1 1-1,-2 0 1,0 0 45,1 0 1,-5 0-1,0 0 48,2 0 1,0 0-1,3 0 1,-1 0 25,0 0 1,2 0-1,1 0 1,1 0 54,0 0 1,-3 0-1,0 0 1,-1 0 382,0 0 0,0 0 0,1 0 230,-1 0-1557,-5-6 1,-2 4-1090,-5-7 0,-1 7 0,-4-2 1940,-8 2 0,-37-25 0,17 10 0,0 0 0</inkml:trace>
  <inkml:trace contextRef="#ctx0" brushRef="#br0" timeOffset="20">22385 10534 7935,'5'-12'2652,"-3"5"0,2 3-2346,-8 8 1,-8 4 0,-10 10-1,-7 7 0,-8 6 0,-8 11 0,16-17 0,-1 0 1,-4 3-1,-2 1-66,-3 3 1,-1 0 0,-3 2 0,0-1-1,2 1 1,1 1 0,6-4 0,1-1-372,5-2 1,3-1 0,-12 14 0,12-6 0,9-4-634,6-8 0,5-3 0,5-5 1,0 2-951,0-2 1,0-2 154,0 0 1,1-6 1558,3-3 0,14-52 0,8-14 0</inkml:trace>
  <inkml:trace contextRef="#ctx0" brushRef="#br0" timeOffset="21">21856 10473 7935,'-6'-20'449,"0"-1"1,-8 6 0,-1 4 597,-2 5 1,2 12-1,6 7 1,2 12 255,1 10 1,2 13-1,6 11 1,2 5-1090,-1-29 1,2 0-1,3 2 1,2 0 0,2 1-1,3 0 1,4 2-1,2 0-1305,3 1 0,4-2 0,2 0 0,3-1 1021,-2 0 1,3 2 0,-3-5-1,3 1 1,0 1 0,0 1 0,0 1-1,0-1 1</inkml:trace>
  <inkml:trace contextRef="#ctx0" brushRef="#br0" timeOffset="22">16909 9931 7885,'0'-16'190,"0"-2"0,0 0 953,0 0 0,0 2 1,0 4 1708,0-1-2272,0 1 0,0 7-564,0 5 0,-2 11 0,-2 10 0,-5 5 398,-6 3-513,-5 5 0,-1 2 1,-3 6-200,-2 2 1,-1-4 0,2 1 0,1-3-240,-1-1 1,6-4 0,3-2 0,3-2-973,5-6 1,-1-4 1508,4-6 0,-4-23 0,2-5 0</inkml:trace>
  <inkml:trace contextRef="#ctx0" brushRef="#br0" timeOffset="23">16478 10128 7986,'-12'0'0,"-1"-1"637,1-3 1,1 4-1,3 0-22,4 6 0,2 7 0,2 3 1,0 3-420,0 0 1,0 6 0,2-2-1,1 5-67,1-1 1,4-7 0,-3-3-1,2-3 96,3-2 0,6-5 0,5-3 1,3-6 51,5-6 1,4-1 0,8-12 0,3-1-471,-1-1 1,0 4 0,-6 2 0,-2 4 192,-2 0 0,-3 1 0,-5 0 0</inkml:trace>
  <inkml:trace contextRef="#ctx0" brushRef="#br0" timeOffset="24">17918 9906 7975,'0'-12'0,"4"0"1045,0 0 0,-5 5 0,-6 4 1,-1 4-330,-1 3 1,-3 10 0,-4 0 0,-1 5-568,0 7 0,-3 0 0,-4 7 0,-1 1-28,1 1 1,-1 6 0,0 2 0,1-1-47,-1 1 0,6-2 1,3-6-1,3-2-625,5-4 1,-2-5-1,6-3 1,2-5-814,0-2 1,2-2 1362,0 1 0,0-7 0,0 0 0</inkml:trace>
  <inkml:trace contextRef="#ctx0" brushRef="#br0" timeOffset="25">17549 10251 7975,'0'-8'181,"0"0"0,1-1 603,3 3 1,-3-1 0,4 3 249,-4-5 0,-1 5-665,0 4 1,0 7 0,0 11-1,0 7-200,0 6 1,-4 6 0,-2 4 0,1 4-105,-1 3 0,2-4 1,4-5-1,0-4-15,0-7 0,7-4 0,5-8 0,8-8 270,3-5 1,7-11 0,4-7 0,3-10-121,0-5 1,3 3 0,-9-2 0,1 4-201,-4 5 0,-13-36 0,-4-4 0</inkml:trace>
  <inkml:trace contextRef="#ctx0" brushRef="#br0" timeOffset="26">19235 9931 7910,'-2'-19'745,"-2"4"-80,-4 5 1,-3 5-1,-1 8 1,-1 5-217,1 8 0,-4 7 0,-1 6 1,1 5-394,-2 6 0,0 0 0,-4 5 1,2 1-57,-2 2 1,-1 4 0,-2-3 0,2-6-102,2-8 1,4-5-1,4-5 1,2-2-521,3-2 0,-1-8 1,5-4 620,1 0 0,7 8 0,3 2 0</inkml:trace>
  <inkml:trace contextRef="#ctx0" brushRef="#br0" timeOffset="27">18804 10337 7933,'-6'-12'0,"5"0"0,-4 1 954,-1 2 0,5 5 0,-2 10-132,6 6 1,-1 6-1,7 7 1,0 0-617,2 4 1,1 1 0,1 3 0,-2-4-110,-3-3 0,7-2 0,-3 0 0,2-4 17,0-3 0,-1-5 0,2-4 0,2-4 93,-2-2 0,3-9 0,-1-6 1,1-6-322,0-4 1,4 3 0,-3-1 0,1 0-723,1 2 1,-1-3 835,5 6 0,7-20 0,4-10 0,4-1 0,0 0 0</inkml:trace>
  <inkml:trace contextRef="#ctx0" brushRef="#br0" timeOffset="28">21277 9906 7879,'0'-12'639,"0"0"158,0 0 0,-5 5 1,-3 3-233,-3 2 1,-1 8 0,1 3 0,1 6-261,2 6 1,0 3-1,-5 5 1,1 4-7,0 3 0,-2 0 0,-1 1 1,-1 2-146,1 2 0,-3 2 0,1 5 0,1-3-524,-2-4 1,4-2 0,-2-2 0,2-2-1289,2-2 0,4-7 1,1-7 1657,2-1 0,-5-18 0,3-8 0</inkml:trace>
  <inkml:trace contextRef="#ctx0" brushRef="#br0" timeOffset="29">20908 10313 7879,'-1'-11'2409,"-3"2"1,2 9-1906,-2 9 0,4 7 0,3 5 0,3 2-224,0 1 0,-2 2 0,5 0 0,0 0-271,2-2 1,1-4 0,2 1 0,1-6 91,2-6 1,3-3 0,-2-6 0,1-2-293,3-2 0,0-4 0,0-8 1,-2-5-1762,2-2 1,-4 2 1951,-2 1 0,-13-12 0,-4-6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16:59:45.851"/>
    </inkml:context>
    <inkml:brush xml:id="br0">
      <inkml:brushProperty name="width" value="0.09086" units="cm"/>
      <inkml:brushProperty name="height" value="0.09086" units="cm"/>
      <inkml:brushProperty name="color" value="#FF0000"/>
    </inkml:brush>
    <inkml:brush xml:id="br1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6879 6867 7854,'0'-8'796,"0"-1"-425,0 1 0,-1-3 0,-2 2 2225,-1 1-1289,0 5 0,4-1-550,0 8 0,0 3 0,0 6 0,0 2-115,0 2 0,0 5 0,0-2 0,0 5-182,0 3 0,-4-2 0,0 5 0,0-3-308,-2 1 0,5 0 0,-5-5 0,2 1-153,0 0 1,0-6-1,4-3 1,-1-4-147,-4-3 0,4-7 1,-3-10-80,3-8 0,5-8 0,1-4 0,2-5-44,3-3 1,1-5-1,1 0 1,0 3 117,0 4 0,1 4 0,0 5 1,2 2 151,2 2 1,-1 9 0,-3 11 232,-1 8 1,-1 6 0,-3 13 0,-4 2 45,-2 0 0,-2 6 0,0-1 0,0 1-476,0-1 1,0-3 0,0-5-1,0-2-1199,0-2 1,1-1 0,2-6 14,1-3 1,5-7 1380,0 0 0,12-19 0,5-5 0</inkml:trace>
  <inkml:trace contextRef="#ctx0" brushRef="#br0" timeOffset="1">7310 6916 7888,'-8'-1'2646,"-1"-3"-1252,7 2 1,-2-3 0,8 6-555,4 3 0,3 2 0,1 3 0,2-1-382,2 2 1,-2 1 0,2 1-1,-2 1-331,-2-1 0,5 4 0,-1 1-394,-1-2 0,-5-3 1,-3-2-1,-1-2-2790,1 1 1,-4-2 3056,1 1 0,-19-27 0,-5-3 0</inkml:trace>
  <inkml:trace contextRef="#ctx0" brushRef="#br0" timeOffset="2">7507 6842 9084,'-13'6'582,"1"5"0,-2 6 1,-1 3-119,-1 1 1,-4 7 0,2 2 0,0 0-378,0 0 1,-2 3 0,5-6 0,2-2-816,4-3 0,6-7 728,-1 1 0,24-30 0,8-7 0</inkml:trace>
  <inkml:trace contextRef="#ctx0" brushRef="#br0" timeOffset="3">7753 6830 11196,'0'-7'1439,"0"-4"1,4 8-1167,0-5 1,10 1 0,-2-2 0,2 1-66,-1-2 1,0 3-1,0 0 1,1 1-167,-2-1 1,3 4-1,-8 0-96,0 6 0,-1 5 0,-8 9 0,-2 3-81,-4 3 1,-3 2-1,-1 1 1,-2 1 23,-2 2 1,2 1-1,-3-3 1,5 2 373,4-2 0,-2 4 0,6-3 1,3-2 280,4-4 1,5-4 0,7-6-1,3-1-135,1-3 1,1-2 0,4-6-1,-3-2-610,0-2 1,0 3 200,3-3 0,12-8 0,2-2 0</inkml:trace>
  <inkml:trace contextRef="#ctx0" brushRef="#br0" timeOffset="4">8750 6485 10189,'0'-6'1827,"0"0"1,-2 6-1521,-2 0 0,2 0 0,-7 0 0,0 1-59,-2 4 1,-2 7-1,0 10 1,-4 5-118,-3 6 0,-3 13 0,-2 9 0,0 7-213,13-30 0,0 1 0,2 2 0,1 0 1,-6 31-1,5-4-99,6-3 0,4-5 0,4-11 1,6-6 85,5-7 0,4-9 1,5-5-1,0-2 147,-4-2 0,3-5 0,-3-3 1,-1-1-344,-3 1 0,2-3 0,-2 4 0,-1-4-2668,-1-1 2959,-2 0 0,-5-27 0,-1-8 0</inkml:trace>
  <inkml:trace contextRef="#ctx0" brushRef="#br0" timeOffset="5">10866 6584 7853,'-12'0'-4,"0"0"1,-1 0 0,1-2 519,0-2 0,4 2 1,-1-5-1,1 0 686,1 0 1,1 3-302,1-4 1,4 4 49,-3-5 1,4 7-542,4-2 0,-1 2 0,5 4 0,2 2 72,1 4 0,2 3 0,4 3 0,3 3-184,3 8 0,1 1 0,-2 8 1,-3 3-136,-2 3 1,3 6-1,-7 1 1,-3 2-115,-3 0 1,-5 2 0,-6-10 0,-5-2-96,-6 0 1,0-5-1,-6-4 1,-1-7-145,-1-4 1,2-2 0,2-6-1,3-2-1157,5-1 0,0-3 18,7 3 0,1-1 0,7 2 1,5-2 1328,1-2 0,30-28 0,7-11 0</inkml:trace>
  <inkml:trace contextRef="#ctx0" brushRef="#br0" timeOffset="6">18681 4947 7473,'-7'-1'1985,"3"-3"0,-2 1-1431,2-5 0,0 4 0,4-5-101,0 0 1,2-2 0,2-1 0,4-1-247,3 1 0,12-6 0,7-2 0,11-6-123,12-7 1,-21 13 0,1-1 0,8-7 0,3-3 0,4-3 0,3-2-56,-13 10 1,1 0 0,1-1-1,2-3 1,1 0 0,0 0-1,3-1 1,1 0 0,0 0 0,1-1-1,1 1 1,0-1-216,2 1 1,1-1 0,-1 1-1,2 0 1,-1 0 0,1 0-1,1 0 1,0-1 0,0 1 0,-1 0-1,-1 1 1,1 1 107,0-1 1,0 1 0,1 0 0,0-1 0,0 0 0,2 0 0,2-2-1,2 1 1,-1-1 0,2 0 0,0-1 0,-1 0-55,-14 7 0,0 0 0,0 0 0,1 0 0,3-1 0,1 0 0,1 0 0,-1 0 0,-3 1 0,0 1 0,1 0 0,0 0 0,2 0 0,1 0 0,1 0 0,0 0 175,2 0 1,0-1-1,1 1 1,-1 0-1,2 0 1,1 0 0,-1 0-1,1 1 1,0 1-1,0 1 1,1 0 0,-1 1-1,-2 0 1,0 2-1,0 0 1,0 1-3,-2 1 1,0 0 0,0 2 0,0 0 0,-2 1 0,-1 2 0,0 0 0,0 0 0,14-1 0,0 1-1,-1 1 1,-4 0 0,-1 1 0,-1 0-127,-4 1 0,0 0 1,-1 1-1,-5 2 0,-1 0 1,-1 1-1,12-2 0,-3 1 1,-6 3-1,-2 1-386,-5 1 1,-2 1-1,28 0 1,-9 0-1,-12 0-809,-13 0 0,-8 0 1280,-6 0 0,-2 5 0,-6 2 0</inkml:trace>
  <inkml:trace contextRef="#ctx0" brushRef="#br0" timeOffset="7">24243 2031 7926,'-16'0'0,"-2"0"240,-1 0 0,11-5 734,4 1 0,15 0 0,13 3 0,9-2-450,7-1 0,10 0 0,13 4 0,-27-1 0,2 1-381,4-3 0,1 1 0,3 2 0,2-1 0,5 0 1,1-1-1,3 3 0,2 0-201,3 0 1,0 2 0,2 1 0,0 1 0,-3-1 0,-1 1 0,-8 0 0,-3 1-97,-8-1 0,-5 2 0,6 9 0,-22 2 0,-19 0-58,-16 0 1,-17 8 0,-20-2 0,21-10 0,-2 0 363,-4 1 1,-2 0 0,-6 0-1,-1 1 1,0 2 0,1 1-1,2-1 1,1 1-64,2-1 1,2 1 0,2-3 0,2 1 0,-23 14 0,6-1-364,9-3 0,13-5 1,17-2 273,6-3 0,5-3 0,1-2 0,0 3 0</inkml:trace>
  <inkml:trace contextRef="#ctx0" brushRef="#br0" timeOffset="8">26446 1649 7897,'0'-8'-136,"0"0"1,-5 5 0,-2-3 0</inkml:trace>
  <inkml:trace contextRef="#ctx0" brushRef="#br0" timeOffset="9">26409 1600 7897,'-16'-4'43,"-1"-2"1,2-1 498,2-2 1,-2-2 0,1-1 0,4-1 1918,3 1 1,2 4-1396,1 0 0,4 5 0,1 0 0,10 7-446,8 8 0,5 12 1,2 9-1,1 3-103,2 6 1,5 1 0,-1 8 0,2-1-297,2 0 0,-5 2 0,-4-9 0,-2 1-614,-1-3 0,-2-4 1,-4-5-1,-5-8-1926,-5-6 1,-6-4 897,1-2 1,-6-7 0,-4-5 0,-1-6 1420,-2-5 0,-13-29 0,-4-7 0</inkml:trace>
  <inkml:trace contextRef="#ctx0" brushRef="#br0" timeOffset="10">26766 1612 7933,'5'-12'0,"-6"1"416,-10 3 1,-7 4-1,-8 9 1,-4 9 400,-7 9 0,-5 14 0,-7 12 0,23-21 0,1 2-639,-2 1 0,1 2 0,1-1 0,-1 0 0,-1 2 0,1-1 0,2-1 0,0-1-221,-17 25 0,4-11 1,15-9-1,9-10-725,4-9 0,7-8 0,7-5 0,6-3-673,4-1 1,11-3 1440,-1-5 0,6-14 0,8-11 0,0-2 0,3-5 0,1 0 0,-1 0 0</inkml:trace>
  <inkml:trace contextRef="#ctx0" brushRef="#br0" timeOffset="11">27037 1108 7933,'-13'0'3175,"1"0"-2105,0 0 1,6 0-351,6 0 0,11 0 0,13-2 0,6-2-401,7-4 1,9 1 0,2-1 0,5-2-568,3-1 0,0 0 1,0 2-1,-6 1-828,-8-2 0,-11 5 0,-5-1-2886,-4 1 3962,-12 3 0,-27 2 0,-17 7 0</inkml:trace>
  <inkml:trace contextRef="#ctx0" brushRef="#br0" timeOffset="12">27394 1046 7933,'-20'0'123,"1"5"0,3 4 0,-5 3 712,-2 4 0,-6 4 0,-1 6 0,0 2-280,0 5 0,-1 3 0,5 1 0,5-1-1014,6 1 0,6-7 0,9-4 1,1-5-419,3-3 1,3-6 876,5-4 0,6-11 0,1 2 0</inkml:trace>
  <inkml:trace contextRef="#ctx0" brushRef="#br0" timeOffset="13">27615 1624 7934,'-1'-12'5066,"-3"0"-3317,2 0 1,-3 3-927,5 1 0,1 11 1,3 2-1,4 9-297,3 6 0,7 4 1,3 2-1,2 2-434,2 5 0,3-1 0,2-1 1,0-1-133,1-2 1,-3-4 0,-5-3-1,-2-4-555,-5 1 0,-3-8 1,-4 2-1291,-1-1 0,-6-5 0,-1-1-935,-4 0 1,-6-3 2819,1 2 0,-3-14 0,-2-3 0</inkml:trace>
  <inkml:trace contextRef="#ctx0" brushRef="#br0" timeOffset="14">27947 1563 11957,'-13'7'744,"-4"5"1,-6 9-446,-8 6 0,-8 10 1,-11 9-1,23-20 1,0 0-217,-1 3 1,-1 0 0,-1 1 0,0 0 0,0 1-1,0-1 1,1 0 0,2-1-245,1-2 1,2 0 0,-14 15 0,11-15 0,12-11-1914</inkml:trace>
  <inkml:trace contextRef="#ctx0" brushRef="#br0" timeOffset="15">27469 2117 6585,'7'-7'0,"25"-27"0,1 1 0</inkml:trace>
  <inkml:trace contextRef="#ctx0" brushRef="#br0" timeOffset="16">29535 554 7839,'12'-6'2445,"1"-1"1,-3-1-1884,-1 0 1,-4 4-340,-5-4-717,0 5 1,-4-4-447,0 3 1,-2 3 603,2-3 336,3 2 0,6 8 0,9 1 0</inkml:trace>
  <inkml:trace contextRef="#ctx0" brushRef="#br1" timeOffset="17">25498 3077 8059,'0'-13'1158,"-5"1"0,4 4 265,-3 0-461,-3 5-538,5-3 1,-3 1 186,5-3-453,0 2 1,4-5-1,1 4 1,4-1 0,3 0 865,3-2-835,7-1 0,-3-2 0,6-2 0,1-2 1,1 2-24,2 2 0,5-4 1,-3 1-1,1 1-219,-4 1 1,-2 3-156,-1 3 1,-6 3 0,-2 5-329,-4 0 1,-6 5 325,-3 3 0,-4 4-478,-4 5 473,-3 2 1,-9 6 0,-2-1 0,-1 1 0,-3 1-676,-1 3 779,-7 2 0,4 2 0,-4-2 0,1 1 0,0-2 2,2 0 0,1 3 1,3-5-1,2 0 151,5-2 0,2-6 124,2 1 1,5-6-1,4 0 426,6-6 1,4-3-151,5-6 0,0 0 0,2 0 1,1 0 621,1 0 1,6-4-642,-1 0 1,1-6 0,0 3 0,-3 0-168,-1 3 1,-2-1-1387,-4 1 0,1 0 292,-1 4 138,0 0 1,0 0 0,1 0 0,-1 0 699,0 0 0,6-6 0,1-1 0</inkml:trace>
  <inkml:trace contextRef="#ctx0" brushRef="#br1" timeOffset="18">25978 3163 17232,'11'5'924,"-2"3"0,3-1-779,0 1 0,0 1-178,5 3 0,-2 0 0,-1 1 0,-1-1-547,-2 0 1,-1 0-900,2 1 846,0-1-1141,-5 0 0,-1 1 1774,-6-1 0,-17-38 0,-3-10 0</inkml:trace>
  <inkml:trace contextRef="#ctx0" brushRef="#br1" timeOffset="19">26175 3113 8330,'-12'0'1119,"0"0"1,-1 0-673,1 0 1,0 6-230,-1 2 1,1 4 0,0 3 0,0 3 89,-1 1 0,-3 2-294,-1 4 1,1-1 0,5-1 0,1-1-283,2-1 1,6-6-1831,-3 1 2098,4-2 0,45-51 0,-17 12 0,1 1 0</inkml:trace>
  <inkml:trace contextRef="#ctx0" brushRef="#br1" timeOffset="20">26348 3126 11496,'-7'1'868,"3"3"0,1-1-627,-1 5 0,2-4-25,-2 4 0,2-1 0,-1 3 1,-1-2 307,1 2 0,0-3-237,-1 1 1,1 0 0,-3 4 23,0 1 1,-2-5-339,4 0 0,-4 0-128,4 4-24,-1-5 73,5-1 20,0-6 1,0-2 0,2-2 0,2-5-1,3-5-182,0-2 338,9-6 0,-8 7 1,9-4-1,-4-1 1,1 3-1,1-1 0,1 1 418,-1 0 0,3 3-39,-1-2 1,3 2 0,-2 2 0,0 1-62,-1 2 1,0 4-416,-5 5 1,0 1 0,-1 5 0,-2 5-173,-5 4 1,-3 7 70,-1-2 0,0 8 0,0 0 1,0-2-36,0-4 1,0 1-377,0-2 0,-4-3-59,0-2-441,0-2 1,2-3 0,0-2-1393,-2-1 1930,-1-5 501,5 3 0,17-39 0,3-8 0</inkml:trace>
  <inkml:trace contextRef="#ctx0" brushRef="#br1" timeOffset="21">27763 2966 8048,'-13'-6'2702,"3"4"-1428,1-7 31,-2 7 1,5-4 948,-7 6-2040,6 6 1,1 0-1,3 8 1,-1 1-205,1 2 0,2-1-5,1-4 1,0 1-352,0-1 178,0 0 0,0-4-138,0 1 1,0-9 0,0-3 190,0-8 1,5-14 128,3 1 1,9-8 0,3 2 0,5 0 377,4 0 0,-2-3 2,6 5 1,-6 4 0,2 9-1,-3 6 228,-2 5 0,-4 4-493,-4 4 0,-8 9 0,-4 11 1,-2 4-391,-2 4 1,-6-1-81,-2 2 0,-2-3-642,2-5 266,3-1 1,1-5 0,-1-2 0,4-5-2694,4-4 1884,4-2 0,5-6 1526,0 0 0,9-24 0,3-12 0,3-2 0,0 0 0</inkml:trace>
  <inkml:trace contextRef="#ctx0" brushRef="#br1" timeOffset="22">28329 2732 9966,'0'-7'4445,"0"2"-3118,5 5-883,-3 0 0,7 5-326,-5 3 0,5 3 0,-4 3 1,2 1-372,2 1 0,-2 6-534,2-1 1,-3 5 0,3 0 0,-5-3-848,-3 0 0,-1-1 503,0-1 1131,0 2 0,-16-48 0,-5-5 0</inkml:trace>
  <inkml:trace contextRef="#ctx0" brushRef="#br1" timeOffset="23">28513 2695 8069,'-13'12'120,"-4"1"1,0-1 248,-4 0 1,-6 6 35,2 3 1,-2 3-1,2 4 1,2 0 298,2 0 0,5-2-646,8-2 1,2-1-1448,6-2 987,6-9 0,6-6 0,9-6 1,2 0-1,1-2 402,1-2 0,11-24 0,2-12 0</inkml:trace>
  <inkml:trace contextRef="#ctx0" brushRef="#br1" timeOffset="24">28710 2646 8010,'13'-12'283,"-2"-1"159,-3 1 0,3 0 217,-3-1 1,3 1 0,1 0 0,2-1 132,2 1 1,-1 1-557,6 3 0,-5-2 1,3 6-1,-1 2-45,-3 0 1,-1 2-277,-2 0 0,0 2 226,1 2-284,-6 2 0,-2 8 0,-6 3 1,-3 3-1,-6 3-633,-5 2 763,-10 5 1,-2 1 0,-4 6 0,2 0 0,4-1 200,3-3 1,7 1 0,0-4 0,6 0 410,5 0 1,9-8-196,7-10 1,13-1-1,12-8 1,7-4 87,4-6 0,1-10-748,0-3 1,-5-3-1,-3-2 1,-6 0-1933,-6 1 1,-3 5-37,-14 2 0,2 2 2224,-10-1 0,-16-25 0,-9-11 0</inkml:trace>
  <inkml:trace contextRef="#ctx0" brushRef="#br1" timeOffset="25">28415 1021 8011,'-5'-11'76,"-4"3"0,3-3 167,-3 3 1,2-3 429,-1-1 1,-1 4 0,5-1 1756,1 0-2019,1 3 1,5 2-1,4 11 1,8 10 190,7 10 0,4 15-454,7 12 1,-15-24 0,-1 3 0,0 5-1,-1 1 1,2 2 0,0 1-422,0 0 1,1 0 0,-1 3 0,-1 1-241,0-1 0,-1 0 0,-3-3 1,-1 1 89,-4-4 1,0 0-33,6 25 1,-7-4-1,-5-12 1,-4-4 454,-7-8 0,-3-8 0,-4-8 0,-4 1 0</inkml:trace>
  <inkml:trace contextRef="#ctx0" brushRef="#br1" timeOffset="26">26040 1034 8181,'4'-8'249,"0"-1"-130,0 1 0,-5-3 108,-3 3 0,-3 2 0,-5 6 1,-2 2 88,-2 2 0,-4 8-224,-4 9 1,-2 10 0,-3 12 0,-5 14 34,14-22 0,0 1 0,1 4 0,0 2-55,-2 5 0,1 1 1,1 1-1,2 1-1165,2 5 0,2 1 1154,0 5 0,2 0 0,7-7 1,3-2-1,1 2 0,3-2 1,3-7-1,4-1 0,5-6 1,3-3 147,4-2 0,2-3-367,3 2 0,1-2 1,2-6-1,2-2 1,-1 3-1,1-2 0,0 0 1,1-2-1,3-1 1,1 0-407,2 0 1,2-2 0,7-2 0,1-2 563,6-1 0,1-1 0,1-2 0,1 0 0,-1-2 0,1 1 0,1 0 0</inkml:trace>
  <inkml:trace contextRef="#ctx0" brushRef="#br1" timeOffset="27">29498 1415 8073,'-12'0'783,"-1"0"0,5-4-2,0 0 1,4 0-196,-4 4 0,6-4 0,2 0 0,7 1 226,4 2 0,8 1-547,6 0 1,5-2 100,7-2-585,0 3 1,5-6 0,3 4 0,3-1 0,1 0-2862,1-1 2260,-7 3 820,0-3 0,-17 27 0,-3 5 0</inkml:trace>
  <inkml:trace contextRef="#ctx0" brushRef="#br1" timeOffset="28">29683 1711 8060,'-7'0'3685,"1"-2"-1711,6-2-1699,0 3 0,10-9 0,4 5 0,5-2-306,7-3 31,4-1 0,24-2 0,11-2 0,-19 4 0,1 0 0,-1 0 0</inkml:trace>
  <inkml:trace contextRef="#ctx0" brushRef="#br1" timeOffset="29">30606 1181 8051,'12'-5'58,"0"-3"1,-2 1 180,2-1 1,-2-1-17,6-3 0,-1 4 0,0 1 0,3 0-29,1 0 0,-4 5-131,1-2 0,2 2 1,-1 2-1,-2 0 120,-2 0 1,-4 6-130,-1 2 1,-6-1-1,1 2 1,-6 4-20,-5 2 0,-7 7-45,-1-2 1,-10 3 153,1 2-96,-8 0 1,6 5-1,-4 1 1,1 1 0,2-4 714,2-2-563,7-1 0,3-1 0,7 0 0,5-4 0,6-3 444,6-4-533,6 0 0,10-2 0,1-3 1,-1-4-1,1-1-390,0 1 0,-5-3 1,1 3-1,-1-2-993,-1-2 1272,-1 0 0,11-17 0,4-3 0</inkml:trace>
  <inkml:trace contextRef="#ctx0" brushRef="#br1" timeOffset="30">31098 1341 8051,'-13'0'236,"5"0"-197,0 0 1,5 2 2003,-1 2-1464,-3-3 1,6 10 0,-3-3 0,4 3 0,4 2-53,4-1 1,5 0 0,2 2 0,1 1-415,-1 1 1,3-3-559,-2-5 1,5 0 0,-5 4-1388,-1 1 1832,-1-7 0,-13-11 0,-2-9 0</inkml:trace>
  <inkml:trace contextRef="#ctx0" brushRef="#br1" timeOffset="31">31233 1329 7986,'-18'21'0,"-2"-1"0,1-5 290,-2 2 1,2 0 143,-1 0 0,3-1 1,9-4 421,4 1-983,2-1 0,4-4 1,2-1-1336,4-1 1462,3-2 0,-4-4 0,-2 0 0</inkml:trace>
  <inkml:trace contextRef="#ctx0" brushRef="#br1" timeOffset="32">31418 1194 7898,'7'0'548,"-2"0"1,-4-4 9,4-1-262,-4 1 1,6 0 0,-5-1 106,3-2 1,0 3 22,-1-4 0,3 5 56,5-1-263,1-3 1,3 2 0,3-5 0,3 3 0,5 2 637,3 2-766,-2-4 0,6 6 0,-5-3 1,-2 2-1,-2 2-42,-5 0 1,-3 2 0,-9 2 0,-4 4-451,-3 3 1,-13 8 182,-9 6 0,-9 1 0,-11 6 0,-2 3 57,-1 0 1,-1 1 354,8-3 0,8 1 0,14-7 0,5-4 201,6-5 1,10-2-14,6-3 0,11-4 119,10-9-477,3 0 1,-3 0-1,-2 0 1,-2 0 0,-5-1-2210,-2-3 1679,-7-3 1,-1 0-1,-6 2 506,2-1 0,-16-1 0,-2-5 0</inkml:trace>
  <inkml:trace contextRef="#ctx0" brushRef="#br1" timeOffset="33">9291 6793 7398,'-11'1'-1248,"3"3"1248,-3-2 0,4 9 0,-4-8 0,3 5 0,3 0 0,5 4 0</inkml:trace>
  <inkml:trace contextRef="#ctx0" brushRef="#br1" timeOffset="34">9279 6891 6011,'0'-6'0,"0"0"-50,0 1 124,0 3 1,-1-3-28,-4 5-47,4-6 0,-26 0 0,-1-7 0</inkml:trace>
  <inkml:trace contextRef="#ctx0" brushRef="#br1" timeOffset="35">9377 6805 7948,'-11'9'-277,"3"-1"1,-1-4-347,5 4 0,-5-4 623,5 4 0,-5-5 0,2 3 0,0-1 0,1-4 0,6 5 48,0-6 170,0 0 226,-5-6 0,2 5 0,-4-4 1,1 0 851,-1 1 0,3-1 1208,-5 1-1818,1-3 1,1-1-1,2 1 964,-1 1-1239,5-3 0,-4 2 1,6-4-62,3 3 1,7-3-226,5 3 0,6-7 1,0-3-1,4 0 16,3 0 0,0-2-220,-5 3 1,1 1 0,-1 5-1,0 2-1002,-4 0 738,-2 7 0,-11 3-577,-3 11 613,-3 1 0,-2 11 1,-3-1-1,-6 5 0,-3 0-1335,-4 3 1417,1 0 1,-1 0-1,0-2 1,-1-1-1,0-1 38,3 2 1,-3 3-1,2-3 1,1-2 135,1-1 1,3-5 292,3-1 1,-2 0 0,6 0 0,3-5 424,4-5 1,3-1-131,7-5 1,5 1-1,1-5 1,1-2 351,1-2 1,-5 1-606,5-5 0,-5 1-292,5-1-265,-6-3 1,2 6 0,-4-4-1,-1 5 1,0 3-4830,1 1 5102,-1 0 0,6 0 0,1 0 0</inkml:trace>
  <inkml:trace contextRef="#ctx0" brushRef="#br1" timeOffset="36">9710 6928 7948,'-2'-6'1556,"-2"1"-490,3 4 1006,-5 1-1130,6 0-539,6 6 0,1-4 0,5 5 0,0 0 0,1 0 12,-1 2 1,4-3 0,1-1-1,-2-1-714,-2 1 0,0 0-534,-1-1 1,0-3 0,1 5-1949,-1-1 2781,-5-3 0,-13-8 0,-7-7 0</inkml:trace>
  <inkml:trace contextRef="#ctx0" brushRef="#br1" timeOffset="37">9943 6818 7948,'-16'0'0,"0"0"0,-1 0 1022,5 0 1,0 5-410,-1 3 0,1 5 132,0 3-601,-6 3 1,4 10 0,-2 1 0,2 0 0,2 0-81,0-3 0,5 2 1,3-3-1,2-4-390,2-3 1,2-8-430,2-7 0,3-2 0,5-2 0,1-3 755,4-5 0,7-24 0,4-10 0,5-8 0,-1 0 0</inkml:trace>
  <inkml:trace contextRef="#ctx0" brushRef="#br1" timeOffset="38">10054 6756 7948,'-5'-8'482,"-4"0"0,4 4 704,1-5 0,-2 5-240,2-4 0,0 4-113,4-4-569,0 5 1,2-8 0,2 4 0,4-1 0,4 0 5,5-2 1,2 1 0,5-1 0,1 2-209,0-2 1,-1 5-143,1 1 0,-5 2 0,-1 2 0,-1 2-621,-3 2 1,-6 8 491,-5 9 1,-6 3 0,-6 6 0,-8 6-74,-6 4 0,-3 2 260,1-1 1,3-3 0,2 5 0,1-4 478,3-2 0,7-3-145,4-9 1,2-2 623,2-2-604,6-3 0,2-12 1,8-1-1,6-5 0,4-5-477,3-3-54,5-3 1,-2-1 0,3 0 198,-2-1 0,-14-37 0,-8-10 0</inkml:trace>
  <inkml:trace contextRef="#ctx0" brushRef="#br1" timeOffset="39">15641 6608 8013,'-5'-12'0,"-1"0"0,-2 0 829,-3 5 0,4 1-1137,-5 6 308,5 0 0,18 22 0,10 5 0</inkml:trace>
  <inkml:trace contextRef="#ctx0" brushRef="#br1" timeOffset="40">17130 6522 8013,'-12'0'3444,"0"-4"-1580,-1 0 232,6 0-1153,-3-1-4001,3 3 3058,0-3 0,40-1 0,15-1 0</inkml:trace>
  <inkml:trace contextRef="#ctx0" brushRef="#br1" timeOffset="41">12282 6978 8012,'-9'-4'758,"1"-1"0,4-3 1029,-4 4-1209,5-5 0,-6 2 0,3-6 990,-1 1-1144,5 0 0,-4-1-68,6 1-283,0 5 0,6-2 0,3 3 1,5-1-1,4-2 83,1-2 1,7-3-1,8-1 1,6-3 100,5-1 0,2 3-250,3-5 0,-2 2-874,-3-1 619,-3 2 1,-15 7 0,-3 4-1,-7 7 39,-6 7 1,-11 11-1,-12 6 1,-8 8-63,-8 3 1,-3 6-5,-6 0 0,0 0-1147,0-4 1396,0 6 1,-4-4 0,1 5 0,5-1 0,5-4 115,4 0 1,8-8 0,6-2-1,6-5 173,5-3 0,6-5 201,4-8 1,7-2-52,4-6-250,4 0 0,6 0 0,1-1 0,2-4 0,0-3-396,1-3 1,0-5-1,0-1 1,-3 2-1219,-5 2 1,1 2 1450,-7 3 0,-13 2 0,-3 6 0</inkml:trace>
  <inkml:trace contextRef="#ctx0" brushRef="#br1" timeOffset="42">12885 6965 8012,'-13'-7'0,"5"-2"2720,0 5-1419,0 0-395,1 4 1,4 0 0,10 1 0,7 3 1490,3 4-2112,4-2 1,4 5 0,0-4 0,3 1 0,1-1-197,-2-2 1,-1 3 0,-2-2 0,1-1-1184,0 1 0,-6-1 267,-3-1 0,-2-2-1003,-2 2 896,-5-3 1,0-1 933,-3 0 0,-24-11 0,-2-2 0</inkml:trace>
  <inkml:trace contextRef="#ctx0" brushRef="#br1" timeOffset="43">13180 6867 7986,'0'-12'0,"0"-1"880,-6 1 0,4 5-329,-6 3 1,-2 8 586,-6 4-817,-4 9 1,-6 7 0,-2 9 0,-5 3 0,-3 2-95,-1 3 1,2 1 0,2 4 0,6-7-386,5-5 0,5-5-350,9-8 0,3-4 1,6-6-1,5-3-2468,6-3 2976,6-4 0,13-16 0,6-8 0,3-1 0,-1 0 0</inkml:trace>
  <inkml:trace contextRef="#ctx0" brushRef="#br1" timeOffset="44">13500 6855 7986,'0'-9'1508,"0"1"-983,0 5 1,-1-2 147,-4 5 1,4 1 0,-4 3 140,-1 5 1,3 3-239,-5 4 0,4 5 133,-4 8-560,5-3 0,-4 4 1,5-6-1,-3-1 0,3-2 248,0-5-215,2-2 0,2-3 1,3-6-108,8-9 0,0-9 1,8-16-1,2-4-131,4-2 1,3-6 281,3 0 0,1 5 0,-5 7 0,-2 6 300,-1 7 0,-2 5-383,-4 11 0,-3 11 0,-9 6 1,-4 11 118,-3 9 0,-1 0-682,0 4 0,0-4 0,0-3 0,0-3-1963,0-1 1,0-1 2382,0-4 0,0-23 0,0-4 0</inkml:trace>
  <inkml:trace contextRef="#ctx0" brushRef="#br1" timeOffset="45">21191 5895 7953,'-7'0'695,"-3"0"0,7 0 297,-5 0-188,5 0-372,-3 0 1,6-2 24,0-2 0,2 3 10,2-3 0,3-2-231,5 2 1,0 0 0,2 3 0,2-2-21,5-1 0,-2 0-450,2 4 0,-1 0 191,5 0-113,-1 0 0,5 0 1,0 1-1,-1 2 1,1 1 155,0-1 0,16 4 0,0-1 0</inkml:trace>
  <inkml:trace contextRef="#ctx0" brushRef="#br1" timeOffset="46">21191 6153 7977,'-8'0'0,"0"0"3041,5-5-863,-8 3-559,10-3-1337,-5 5 1,16 0 0,4-2 0,5-2 0,7-3-51,5 1 1,6-5-1,3 3 1,1-3 87,-2-2 0,0 2-1438,-2 3 1,-6-1 1117,-2 4 0,2-15 0,1-1 0</inkml:trace>
  <inkml:trace contextRef="#ctx0" brushRef="#br1" timeOffset="47">21819 5833 7977,'-6'-7'511,"0"-4"1,-5 9 1995,2-7-816,-1 7 0,8-5-48,-2 3-1289,3 2 1,10-3 107,4 5-340,7 0 0,-1 4 1,7 0-1,3-1 1,4 0-5,2 1 0,6-2 0,2 5 0,-1 0-415,0 0 1,-5 0 168,-4 1 0,-5 3 1,2-4-1,-3 1-752,-2 0 684,-4 0 0,-14 5 0,-4-1 0,-7 0 104,-8 1 0,-9 4 129,-12 4 1,-5 2-1,-13 2 1,-2-1-165,-4 1 1,3-2 33,5-2 1,7 1-1339,9-6 523,3 0 1,18-5-1,9-2 908,12-5 0,23-14 0,9-6 0,5-1 0,1-1 0</inkml:trace>
  <inkml:trace contextRef="#ctx0" brushRef="#br1" timeOffset="48">22766 5796 7977,'-6'-5'1374,"-5"3"1,8-3 577,-5 5-1127,5 0 1,-7 1-81,6 3-411,0 3 1,4 10-1,0 0 1,0 3-1,0 1-36,0 3 1,0-1 0,0-1 0,0-3-163,0-1 0,0-2-246,0-4 1,2 1 48,2-1 53,-3-5 1,6-3-1,-4-8 1,2-6 0,2-6-126,3-9 31,0-5 1,4-8-1,4-3 1,7-4 0,6-2 219,5 2 1,0 4-1,3 8 1,-1 7 337,-1 9 1,0 6-247,-13 11 0,-3 6 0,-13 8 0,-4 8-8,-2 5 0,-8 8-187,-2-3 1,-4-2 0,-3-1-1,-2-3-982,2-1 1,3-2-3678,4-2 2609,2-4 1060,6-4 0,7-7 975,5-1 0,18-22 0,7-9 0,6-1 0,0-1 0</inkml:trace>
  <inkml:trace contextRef="#ctx0" brushRef="#br1" timeOffset="49">23480 5710 7963,'-5'-12'697,"2"4"2868,-5-1-1554,5 1 1,-2 3-1258,5 5 1,0 5-58,0 7-342,5 1 1,6 3 0,7 2 0,1 0-1,3 0-339,1-3-236,2 4 0,-5-6 0,1 4 0,-1-5 1,1-2-2896,-1-2 0,-5-1-1142,2 1 2504,-9-3 1753,-3-5 0,-21-49 0,-5-12 0</inkml:trace>
  <inkml:trace contextRef="#ctx0" brushRef="#br1" timeOffset="50">23813 5612 7928,'-13'5'0,"0"2"0,-4 5 0,2 1 0,-5-1 735,-1 6 0,-10 5 1,-5 7-1,-4 0 1,2 1-276,4 1 0,4-6 1,7 0-1,3-6-1254,8-2 1,7-6 24,9-3 1,4-7 0,8 3-1,5-7 769,2-6 0,14-14 0,5-8 0,5-6 0,-1 0 0</inkml:trace>
  <inkml:trace contextRef="#ctx0" brushRef="#br1" timeOffset="51">23985 5661 8703,'7'1'1645,"-3"3"0,-7 3-785,-1 5 0,-4 2-324,4 3 1,-6 0 0,2 5 0,-2-1 122,2 1 0,-2-1-561,6 0 1,0 1 0,4-6 170,0-1-210,0-6 0,2-5 284,2-8-441,3-3 1,5-11-1,0-3 1,2-3-1,2-4-79,5 0 0,3-2 0,5 2 0,4 0 187,2 0 1,6 4 132,1 3 1,-1 5 0,-5 7-1,-1 5 583,-7 3 1,-4 6-525,-12 4 0,-5 8-224,-3 8-99,-3 0 0,-2 5 1,-3-6-1,-4 1 0,-2 0-917,2-1 0,-3-3 1,3-2-1,-2-1-3411,2-3 3438,2-2 0,2 0 1011,0-1 0,-5-16 0,2-4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16:59:45.903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09071" units="cm"/>
      <inkml:brushProperty name="height" value="0.09071" units="cm"/>
      <inkml:brushProperty name="color" value="#3165BB"/>
    </inkml:brush>
  </inkml:definitions>
  <inkml:trace contextRef="#ctx0" brushRef="#br0">26704 4664 7871,'0'-12'1089,"0"-1"0,0 1-54,0 0 1,-1 0 1071,-3-1-1700,-3 6 0,-1-2 0,0 5 0,0 0 0,-1-1 1371,1 1-1620,0 0 1,-4 6 0,-1 2-1,2 4 1,2 3-15,1 1-133,-1 6 1,1 0 0,0 4 0,0-2 0,0 2-106,-1 1 0,5-2 0,-3-2 0,1 0-213,-1 0 1,3 0 262,-5 2 1,5 1 0,-4-4 0,0 1 25,1 3 0,-4 1 2,3 1 0,1 5 0,-1 0 0,0-2-32,1-1 0,-3 3-78,6 0 0,-4-1 77,4-3 96,0 5 1,4-3 0,0 5-1,0-2 1,0-3 417,0-1-287,5-1 0,2-1 1,7 1-1,1-2 1,1-2 296,-1-5 0,4-2 0,1-2 0,0 0 15,1 1 1,-2-6-249,1-3 0,-1-3 0,-4-1 0,2 0-614,-2 0 208,-1 0-1972,-2 0 443,-5 6 1,-2-4-2814,-5 7 4506,-5-7 0,-19-29 0,-8-14 0</inkml:trace>
  <inkml:trace contextRef="#ctx0" brushRef="#br0" timeOffset="1">27086 4701 7912,'5'-19'554,"-3"1"1,3 6 823,-5-1 1063,0 1-1420,0 5 1,0 9-600,0 10 1,0 6-1,0 8 1,-1 2 179,-3 5 1,1 8-438,-5 4 1,4 3 0,-4 3-1,-2 1 87,-1 1 0,-1 5-111,-1-5 1,5 0 0,0-5 0,-2-4 40,0-7 1,1-2-312,1-6 1,5-6-319,-1-6 281,3-9-69,1-3 159,0-16 0,0 3 1,1-10-1,3 1 1,3-4-116,0-2 137,4-2 1,-4-5-1,5-3 1,-1-2-1,-1-3-148,-2-3 159,0 2 1,0-14-1,0 1 1,2-3-1,0 1-72,-2-1 1,3 4 0,-4-2 0,1 4 290,0 4 0,-4 8 196,4 8 0,-5 8 1,1 5 1306,-3 2-1464,-1 8 1,0 6 0,0 8 0,2 4 147,2 4 0,-1 4-378,5 4 1,-1 6 0,2 3 0,0 4-33,0 4 1,2-3 203,1 3 0,-1 2 1,-1-1-1,-2 2 8,2 2 0,-4-2-178,3 1 1,-5-6-1,3-1 1,-2-5-109,-2-3 1,-2-3-2860,-1-6 1506,0 2-459,0-4 1,0-4 0,-1-4-2642,-3-4 4574,-9-3 0,-33-26 0,-13-5 0</inkml:trace>
  <inkml:trace contextRef="#ctx0" brushRef="#br0" timeOffset="2">27012 5144 7899,'0'-8'0,"0"0"4347,0-1-3314,0-3 0,1 1 0,4 3 0,3 4-12,3 2 0,5 2-1242,1 0 1,4 0-1,0 0 1,2 2-901,2 2 0,5-3-1558,3 3 1,1-2 2678,-1-2 0,19-39 0,-26 16 0,0-1 0</inkml:trace>
  <inkml:trace contextRef="#ctx0" brushRef="#br0" timeOffset="3">27615 4713 8203,'0'-7'634,"0"2"-238,0 5 4977,0 0-4476,0 5 1,0-2-376,0 5 1,0 1 0,0 3-1,0 0 140,0 1 0,0 6-480,0 5 0,0 6 1,0 9-1,0 2 81,0 4 0,0 7-206,0 1 1,0-1 0,0-5 0,0-4-102,0 0 0,0-8-329,0-6 1,0-9 0,0-3 0,1-5-1085,4-4 704,-4-2-371,4-6 449,-5-6 0,0 0 0,0-7 1,0 1 674,0 0 0,-5-23 0,-2-4 0</inkml:trace>
  <inkml:trace contextRef="#ctx0" brushRef="#br0" timeOffset="4">27566 4836 7893,'-12'0'771,"-1"0"0,2-1 281,3-3 392,-3 3-757,4-10 338,1 4 0,-4-1 0,6-1-36,1 0 1,2 2 0,1-1 0,1 0-231,3 1 0,3-4-559,5 3 1,1-3 0,0-3 0,4-1 125,3-2 0,9-3-186,4 4 0,2-6 0,4 3 0,2-2-9,4 0 0,1 6-310,-1-1 0,-4 8 0,-9 4 0,-8 2-872,-6 2 1,-10 11 655,-3 6 0,-15 6 1,-8 6-1,-9 3-166,-10 4 1,-1 1 395,-7 0 1,9-4 0,-1-2 0,3-2 139,2-6 0,8 0 59,7-6 1,5-1-1,5-5 148,7-3 0,7 2 136,10-6 1,2 0 0,5-4 0,2-1 522,3-3 0,2 2-478,6-2 0,0 3 0,0 1 0,-1 0 201,-3 0 1,1 0-538,-6 0 0,0 5 0,-8 5 1,-3 4 34,-4 2 1,-6 10-209,-3-1 1,-4 3-1,-4 1 1,-5 2-34,-6 1 0,-10 6 224,-8-5 0,-8 4 0,-4-10 0,-1-4 341,0-5 1,0-5-274,5-5 0,1-3 0,7-5 1,5-1-448,2-3 0,8 1-426,6-5 1,5 0-1310,7-5 1,7 0 1066,5-4 0,7 2-1861,10-5 1942,8-6 1,6-2-1,7-4 921,-1-3 0,-7-4 0,3-6 0,4-5 0,0 1 0</inkml:trace>
  <inkml:trace contextRef="#ctx0" brushRef="#br0" timeOffset="5">28243 4406 7893,'-13'0'0,"5"0"844,0 0 0,4-4 0,-4-2 810,-2-1 0,3 4-28,-1-1 0,5-2 334,-1-3-1635,3-2 1,6 5 0,4 1 0,2 4 135,1 1 1,6 0-324,2 0 0,3 7 1,2 5-1,0 9 47,-1 6 0,5 5-176,0 4 0,-1 8 0,-4 5 0,-3 9-95,0 6 1,-14-28 0,-5-25 75</inkml:trace>
  <inkml:trace contextRef="#ctx0" brushRef="#br0" timeOffset="6">28502 5181 21901,'-6'23'5,"-15"35"7,-2-9 0,-2-10-1,1-4-162,-1-7 0,2 1-27,2-4 1,-1-5 0,6-10-1,1-3-1276,1-2-98,2-1 0,1-5 168,3-3 326,2-3 0,6-7 0,2-2 1058,2-5 0,8-17 0,5-7 0,2-5 0,1 0 0</inkml:trace>
  <inkml:trace contextRef="#ctx0" brushRef="#br0" timeOffset="7">28502 4117 14178,'-6'-1'511,"4"-5"85,-2 6 0,8-1 1,4-2-68</inkml:trace>
  <inkml:trace contextRef="#ctx0" brushRef="#br0" timeOffset="8">28828 4012 17023,'34'-11'-721,"-5"3"1,4-3 0,-6 4 0,-4 0-2397,-5 3 2053,-10 3 1,-2 2 0,-8 3 1063,-2 4 0,-30 3 0,-12 2 0</inkml:trace>
  <inkml:trace contextRef="#ctx0" brushRef="#br0" timeOffset="9">30544 4073 7830,'-2'0'0</inkml:trace>
  <inkml:trace contextRef="#ctx0" brushRef="#br0" timeOffset="10">30542 4023 19244,'9'-4'84,"28"-7"157,-2-6 0,5 1-1,0-1 382,-2 1-947,-1-6 1,0 4-1,-2-3 1,-1 1-1,-3 3-2179,-5 2 115,1 1 0,-16 7 250,-3 3 1,-9 8 2138,-16 4 0,-24 9 0,-11 2 0</inkml:trace>
  <inkml:trace contextRef="#ctx0" brushRef="#br0" timeOffset="11">30741 4049 9216,'7'0'3816,"2"5"-3079,-5 3 0,1 9 437,-5 3 0,0 5-129,0 4-880,0-3 0,-2 9 0,-1-2 0,-2 1 0,-1-1-1002,1-4 1,0-1 0,2-3 0,-1-6-2868,1-4 3704,2-2 0,12-39 0,2-10 0</inkml:trace>
  <inkml:trace contextRef="#ctx0" brushRef="#br0" timeOffset="12">31282 4406 7835,'0'-13'0,"0"1"1006,0 0 0,0 3 274,0 1 0,0 4 118,0-4 0,0 4 180,0-4-838,0 5-486,0-3 1,0 16 0,0 4 0,-1 5 1087,-3 7-1145,3 4 0,-10 14 0,2 5 0,-2 7 0,-2 5 0,-4 5 0,8-32 0,-2 1 196,-1-1 0,1 0 0,-2 2 1,1-1-235,0-2 1,-1 0 0,-7 27-1,1-8 1,2-7-125,6-8 1,0-15-50,7-10-509,0-8 1,4-4 359,0-8 0,4 1 0,2-3 0,1-2-146,2-3 1,2-11-61,1 2 1,5-9-27,-1 0 178,1-3 0,-1-5 0,1 0 0,-2 0 0,0-1-1067,1-3 974,-2-9 1,3 2 0,-4-4 0,0 0 0,1 2-446,-2-1 710,9-4 1,-17 15 0,7 3-1,-3 11 1,-2 7 343,-1 3 1,-1 4 0,-2 1 1239,2 6 1322,-3-2-1866,5 10 1,-5-5-900,3 6 1,-1 6 0,5 3 0,0 8 461,-1 7 0,4 8-250,-3 9 1,3 4 0,0 8 0,-1 5 224,-2 2 0,0 1-295,4 1 0,-1-1 0,-3-1 0,-3-2-267,-4-5 0,-1-4-447,0-3 1,0-5 0,0-9 0,0-3-1622,0-3 1,-6-3 373,-2-2 0,1-5-1611,-1-8 2339,5-2 0,-8-6 1,3 0-3019,-3 0 4013,-1-6 0,-6-22 0,-1-12 0</inkml:trace>
  <inkml:trace contextRef="#ctx0" brushRef="#br0" timeOffset="13">31221 4910 7835,'-7'0'6431,"3"0"-5174,8 0 1,3-4-565,5 0 1,0-4 0,2 2 0,1 1-924,2-1 0,0-3-302,0 1 1,-2 1 0,5-1 0,1-1 531,-2 3 0,21-27 0,-1-1 0</inkml:trace>
  <inkml:trace contextRef="#ctx0" brushRef="#br0" timeOffset="14">31676 3963 7835,'-8'-5'-1683,"0"1"1966,5 0 1412,-8-1 0,6 2 1691,-4-5-2478,4 5 1,5-4-73,0 3-638,5 3 0,4-10 0,7 4 0,5-1 0,2 0-91,1-2-291,6-1 1,-2-1 0,5 0 0,-1-1 0,0 2-744,-3 3 1,-3-1-1,-3 3 1,-3 1-3720,-3-1 4646,-4 2 0,-39 9 0,-9 2 0</inkml:trace>
  <inkml:trace contextRef="#ctx0" brushRef="#br0" timeOffset="15">31848 3913 7868,'0'13'-525,"-4"-1"632,0 0 1,0 6-1,4 3 1,-1 2 1598,-3 1 1,2 2-1307,-2 3 0,3-3 0,1 3 0,0-3-172,0-2 0,0 0-523,0-4 1,0 2-1178,0-6 847,0 1 0,0-5 0,0 0 625,0 1 0,0-1 0</inkml:trace>
  <inkml:trace contextRef="#ctx0" brushRef="#br1" timeOffset="16">26791 6079 8022,'37'0'0,"-1"-1"0,1-3-237,0-3 1,-1-4 0,-5 3-1,-3 2 1,-4 2-15,2 0 251,7 0 0,-2 3 0,8-2 0,2-1 0,5 0-10,6-2 1,-1 5-1,2-5 1,-4 2-50,-3 0 0,-4-1 16,-5 1 0,4 2 13,0-2 1,5-1 0,1 1 0,3 0 19,4-2 0,2 5 33,-7-3 0,2 2-52,-10 2 35,0 0 0,-3 0 0,2 0 0,2 0 0,2 0 7,2 0 1,6 0-1,3 0 1,-2 0-11,-41 0-3</inkml:trace>
  <inkml:trace contextRef="#ctx0" brushRef="#br1" timeOffset="17">29603 5979 4500,'47'2'125,"-6"-2"0,-2 0-95,-6 0-4,3 0 0,-3 0 1,8 0-1,2 0 1,3 0-29,-1 0 0,-6 0 0,4 0 0,-4 1-18,-2 3 1,-1-2 287,-7 2 0,-2-3 0,6-1 0,1 0-292,1 0 0,2 4 411,0 0 1,4 0-434,0-4 38,6 0 1,-13 0 0,2 0 0,-5 0 0,-5 0-11,-4 0 1,1 5-64,-2-1 46,-4 0 1,2-4 0,-3 0 0,1 0 0,1 0 34,0 0 0,31-28 0,4-6 0</inkml:trace>
  <inkml:trace contextRef="#ctx0" brushRef="#br1" timeOffset="18">11888 7051 7973,'0'7'-188,"0"4"306,0-9-86,-6 9 0,4-10-317,-7 3 401,7-3-124,-9 5 4,9-5-39,-3 10 0,5-4 58,0 5 0,0 2 1,0 2-1,0 6 4,0 6 1,0 4 100,0 9 0,0 3-74,0 5 16,0 1 0,-1 4 1,-2 2-1,-3 0 1,1-2-20,-1-4 0,-2-3 0,3-3 0,-1-7-162,1-6 0,-1-1-58,2-14-307,3 1-143,-5-5 627,6-5 0,-5-34 0,-2-14 0</inkml:trace>
  <inkml:trace contextRef="#ctx0" brushRef="#br1" timeOffset="19">11765 7433 8026,'0'12'358,"1"-1"178,3-3 0,3 2-525,5-6-29,1 6 0,4-9 0,4 3 1,4-3-1,2-1-178,2 0 0,5-4-149,-1 0 265,-3-5 1,1 6-1,-5-5 1,0 0-1,-4-1-269,-3 1 1,-2 5-1,-5-1-753,0 3 1102,-5 1 0,-12 5 0,-9 2 0</inkml:trace>
  <inkml:trace contextRef="#ctx0" brushRef="#br1" timeOffset="20">12245 7138 8871,'-6'6'352,"5"1"-327,-3-3 0,1 3-30,-1 6 1,3 0 0,-4 4-1,4 3 17,1 3 1,-4 7 7,0 3 1,0 7-1,4 1 1,-2 0 69,-2 1 1,3-2-71,-3 5 0,1 0 0,0 3 0,-1-3 5,2-4 0,-4-4-14,2-4 1,0 0-320,4-9-78,-6-2-1202,5-9 1025,-4-7 563,5-6 0,5-50 0,2-17 0</inkml:trace>
  <inkml:trace contextRef="#ctx0" brushRef="#br1" timeOffset="21">12651 6867 7987,'0'12'375,"0"0"0,0 1-333,0-1 0,-4 0 45,0 1 0,-1 4 1,4 5-1,-2 4 10,-1 3 0,-1 5-293,1-1 1,2 1-27,-2-1 30,3 3 1,-3-10 0,0 2 0,0-3 0,-1-5-1181,1-3 1372,0-4 0,-7-38 0,-2-11 0</inkml:trace>
  <inkml:trace contextRef="#ctx0" brushRef="#br1" timeOffset="22">12417 6904 7977,'5'-7'768,"-3"0"-409,2 3 0,3 1-51,1-5-215,3 5 1,1-4 0,2 5-1,1-2 1,3 1-85,1 2 0,4 1 0,3 0 0,-3 0 47,1 0 1,-3 0-310,0 0 0,1 0 0,-6 0 0,-1 0-349,-1 0 0,-2 1 96,1 3 0,-5-3-36,-4 1 370</inkml:trace>
  <inkml:trace contextRef="#ctx0" brushRef="#br1" timeOffset="23">13155 7408 11041,'0'-7'2785,"6"2"-2126,-5 5-355,5 0 0,-5 0-47,3 0 1,-1 0-166,5 0 1,0 0 0,6 0 0,2 0-89,5 0 1,2 0-258,2 0 0,3 0 0,2 0 0,1 0-1262,-1 0 0,-2 1 10,-3 3 1,-2-2 1504,-2 2 0,24 3 0,1 0 0</inkml:trace>
  <inkml:trace contextRef="#ctx0" brushRef="#br1" timeOffset="24">13020 7667 7942,'12'0'395,"1"0"1,-1-2-32,0-2 0,2 3 490,2-3 1,3 2-10,6 2-621,0 0 1,3 0 0,2 0 0,1 2-1,0 1-460,0 1 145,-3 5 0,2-6 0,-7 4 1,-2 0-1791,-5-1 720,-8-3 1161,-2 8 0,-56-9 0,-11 3 0</inkml:trace>
  <inkml:trace contextRef="#ctx0" brushRef="#br1" timeOffset="25">14312 6953 7946,'-1'-7'50,"-3"3"234,2-3 1,-3 4 630,5-5-638,-6 6 0,4-4 0,-5 5 0,0-2 333,0-1 0,-1 0-189,-4 4-263,-1 0 0,5 0 0,0 0 1,-3 0-1,-3 1 695,-2 3-717,-6 3 0,7 7 1,-6 1-1,-2 3 0,-3 1 71,-3 3 0,-1 2 1,3 5-1,-2 4-103,2 2 0,-3 6-99,1 0 1,5 4 0,3-4-1,1 0-107,0 2 1,-1-5 60,4 3 0,1-3 0,3-1 0,2 0-85,3 0 0,-1-1 211,5-3 1,-1 2 0,5-3 0,0 0 229,0 1 1,2-5-111,2 0 0,-1-2 0,5 0 1,0 2 336,-1 0 1,4 1-378,-3-4 1,-1-1 0,1 1 0,2-1-18,1 1 1,1 0-52,0-1 0,-4 1 0,1-2 0,0-1 268,2-1 1,1-6-319,1 1 1,-5-2 0,0-2-1,0 0-1190,-1 1 275,-1-1 1,-2 0 0,0 1-3334,-1-1 4201,-2-5 0,-12-73 0,4 22 0,0-1 0</inkml:trace>
  <inkml:trace contextRef="#ctx0" brushRef="#br1" timeOffset="26">14484 7359 7932,'0'-7'0,"0"2"313,0-1 639,0 5-1004,0-5 30,0 6 1,2 0 35,2 0 0,-1 6 0,3 2 24,0 3 1,3 6 45,0-1 0,-2 4-10,1-3-30,0 5 1,6 1-1,1 7 1,2 3-1,1 5 30,0 6 0,4 4 1,-3 1-1,2 0-63,-1 0 0,-1 1-72,2-1 0,-4-5 121,-4-3-81,-1-9 0,-1 3 0,-1-7 1,-4 0-1,1-4-38,0-3 1,-3-2 0,3-4 0,-2 1-105,-2-1 0,-1-5-80,-2-2 1,1-5-721,3 1-93,-3-3 250,5-1 806,-6-5 0,-6-29 0,0-13 0</inkml:trace>
  <inkml:trace contextRef="#ctx0" brushRef="#br1" timeOffset="27">14903 7322 7393,'4'-8'-1052,"0"0"2525,0 5-703,-4-8-453,0 10 47,0-5 0,-1 6-40,-3 0 1,1 2-253,-5 2-29,5 3 0,-4 5 0,4 2 0,-1 1 12,2 1 1,-4 0-14,2-3 1,-4 0-1,2 2 1,1 3 85,-1 1 1,-3 2 46,1 3 0,1 2-19,-1 3-33,-6 3 0,0 0 0,-2 1 0,1 1 0,0 2 20,-2 1 1,-5 0 0,2-2 0,-3 0-119,-2-3 1,0-3-58,1 4 0,1-6 1,2 2-1,3-3-77,1-1 1,7-1-48,-2 1 0,2-2-280,-2-2 281,5 2 1,1-8 0,6 4 0,0 0 0,0-1-303,0 0 1,0-2 0,0-4-953,0 1 1032,6-6 0,1-2 377,5-5 0,6-11 0,1-3 0</inkml:trace>
  <inkml:trace contextRef="#ctx0" brushRef="#br1" timeOffset="28">15518 7027 8340,'-7'-7'246,"-4"2"0,9 5-319,-7 0 119,7 0 1,-9 4 0,4 1 0,-1 2 69,-1 3 0,5 0-22,-4 3 1,0 3-16,-4 1-37,5 4 1,-4-1-1,3 6 1,-3 2-1,-2 4 13,1-1 1,0 5 0,1-3 0,1 2-27,2 2 0,1 0 11,-1 0 1,-1-2 30,4-2-54,1 3 1,3-5-1,-2 6 1,-1 0 0,1 0 5,2 0 1,1 0 0,0 0-1,1 0 11,3 0 1,-1-2-115,5-2 0,-3 1 126,3-5-48,0 11 0,4-12 0,1 8 0,-1-3 1,0-3-7,0 0 0,1 3 0,0-5 0,2-2 6,2-4 1,1 0-45,-2-6 0,-2-1 0,4-5 0,-2-3-327,0-2 0,2 4-142,-1-5 0,-2 0 515,5-4 0,-5-6 0,3-1 0</inkml:trace>
  <inkml:trace contextRef="#ctx0" brushRef="#br1" timeOffset="29">15813 7408 8162,'-6'0'1194,"0"0"-942,6 0-207,0 6 1,0-3 0,0 5-1,2 1-70,2 2 1,2 3 193,7 2 0,-1-1-101,0 6-91,1 5 0,-1 1 0,2 6 0,1 3 0,2 2 49,3 3 0,-5 1 1,1-2-1,-1 1 10,2-1 0,-8-3-34,3-5-28,-2 4 1,2-9 0,-1 5 0,-1-4 0,-3-3-114,-2-3 0,1-3 33,-2 2-142,-3 2 1,5-10 0,-6 4-1,0-3-628,0-2 1,1-4 875,3 0 0,-8-27 0,3-3 0</inkml:trace>
  <inkml:trace contextRef="#ctx0" brushRef="#br1" timeOffset="30">16097 7408 7910,'0'7'699,"0"4"-536,0-4 1,0 5-3,0 1 1,-2-3-113,-2-1 30,3 7 0,-6-8 1,4 9-1,-2-2 1,-1 0-152,1 1 0,-4 6 0,4-1 1,0 2 2,-1 1 0,-3 1 87,0 0 0,-2 3-13,-1 1 79,5 0 0,-4-3 1,3 1-1,-3 2 1,-1 0 237,0 1-278,5-4 0,-4 0 0,4-6 0,-1 2 0,1 0 84,1-2 1,1 0 0,2-5-140,-1 1 0,-1 0-703,1-3-589,2-1 770,-3 0-476,5-5 830,0-1 0,5-39 0,2-8 0</inkml:trace>
  <inkml:trace contextRef="#ctx0" brushRef="#br1" timeOffset="31">16490 7224 7939,'0'19'0,"0"-1"-31,0-6 1,0 4 158,0 1 1,0 1 0,0-2 0,0 3 111,0 0 1,-4 9-231,0-4 0,0 4 222,4-4-367,0 6 0,0-2 1,0 3-1,0 0 1,0 0-71,0-1 1,0-2 0,0-3 0,0-2-577,0-2 311,0-3 470,0-12 0,-5-28 0,-2-12 0</inkml:trace>
  <inkml:trace contextRef="#ctx0" brushRef="#br1" timeOffset="32">16330 7298 7923,'-11'-2'279,"3"-2"154,3 3 1,5-6-146,0 3 1,1 2 0,3-2 0,4 3-66,3 1 1,3-4-164,2 0 0,2 0-211,3 4 139,2 0 0,-4 0 0,4 0 1,-1-2-1,-1 0-41,1-3 0,-1 1 0,1 4 0,-3 0-417,-1 0 1,-1 0 98,-5 0 1,0 0-1,1 0 371,-1 0 0,-11 0 0,-2 0 0</inkml:trace>
  <inkml:trace contextRef="#ctx0" brushRef="#br1" timeOffset="33">16970 7556 7883,'0'-19'-183,"0"1"-46,0 6 0,0-1 360,0 1 1,-1 0 0,-2 0 730,-1-1-275,0 1-206,4 5-227,0 2 1,4 16 0,2 5 92,0 6 1,3 4-183,3 3 1,0 2 145,0 6-161,1 0 1,0 1-1,3 2 1,0 1 0,0-2 375,2 0-385,-4-8 1,5 3 0,-4-5 0,3 0 0,-1-2-16,1-2 1,-1 1-1,-5-10 1,-1-1-223,-3-1 0,3-2-94,-3 0 1,-2 1-947,-2-1-187,3-5 899,-6-2-525,5-5 1049,-6 0 0,-22-27 0,-6-7 0</inkml:trace>
  <inkml:trace contextRef="#ctx0" brushRef="#br1" timeOffset="34">17327 7371 7888,'-8'7'84,"0"-3"0,4 2 108,-5-2 0,5 4-38,-4-4 0,4 6 0,-3-2 0,0 2 137,1-2 1,3 7-175,-1-3 0,-2 5 220,2-1-286,-5 3 0,2 6 1,-6 1-1,1 2 1,0 4-147,-1-1 1,1 5 0,0-3-1,-2 2 309,-2 2 1,1-1-64,-6-3 1,5 1 25,-5-6-163,6 7 0,-4-9 0,4 2 0,0-3 1,3-3-21,2-2 1,3-3 0,-1 2-1,3-1-248,-1-3 0,5-2-381,-3 0 335,2-1-551,2 0 1,2-5 850,2-3 0,8-28 0,5-16 0,2-1 0,1 0 0</inkml:trace>
  <inkml:trace contextRef="#ctx0" brushRef="#br1" timeOffset="35">17450 7101 7577,'0'7'1837,"0"3"-1594,0-1 0,4 2-249,0 1 0,7 2 34,2 2-33,-1 9 0,11 2 0,-2 6 0,2 1 0,0 3 612,-2 4-513,2 3 0,-5 1 0,1 1 1,-5 3-1,-6 5 223,-3 2 0,3 5 1,-3 5-1,-3-2-98,0-1 1,-8 0-192,-2 3 1,-3-3 0,-1 2 0,-1-3-156,1-5 0,0-6-224,-1-6 1,-3-7 99,0-1-267,-1-5 1,6-9-1,2-4 518,1-7 0,-17-16 0,-8-9 0</inkml:trace>
  <inkml:trace contextRef="#ctx0" brushRef="#br1" timeOffset="36">17807 7113 7854,'-8'0'663,"0"0"-126,5 0-110,-8 5 368,10-3-515,-5 3 0,12-9-147,2 0 0,3 0 1,1 3-1,0-2 91,1-1 0,3-2-289,1 2 1,0 3-1,-2-3 1,2 1-321,-2-1 0,-2 3 71,0-4 1,-1 4-589,0 1 597,1 0 0,-1 0 0,0 0 305,1 0 0,-7 11 0,0 3 0</inkml:trace>
  <inkml:trace contextRef="#ctx0" brushRef="#br1" timeOffset="37">18312 6904 6717,'0'7'1528,"0"-2"0,0-4-1566,0 4 0,0-3 25,0 6 0,0 1-100,0 3 190,0 0 0,0 6 0,1 4 1,2 4-1,1 4 36,-1 1 1,-2 2 0,-1 3-1,0-2-82,0-1 0,0-2 91,0 2 0,0-4-336,0-9-119,0 4 1,0-11 0,0 4 332,0-4 0,0-28 0,0-7 0</inkml:trace>
  <inkml:trace contextRef="#ctx0" brushRef="#br1" timeOffset="38">18742 7322 7915,'7'-12'0,"3"4"0,-6-1 0,1 5 145,-1-4 374,-2 5 0,3-1-351,-5 8 1,4-1-1,2 7 1,-1 2 113,1 3 0,3 7-212,0-2 1,1 5 0,3 2 0,0 4 95,4 0 0,-2 2-100,5 4 0,-3 1 79,3 3-147,1 3 0,2 4 0,-1-3 1,-3-4-1,-1-3 158,-3-1-126,4 0 0,-5-2 0,2-2 0,-2-4 1,-2-3-54,0-1 0,1-2 0,-1-3 1,-1-3-34,-3-4 0,2-4-340,-6-1-407,5 0-318,-7-1 680,3-2-672,-5-5 1113,0-5 0,-5-18 0,-2-10 0</inkml:trace>
  <inkml:trace contextRef="#ctx0" brushRef="#br1" timeOffset="39">19161 7285 6666,'0'-7'2384,"0"2"-1921,0-1-231,0 5 35,0-4-162,0 5 1,0 1-77,0 3 1,0-1 0,0 5 55,0 2 1,-4 1-20,0 1 0,-2 0 61,2 0-89,3 1 0,-9 0 1,5 4-1,-1 2 1,-1 2 143,0-1-148,-1 1 1,0 9 0,0 1-1,-2 2 1,-2 1-2,-4 4 1,2-1 0,-3 4 0,4-2 11,0-2 0,-3-2-12,0-2 1,-2 2-125,1-2 103,4 3 0,-9-5 1,6-2-1,-1-2 1,1 1-52,-1 0 1,1 5 0,4-4-1,-1-2-108,1-1 1,0 3-138,-1 0 0,2-1-333,3-3 343,-3-6 0,10-1 0,-3-6-1434,2 1 1708,2-7 0,17-44 0,3-17 0</inkml:trace>
  <inkml:trace contextRef="#ctx0" brushRef="#br1" timeOffset="40">19567 7113 7898,'0'-7'-1759,"0"0"3208,0 3-376,0 3-803,0-5-223,0 6 1,0 2-1,0 3 1,-2 6-113,-2 4 0,3 7 0,-3-1 0,3 2-55,1 1 0,0 2 110,0 3 1,0-3-221,0 3 179,0-3 1,0-2-1,0 1 1,0 0 0,0-2-1,-2-3 1,-1-3-477,-1-4 1,0 0 335,4-1 191,0-5 0,-5-29 0,-2-12 0</inkml:trace>
  <inkml:trace contextRef="#ctx0" brushRef="#br1" timeOffset="41">19419 7088 10460,'12'0'-108,"1"0"-8,-1 0 1,0-1 14,1-3 0,3 3 0,2-4 0,1 3-10,3-2 1,-3 2-39,2-2 1,-2 1-115,1-1 159,3 3 0,-9-5 1,3 6-1,-4 0 1,0 0-381,-1 0 170,-5 0 314,4 0 0,-5 0 0</inkml:trace>
  <inkml:trace contextRef="#ctx0" brushRef="#br1" timeOffset="42">19813 6891 7880,'0'-6'-132,"0"-5"1,0 8 1323,0-5-769,0 5 0,1-4-24,3 3 0,-1 3-3,5-3 0,1 2-182,3 2 0,0 2 1,1 2-1,-1 4 96,0 3 0,5 7-276,-1 2 0,4 3 175,-3 2-221,5 5 1,-4-3 0,3 6 0,-1 3 0,-1 2 48,0 3 0,-3 6 1,3-2-1,-2 1-42,-6-1 0,0 2 124,-7-6 0,4 4 1,-4-3-1,-1 1 148,-2-1 1,-5 5-166,0-2 0,-6 7-932,2 1 856,3-5 1,-6 0 0,3-3 0,-3 4 0,-2 3-62,1 1 1,0-3 0,-2-5 0,-1 1-167,-1 2 1,-2 0 125,1-3 1,2-4 0,-4-7 0,0-2 18,0-2 0,0 3 39,-2-5 1,-1 0-22,6-8-111,-6 3 1,8-3-1,-2 3 1,2-1 0,2-3-181,0-1 0,-1-3 0,3-6 1,0-2-148,2-1 0,4-2-37,-5-4 513,7-6 0,-4-33 0,6-15 0</inkml:trace>
  <inkml:trace contextRef="#ctx0" brushRef="#br1" timeOffset="43">20478 6891 7334,'6'0'1274,"0"-5"-573,-6 4-535,0-5 0,0 8-171,0 2 107,0 2 0,1 5 0,2 0 1,1 0-1,-1 4 29,-2 3 0,-1 3 0,0 3 0,0 1-77,0-1 0,0 7-3,0 1 0,0 4 0,0 1 0,0-2-80,0-2 1,0 1-94,0-5 1,0-4 169,0-5-788,0-5 1,-1 3-483,-3-6 1222,2-5 0,-3-23 0,5-12 0</inkml:trace>
  <inkml:trace contextRef="#ctx0" brushRef="#br1" timeOffset="44">20281 6867 7866,'-7'7'2129,"1"-2"-1569,6-5-503,0 0 1,6 0-1,2 0-11,3 0 0,7 0 56,2 0 0,3-4 62,2 0-175,0 0 1,1 4 0,1 0 0,2 0-1,-2 0-51,-1 0 0,-1 0 0,-2 0 1,-3 0 45,-3 0 1,1 0 47,-2 0 1,0 0 1,-3 0-23,-6 0 1,4 0-38,-3 0 0,-1 0 0,-1-2-641,0-2 185,-2 3 0,-4-6-1223,0 3 341,0 3 1364,0-5 0,-11 12 0,-3 1 0</inkml:trace>
  <inkml:trace contextRef="#ctx0" brushRef="#br1" timeOffset="45">11740 8836 7453,'0'-7'621,"0"2"-196,0 5-423,0 0-26,0 5 145,0 2 0,0 5-60,0 0 0,0 1 0,0 0 1,0 2 71,0 2 1,0 5-99,0-2 1,0 8 0,-1 2 0,-2 1 48,-1 3 1,0 7-37,4 4 1,-4 2-162,0-2 88,0 3 1,2-10-1,-1 5 1,-1-2-1,2 0-166,0-2 0,1-4 1,-2-4-1,-1-1-3,1-3 1,1-1 121,-3-1 0,4-6 0,-3-2 0,3-4-344,1 0 139,0-1 25,0-5 1,0-3 0,0-10 251,0-6 0,5-39 0,2-14 0</inkml:trace>
  <inkml:trace contextRef="#ctx0" brushRef="#br1" timeOffset="46">11752 9353 8026,'7'0'909,"4"0"-732,-4 0 0,5 0 2,1 0 0,-1 0 0,0 0 1,1 0-92,-1 0 1,2 0-502,2 0 0,-1 0 252,6 0-18,-6 0 1,4 0-1,-4 0 1,1 0 0,-1 0-196,-1 0 0,-2 0 0,0-2 374,1-2 0,-12-8 0,-2-7 0</inkml:trace>
  <inkml:trace contextRef="#ctx0" brushRef="#br1" timeOffset="47">12171 8897 8264,'-7'0'515,"-4"0"1,10 2-716,-3 2 0,2 3 86,2 5 1,0 2-142,0 2 256,0 3 1,0 6 0,0-1-1,0 4 1,0 3 36,0 6 0,-4 4 0,0-1 0,1 2 18,2 2 1,-3 4 9,0 1 0,-2 2 230,2-10-236,3 0 1,-9-3 0,5 0 0,-1 1-1,1-5 98,2-3-236,-4-2 1,6-4 0,-3-1-1,2-1 1,2-2-918,0-5 668,0-8 1,2-2-443,2-6 769,-3-11 0,16-30 0,-4-18 0</inkml:trace>
  <inkml:trace contextRef="#ctx0" brushRef="#br1" timeOffset="48">12565 8639 7009,'0'12'198,"0"1"1,0 3-90,0 0 0,0 8 47,0 0 0,0 2-199,0 7 1,0 0 0,0 4 0,0-2-104,0-2 1,-2 1 141,-2-5 0,3-2-243,-3-6-31,2 2 1,2-9-440,0 2 717,0-8 0,0-29 0,0-14 0</inkml:trace>
  <inkml:trace contextRef="#ctx0" brushRef="#br1" timeOffset="49">12405 8664 7977,'6'0'812,"0"0"1,-5-2-432,3-2 0,-1 3-182,5-3 62,1 2-205,3 2 0,2 0 0,1 0 0,2 0 0,1-1-32,0-3 0,2 2 0,-2-2 0,0 3-83,0 1 0,2 0-76,-3 0 1,0 0 0,-2 0-338,2 0 0,-1 0 226,-3 0 0,-5 0-415,0 0 401,-5 0 0,4 0 260,-3 0 0,-14 0 0,2 0 0</inkml:trace>
  <inkml:trace contextRef="#ctx0" brushRef="#br1" timeOffset="50">13069 9254 7954,'-11'2'1110,"3"2"-267,-3-3-241,10 5-255,-5-1-201,6-4 0,6 6 1,2-4-1,3 1 1,1-1-4,0-2 1,6 3 119,3 0-390,-3 0 1,3 1 0,-4-1 0,-1-2 0,1 0-545,-1-2 548,0 0 0,-3 0 1,-1 0-1,2 0 1,1 0-432,1 0 1,1 0 0,-5 0-204,0 0 1,1 4 0,-1 0 756,-5 0 0,-2-4 0</inkml:trace>
  <inkml:trace contextRef="#ctx0" brushRef="#br1" timeOffset="51">13057 9537 7929,'-12'0'2049,"-1"0"-1208,1 6-456,5-5-278,2 10 0,6-10 0,4 4 0,8-4 1,5-1 74,1 0 0,7 0 56,-6 0-251,6 0 1,-7 0-1,6 0 1,0 0-1,-2 0-63,-3 0 0,2 0 0,-5 0 0,-1 0 108,2 0 1,-5 0 24,4 0 1,-3 0 39,-2 0-100,0-6 0,-4 5 1,1-3-1,0 3-157,2 1-698,-4 0-260,4-6 1,-8 5-252,5-3 1369,-5 2 0,-14 2 0,-10 0 0</inkml:trace>
  <inkml:trace contextRef="#ctx0" brushRef="#br1" timeOffset="52">14226 9094 8173,'-7'0'1194,"-4"0"-918,10 0-288,-5 0 0,8 6-47,2 2 71,-3 8 0,10-1 0,-3 6 0,3 2 0,2 5-65,-1 4 1,4 4 0,1 1 0,-2 0 107,-2 0 1,4 0-18,-1-1 0,1 1 23,-5 0-87,0-5 1,1 2 0,-2-5-1,-2-2 1,-1-1 9,2-1 1,-5-6 0,-1-3 0,-2-2-141,-2-2 0,1 0-389,3 1 334,-2-6-1152,3 4 1363,-5-10 0,0-28 0,0-14 0</inkml:trace>
  <inkml:trace contextRef="#ctx0" brushRef="#br1" timeOffset="53">14571 9070 7693,'-6'7'503,"5"-2"1,-6-5-624,3 0 68,2 0 13,-3 0 116,5 0 1,-1 0-155,-4 0 343,4 0 1,-6 1-71,3 3 1,-1 3-1,-5 6 6,2-1 1,1 0-109,-1 1 1,-3-1 90,3 0-129,2 6 0,-5-3 0,3 5 0,-3 2 0,-1 2 22,0 0 1,-5 5-1,1 1 1,1 0-7,1 0 0,2-1-112,-1-5 25,1 1 1,0 1-1,1 1 1,1 2-1,2-3 29,-1-4 1,-1 1-72,2-2 0,-2 1 0,5-1 0,-1-1-29,1-3 0,-1 0-88,2-5 0,3 0 1,-3 1-557,2-1-129,2-5-58,0-2 634,0-5 0,2 0 283,2 0 0,14-43 0,8-12 0</inkml:trace>
  <inkml:trace contextRef="#ctx0" brushRef="#br1" timeOffset="54">14841 8848 6155,'0'8'850,"0"1"0,0-1-786,0 4 1,0 2-18,0 2 1,-4-1-150,0 6 79,0-1 1,0 5-1,0 1 1,1 1 0,0 2-67,-1-2 1,3-2-1,-3-5 1,2-2-568,2 0 90,0-4 566,0 3 0,0-10 0,-5-34 0,-2-14 0</inkml:trace>
  <inkml:trace contextRef="#ctx0" brushRef="#br1" timeOffset="55">14743 8824 7519,'-7'0'2258,"2"0"-2062,5 0 1,0-2 132,0-2-394,0 3 117,0-5 1,5 2 0,3 0 0,3 0-204,1-2 1,1 5 0,-1-3 0,0 1 41,1-1 0,-1 3 106,0-3 1,1 1-1,0 0 1,2-1-27,2 1 1,-1-2 0,-4 1 1,5 0 69,-1 4-200,1-6 0,-5 5 1,0-3-1,1 2-420,-1 2 0,-4 0 578,0 0 0,-27 28 0,-3 6 0</inkml:trace>
  <inkml:trace contextRef="#ctx0" brushRef="#br1" timeOffset="56">15297 8528 8019,'-7'13'-387,"0"-1"450,3 0 0,2 0-96,-2 1 1,3 0-43,1 4 71,0 2 1,-4 6-1,0-1 1,1 1-1,2-1-65,1 1 1,0 4 0,0-2 0,0-2-168,0-3 1,0-7-305,0 1 308,0-2 232,0-7 0,0-24 0,0-10 0</inkml:trace>
  <inkml:trace contextRef="#ctx0" brushRef="#br1" timeOffset="57">15174 8528 6473,'-7'-5'1898,"1"2"-1414,6-5-278,0 5 1,2-4 89,2 3-212,3 3 1,5-6-1,2 4-9,2-1-106,3-5 1,-4 7 0,-3-2-1,-1 3 1,0 1-86,2 0 0,-1 0 0,0 0 29,1 0 0,-5 0-50,0 0 1,-4 0-13,4 0-108,-5 5 0,8-3-572,-3 2 326,-2-3 1,0-1 502,-1 0 0,-15 0 0,2 0 0</inkml:trace>
  <inkml:trace contextRef="#ctx0" brushRef="#br1" timeOffset="58">15801 8713 7964,'-8'7'-740,"0"-3"0,4 1 1366,-5-1 0,5 0-393,-4-4 1,4 5 0,-3 0-92,2 2 0,-3-3-212,3 4 0,0-4-62,1 4 192,2-5 1,-7 8 0,3-3 0,1 3 0,-2 2-17,0-1 1,3 2 0,-4 2 0,-2 4 103,-1 4 0,-1 2-24,0 2 0,-2 4 12,-2 5 8,2 0 0,-8 6 0,6 7 0,-1 6 0,0 4 118,-4 1 1,2-3 0,0-2-1,0 0 235,0 0 1,5 0-136,2 2-1,5-4 280,7-5-613,0 1 0,2-2 0,5-3 0,6-6 0,2-5-105,2-5 1,4-4-1,6-3 1,3-3-348,2-1 0,1 1-405,4-7 1,-5 3 8,1-7 292,0-2 0,-2-1 0,-2-5 528,-3 0 0,-1 4 0,-3-2 0,-6-8 0,-5-6 0</inkml:trace>
  <inkml:trace contextRef="#ctx0" brushRef="#br1" timeOffset="59">15998 9291 7992,'0'-7'1288,"0"2"-817,0-1-236,0 5 0,1-4 118,4 5-579,-4 5 1,10 2 0,-3 5 0,3 2 214,1 2 0,1-1 0,0 6 1,2 1 95,2 1 1,0 6 29,0-1 0,-2 7 0,4-3 1,-1 4 63,-3 1 1,-1 0-105,-2 0 0,3 4-204,-3 0 101,3-6 1,-9-3 0,2-6-1,-3 0 1,0-4-510,-1-3 1,0-7-1273,-4-4 1666,0-5 0,-6-58 0,3 18 0,-1-1 0</inkml:trace>
  <inkml:trace contextRef="#ctx0" brushRef="#br1" timeOffset="60">16355 9168 7967,'-7'7'-568,"-4"-2"1441,10 1-546,-10-5-245,9 10 0,-4-8 0,3 5 23,-1 2 0,0 1 7,4 1 0,-2 0 1,0 2-1,-2 1 74,1 1 0,-4 6 31,-1-1 1,-3 6 97,-2 2-266,1 5 0,-1-7 0,-3 5 0,-1-1 0,-2 1 59,-3 2 1,-2-3 0,1 1 0,1-2-31,2-3 1,1-1 5,-2-1 0,3-5 0,6-1-100,0-1-788,5-1 116,-4-11 1,11 0-199,0-6 1,1 0 885,8 0 0,-1-16 0,4-5 0</inkml:trace>
  <inkml:trace contextRef="#ctx0" brushRef="#br1" timeOffset="61">16527 9082 7967,'0'12'0,"0"1"0,0 3 53,0 0 0,0 2 21,0-1 1,0-2 0,0 4 0,0 0-39,0 0 1,0-3-346,0 5 0,0-5 195,0 5-424,0-6 1,0 3 537,0-6 0,6-5 0,1-2 0</inkml:trace>
  <inkml:trace contextRef="#ctx0" brushRef="#br1" timeOffset="62">16453 9020 10204,'9'0'132,"-1"0"0,-4 0-179,4 0 1,0 0 288,5 0-347,-1 0 1,0 0-1,1 0 1,-1 0 0,2 0-27,2 0 0,-2 0-28,2 0 33,-2-5 0,-6 4 0,0-5 1,2 2-1274,1 0 1399,1-6 0,-16-2 0,-4-7 0</inkml:trace>
  <inkml:trace contextRef="#ctx0" brushRef="#br1" timeOffset="63">16946 9180 6539,'0'13'1373,"1"-5"-1097,3 0 1,-3 6 0,5 6-1,-1 4 89,4 0 0,2 6-232,1 3 1,0 3 0,0 2 0,2 2 81,3 1 0,-2 0-96,5-4 0,-3-2 139,3-2-329,1 8 1,-1-10 0,-1 8 0,-1-7 0,-3-1-45,-1-4 1,-2-2 0,-1-5 0,-1-4-254,-2-2-457,-6-2 438,4 1 31,-6-6 0,0-3 356,0-8 0,-11-20 0,-3-9 0</inkml:trace>
  <inkml:trace contextRef="#ctx0" brushRef="#br1" timeOffset="64">17253 9180 5896,'7'0'1948,"-1"0"0,-8 2-1625,-2 2-290,3 3 0,-9 9-4,6 1 0,-5 0 1,2-2-1,-2 3-266,1 1 1,0 6 180,-4 4 0,-2 3 0,-1-1 0,-3 0 120,-1 3 0,3 2 159,-5 1 1,1 0-142,-5-1 17,6 1 1,-4 0-1,4 0 1,-1-1 0,4-3-76,2-5 1,6-2-1,1-1 1,2-2-251,2-2 1,-2-8-1013,1-4 663,-1-7-936,5 4 1511,6-6 0,1-17 0,5-3 0</inkml:trace>
  <inkml:trace contextRef="#ctx0" brushRef="#br1" timeOffset="65">17364 8860 7355,'0'13'770,"0"-1"-144,0 0 1,0 2-226,0 2 1,6 4 23,2 4-452,3 6 1,2-2-1,4 4 1,2 4 0,1 2-163,1 3 200,-1 6 0,4-5 0,-4 3 1,-2-2-1,-2-2 82,1 0 0,-5 4 1,-5-3-1,-2 2 50,-2 3 1,-3 2-138,-4 4 0,-3 2 0,-6 2 1,-3-3-16,0-4 1,0-2-102,3-3 1,-3-4-1,0-8 1,0-6-371,3-5 1,1-4-418,-1-6 897,-5 1 0,-6-23 0,-8-5 0</inkml:trace>
  <inkml:trace contextRef="#ctx0" brushRef="#br1" timeOffset="66">17536 8885 6778,'-6'0'904,"0"0"-705,6 0 1103,0 0-943,6 0 0,-4 0-156,6 0 1,-3 0 0,3 0-1,1 0-21,2 0 1,2 0-218,-1 0 1,2 0-1,1 0 1,2 0-148,3 0 1,-4 0-6,4 0 1,-3 0-401,3 0 403,-5 0 0,5 0 0,-5 0 0,1 0-289,-1 0 1,-5 0-1,-2 0-639,1 0 1112,-3 0 0,-17 0 0,-10 0 0</inkml:trace>
  <inkml:trace contextRef="#ctx0" brushRef="#br1" timeOffset="67">18041 8676 6881,'5'-7'2654,"-3"-4"-2222,3 10-166,-5-5-294,0 6 48,0 0 1,0 6 0,0 2 0,0 3 0,0 3-15,0 2 0,0 2 0,0 5 0,0 0 29,0 3 0,0 2-37,0-4 0,0 1 10,0-1-3,-5 6 0,3-5 0,-2 1 0,3-5 0,0-4-496,-4-2 1,4 3-344,-3-1 372,3-6 0,1-7 0,0-8 462,0-5 0,5-45 0,2-13 0</inkml:trace>
  <inkml:trace contextRef="#ctx0" brushRef="#br1" timeOffset="68">17930 8700 7881,'-4'-8'-83,"0"0"43,0 5 1597,-2-2-266,5-1-1009,-4 5 1,6-4 56,3 5-254,3 0 0,1 1 0,0 2 0,3 1 0,3 0 52,2 1 1,1-2 0,-5 4 0,2-2-229,2-2 1,-1 0 43,6 1 0,-6-3-425,1 3 351,3-2 1,-5-2 0,2 0-1,-2 0 1,-2 0-11,1 0 0,-1 0 1,0 0-69,0 0 0,-1-2-174,-2-2 0,-3 3-360,-1-3 212,-4 2 0,10 2 521,-3 0 0,-2 0 0,-1 0 0</inkml:trace>
  <inkml:trace contextRef="#ctx0" brushRef="#br1" timeOffset="69">18730 9180 7073,'-1'-6'2377,"-3"1"-2372,2 4-22,-3 1 1,5-1-123,0-3-16,0 2 616,0-3-335,0 5 1,1 1 115,3 3 0,-1 3 0,4 7 0,0 2 388,-1 5 0,3 3-422,3 5 1,4 4-1,2 8 1,1 4-119,3 3 0,1 1-150,2 0 0,0 1-888,-1-1 922,1-5 0,-5-2 0,0-5 0,-3 0 1,-2-3-40,-1-5 1,-3-2 0,-1-11 0,-4-1-323,0-1 280,3-2 0,-7-3-347,2-1-722,-3-5 316,5 2 1,-5-6 0,5-2 128,-1-1 731,-4 0 0,10-13 0,-4-3 0</inkml:trace>
  <inkml:trace contextRef="#ctx0" brushRef="#br1" timeOffset="70">19087 9131 6599,'0'-7'1935,"0"-4"-1534,0 10-11,0-10-304,0 10 346,0-10 124,0 9-488,0-3 1,-1 6 46,-4 3 0,4 1 30,-3 7-106,-3-3 1,4 15 0,-5-4 0,0 5 0,0 4-74,0 3 1,-1 4-1,-3 1 1,0 0-48,-1 0 1,0 4 46,-4 0 0,2 4 0,-4-4 0,0-2 60,0 0 0,-2-4 9,-3-2 0,3 3-13,1-4-8,5-1 1,-7-1 0,5-6 0,2 1 0,2-2-8,0-2 1,5-4 0,1-4-332,2-1-423,1 0 147,4-5 0,5-7 152,3-8 0,1-3 1,2-1 447,2-1 0,19-37 0,1-10 0</inkml:trace>
  <inkml:trace contextRef="#ctx0" brushRef="#br1" timeOffset="71">19345 8922 8005,'6'-7'-240,"-5"2"188,5 5 1,-5-2 462,3-2 121,-3 3-353,5-5 0,-6 12 84,0 2-242,0 3 0,0 3 0,0 1 1,0 2-1,0 4 37,0 5 1,0-1 0,-1 3-1,-2-2-128,-1-1 1,-2 0-215,2-1 0,3-1 65,-3-2-513,2 2 0,-2-9 732,0 2 0,0-40 0,4-12 0</inkml:trace>
  <inkml:trace contextRef="#ctx0" brushRef="#br1" timeOffset="72">19198 8934 8096,'-9'-7'1263,"1"3"-838,6 3 1,-5 0 181,3-3-350,2 2 1,-3-5-14,5 3 0,1 3-59,3-3 0,3 2 161,5 2-257,1 0 0,4-4 0,4 0 0,2 1 0,2 2-220,-1 1 1,5-4-1,0 0 1,-2 1-98,-1 2 1,-3 1 132,-2 0 0,1-4 0,-6 0 0,-1 1-248,-1 1 0,-6 2 65,0 0 0,-4 0 23,5 0-338,-7 0 186,4 0 1,-5 0 0,2-1-898,1-3 1304,0 3 0,-4-5 0,0 6 0</inkml:trace>
  <inkml:trace contextRef="#ctx0" brushRef="#br1" timeOffset="73">11703 10682 8055,'0'-13'39,"4"5"173,0 0 1,1 0 136,-5-4 104,0 5-260,0 1-146,0 6 159,0 0-110,0 6 0,0-4 1,0 7-1,0 0 1,0 4 68,0 3 1,0-1-1,0 7 1,0 4-59,0 5 0,-2 5 71,-2 1 0,3 5-202,-3 3-15,2 3 1,-2 3 0,0 1 0,0 1 0,0-1-133,0-1 1,-5-4 0,4-1 0,0-5-227,-1-3 0,2-11-394,4-2-100,-5-9 495,3 2 0,-3-13 0,5-5 396,0-6 0,5-49 0,2-12 0</inkml:trace>
  <inkml:trace contextRef="#ctx0" brushRef="#br1" timeOffset="74">11691 11088 11134,'12'0'483,"1"0"-241,-1 0 0,1 0-253,4 0 1,2 0 0,7 0 0,1 0-1326,2 0 0,0 0 363,-5 0 0,1 0 973,0 0 0,5-6 0,1 0 0</inkml:trace>
  <inkml:trace contextRef="#ctx0" brushRef="#br1" timeOffset="75">12097 10608 8070,'-7'5'637,"-4"2"1,10 6-462,-3-1 1,2 6-131,2 2 1,0 1-40,0 3 24,0 4 1,0 10 0,0 3 0,0 4 0,0 3 1,0 1 0,0 4 0,-1 1 0,-2-2-2,-1-2 0,-1-2-101,1-3 0,1 2 165,-5-6-153,5 0 1,-7-6 0,6-3 0,0-6-1,0-6-604,0-2-248,0-7 910,4-11 0,11-56 0,-4 19 0,-1 0 0</inkml:trace>
  <inkml:trace contextRef="#ctx0" brushRef="#br1" timeOffset="76">12380 10522 8051,'0'-7'284,"0"1"-79,0 6 0,0 2-73,0 2 1,0 0-148,0 8 1,0-1-1,0 10 1,0 1-17,0 1 0,0 3 19,0 3 0,-4 2 1,0 6-1,0-1-55,-2-4 1,5 3-104,-3-7 0,2 1 44,2-4-384,0-6 0,0-6 510,0-4 0,-5-45 0,-2-6 0</inkml:trace>
  <inkml:trace contextRef="#ctx0" brushRef="#br1" timeOffset="77">12232 10571 7936,'0'-8'935,"0"0"-347,0 5-31,0-8 1,0 8 32,0-5 0,4 4 119,1-4-347,4 5-330,-2-3 1,5 6 0,1-1-1,-1-2 1,0-1-155,1 2 1,3 0 0,2 2 0,-1 0-410,1 0 0,3 0 134,-5 0 0,2 0-816,-2 0 656,-2 0 1,4 0 0,-6 0 556,0 0 0,1 0 0,-1 0 0</inkml:trace>
  <inkml:trace contextRef="#ctx0" brushRef="#br1" timeOffset="78">13020 10940 8004,'-12'0'0,"-1"0"884,1 0 428,0 0 0,6 0-862,6 0 1,11 0-422,10 0 1,2 4 166,2 0-303,-1 1 1,1-5-1,-1 0 1,1 1 0,-2 2-280,-2 1 1,1 0 0,-5-4 0,1 0-230,0 0 1,2 4 167,-3 0 1,-1 2 0,-3-4 446,-1 2 0,-11 6 0,-2-3 0</inkml:trace>
  <inkml:trace contextRef="#ctx0" brushRef="#br1" timeOffset="79">12958 11199 8000,'0'8'0,"0"0"0,0-4 0,0 4 861,0-5 1,2 7 40,2-6-833,3 0 0,9-4 0,2 0 0,1 0 0,3 0 39,1 0 0,2 4 153,-1 0-295,1 0 0,0-4 0,-2 0 0,-1 0 0,-3 0 10,-1 0 31,4 0 1,-13 0 0,3 0 0,-1 0 0,0 0-93,2 0 1,-5 0 0,0 0-641,2 0 1,-4-4 724,3 0 0,-12-17 0,2 1 0</inkml:trace>
  <inkml:trace contextRef="#ctx0" brushRef="#br1" timeOffset="80">13992 10682 7895,'0'7'1074,"0"4"0,0-5-689,0 7 0,2-1-186,2 0 0,2 6-88,7 3 0,5 7 0,2 5 0,3 4 72,2 4 1,4 1-64,-1 4 1,1 0 0,-4-4 0,-2 1 150,-3-1 0,2 3-177,-5-4 0,-1 0 1,-4-4-1,-1 0 61,-2 0 1,0-3-123,-5-5 0,4 0 222,-3-9-768,4-2 0,-6 0 0,4-6-1750,-2 0 1785,-1-5 478,-4-1 0,-11-12 0,-2-1 0</inkml:trace>
  <inkml:trace contextRef="#ctx0" brushRef="#br1" timeOffset="81">14435 10633 7935,'-8'-2'1191,"0"-2"-197,5 3-151,-2-5-572,-1 6-336,5 0 1,-5 2 230,6 2-49,0-3 1,0 10 0,-1-3 0,-2 3 0,-2 3 120,-2 2 0,3-1 0,-4 6 0,-1 2-27,3 4 0,-10 1-96,4 5 0,-3 3 0,1 7 0,-2-1-32,-4 1 0,0-2-45,0-4 0,-1 0 0,-3 1 0,-1 0-30,1-1 1,-1 1-88,0-9 1,5 4 0,1-2-1,0 2-78,-1 1 0,5-1 28,-1-8 1,6-5 0,2-1 0,-1-1-146,-2-3 0,4-1-214,3-2-121,-3-5-109,5-2 1,-3-6 717,5-3 0,5-36 0,2-13 0</inkml:trace>
  <inkml:trace contextRef="#ctx0" brushRef="#br1" timeOffset="82">19136 10645 8542,'0'12'1039,"2"0"-855,2 1 0,-3-1-45,3 0 1,-3 6 0,1 3 0,2 2 59,4 2 1,3 5-135,1 2 0,1 4 158,-1 1-191,0 5 0,6-3 0,1 2 0,2-3 0,-1-1-121,2 0 39,1-6 1,-4 3 0,-1-6-1,-1-4 1,-2-2-3,-4 0 1,0-4 0,-7-2-1,0-2-297,1-2 0,-3-4-738,2 1-161,-3-7 1248,-1 9 0,-5-20 0,-2 1 0</inkml:trace>
  <inkml:trace contextRef="#ctx0" brushRef="#br1" timeOffset="83">19505 10657 8009,'-7'0'306,"2"0"71,5 0-181,-5 0-237,3 0 216,-3 0 106,5 0 1,-2 0-111,-2 0 1,3 2-44,-3 2 0,1 1 68,-1 3-141,3 9 0,-10-9 0,2 10 0,-2 1 0,-1 4 324,0 4-354,0 8 0,-5-4 0,-1 6 0,-1 1 1,-3 2 19,-1 1 0,3 0 0,0-5 0,1-2-64,0-1 0,4-6 46,-1 2 0,2-5 1,2-2-1,-1-1-109,1 0 0,1-1 65,3 0 0,-2-3-189,6 3 159,-5-5 1,6 7 0,-4-6 0,2-1 0,1-2-705,-2-5 0,5 3-643,-3-3 341,2-2 1053,2-1 0,0-16 0,0-3 0</inkml:trace>
  <inkml:trace contextRef="#ctx0" brushRef="#br1" timeOffset="84">19850 10337 8009,'0'18'-1422,"0"-4"1431,0 2 0,-4 2 465,0-2 0,-5 6 0,4-1 0,0 1-190,-1-2 1,-2 3-479,4-2 1,-4 5 129,3-2-130,1 4 1,4-11-1,0 4 1,0-5-1,0-2-764,0-2 958,-5 1 0,-2-28 0,-5-7 0</inkml:trace>
  <inkml:trace contextRef="#ctx0" brushRef="#br1" timeOffset="85">19678 10399 8009,'-6'-13'542,"3"5"-305,-5 0 0,5 4 643,-1-4-389,3 5-327,1-2 1,1 0 0,5 1-94,6 2 1,2 0 0,8 2 0,2 0 10,4 0 0,4 0-197,-3 0 0,4 0 0,-3 0 0,0 0-155,0 0 1,-1 0 1,-4 0 0,-2 0-234,-3 0 168,4 0 1,-11 0-1,4 0 334,-4 0 0,-17 0 0,-4 0 0</inkml:trace>
  <inkml:trace contextRef="#ctx0" brushRef="#br1" timeOffset="86">11617 12282 7971,'-1'11'456,"-3"-3"0,2-1-256,-2-3 0,3-2 46,1 7 1,-4-1-268,0 4 0,-2 0-278,2 1 427,3-1-151,-5 0 1,6 1-1,0-1 1,0 0 0,0 1-89,0-1 0,0 0 1,0 0-1,0 1-127,0-1 0,0 6 329,0 2 0,0 1 1,0 2-1,-1 4-40,-3 4 0,2 1-35,-2 5 0,-1 4 0,1 2 0,0 0-6,-2 4 1,3-1 2,-5 0 1,5 0-210,-1-5 146,3 0 0,-3-7 1,0 0-1,1-1 1,2-5-303,1-5 1,0-4-1,0 2 1,0-5 351,0-2 0,-6-18 0,-1-5 0</inkml:trace>
  <inkml:trace contextRef="#ctx0" brushRef="#br1" timeOffset="87">11592 12762 7971,'-6'6'1068,"0"0"1,6-5-603,0 3-79,0-2-298,0 3 1,6-5 0,2 0 0,3 0-362,1 0 0,4 0 38,1 0 0,5 0 0,-2 0 1,4 0-229,0 0 1,1 0-12,-1 0 0,1-1 0,0-2 0,-2-2 473,-3-2 0,15-18 0,-3-8 0</inkml:trace>
  <inkml:trace contextRef="#ctx0" brushRef="#br1" timeOffset="88">12011 12294 7971,'-7'7'1349,"0"2"-654,3-5-458,3 6 1,-6-3-1,4 6 1,-1 3 57,1 0 0,1 7-281,-3 2 0,4 2 73,-3 10-112,3-3 0,-3 13 0,-1-5 1,3 2-1,-1 2-151,-1 2 1,-2 6 0,-3-2-1,2-3-215,2-3 0,-5-2 230,2 1 0,1 0 1,0-6-1,0-7-165,0-4 0,5-2-145,-2-10 1,2 0-601,2-3 1071,0-6 0,6-29 0,0-12 0</inkml:trace>
  <inkml:trace contextRef="#ctx0" brushRef="#br1" timeOffset="89">12294 12146 7977,'0'-7'-356,"0"2"1452,0-1-728,0 5-18,0-4-325,0 10 1,0 2 0,0 5-1,0 2 1,0 2-28,0 5 1,-1 6-1,-2 3 1,-1 2-238,1 2 0,-3-3-87,2 2 0,-1-1 0,2 0 0,-1-3-244,1-3 1,2-7 21,1-2 548,0-4 0,0-39 0,0-9 0</inkml:trace>
  <inkml:trace contextRef="#ctx0" brushRef="#br1" timeOffset="90">12183 12085 7977,'-12'0'544,"0"0"1,3 0 57,1 0-490,5 0 120,-2 0 344,5 0-274,0 0-337,5 0 0,2-2 0,6 0 0,0-3 0,2 3-86,2 0 0,-1 1 0,-2-2 1,1-1 11,1 1 1,1 2 112,-5 1 1,4 0 0,1 0 0,-2 0-11,-2 0 0,0 0-70,-1 0 0,0 0 92,1 0-234,-1 0 1,0 0 0,1 0 0,-1 0-955,0 0 764,0 0 0,-3 0 0,-1 0 408,1 0 0,-9 6 0,-1 0 0</inkml:trace>
  <inkml:trace contextRef="#ctx0" brushRef="#br0" timeOffset="91">28206 4455 7819,'8'-4'43,"0"0"0,-5-2 315,1 2 1,2 1 83,-2-5-2,0 5 1,-4-3 506,0 1-179,0-1-39,0-1 577,0 1-840,0 6 1,5 2 0,3 0-1,3 4 204,2 1 1,-1 1-398,0 4 1,5 1 51,-1-1-248,0 0 1,-2 2 0,1 1-1,2 1 1,-2 1 173,-2 0-218,0-3 1,-1 4 0,0-4 0,1 1 0,-1 1-315,0-1 178,0-1 0,1-2 1,-1 0-1,0 1 0,-1-1-35,-2 0 1,-4 1-1,-5-1 1,1 0 108,3 1 1,-2 3-12,2 0 0,-3 1 0,-1-5 0,0 0-181,0 1 163,0-1 0,0 0 1,0 1-1,0-1 56,0 0 29,6 0 0,-5 1 1,5-1-1,-2 0 36,0 1 0,0 0 46,-4 4 1,0-4 0,0 4 0,-1-2 136,-4 1 0,3-2-100,-6 2 0,3 2-24,-3-1-180,5-1 0,-6-2 0,3 1 0,1 1 0,-1-1 70,4-1 5,-5-2 1,6 0 0,-4 1 0,4-1-1,0 0-10,-3 1 1,2-1 0,-2 0 0,1 1 28,-1-1 1,2 0-56,-7 1 1,5-1-1,-4 0 1,-2 0-69,0 1 0,1-5-444,1 0 8,0 0 194,-4 5 1,3-5 0,1 0-1069,-1 2 866,3-5 0,-1 1 0,5-5-1732,-2 3 1796,-1-3 467,5 5 0,22-28 0,6-5 0</inkml:trace>
  <inkml:trace contextRef="#ctx0" brushRef="#br0" timeOffset="92">28341 4098 7819,'-12'0'830,"0"0"228,-1 0 111,6 0-585,-4 0-351,10 0 0,-3 0 0,8 1 0,6 2 0,5 3 325,5 0 1,3-2 0,2 3-1,1-1 72,3-3 0,4-2-349,8-1 0,-3 0 0,4 0 0,2-1-170,5-4 0,5-1-181,3-7 1,2 1-1688,-6 0 1614,0-1 1,-9 0-1,-5-2 1,-9 0-1,-10 2-2361,-5 4 1547,-8 1 0,-2-1 0,-6 2 957,-3 2 0,-19 1 0,-10 4 0</inkml:trace>
  <inkml:trace contextRef="#ctx0" brushRef="#br0" timeOffset="93">28858 4012 9738,'-1'13'1486,"-3"4"1,-3 3-1046,-6 9 0,1 1-235,0 3 0,-2 7 0,-1-5 0,-1 1-183,1-2 1,1-3-416,2 2 1,5-4-1,3-7 1,2-3-406,2-1 0,0-2 797,0-4 0,22-16 0,6-4 0</inkml:trace>
  <inkml:trace contextRef="#ctx0" brushRef="#br0" timeOffset="94">29227 4775 7843,'-12'0'3673,"0"0"-3176,5 0 1,3 0 16,8 0 0,4 0-67,8 0-369,9 0 1,2 0 0,6 1 0,1 2 0,1 1-109,-3-1 1,3 2-1,-8-1 1,-4-1-2164,-5-2 799,1 5 1,-7-3 1393,1 5 0,-43-1 0,-21 0 0,-4 2 0,1 1 0</inkml:trace>
  <inkml:trace contextRef="#ctx0" brushRef="#br0" timeOffset="95">29092 5033 7843,'-7'0'4305,"-4"0"-3482,10 0 1,1 0-298,8 0 0,7 0 0,4-1 0,3-2-308,4-1 0,3 0-660,-1 4 0,4 0 442,5 0 0,8-2 0,7-2 0,4 1 0,0 0 0</inkml:trace>
  <inkml:trace contextRef="#ctx0" brushRef="#br0" timeOffset="96">29966 4639 7843,'0'-12'0,"-4"4"1181,-1 0 1290,1 5-1976,-1-2 0,3 7 0,-2 5 0,2 7 0,-1 5 277,-1 7 1,-2 0 0,4 7 0,-3 1 27,3 1 1,0 2-447,2 0 1,-4 0-172,0 0-135,0 0 0,0-1 0,-1-2 0,-2-1 0,-2-2 98,3-4-688,-5 2 0,8-15 1,-5 2-1,-2-2-2853,-1-2 1696,-1-5 1,4-3 1698,0-8 0,10-47 0,0-16 0</inkml:trace>
  <inkml:trace contextRef="#ctx0" brushRef="#br0" timeOffset="97">29879 4652 7843,'0'-13'-15,"0"1"1,2 0-14,2 0 574,-3-1 1,9 1 0,-6 0 0,0-1 2488,2 1-2522,-5 0 0,8-1-66,-4 1-253,-1 5 1,1-2 0,3 3-1,3 1 1,2-1 848,-1 4-856,0-5 0,6 5 1,3-2-1,2 3 1,3 1 46,2 0 1,0 0 0,3 0-1,1 1 79,-1 3 0,2 3-402,4 5 0,-6 1 0,-1-1 0,-2 0-407,-4 1 0,1-1 177,-13 0 0,-2 2 0,-12 1 0,-3 1-288,-7-1 1,-12 3 284,-8-1 0,-5-1 48,-4-4 213,2-5 0,-3 4 1,5-3-1,2 3 0,2 2 327,4-1 1,3-1 0,1-2 0,2 0 215,3 0 0,7-2-144,9 1 1,4-1 0,4 3 0,6-2 313,5 1 0,4 1-135,6-2 0,3 3 128,1-3-555,5-2 0,-8 5 0,3-3 0,-3 3 0,-3 1-125,-2 0 0,1 5 0,-6 1 0,-1-1-265,-1 1 1,-7 4 145,-3-1 1,1 2-1,-1 0 1,-1-1-198,-2-2 0,-2-3 210,-3 3 0,-3-3 195,-5 3-77,-1-5 1,4 5 0,-2-5 0,-3 1 0,-1-1 21,-3-1 0,3-2 0,-6 0 1,-4 1-13,-2-1 1,-13-1 41,-1-3 0,-7-2 1,-4-6-1,-3-2 109,-1-2 1,6-3-102,1-5 1,6 1 3,10 3-354,3-3 1,10 5 0,1-3 0,1 2-893,3 1 194,7-3 0,2 6 1011,6-5 0,27-6 0,8-5 0</inkml:trace>
  <inkml:trace contextRef="#ctx0" brushRef="#br1" timeOffset="98">15210 10743 7901,'-12'0'1713,"4"0"-556,0 0-506,5 0-519,-8 0 0,10 2 0,-3 2 0,2 4 1,4 3 376,2 1-547,3 1 1,1 0 0,0 4 0,3 3 0,3 3 136,2 2 0,2 5 1,-3 3-1,1 2 93,-1 2 0,3 4-57,-2 0 0,2 6 52,-1-2-58,-4 3 0,5 1 0,-6 0 1,1 2-1,0 1-34,4 1 1,-4-1-1,4-7 1,-3-4-120,-2-2 1,0-4-62,0-2 0,-3-7 0,-1-7 0,0-1-287,-1-3 1,2-1-270,-4-2 1,3-4-942,-4 0-38,0-5 170,-4 2 502,0-5 948,5-5 0,-9-24 0,3-10 0</inkml:trace>
  <inkml:trace contextRef="#ctx0" brushRef="#br1" timeOffset="99">15629 10756 7920,'-7'5'175,"-4"-4"0,4 9 348,-5-6 1,4 4 32,0-4-233,5 6-253,-8-3 1,10 5-1,-5 0 1,2 1 0,0-1-136,1 0 123,2 1 0,-1 3 0,0 2 0,-2 0 0,-1 1 128,0 0 1,-2 1 0,-4 6 0,2 2 126,0 0 1,-3 3-88,-4-3 1,-1 0 0,4 4-1,-2 3 170,-2 0 0,1 2-246,3 0 1,1 0-1,0 0 1,0 0-35,-1 0 1,1-2-112,0-2 0,-1 1 0,1-4 0,0 0 44,-1 0 1,1-1-101,0-4 1,1-1-1,1 0 1,2-2-222,-2-2 71,0-5 0,1 3 0,3-6-288,0 0 1,1-3-164,0-1 0,4-4-829,-3 4 1481,3-5 0,6-14 0,2-10 0</inkml:trace>
  <inkml:trace contextRef="#ctx0" brushRef="#br1" timeOffset="100">15826 10719 7920,'-13'0'1862,"1"0"1,4 0-1395,0 0-240,5 0 0,-1 0-204,8 0 1,3 0-53,5 0 0,0 0 126,1 0-164,-1 0 0,0 0 0,1 0 0,-1 0 0,0 0-258,1 0 1,3 0 0,0 0 32,-1 0 1,-1 1 141,-2 3 1,-3-2-261,-1 2 0,0-3 1,0-1 0,0 0 0,2 0-1523,1 0 1931,-4 0 0,-2-16 0,-5-5 0</inkml:trace>
  <inkml:trace contextRef="#ctx0" brushRef="#br1" timeOffset="101">16330 10522 7920,'-8'0'2085,"0"0"-1823,5 0 0,-6 1 120,5 3-299,-1 3 1,5 7 0,0 1-1,0 3-138,0 1 0,0 3-133,0 6 0,0 0 1,0 4-1,0 1-36,0-1 0,2 2-56,2-5 1,-3-1-153,3-3 258,-2 0 1,-2-6-1,0-3 1,0-2-343,0-2 154,0-5 0,1-2 0,2-6 362,1-3 0,5-47 0,-2-16 0</inkml:trace>
  <inkml:trace contextRef="#ctx0" brushRef="#br1" timeOffset="102">16133 10546 7920,'-8'0'182,"0"0"1,4 0 902,-4 0-287,5 0-23,-2 0-472,5 0 1,1 0 0,3 0 0,4 0 161,3 0 0,3 0 0,1 0 1,3-1-67,1-3 0,1 3-375,5-4 0,-5 4 0,1 1 0,1 0-111,1 0 1,-2 0-138,-1 0 0,-4 0 144,5 0-263,-6 0 1,7 0-1,-6 1 1,-1 2-196,-1 1 0,-2 0 0,1-4-8,-1 0 1,-4 0 187,0 0 0,-4 0 1,3-1-1184,-1-3 1541,-2 3 0,-21-5 0,-3 6 0</inkml:trace>
  <inkml:trace contextRef="#ctx0" brushRef="#br1" timeOffset="103">16835 10953 7920,'0'-13'0,"-4"5"545,0 0 1,-2 4 1415,2-4-1528,3 5 0,-5 4 255,6 11-577,0 6 1,6 14-1,2 3 1,3 6 0,1 4 77,1 6 0,0 0 0,4 6 0,3 3 91,3 4 1,2-1-165,-13-30 0,1 0 0,11 28 0,1-3 0,-1-6 143,1-6 1,0-3-15,-1-6 1,-3-6 57,-1-2-294,-5-3 0,2-6 0,-8 1 0,-2-1 1,0-1-305,0-2 1,-4-3 0,1-2-433,-3 0 1,-1 0-277,0 1 1,4-5-6,0 0-712,0-5 1720,-4 8 0,-5-26 0,-2 0 0</inkml:trace>
  <inkml:trace contextRef="#ctx0" brushRef="#br1" timeOffset="104">17241 10989 7951,'0'-12'187,"-1"4"346,-3 0-287,2 5 1,-5-2 100,3 5-81,3 0 0,-6 0-202,3 0 1,-2 1 0,-2 3-80,4 4 1,-1 3-14,1 1 1,-5 1 0,5-1 0,0 0 276,-1 1 1,2-1-123,-5 0 1,4 5 327,-5-1-302,7 1 0,-9 0 0,3 4 1,-3 2-1,-2 2 489,1-1-660,0 1 1,-1 4-1,1 1 1,0 2-1,-1 5-56,1 3 0,4 2 0,0-2 0,-2 1-45,-1-1 1,0 2 100,3-1 0,-3 0 0,3-4 1,-2 0 124,2 0 0,-3 0-48,3 0 0,-3-2 0,-1 0 0,0-4 22,-1-1 0,1-1-28,0-5 0,-1-4-155,1-4 60,0-2 1,3-2 0,1-1 0,0-2-2357,1 0 2398,2-7 0,10-13 0,2-9 0</inkml:trace>
  <inkml:trace contextRef="#ctx0" brushRef="#br1" timeOffset="105">17401 10768 7926,'-8'7'-859,"0"-3"1,3 1 2963,-3-1-416,6 1-1043,-9 0-668,9-4 269,2 10-342,7-9 0,5 3 0,1-5 1,0 0-1,2 0-193,2 0 208,-1 0 1,-3-4 0,-1-1 0,1-1-1,3 1 15,0 2 1,0-3 0,-3 1 0,-1-1 55,0 1 0,-4 0-86,1 0 1,-1 4-300,4-3-323,-5-3-487,-2 6 609,-5-5 595,0 6 0,-21 17 0,-7 3 0</inkml:trace>
  <inkml:trace contextRef="#ctx0" brushRef="#br1" timeOffset="106">17819 10485 7967,'0'-7'714,"-5"2"-486,4-1 158,-10 5-414,9-5 23,-3 12 1,3-4-1,0 7 1,-2 0 0,1 4-338,1 3 280,2-2 1,0 9 0,0-3-1,0 4 1,0 2-134,0 2 208,0-2 1,0 6 0,0-5 0,0 3 0,0 0-36,0 0 1,0-2 0,0-6 0,0-3-91,0-1 0,0-2-323,0-4-314,0-5 749,0-1 0,0-50 0,0-11 0</inkml:trace>
  <inkml:trace contextRef="#ctx0" brushRef="#br1" timeOffset="107">17450 10793 7967,'-4'-9'543,"0"1"-132,0 5-116,4-8-28,-6 5 1,5-3-52,-3 1 0,-2 4-28,2-4-224,0 5 1,6-2-77,2 5-4,3 0 1,5 0 0,0 1-22,1 3 1,-1-2 52,0 2 0,0-3 0,1-1 0,-1 0-187,0 0 0,-3 0 44,-1 0 1,0 0 0,4 0-336,1 0 89,-1 0 473,0 0 0,-10-11 0,-4-3 0</inkml:trace>
  <inkml:trace contextRef="#ctx0" brushRef="#br1" timeOffset="108">12971 12909 7953,'-13'0'0,"1"0"0,1 2 1554,3 2-724,3-3-661,5 10 1,5-6-1,5 5 1,5-2-1,6 0 218,7-1-329,-2 4 0,8-5 0,-4 3 0,0-2 0,0-1-298,-2-4 0,-2 4 1,0-2-1,1 0-154,2 1 1,-2-3 274,-7 2 0,4-1 0,-4-1 0,2 2-534,-1-1 1,-4-1-881,-4-2 1533,-1 0 0,-5 0 0,-2 0 0</inkml:trace>
  <inkml:trace contextRef="#ctx0" brushRef="#br1" timeOffset="109">12860 13229 8001,'-8'0'1534,"0"0"1,6 2-1593,2 2 1,7-3 122,9 3 1,5-3 0,8 1 0,5 1-50,6 1 1,-2 1 3,3-1 1,1-2 0,-1 3 0,-2-1-277,-5 0 0,0 4 93,-5-3 1,3 4-1,-3-2 1,-2 1-244,-1 0 1,-5-1 161,-1 1 1,0 3-1,0-4 1,-3 0-1408,-4-3 1651,0-2 0,-7-8 0,0-1 0</inkml:trace>
  <inkml:trace contextRef="#ctx0" brushRef="#br1" timeOffset="110">14152 12663 6571,'0'-7'1478,"0"-4"0,0 9-668,0-7 11,0 7-505,0-4 0,2 8-174,2 2 1,2 5 0,7 12 0,-1 9 55,0 8 0,2 11-266,2 9 56,-9-23 1,0 1-1,4-1 1,1 1-1,-2 5 1,0 0-1,0 1 1,0-1 0,0 1-1,-1 0 14,0-1 0,0 0 1,-1 0-1,0 0-798,-1-4 0,-1 0 672,0-1 0,0-1 0,6 20 0,-1-6 0,-3-7 1,-2-6-411,-1-8 0,-3 0 1,2-12-1499,-3-1 1189,-1-7 843,0-2 0,6-1 0,0 2 0</inkml:trace>
  <inkml:trace contextRef="#ctx0" brushRef="#br1" timeOffset="111">14657 12700 7995,'0'-7'-1809,"0"0"2267,0 3 450,0 3 0,0-6 0,-2 4 373,-2-1-1103,3 0 1,-6 4 174,3 0-228,3 0 0,-6 0 1,3 1-1,-5 4 141,-2 3 0,3 3 0,0 2 0,-3 2 257,-4 2 0,0 6-280,-5 2 0,3-1 1,-3 8-1,-2 1 154,-2 3 0,-1 5-205,-4 1 0,3 1-1081,-3 6 1023,-2 1 1,5-1-1,-3-1 1,4-2-1,3-2-254,2-2 92,-1 5 1,-3-9 0,1 3 0,2-2 0,3-3-219,1 1 1,3-1 0,-1-3 0,4-6-564,3-5 1,5 1 40,-1-2 1,2-4 193,2 0 318,0 2 0,0-5 0,2 2 0,2-2 256,4-2 0,19-38 0,6-9 0</inkml:trace>
  <inkml:trace contextRef="#ctx0" brushRef="#br1" timeOffset="112">15321 12368 7933,'-12'-2'0,"0"-2"0,-1 3 516,1-3 1,4 2-196,0 2 1,-1 0-1,-3 0 1,0 0 69,-1 0 0,5 2-309,0 2 0,0 0 262,-4 8-371,-1-2 0,1 14 1,-2 1-1,-1 7 1,6-14 102</inkml:trace>
  <inkml:trace contextRef="#ctx0" brushRef="#br1" timeOffset="113">15091 12527 11647,'-4'9'34</inkml:trace>
  <inkml:trace contextRef="#ctx0" brushRef="#br1" timeOffset="114">15080 12552 11736,'-17'43'132,"-8"14"21,1 5-15,11-30 1,1 1 0,0 3 0,1 1-174,0 1 0,1 2 0,-1 3 0,0 0 178,3-2 1,0 0-46,-1 0 0,2 0 0,2-4 1,1 0-1,1 0 0,-1 0 0,1 0 1,1 1-1,0-1 0,1 1 130,0-1 0,1 0-195,-1-1 0,2-1 0,4 25 1,4-2-1,3-4 0,4-2-103,5-3 0,-1-1 1,4-8-1,2 1-79,0-1 1,5-3-183,2-5 0,1-2-914,-1-5 801,2-6 0,-5-5 1,3-7-1,-4-2 0,-3-2 444,-1-2 0,-1-5 0,-2 0 0,-6 1 0,-5 2 0</inkml:trace>
  <inkml:trace contextRef="#ctx0" brushRef="#br1" timeOffset="115">15530 12811 10113,'0'7'271,"2"2"-321,2-5 0,3 7 75,5 2 10,0 4 1,6 9 0,3 3 0,3 5 0,5 7 24,4 8 0,2 5 0,1 5 0,-2-3 15,-1-2 1,-6 4-7,2-5 1,-4 4 0,-5-3-1,-4-4 18,-2-3 1,-2-1-8,1-5 1,-2-1-126,-3-7-8,3-9 1,-10-2 0,5-4 0,-2 0 0,0 0-229,-1-3 0,-2-6-393,-1-1-84,0 1 0,0-4 758,0-5 0,-11-33 0,-3-13 0</inkml:trace>
  <inkml:trace contextRef="#ctx0" brushRef="#br1" timeOffset="116">16035 12762 7388,'7'0'1115,"-2"0"-708,-5 0 1,-1 0-187,-3 0 1,1 1-177,-5 3 1,5-1-107,-1 5 0,3-4 19,1 4 64,-6 0 0,5 5 1,-5-1-1,2 2 0,0 1 1,0 3-1,0 1 193,0 3 1,-6 5-103,2 2 0,1 5 0,-1-1 0,-2 2 77,0 2 1,-3 0-160,1 0 0,0 1 0,-2 2 1,-1 0 100,-2-5 0,-3 5-49,4-7 1,-2 5 0,1-7 0,-2 2 51,0 0 0,-4 2-81,2 2 0,-1-1 0,1-9 0,1 2 76,3-2 0,-4-1-320,5-1 1,-1-5 0,5 0 0,0-3-182,-1-2 0,1 3 161,0-1 1,4-2-184,-1-7 37,7 3 1,-4-4-1086,6 5 829,0-5 612,0-2 0,22-70 0,-8 24 0,-1 0 0</inkml:trace>
  <inkml:trace contextRef="#ctx0" brushRef="#br1" timeOffset="117">16453 12515 9674,'0'13'-40,"0"-1"1,0 2-175,0 2 0,0-1 86,0 6 0,0-1 1,0 6-1,0 1-129,0 2 0,0 4 186,0-4 0,-4 1-60,0-1 84,0-3 1,3 4 0,-2-7 0,-1-3 0,0-3-448,-2-4-337,5 0 831,-5-12 0,6-57 0,0 16 0,0-1 0</inkml:trace>
  <inkml:trace contextRef="#ctx0" brushRef="#br1" timeOffset="118">16330 12429 7927,'-4'8'419,"0"1"1,-4-5-3,4 4 0,0-5-324,4 2 13,0 1 0,1-5 0,3 3 0,4-3 0,5-1-35,3 0 1,-1-1 0,4-2 0,0-2-12,1-2 1,-1 3-209,1-4 0,2 4 0,-4-3 0,1 0-61,3 0 1,-4 3 118,-2-4 0,-2 4 70,-2-4-57,6 5 1,-9-4 0,4 4-572,-2-1 129,0 0-68,-5 4 587,0 6 0,-17 6 0,-3 7 0</inkml:trace>
  <inkml:trace contextRef="#ctx0" brushRef="#br1" timeOffset="119">17044 12786 8541,'0'12'878,"0"1"0,0 0-936,0 4 1,4 3 271,0 9 1,7 9 0,2 12 0,6 6-37,4 4 1,-8-27 0,0 1-111,1 1 1,1 0 0,0-1 0,1 0 0,1 1 0,-1 1 0,0 0-1,0 0-198,-2 1 1,1-1 0,-1-3 0,0 0 76,9 20 0,1-4 1,-10-4-1,0-5 59,-3-6 1,-5-5-412,1-9 1,-7 2 110,2-5-1182,-2-1-806,3-4 2282,-3-5 0,-2-29 0,-7-12 0</inkml:trace>
  <inkml:trace contextRef="#ctx0" brushRef="#br1" timeOffset="120">17499 12786 8078,'0'-12'1238,"0"0"-959,0-1-35,0 6 1,-1 2 140,-3 5-216,3 5 1,-9 2 0,5 7 0,-1 2 0,-1 6 640,0 6-620,-1 3 0,0 6 1,0 1-1,-2 2 0,-2 2 92,-4 2 0,-2 7 0,-6 5 0,1 1 69,-3 0 0,-7 0-305,1 0 1,13-26 0,-1 1-1030,-17 25 1019,17-28 0,1 0 1,-7 19-1,-3-3 0,3-4 1,3-4-498,2-5 273,4-1 0,8-11 0,3-1 1,-1-1-1,1-3-1566,1-1 1377,1-2 1,4 0 0,0 1 376,0-1 0,16-44 0,5-10 0</inkml:trace>
  <inkml:trace contextRef="#ctx0" brushRef="#br1" timeOffset="121">17893 12306 8010,'-12'-5'110,"0"-3"1,-1 1-142,1-2 60,5 7 66,2 2 0,10 12 1,3 9-1,3 3 1,2 5 360,-1 4 1,6 8 0,1 4 0,1 4-182,1 4 1,-1 3-210,5 6 0,0-3 0,-1 1 0,-11-28 0,-1 2 150,0 1 0,0 1 0,3-1 1,-1 1-134,0 3 0,1 0 1,-1-4-1,1-1 0,-3-1 1,0 0-1,11 30-24,-2-1 0,-1-2-146,-7-3 0,0-2 361,-8-6-278,-1 0 0,-4 2 0,-2-1 0,-3 0 0,-6-7-132,-4-3 170,-7 2 1,3-3 0,-6 2 0,1-3-1,-1-2 31,0-4 0,1-1 0,-1-7 0,2-1-71,2-2 0,-1-5-206,6-7 1,0-4 0,3-5-1068,1 0-532,0 0 1811,5 0 0,12-22 0,9-5 0</inkml:trace>
  <inkml:trace contextRef="#ctx0" brushRef="#br1" timeOffset="122">18262 12429 8120,'-12'0'264,"0"0"1,-1-4 92,1 0 0,4-1 356,0 0 1,4 4 22,-5-3-540,7 3-89,2 1 0,8 0 1,7 0-1,3 0 1,1 0 180,3 0 1,2 0-333,5 0 1,-3 0-1,3 0 1,-3 0-176,-2 0 1,1 0 65,0 0 1,-1 0-1,1 0 1,-2 0-468,-2 0 0,-2 0 333,-3 0 0,-2 0-375,2 0 52,-8 0 0,2 5-995,-6 3 1605,0 3 0,-15-4 0,-2-1 0</inkml:trace>
  <inkml:trace contextRef="#ctx0" brushRef="#br1" timeOffset="123">18988 12183 8100,'-6'6'1818,"-5"-5"-1600,9 4 0,-3-3-26,5 2 1,0-1-149,0 5-17,0 0 1,0 6 0,0 2-1,1 6 1,2 4-185,1 3 0,4 6 0,-4 1 0,-1 3 22,-2 1 0,4-2 138,-1-1 0,0-5 14,-4-4 19,0-2 0,-2-2 0,0-4 0,-2-3 120,1-4-164,-4-6 0,6-3 1,-3-8-1,2-5-33,2-6 1,0-5 0,0-6 0,0-1-90,0-2 1,0-5 10,0 1 1,0-2-1,0-2 1,0 0 14,0 0 0,2 0 21,2 0 0,-3 0-50,3 0 44,-3 6 0,4 1 0,-1 7 0,-2 1 0,0 3-438,-2 1 0,0 5-352,0 5 879,0 6 0,0 18 0,0 11 0</inkml:trace>
  <inkml:trace contextRef="#ctx0" brushRef="#br1" timeOffset="124">19555 12872 7968,'-9'-7'-481,"1"3"765,5 3 1,-6 0 634,5-3 0,-2 2-99,2-2-651,3 3 1,-5 2 179,6 3-235,0 3 0,2 7 0,2 2 0,3 5 0,1 3 108,0 5 0,0 4 1,5 8-1,0 4-44,4 3 1,-2 2-180,5 4 1,-3 2-1271,3 5 1285,1 1 0,3-2 0,1-1 0,-1-3 0,1-3-57,0-5 1,-1 0 0,0-9 0,-4-2 45,-4-2 1,-2-3-102,-2 5 1,1-1-305,-1-3 173,-5-3 1,2-2-1,-4 0 1,-3-4 0,1-3-1655,1-3 924,-3-7 959,5-6 0,-14-5 0</inkml:trace>
  <inkml:trace contextRef="#ctx0" brushRef="#br1" timeOffset="125">19985 12823 8561,'-7'-7'583,"-4"2"1,9 5-167,-6 0 1,3 5-41,-3 3 0,4 9-201,-4 3 0,0 8 1,-5 3-1,1 5 76,0 6 0,2 5-115,-2 2 0,1 5 1,-8 5-1,0 6-65,9-31 0,1 1 1,-1 1-1,-1 1-67,-1 0 0,-1 0 1,1 1-1,0 2 1,0-1-1,-1-1 0,1 0 1,0 0 37,-1-2 0,1-1 1,-11 26-70,2-7 1,3-5 186,6-4-317,0 8 1,0-14-1,1 3 1,1-8 0,3-5-862,2-6 440,-5 2 1,9-12 0,-3 4-730,2-3 1306,2-8 0,-5 0 0,-2-6 0</inkml:trace>
  <inkml:trace contextRef="#ctx0" brushRef="#br1" timeOffset="126">20330 12515 8024,'-12'18'130,"-1"-3"82,1 6 1,4-1 0,1 6-1,1 2 395,4 0 0,0 5-578,2-4 1,0 4 116,0-5-340,0 1 0,2-4 0,0-2 0,4-1 0,-1-3-1807,1-1 1637,-2-2 364,-4-4 0,-6-5 0,0-1 0</inkml:trace>
  <inkml:trace contextRef="#ctx0" brushRef="#br1" timeOffset="127">20121 12515 8024,'-9'-4'0,"1"0"2055,5-5-1435,-2 2 1,6-1 308,3-1-722,9 1 1,2 0-1,7 0 1,2-2 0,4-1 479,-1-1-785,4 5 1,0-4-1,1 4 1,-2 1-1,-1 1-68,0 4 1,-2-3 0,-5 0-1,-3 2-150,-1 5 0,-2-1-10,-3 2 1,-1 1 0,-1 1 0,-1-1-347,-2 1 0,-4 2 163,4-4 0,-4 0-711,4-4 1220,-5 0 0,3-11 0,-6-3 0</inkml:trace>
  <inkml:trace contextRef="#ctx0" brushRef="#br1" timeOffset="128">20748 14214 8153,'-8'-17'998,"0"1"0,4-1-1844,-4 5 941,5 0 916,-3 5 1,6 3-498,0 8 1,0 3-1,0 7 1,0 2 641,0 4 0,0 4-691,0 0 1,0 5 0,0 1 0,0 2 273,0 2 1,0 1-446,0 2 0,0 4-105,0 0-122,0 6 1,0-8-1,0 5 1,0 0-1,0 0-2,0 2-178,0-3 1,-1-5-1,-2-7 1,-2 1-137,-2-1 198,4-9 0,-4 7 0,5-10 0,-2 1 65,1 1 1,1-6-198,2 1 64,0-2 0,0-9 153,0-5 1,2-6 428,2-11-509,-3-7 1,9-8 0,-5-5 0,1-1-273,-1-3 88,5 3 1,-9-10 0,3 1 0,-1-2-70,1 0 0,-3-9 174,4 5 0,-4-2 0,0-2 0,2-2-352,1-1 1,4 8 367,-4 3 1,5 9 0,-4 2-1,1 5 286,-1 3 1,3 7 115,-4 6 0,2 5 0,-2 2 106,4 2 0,3 1-191,1-1 0,1 3 203,-1 5-261,0 0 0,6 0 1,3 0-1,3 1 1,5 2-3,4 1 0,6 1 0,2-2 0,-1 1-179,-2-1 1,5-2-5,2-1 1,12-1-1,6-3 1,6-6-1,-32 3 0,1-1 1,-2-1-1,0-1 1,1-2 1,0 0 0,-1 0-1,-2 0 1,23-8 0,-12 2 29,-12 0 1,-7 9 95,-14-4 0,-2 8 607,-10-3 773,-5 5-720,-2-3-543,0 6 1,0 0 0,3 0 0,-3 2-256,0 2 0,-4 3 0,5 6 0,-3 4 66,1 3 1,0 5-106,-4 4 1,-1 8-28,1 8 75,5 3 0,-4 6 1,4 4-1,-1 3 1,1 4-377,2 0 393,0-29 0,0-1 0,2 0 1,-1 0-1,-1 2 0,-2 1 1,2-1-1,-1 0 0,-3 30-43,0-7 1,1-1-1105,-4-6 1193,0 1 0,3-6 0,1-2 0,0-2 0,0-2-43,0-2 1,3-3 0,-1-6 0,0-5 18,3-4 1,2-7-79,1 1 0,0-2 1,0-2-1,0 1-25,0-1 0,0 0 103,0 1 0,0 3 1,0 0-1,0 0-45,0-3 1,0-5 595,0 1 1,0-5-391,0 4-20,0-5 1,0 1 0,0-8-87,0-5 0,4 3 23,0-3 1,0 5-1,-4-4 31,0-1-123,0-2 0,-2 0-552,-7 2 419,-4-1 1,-19 8 0,-7-3 0,-13 1 0,-13-1-174,31 4 0,-3 0 273,-4 0 0,-2 0 1,-1 3-1,0 0 1,-5 1-1,0-1 1,0 0-1,1 0 1,1 0-1,2 0-253,3 0 0,2 0 1,-27 3-1,19-2 0,10 3-279,8 0 0,11-2-1927,6 5 1322,6-1 737,7 4 445,6 1 0,39-18 0,15-3 0</inkml:trace>
  <inkml:trace contextRef="#ctx0" brushRef="#br1" timeOffset="129">21081 14792 8045,'0'-8'-34,"0"0"0,4 4 1163,0-5-325,0 7 0,-4-5 429,0 3-966,0 2 0,-2-2 0,0 8 0,-4 5 316,-1 1 1,3 4-310,-4 3 0,1 2 87,-1 5-299,-3-5 0,10 5 1,-3-4-1,2 2 0,2-1 17,0-5 41,0-2 1,2-2-1,2-1 1,4-3 0,4-4-1,5-2 1,2-4 249,0-2 0,4-4-469,-2-9 1,-3 2 28,-2-5-223,-2-1 1,-2 1 0,-1-1 0,-2 1 0,-2 1-2758,-1 2 2317,-2 4 0,-4-1 0,0-1 733,0-1 0,0-6 0,0 3 0</inkml:trace>
  <inkml:trace contextRef="#ctx0" brushRef="#br1" timeOffset="130">21068 14398 8045,'0'-20'1212,"0"-1"0,0 10-508,0-1 1,0 7 185,0-4-2310,0 7 805,0-4 0,2 7 615,2 4 0,13 18 0,9 10 0</inkml:trace>
  <inkml:trace contextRef="#ctx0" brushRef="#br1" timeOffset="131">21450 14349 8045,'-25'-4'726,"0"0"0,1 0-26,-1 4-817,12 0 1,3 0 0,15 0 116,8 0 0,43 0 0,-20 0 0,0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16:59:46.035"/>
    </inkml:context>
    <inkml:brush xml:id="br0">
      <inkml:brushProperty name="width" value="0.09071" units="cm"/>
      <inkml:brushProperty name="height" value="0.09071" units="cm"/>
      <inkml:brushProperty name="color" value="#3165BB"/>
    </inkml:brush>
    <inkml:brush xml:id="br1">
      <inkml:brushProperty name="width" value="0.12095" units="cm"/>
      <inkml:brushProperty name="height" value="0.12095" units="cm"/>
      <inkml:brushProperty name="color" value="#3165BB"/>
    </inkml:brush>
  </inkml:definitions>
  <inkml:trace contextRef="#ctx0" brushRef="#br0">12725 7691 8254,'0'-12'23,"0"0"1,0-1 132,0 1 0,0 4 480,0 0 343,0 0-695,0 1 0,0 3 1,0 8-150,0 4 1,0 4-1,0 5 1,0 2-30,0 0 1,-6 8 0,-1-1 0,-1 4-133,0 4 1,4 2-1,-3 2 1,0 2-103,0 1 0,3 10 0,-3-2 0,2 3 18,2 2 0,0-3 1,1 4-1,-2-3-64,1-3 0,1-4 1,2-12-1,0-6-185,0-5 0,0 0-58,0-6 1,-1-1 0,-2-5-1073,-1-2 1489,-5-5 0,-31-14 0,-13-9 0</inkml:trace>
  <inkml:trace contextRef="#ctx0" brushRef="#br0" timeOffset="1">12552 8122 8254,'-11'-5'60,"3"-4"0,10 4 155,10 1 0,6 2 1,6 1-1,1-2 159,-1-1 0,7-1 0,3 2 0,4-2-286,3-2 1,7 3 0,0-3 0,5 0-164,3 0 0,-1 0 0,-2-1 0,-8 3-69,-5-1 0,-9 5 1,-3-3-1,-6 2-1812,-6 2 1956,-8 0 0,-30-5 0,-12-2 0</inkml:trace>
  <inkml:trace contextRef="#ctx0" brushRef="#br0" timeOffset="2">13143 7765 8254,'0'-18'0,"0"-1"0,1-1-174,3-1 0,-1 6 0,4-1 1,0 2 1554,0 2-895,-5 5 0,4 3 0,-6 8 0,0 6-118,0 5 0,0 4 0,-1 7 0,-2 1-142,-1 2 0,-6 5 0,3-1 0,-1 4-208,0 4 0,1 1 0,-2 5 0,2-2-101,1 1 0,2 3 0,4 5 0,0 2-78,0 0 1,0-1 0,0-8 0,0-3-82,0-7 0,1-1 0,2-9 0,1-4-217,-1-5 1,3-4 0,-1-3-1779,2-3 2237,-4-3 0,2-37 0,-5-9 0</inkml:trace>
  <inkml:trace contextRef="#ctx0" brushRef="#br0" timeOffset="3">13463 7544 8377,'-4'-14'-33,"0"-1"1,1-1 194,2 1 1,6 1-1,5 2 1,5-1 494,5 1 0,5 0 0,4-1 0,3 1-595,4 0 0,1 4 0,1-1 0,2 0-188,1-2 0,1 3 0,-2 1 1,1 1-2,-1 4 1,-6 0-1,-3 2 1,-2 2-19,-6 2 0,-4 2 0,-8 8 1,-3 1 184,-3 2 1,-11 9 0,-8-2 0,-7 2 101,-7 0 0,-10 0 1,0 3-1,-3 2-26,-2 1 1,1-1-1,2-3 1,-2 2 56,-2 1 0,-1-4 1,-4 2-1,1-3-118,3-1 0,4-6 0,8-3 0,5-2-123,7-2 0,8-4 0,12-1-42,8-1 1,12-2 0,15-4-1,6 0 213,5 0 0,7-6 0,3 0 0,-1-3 129,1 1 1,-7 4 0,-6-4 0,-1 0-193,0 1 1,-1-3 0,-7 6 0,-5 1-221,-2 2 1,-6 1-409,-4 0 0,-9 1 0,-9 4 588,-9 3 0,-39 14 0,17-9 0,0 0 0</inkml:trace>
  <inkml:trace contextRef="#ctx0" brushRef="#br0" timeOffset="4">14546 8073 8377,'-4'-12'0,"0"-1"65,1 1 0,8 5 0,6 3 0,6 3-5,2 1 0,1 0 1,5 0-1,1 0 69,3 0 1,-2-2 0,5 0 0,-1-3-209,0 3 0,-3 0 1,1 2-1,-3 0-512,-2 0 0,1 0 591,-1 0 0,-21-5 0,-6-2 0</inkml:trace>
  <inkml:trace contextRef="#ctx0" brushRef="#br0" timeOffset="5">14509 8307 8295,'-11'-9'866,"3"1"0,8 6-432,8-3 1,13 3 0,5-1 0,4-1-39,4 1 1,1-2 0,2-1 0,0 1-398,0-1 0,3-2 1,-1 4-1,-2 1-1484,-1 2 1,2 1 1484,-5 0 0,19-11 0,5-3 0</inkml:trace>
  <inkml:trace contextRef="#ctx0" brushRef="#br0" timeOffset="6">15887 7581 8295,'-1'-11'61,"-2"1"0,-1 2 815,1-2-884,2 5 0,1 5 1,0 9 270,0 6 1,0 1-1,0 4 1,0 2 71,0 1 1,0 2 0,0 1 0,0 2-224,0 5 0,0 3 0,0 1 1,0 1-167,0 3 1,0-1-1,0 5 1,0 1-208,0 2 0,0 0 1,0-3-1,-1-4 85,-3-3 1,2-3 0,-2-7-1,1-7-156,-1-6 0,3-3 0,-5 1-366,1-1 0,4-4 698,-4 0 0,-12-10 0,-4 0 0</inkml:trace>
  <inkml:trace contextRef="#ctx0" brushRef="#br0" timeOffset="7">15764 8159 8295,'0'-12'0,"-4"-1"0,0 1 0,1 0-274,2-1 1,2 1 0,2 0 0,3 1 530,0 3 1,3-2-1,3 5 1,0-1 383,0 1 1,1-3 0,-1 2 0,2 1-267,2-1 1,-1 2 0,6 4 0,1 0-505,1 0 1,1 0-1,1 0 1,0 0-61,-1 0 1,5 0 0,0 1 0,-2 2-185,-1 1 0,3 0 1,-1-4-1,0 0-687,-2 0 1,-6 0 1059,1 0 0,-33-27 0,-5-7 0</inkml:trace>
  <inkml:trace contextRef="#ctx0" brushRef="#br0" timeOffset="8">16232 7556 8264,'-12'-1'0,"-1"-2"-36,1-1 0,4 0 236,0 4 0,5 1 0,-1 3 116,2 4 1,2 3-1,0 2 1,0-1-33,0 0 1,0 6 0,0 3-1,2 2-5,2 1 0,-1 2 1,5 3-1,1 4-111,2 2 0,-3 2 0,1 0 0,0 2-244,2 2 1,0 1 0,-1 4-1,-2-2-91,1-1 1,-2-2 0,0-3 0,0 0-47,0-1 1,-3-4 0,3-11-1,-2-3-42,-2-1 0,0-3 101,1-7-48,-3 3 1,3-10-1297,-8 3 1498,3-2 0,1-24 0,7-5 0</inkml:trace>
  <inkml:trace contextRef="#ctx0" brushRef="#br0" timeOffset="9">16749 8097 7859,'1'-6'602,"2"0"-562,1 1 0,6 2 1,-2-4-88,3 2 0,-3 1 0,0 4 370,2 0-31,-5 0 1,1 1-160,-6 3 0,-5-1 1,0 4-1,-2-2 30,-2-2 1,-2 2-446,-2-1 1,5 5 281,0-5 0,49-28 0,8-10 0</inkml:trace>
  <inkml:trace contextRef="#ctx0" brushRef="#br0" timeOffset="10">17463 7654 8264,'-9'-8'781,"1"0"-392,-1-2 1,-2 5 0,-2 1-212,1 3 1,5 6 0,2 3-1,1 3 18,-1 1 1,1 6 0,4 1 0,0 2 3,0-1 1,6 5 0,1 4-1,1-1-49,0 3 0,0-4 0,5 6 0,-1 1-349,0 1 1,-4 2-1,-1 0 1,0 0-20,0 0 1,-3 0 0,3-1 0,-2-4-129,-2-3 0,-2-4 0,-1-3 0,0-3-111,0-1 0,-1-3 0,-2-6 0,-2-2-796,-2-2 1252,4 0 0,-30-44 0,-1-9 0</inkml:trace>
  <inkml:trace contextRef="#ctx0" brushRef="#br0" timeOffset="11">17389 8134 8264,'0'-12'57,"0"-4"1,0-1 0,0 2 240,0 2 1,5 0 0,3 2 0,3 2-315,2 1 1,0 5 0,2-3 0,3 2 156,1 0 0,2 0 0,3 4 1,1-1-26,0-3 1,5 2 0,1-2 0,2 3-114,0 1 0,-2 0 0,3 0 1,-1 0-216,1 0 0,-4 0 1,-2 0-1,-5 0-123,-2 0 1,-2 0 0,1 0 334,-3 0 0,-15-28 0,-3-6 0</inkml:trace>
  <inkml:trace contextRef="#ctx0" brushRef="#br0" timeOffset="12">17992 7544 8228,'0'-13'0,"0"1"0,0 0 178,0-1 0,0 1 369,0 0 1,0 4-280,0-1 1,0 8 0,0 1 0,-2 7-22,-2 4 1,3 1 0,-3 2-1,2 2-25,2 5 1,0 3 0,0 5 0,0 4-125,0 2 0,0 2 0,0 0 0,0 2-42,0 2 0,2-2 0,0 5 0,4 0-26,1 0 1,-3-5 0,3 4 0,0-4-69,-1-2 0,-2 3 1,3-9-1,0 1-90,0-4 1,-4-2 0,1-2 0,-3-4 11,-1-3 1,2-8 0,0-1-436,2 2 437,1-5 0,-5-1-106,0-8 1,0 2-411,0-7 0,0 5-528,0-4 1158,0 5 0,5-24 0,2 0 0</inkml:trace>
  <inkml:trace contextRef="#ctx0" brushRef="#br1" timeOffset="13">14337 9685 11297,'-13'0'0,"1"-1"-596,0-3 0,4 2 267,-1-2 1,5 1 1218,-4-1-176,5 3 0,-2-6-504,5 3 1,0 1 0,1-4-21,3 2 0,3 1-73,6 4 1,-1 0 0,1-2 0,4 0 156,3-2 0,9-1-285,4 5 0,4-4 171,4 0-321,-3 0 1,9 0 0,-5 0-1,2 0 1,1 0-253,-1 0 0,-7 0 0,-9 2 0,-3-1-967,-5-1 1392,4 0 1,-38-1 0,-2-2 0</inkml:trace>
  <inkml:trace contextRef="#ctx0" brushRef="#br1" timeOffset="14">14312 9968 10599,'-12'-5'209,"5"3"318,2-3-392,5 5 1,5 0 370,3 0-211,9 0 0,-1-4 0,9-2 0,3 1 0,4-2-95,1 0 0,4 3 0,5-4 0,0-1-285,1 3 1,-2-4-86,-4 6 0,-2-1 382,-2 0-631,3 4 1,-15-4 0,3 5 0,-5 1-154,-4 3 1,-6-1 0,-2 5 547,-1 2 1,-13 0-1,-7 3 1</inkml:trace>
  <inkml:trace contextRef="#ctx0" brushRef="#br0" timeOffset="15">15469 9463 8411,'-12'-6'67,"-1"-5"253,6 4-136,2 0 450,5 2-368,0 5 1,1 0 23,3 0-204,-2 0 1,9 0 0,-3 0 0,3 1 0,1 3-11,1 4 1,3-1-1,2 1 1,1 2-64,3 1 1,1 2 63,2 4 1,1-2-196,2 5 79,-2-5 0,8 9 1,-5-4-1,0 5 0,0 4-79,-1 3 1,1 3 0,-4-1-1,-2-3-134,-3-1 1,2 3 130,-5-4 1,3-2-317,-3-6 184,-1-4 0,-4-6 0,1-1-384,-1-2 0,-5-4 637,-3 4 0,-19 1 0,-6 3 0</inkml:trace>
  <inkml:trace contextRef="#ctx0" brushRef="#br0" timeOffset="16">15494 10202 8290,'-13'0'-1244,"1"0"2530,0 0-270,-1 0-484,6 0-357,7 0 0,11-2 0,7-2 0,1-5 0,5-5 56,3-2 0,0-6 0,7 1 0,3-2-196,3-2 1,1-5-2,-4-2 1,1-9 0,2-6 0,0-4-113,-5-2 1,1-6 112,-8 2 0,5 2-1209,-4 2 1146,0 2 1,-6 13-1,-3 7 1,-3 7 0,-4 8-370,0 2 0,2 2 0,-2 1-796,-2 3 601,-7 2 0,3 8 1,0 10 591,-8 4 0,-6 4 0</inkml:trace>
  <inkml:trace contextRef="#ctx0" brushRef="#br0" timeOffset="17">16712 10276 8290,'-7'0'-81,"2"-6"1,3 5-275,-2-3 1017,3 2-139,-5 2-294,6 0 0,-1-4 86,-3 0-207,-3 0 0,-1 0 1,1-2-1,0 1 45,0 0 1,3-5-1,-4 2 1,0-3 109,1-1 0,-4-2-121,3-3 1,-3-2-1,-3-7 1,-1-2 176,-1-5 0,1-8-135,6-4 0,0-9-1226,5-3 966,0-9 1,9 3 0,3-1-1,5 7 1,2 6-105,1 5 0,5 7-418,-5 2 1,0 11 282,-3 10 1,4 2-340,4 2 1,1 4 0,1 1 0,0 2 653,3 2 0,18-4 0,1 0 0</inkml:trace>
  <inkml:trace contextRef="#ctx0" brushRef="#br0" timeOffset="18">16983 9660 8294,'-6'-12'-210,"5"0"515,-5 5-77,6 1 0,2 8 0,2 2 0,4 3 281,3 0 1,1 8-469,0-3 0,2 4 0,3 1 0,3 3-85,3 4 1,2 1-66,0 4 1,1 3-107,2 5 91,-2-1 1,8 3 0,-5 0 0,-2 4 0,-1-1-186,-1 1 1,-6-6 0,-1-5 0,-3 1-132,-3-1 1,2-6 220,-10-6 1,4-5-1,-2 2 219,1-4 0,-16-6 0,1-1 0</inkml:trace>
  <inkml:trace contextRef="#ctx0" brushRef="#br0" timeOffset="19">17056 10337 8294,'-8'0'0,"0"0"189,0 0 105,1 0 0,1-1 500,6-3-601,0-3 1,6-5 0,4-1 0,5 0 0,5-4 775,3-3-905,2-4 0,5-2 0,1-2 1,2-5-1,0-3 32,1-1 1,0-5-1,1-4 1,-4-5-187,-1-2 1,-1-1 15,-4 5 1,-6 1-736,-3 3 363,-8 3 0,2 12 0,-6 5-1274,-1 7 1357,-2 10 363,-1 3 0,-5 21 0,-2 5 0</inkml:trace>
  <inkml:trace contextRef="#ctx0" brushRef="#br0" timeOffset="20">17930 9525 8294,'0'-12'0,"-4"-1"-536,0 1 215,0 0 465,4 5 0,-2 1 57,-2 6 1,3 6 0,-3 2 0,3 3 193,1 1 0,0 6-366,0 3 1,0-2 56,0 1-196,0-5 1,0 9 0,1-5-1,2 1 1,1 1-1113,-2 1 1042,0-5 1,-2 7 179,0-4 0,-6-2 0,0 0 0</inkml:trace>
  <inkml:trace contextRef="#ctx0" brushRef="#br0" timeOffset="21">17721 9451 8293,'-12'-12'0,"3"-5"421,1 1-41,5 0 1,-1 5-1,8 2 1,6 4-51,5 0 1,4 3-143,6-2 1,1 3 0,3 1-1,3 0-30,4 0 0,5 0-343,0 0 1,0 0 0,-4 0 0,0 0-493,0 0 677,0 0 0,5 11 0,2 2 0</inkml:trace>
  <inkml:trace contextRef="#ctx0" brushRef="#br0" timeOffset="22">18410 9550 8293,'-12'-6'133,"-1"5"-67,7-5 0,0 8 255,6 2 0,2 3 2,2 5-175,2 0 0,7 5 1,0 0-1,2 3 1,3 1-75,1 3 0,-2 2 1,3 2-1,2 5-51,1 3 0,6 1-207,0 0 0,5-1 0,-2 0 0,0-5-304,1-6 1,-1-2 119,0-6 1,-2-2-433,-5-7 800,-6 3 0,-6-21 0,-8 2 0</inkml:trace>
  <inkml:trace contextRef="#ctx0" brushRef="#br0" timeOffset="23">18878 9550 8263,'-8'-9'0,"-1"1"0,5 1 108,-4-1 0,4 3 542,-4 5-537,-1 0 1,-4 1 0,-4 3 0,-3 6 0,-3 6 83,-2 9 0,0 1 79,1 7-255,-6-1 0,2 11 0,-3 1 0,1 1 0,3 0 11,1 1 1,1 1 0,0-2 0,1-5-92,-1-6 1,6-4 79,3-6 1,2-4-333,2-4 39,5-2 1,1-2 0,8-1 271,2-3 0,13-19 0,9-9 0</inkml:trace>
  <inkml:trace contextRef="#ctx0" brushRef="#br0" timeOffset="24">19050 10374 8263,'0'-12'1957,"0"0"-1662,0-1 0,1 1-98,3 0 1,5-1 0,6 1 0,2-2 49,3-2 1,0 1-371,5-6 1,5 2-208,3-1 311,2-4 1,1 5 0,-2-5-1,-1-2 1,-2-2-126,-3 0 257,0-1 1,-15-1 0,-1-3 0,-7-3 0,-5 0 206,-4-1 1,-8-2-1,-9 0 1,-3-2 334,-5 1 1,-1 2-529,-3 1 1,-2 1-1,3 3 1,-1 3-293,1 0 0,1 4-19,3-2 1,0 3-276,12 4-34,0 4 1,3 4 0,2 1 492,3 0 0,25-6 0,10-1 0</inkml:trace>
  <inkml:trace contextRef="#ctx0" brushRef="#br0" timeOffset="25">19727 9451 8259,'-12'-12'46,"5"4"123,3-1 1,2 5 334,2-4-169,0 5-148,0-2 0,2 1 1,2 0-1,4 0 0,3 0 57,1-1 0,0 1 0,1 4 1,0-1-258,4-3 0,1 2-221,2-2 1,3 3 0,-2 1 0,2 0-668,2 0 0,-1 0 901,1 0 0,0-33 0,-1-8 0</inkml:trace>
  <inkml:trace contextRef="#ctx0" brushRef="#br0" timeOffset="26">20256 9205 8299,'-12'0'-507,"-1"0"934,1 0 1,5 1-329,3 4 1,3 3 0,1 7 0,0 1-46,0-1 0,0 4-5,0 2 0,0-2 1,1 2-1,2 0 37,1 3 0,4-1-319,-4-3 1,2 2-132,-2-5 52,-3 5 1,5-9 0,-6 4 311,0-4 0,-6-17 0,-1-4 0</inkml:trace>
  <inkml:trace contextRef="#ctx0" brushRef="#br0" timeOffset="27">20182 9574 8299,'0'-12'0,"-4"0"177,0-1 0,1 5 180,7 0 0,-1 5 0,5-2 0,3 1 308,4-1 0,3 1-412,3 4 1,2 0 147,-3 0-527,9 0 1,2 0 0,6 0 0,0 0-1,0 0-1875,0 0 1701,-5 0 300,3 6 0,-3-5 0,5 5 0</inkml:trace>
  <inkml:trace contextRef="#ctx0" brushRef="#br0" timeOffset="28">20908 9587 8299,'-5'-13'0,"-3"1"0,-2 0 520,2-1 0,2 5 337,6 0-953,0 5 221,6-2 0,1 5 136,5 0-150,0 5 1,1 2 0,0 7 0,2 2-1,3 5-177,1 2 78,2 1 1,5 2 0,0 2 0,1 2 0,-1 1-263,1 3 1,2 6-1,-2 1 1,2-1-435,-2-2 0,-1-2 269,-1-4 0,0 3-409,-1-7 648,-5-4 0,-1-5 0,-6-4 1,-1 1-1,-2-1 176,-5-1 0,-3-7 0,-23-7 0,-5-7 0</inkml:trace>
  <inkml:trace contextRef="#ctx0" brushRef="#br0" timeOffset="29">21573 9463 8299,'-6'-10'-212,"-2"1"0,-3 0 327,-1 5 1,4 0 407,-1 4-472,-4 5 1,-2 2 0,-6 7 0,-1 2 0,-1 6 218,-2 5 1,-3 1 52,-1 4-194,-5 1 0,7 7 0,-5 4 0,2 5 1,1 3-51,-1 2 1,4 1 0,-4 4 0,1-3-9,1-1 0,0-7-33,8-7 1,-2-7-269,6-1 123,-6-6 1,9-2 0,1-9-1,5-4 1,3-2-558,0-2 129,0-5 0,5 2 535,3-5 0,20-38 0,8-10 0</inkml:trace>
  <inkml:trace contextRef="#ctx0" brushRef="#br0" timeOffset="30">21905 9402 8271,'0'-12'-1046,"-5"-1"1184,3 1 1212,-9 5-1046,10 2 0,-5 10-128,6 3 1,0 1 80,0 3-190,0-3 1,0 9-1,0-4 1,0 1 0,2 3 217,2 1-279,-3-4 1,5 8 0,-5-4 0,2 2 0,1-2-336,-1-1 1,-2 2-1,-1-2 1,0 0-501,0 0 1,0-2 828,0-4 0,-11-10 0,-3-4 0</inkml:trace>
  <inkml:trace contextRef="#ctx0" brushRef="#br0" timeOffset="31">21733 9402 8271,'-7'-6'220,"3"-2"256,-3 3-393,6-6 0,-3 9-43,8-2 99,-3 3 1,10 1 0,-2-1 0,7-2 0,3-1-14,0 1 0,8 2 0,-2-1 0,2 0-298,3-2 0,2-1-114,5 5 0,-1-4 0,1 0 286,0 1 0,6 2 0,0 1 0</inkml:trace>
  <inkml:trace contextRef="#ctx0" brushRef="#br0" timeOffset="32">22496 9230 8271,'-18'-13'0,"4"-2"0,-2 3 229,8-3 122,2 14 1,8-9-66,2 6 0,4 1 1,8 7-1,6 4-21,6 3 1,-1 3 48,6 3-311,-6 2 0,9 7 0,-5 1-204,0 2 0,0 5-8,-7-1 1,1 8 100,-1 4-20,-4 8 0,-4 3 0,-8 6 0,-4 1 0,-4 2-19,-1-30 1,-2 0 127,-2 4 0,-2 0 0,-2-4 0,-3 0 0,-1-1 0,-2 0 1,-18 28-1,-3-8 41,-1-3 1,-5 4-1,-3-12 1,-2-3 222,2-4 0,-1-9-152,5 2 0,1-5 82,7-3-248,9-4 0,6-6 1,7-1-1392,3-2 883,8-5 581,7 2 0,38-48 0,-19 15 0,1 1 0</inkml:trace>
  <inkml:trace contextRef="#ctx0" brushRef="#br0" timeOffset="33">15703 9205 8322,'-13'-14'-112,"1"-1"1,1-1 203,3 1 1,2 5 0,6 2 97,0-1 0,0-2-156,0-2 0,0 5 1,-1 1 159,-3 2 0,-4 2 0,-7 7-167,-2 4 0,-5 5 0,2 3 0,-3 6 68,-2 5 1,1 6-1,-1 8 1,0 4-39,1 3 1,0 5-1,3 2 1,0 3-54,-1 4 1,3 5-1,9-30 1,1 0 0,0 0-1,0-1-9,2-1 0,-1-1 0,-1 2 1,0 0-1,-7 29 0,1-2-70,1-4 1,7-14 0,3-9 0,4-5 122,4-4 1,7 3-1,7-2 1,1-4-2,3-2 0,3-3 0,3 3 1,5-3-97,3-1 1,2-5 0,4-7 0,8 0-887,6-3 935,4 3 0,-19-2 0,1-1 0,3 3 0,-1 1 0</inkml:trace>
  <inkml:trace contextRef="#ctx0" brushRef="#br0" timeOffset="34">23296 9722 8347,'-11'-12'-224,"3"-1"990,3 1 1,0 0 580,1-1 0,0 5 166,4 0-707,0 5-1352,0-2 0,0 6 0,1 2-2075,3 1 2621,-2 0 0,3-4 0,-5 0 0</inkml:trace>
  <inkml:trace contextRef="#ctx0" brushRef="#br0" timeOffset="35">23948 9316 8347,'0'-19'-30,"0"1"1,0 6 0,1-1-130,3 1 0,-2 4 381,2 0 0,-3 6 0,-2 1 0,-3 5 136,-4 3 0,-3 5 0,-2 4 0,1 1-211,0 1 1,-1 1 0,0 5 0,-2 1-72,-2 0 0,-3 3 0,2 2 0,0 2-91,0 2 0,-2 2 0,2 1 0,-1 1-58,-3 3 1,0 7 0,2 6-1,3 1 70,4 0 1,2 2-1,2-3 1,5-4 14,3-3 0,8-5 1,7-6-1,9-4 25,8-3 0,5-8 1,1-5-1,0-2-47,0-2 1,4-5 0,1-3-1,2-3-309,2-1 1,-3 0 0,-4 0 318,-5 0 0,-36-16 0,-15-5 0</inkml:trace>
  <inkml:trace contextRef="#ctx0" brushRef="#br0" timeOffset="36">24440 9550 8347,'-12'-6'35,"0"5"107,-1-5 0,5 6 187,0 0 0,5 2 62,-1 2-198,3 3 1,5 1 0,1 0 0,2 2 0,3 2 72,1 4 1,6-1 0,4 6 0,2 1-156,2 1 0,1 3-126,2 3 0,4 2 0,5 6 0,1 0-546,3 0 1,-7 4 345,3 0 1,-8-4-583,0-4 547,-9-1 1,-2-1 0,-7-7 0,-3-6-1,-4-4-455,-3-2 1,-1 0 704,0 1 0,-32-12 0,-9-2 0</inkml:trace>
  <inkml:trace contextRef="#ctx0" brushRef="#br0" timeOffset="37">24416 10177 8343,'-13'-11'0,"1"3"0,0-1 557,-1 4 0,6 0-156,3 1 1,3 1-536,1-5 1,1 4 252,3-4 0,5-1 97,7-3-237,3-6 0,6-1 0,1-5 0,4-2 0,7-3-141,7-4 164,3-8 1,7-3 0,-27 20 0,0-1 0,0 0 0,0 1 0,-1 0 0,0 0-40,22-21 1,-7 0-1,-2 6 1,-6 7-354,-8 4 0,-6 6-129,-7 10-188,0 0 330,-5 5 1,-3 1 376,-8 6 0,-19 6 0,-10 1 0</inkml:trace>
  <inkml:trace contextRef="#ctx0" brushRef="#br0" timeOffset="38">25523 10214 8296,'0'-12'-428,"0"4"-645,0-1 856,0 7 1,0-9 954,0 3-222,0 2 269,0-5-520,-5 4 0,-1-1 0,-3 0 1,0-2-1,0-1 825,-2-1-852,-1 0 0,-1-6 0,1-3 0,0-2 0,-1-3 181,1-2 1,1-8 0,3-6 0,4-1-13,2 1 0,2-5-479,0 2 1,6-5-1,3-1 1,8 3-652,7 0 0,2 6 163,7 1 0,4 4-2299,4 4 2435,0 3 0,-4 7 424,0 2 0,11-2 0,2 4 0</inkml:trace>
  <inkml:trace contextRef="#ctx0" brushRef="#br0" timeOffset="39">25929 9513 8289,'0'-13'-1074,"0"1"645,0 5 720,0 2 0,0 6 1,2 3-1,2 4 552,4 3 1,0 6-476,4-1 0,-2 6 239,6-1-482,3 2 1,-1 6 0,4 1-1,-1 1 1,2 3 26,4 2-187,-1 6 0,4-2 1,-4 4-1,2-3 1,0-6-373,0-5 1,-6-1 0,-3-4-1,-3-6-1077,-5-4 195,1-8 1289,-10 4 0,-13-43 0,-10-3 0</inkml:trace>
  <inkml:trace contextRef="#ctx0" brushRef="#br0" timeOffset="40">26471 9463 8289,'-13'0'-602,"1"0"1,-2 2 1037,-2 2 0,1 4-29,-6 9 0,4 3-45,-8 9-256,3 2 1,-13 6 0,2 0 0,-3 1-1,-1 3 10,0 4 0,2 6 0,2-2 0,4-5-38,3-4 0,6-5-147,-1-2 1,6 0-46,-1-8 35,8-4 0,-2-8 1,5-1-1,-1 0-490,1 1 0,-1-7-732,2-1 1301,3 1 0,1-21 0,7 0 0</inkml:trace>
  <inkml:trace contextRef="#ctx0" brushRef="#br0" timeOffset="41">26803 9303 8257,'0'-17'0,"0"-1"395,0-3-139,0 9 0,0 13-103,0 12 1,-4 0-24,0 8 99,-6-1 0,5 5 1,-4 0-1,5-1 0,2 1-65,-2 0 0,2 1 1,-2 1-1,3 2-121,1-2 0,-2-5-563,-2-2 0,3-1 93,-3 2-490,2 2 1,-2-9 916,0 2 0,-27-40 0,-3-12 0</inkml:trace>
  <inkml:trace contextRef="#ctx0" brushRef="#br0" timeOffset="42">26471 9254 8257,'0'-12'-426,"6"1"1179,7 3 0,9 2-385,6 6 0,12-1-495,1-3 134,11 3 0,4-5 0,4 6 1,-2-1-1,-5-2-169,-2-1 1,-9-4 0,-5 4 0,-8-1-1594,-8 0 1032,-3 4 723,-11-5 0,-23 6 0,-12 0 0</inkml:trace>
  <inkml:trace contextRef="#ctx0" brushRef="#br0" timeOffset="43">27061 9537 8257,'0'-12'-914,"6"0"1718,1 5-540,5 1 0,-4 8 0,0 2 0,1 4 128,-3 3 1,7 5 9,-1 1 1,2 5-100,6-2-291,1 3 1,3 3 0,2 3 0,2 4 0,0 3-63,0 0 0,-2 5 0,-2 2 1,0-1-343,-4 1 1,-2-4-104,-6-6 1,3-3 181,-3-5-143,4-6 0,-11-1 456,3-6 0,-2-49 0,-6-12 0</inkml:trace>
  <inkml:trace contextRef="#ctx0" brushRef="#br0" timeOffset="44">27566 9463 8186,'-12'-4'85,"-1"0"1,5 0 114,0 4 0,0 6-10,-5 2 1,5 3 0,0 2 0,-2 4 171,-1 3 0,-5 4-126,0 0 0,-8 10 147,0 3-300,-6 8 1,-11 1 0,-2 6 0,1 2 0,0 0-67,2-4 1,3 1 0,5-12-1,7-3-157,3-6 0,8-5-91,2-5 1,1-2-1,7-6-1515,1 1 1746,2-1 0,1-16 0,0-4 0</inkml:trace>
  <inkml:trace contextRef="#ctx0" brushRef="#br0" timeOffset="45">27640 10153 8186,'-7'-6'52,"1"5"-198,6-5 279,0 6 1,2 0 292,2 0-165,-3 0 1,10 0 0,-3 0 100,3 0 0,2-1 0,-1-2 0,0-2 27,1-2 1,-1 3-251,0-4 1,5-1-1,0-3 1,3 0 57,1-1 0,3-4-336,0-4 1,5-2-189,0-2 265,-1-5 0,-4-1 0,-2-6 0,-3-1 0,-2-3 9,-2-5 1,-6 3-1,-5-1 1,-4 2 122,-4 2 1,-9-1-7,-7 4 0,-3-3 1,-3 9-1,-3-2 83,-4 0 0,-5 6-6,1-2 1,-3 3-34,7 2-117,3 4 0,0 3-160,6 4 0,5 5-1524,2 0-631,9 5 2324,8-2 0,29 10 0,10 2 0</inkml:trace>
  <inkml:trace contextRef="#ctx0" brushRef="#br0" timeOffset="46">28280 9365 8186,'5'-7'0,"-2"0"70,5 3 1,0 3-7,5-3 0,-1 2-333,0 2 261,6-5 1,-3 4-1,6-5 1,0 2 0,1 0-52,-1 1 1,1-2 0,-5 1 0,1 1 58,0 1 0,-7 2 0,-6 0 0</inkml:trace>
  <inkml:trace contextRef="#ctx0" brushRef="#br0" timeOffset="47">28760 9094 8240,'-7'-5'616,"1"3"-1114,6-3 591,0 5 1,0 5 195,0 4-236,0 2 1,0 2-1,0 2 1,0 3 0,0 1-9,0 3 0,0-3 1,0 2-1,0 1-162,0 1 0,0-3-54,0 1 0,4-2 0,0 3 0,1-3 171,0-1 0,-9-2 0,3-3 0</inkml:trace>
  <inkml:trace contextRef="#ctx0" brushRef="#br0" timeOffset="48">28686 9451 8240,'0'-12'275,"0"0"123,0 5 1,1-3 28,3 6 0,3 0 766,5 4-962,1 0 1,0-1-1,4-2 1,3-1-1,4 1-351,0 2 1,5 1-1,1 0 1,1 0-347,4 0 0,-4 4 466,2 0 0,0 11 0,4-1 0</inkml:trace>
  <inkml:trace contextRef="#ctx0" brushRef="#br0" timeOffset="49">29375 9414 8240,'-4'-18'0,"0"-2"0,0-3 210,4-2 0,0 5 163,0-1 0,1 6 0,2-1 1,2 3 397,2 5-131,-4-3-346,2 10-175,1-5 1,-4 6 0,7 0 125,0 0 0,2 7-221,1 5 32,1 1 0,0 10 0,2-1 0,3 4 0,0 4-475,0 1 342,4 2 1,-3 0 0,4 0-218,-2 1 1,5 0-25,-6-1 1,6 1-260,-5-5 384,-4 0 0,5-3 1,-5 0-1,-1 0 1,0-5-207,1-1 0,-1 0 0,-3-2 1,-3 0-272,-1-1 1,0 0 669,-5-5 0,-10 0 0,-8 1 0</inkml:trace>
  <inkml:trace contextRef="#ctx0" brushRef="#br0" timeOffset="50">29264 10091 8240,'-12'-12'156,"5"-1"0,2 1 332,5 0 0,1 1-319,3 3 1,4-7 0,7 2 0,3-2 268,1-2 1,7-3-171,7-4 0,4-6 137,4-3-296,-3-8 1,10-7-1,-25 21 1,-1-1-1,1 1 1,1 0-1,-2-1 1,1 1 94,18-25 1,-3 3-1,-1 2 1,-1 4-667,-4 0 1,-2 6 128,-5 4-215,-6 12 0,-1-4 0,-7 10-1827,-3-2 1741,-2 7 64,-12 10 0,-1 2 570,-5 6 0,-6 1 0,-1 3 0</inkml:trace>
  <inkml:trace contextRef="#ctx0" brushRef="#br0" timeOffset="51">30470 9365 8240,'-5'-7'-396,"-2"-2"-51,-5 5 1,3-2 988,1 2-173,5 3 0,-2-6 0,5 3-5,0-5 1,0 3 0,0-3 0,0 0 327,0-2 0,4-1-508,0-1 1,6 1 0,-3 0-1,1-2-57,0-2 0,-1 2-451,1-3 0,3 4 1,-4 1-1329,0-1 291,4 1-58,-10 0 1024,4-1 1,-5 5 394,0 0 0,-49-6 0,-12-5 0</inkml:trace>
  <inkml:trace contextRef="#ctx0" brushRef="#br0" timeOffset="52">30273 9094 8240,'0'-8'-178,"0"0"-282,-5 0 636,3-5 452,-3 7-309,5 0 0,5 6 0,4 0 0,2 0 91,1 0 0,2 0 1,2 0-1,4 0-444,4 0 1,2 0-124,2 0 0,0 0 0,5 1 1,-1 2-946,0 1 1102,9 6 0,3-14 0,12 2 0</inkml:trace>
  <inkml:trace contextRef="#ctx0" brushRef="#br0" timeOffset="53">30852 8984 8240,'-6'-7'-11,"5"-4"1263,-5 9-404,6-3-139,0 5-356,0 0 0,6 0-207,2 0 1,3 0-1,1 1 1,1 3-221,-1 5 1,6 2 62,2 1 0,2 6-385,-1 2 308,2 3 0,-4 7 1,6 5-1,-1 6 0,-1 8-453,-2 7 448,-3 4 0,-6 3 1,0 1-1,-1 2 1,-3-3 21,-3-4 0,-4-5 0,-4-4 0,-5-3 71,-8-2 0,-12 3 171,-5-3 1,-9-6-1475,-7-2 1527,0-9 1,-10 7-1,7-7 1,4-2-1,6-4 10,3-5-437,13-4 0,-1 0 0,11-1 0,2 0 203,4 0 0,5-5 0,5-1 0</inkml:trace>
  <inkml:trace contextRef="#ctx0" brushRef="#br0" timeOffset="54">14152 11814 8368,'-12'0'-587,"0"0"792,-6-6 293,10 5 1,-2-4 0,14 5 0,6 0 197,5 0 1,2 0-416,4 0 1,4 0 0,-2 0 0,4-2 215,1-2 1,-2 1-335,-2-5 0,5 4 0,1-4 0,1 0-342,4 1 0,0-3-378,2 6 1,4 0 467,0 4-1189,0 0 1,-11 0 1277,-5 0 0,-39 6 0,-15 0 0</inkml:trace>
  <inkml:trace contextRef="#ctx0" brushRef="#br0" timeOffset="55">14041 12368 8479,'-12'-13'0,"1"1"456,3 0 1,4 0 265,8-1 0,8 2 0,10 2 1,5 0 767,6 0 1,3-2-618,1-1 0,-2 1-7,-2 3-951,3 2 1,-5 2-1,7 0 1,2 1 0,2 2-2260,2 1 2344,-4 5 0,-8-29 0,0-11 0,0 1 0,0-1 0</inkml:trace>
  <inkml:trace contextRef="#ctx0" brushRef="#br0" timeOffset="56">15777 11605 8397,'-9'-25'-36,"1"1"1,0 0-214,1 4 0,2-2 601,5 5-300,0 7 1,1 0 45,3 6 0,-3 1 0,5 6 426,-1 1-192,-3 6 1,5-4-99,-3 7-41,-3-1 1,9 4 0,-5 2 0,1 0 0,0 1 68,1 0 1,1 3 0,5 5 0,-1 4-108,0 0 0,2 3-421,2 7 1,0 3 108,4 5-159,1 11 1,3-2 0,-11-26 0,0 1 0,14 29 0,1-5-161,-5-3 1,0-6 0,-5-7 0,0-10-560,0-8 1035,-7-5 0,-6-22 0,-5-4 0</inkml:trace>
  <inkml:trace contextRef="#ctx0" brushRef="#br0" timeOffset="57">15617 12552 8369,'-24'0'0,"4"0"0,-1-5 501,9-3-77,-3 2 1,15-3 0,0 3 0,7-1-64,4-2 1,8-2-298,5-2 0,2-4 207,7-4-223,0-8 0,8 2 0,0-6 0,-1-1 0,-2-1-59,-1-2 1,4-7-1,3-5 1,-21 21 0,0 0 36,2-2 0,1-1 1,2 1-1,0-1-228,-1 0 1,-1 0 0,3 1 0,0-1 49,-2 0 1,-1 0-38,-2 0 0,0 1 0,16-19 0,-10 6 0,-7 9 0,-5 4-1000,-7 3 1,-1 6 1188,-5 5 0,-1 7 0,-4 4 0</inkml:trace>
  <inkml:trace contextRef="#ctx0" brushRef="#br0" timeOffset="58">17069 12589 8261,'-8'0'-498,"-1"0"1,5 0 441,-4 0 551,0 0 0,-5 0-100,1 0-14,0 0 0,0 0 0,-1 0 0,1-1 1,0-3 30,-1-4 0,1-1 1,-2-2-1,-1-4-3,-1-2 1,-5-5-20,5-7-273,-6-2 0,7-8 0,-4 0 0,3-4 0,5-1 120,5-2 0,5-2-395,1-1-2,5 0 1,9-1 0,9 1-1,6 0 1,2 0-435,3 0 1,5 5 0,-1 6 0,-2 7 593,-1 11 0,12-6 0,3 0 0</inkml:trace>
  <inkml:trace contextRef="#ctx0" brushRef="#br0" timeOffset="59">17475 11863 8184,'-12'-12'-76,"1"4"606,2-1 663,4 7-1109,5-4 0,0 8 0,0 2 0,1 4 0,3 4 163,5 5 1,-3-2-1,3 5 1,0 2-86,2 1 1,6 2-138,-1 0 0,2-1 0,-2 1 0,5 1-140,2 2 1,-1-2-181,2 3 1,-2-3-198,7-1 270,-3-1 0,-1 0 0,-2-4 0,-3-2 1,-3-2 221,-4 1 0,-17-12 0,-4-6 0</inkml:trace>
  <inkml:trace contextRef="#ctx0" brushRef="#br0" timeOffset="60">17438 12491 8261,'-12'-19'1455,"3"0"-1073,1 2 1,5 3 0,-1-3 0,4-1 170,4-3 0,5 1-207,7-5 1,-1 2 0,7-10-1,3-1 280,2-2 1,8-6-430,2-3 0,6-4-1096,-19 22 1,1 0 891,3 0 0,-1-2 0,-4 1 0,0 0 1,1 2-1,0 0 0,18-20 0,-6 6-1177,-6 6 1,-9 9-2136,-5 9 3319,-8 8 0,-13 19 0,-9 9 0</inkml:trace>
  <inkml:trace contextRef="#ctx0" brushRef="#br0" timeOffset="61">18213 12035 8261,'-18'-5'0,"5"-2"772,-4-5 0,5 0 83,4-1-540,2 1 0,6 0 0,0-2 0,2-1 0,2-3 172,4-1 0,4-2 0,3-3 1,3-1-139,1 1 0,2-1-303,3 0 0,0 1-520,-4-1-79,3 6 1,-9-3-1,1 6 1,-4 1 552,-3 1 0,-65-20 0,22 14 0,0 0 0</inkml:trace>
  <inkml:trace contextRef="#ctx0" brushRef="#br0" timeOffset="62">18078 11568 8261,'-12'-6'145,"-1"-2"291,1 3 205,5-1 1,3 6 189,8 0 1,4 0-407,9 0 0,3 0-621,9 0 80,2 0 1,6 2 0,2 0 0,2 2 0,2-1-1258,1-1 334,4-2 1,-10 0 1038,3 0 0,8-22 0,2-6 0</inkml:trace>
  <inkml:trace contextRef="#ctx0" brushRef="#br0" timeOffset="63">18742 11839 8261,'-6'-7'-430,"0"1"1,7 8 649,4 2 0,1 3 485,7 5 1,0 0-360,4 0 1,-2 6-1,5 3 1,2 2 34,1 2 1,3 3-264,3 1 0,-2 5 1,5-1-1,-1 3-9,1 1 1,-5-1-440,2 1 1,-9-5 259,-3-3-725,-4-9 1,0 2 0,-1-7 794,0-4 0,-5-21 0,-1-10 0</inkml:trace>
  <inkml:trace contextRef="#ctx0" brushRef="#br0" timeOffset="64">19358 11716 8261,'-17'0'0,"1"0"0,-6 0 449,1 0 1,2 2-216,-1 6 1,-1 3-1,-5 14 1,-1 5-51,-2 4 0,-5 10-131,1 5 0,-4 5-1042,17-26 1,-1 1 1029,0 4 0,-1 0 1,-24 14-1,1 5 1,0-6-1,1-7 81,3 0 0,4 0 1,6-2-1,8-5-183,9-5 0,3-4-568,7-2 0,0-4 629,4-4 0,16-12 0,5-2 0</inkml:trace>
  <inkml:trace contextRef="#ctx0" brushRef="#br0" timeOffset="65">19530 12589 8169,'-8'0'616,"0"0"-109,5 0-278,-3 0 0,6-1 0,2-2 102,2-1 0,1-7-121,3-1 0,3-2-93,-2-6-17,2-1 0,5-8 0,0-1 1,1-3-1,-1-3 23,1-4 0,-1-1 1,-5 3-1,-1-2 72,-2-1 0,-6-6 33,3 2-20,-4 3 1,-2-6 0,-5 4 177,-6 1-280,-1-5-63,-10 9 0,5 3 0,-3 7 0,0 3 0,-1 3 0,-1 2-1409,-2 5 980,6 2 1,-3 7 0,6 3 385,1 3 0,7-16 0,2-3 0</inkml:trace>
  <inkml:trace contextRef="#ctx0" brushRef="#br0" timeOffset="66">20084 11802 8169,'0'-13'86,"0"1"0,5 1 44,3 3 1,5 1-164,3 3 0,-1 3-124,6-4 1,-1 3 0,5-1 0,-1-1-274,1 1 430,0 2 0,5-5 0,1 0 0</inkml:trace>
  <inkml:trace contextRef="#ctx0" brushRef="#br0" timeOffset="67">20564 11543 8169,'0'-7'0,"0"-4"0,-4 9 1101,-1-6-902,1 5 0,4 4 0,-1 10 1,-2 5-83,-1 4 0,0 0 1,4 6-1,0 1-350,0 2 0,0 0 0,0-3 0,0 1-312,0 2 1,0 0 544,0-5 0,6-5 0,0-1 0</inkml:trace>
  <inkml:trace contextRef="#ctx0" brushRef="#br0" timeOffset="68">20428 11937 8302,'0'-7'1010,"2"-2"0,3 3-186,7-1-524,1-1-265,10-4 0,0 4 1,7-1-1,0 1 1,2 1-1,-1 2-930,3-1 0,-2 5 895,1-3 0,21-8 0,11-2 0</inkml:trace>
  <inkml:trace contextRef="#ctx0" brushRef="#br0" timeOffset="69">21167 11728 8276,'-17'-12'420,"1"-1"96,1 1 0,8 5 1,7 3 8,7 3 0,4 6 0,1 3 0,0 3-251,1 2 1,4 3 0,4 2 0,2 1-168,2 3 1,1 5 0,1 3 0,3 0-424,2 0 1,5 9 0,4-2 0,0 1-346,1 0 0,-8-1 0,2 0 1,-5-2-1633,-3-2 2293,-8-8 0,-24-2 0,-11-4 0</inkml:trace>
  <inkml:trace contextRef="#ctx0" brushRef="#br0" timeOffset="70">21117 12528 8227,'-12'-6'112,"5"-6"1,-2-2-1,5-4 400,1 1 0,2 2 0,2-4 0,3-1-148,4 1 1,9-5-1,3-6 1,5-2-164,3-2 1,4-2-1,8-1 1,3-1-182,7-3 1,-22 20 0,1-2-1,-1-1 1,0-1 0,0 1-1,0-1-95,-1 1 0,-1-1 0,18-25 0,-6 3 0,-6 2-280,-6 3 1,-4 10 0,-11 4-1,-3 5-671,-4 3 0,-3 5 6,-1-2 1,-5 10 1019,-3 7 0,-20 22 0,-4 11 0</inkml:trace>
  <inkml:trace contextRef="#ctx0" brushRef="#br0" timeOffset="71">22102 11986 8227,'0'-12'-145,"0"5"0,0-4 391,0 3 1,0-3 0,0-1 0,1-1 220,3 1 0,3 0 0,6-2 0,-1-2-162,0-5 1,0-2 0,1 0-1,-1 1-225,0 1 1,-1 1 0,-1-3 0,-3 1-653,-2 1 0,-1 6 572,-4-1 0,-11 8 0,-2 2 0</inkml:trace>
  <inkml:trace contextRef="#ctx0" brushRef="#br0" timeOffset="72">21979 11580 8227,'-12'-4'0,"-1"0"348,1 1 1,6 2 0,8 1 60,9 0 0,7 0 1,6 0-1,2 0-105,3 0 1,2 0-1,6 0 1,0 0-470,0 0 0,-3 4 1,2 0-1,2-1-2022,0-2 2187,1-1 0,19 0 0,7 0 0</inkml:trace>
  <inkml:trace contextRef="#ctx0" brushRef="#br0" timeOffset="73">22705 11777 8227,'7'-5'887,"4"3"0,-4-3-628,5 5 1,-4 4-51,0 0 0,0 10 181,5-2-299,-1 14 1,4-4 0,1 11-1,-1 2 1,2 3-146,3 3 1,2 6 0,1-3-1,1-1-215,0-2 1,-1-4-92,1-4 0,0 0 1,-1-8-1,1-6-507,-1-4 1,1-7 373,0 0 493,-1-5 0,-5-9 0,-1-7 0</inkml:trace>
  <inkml:trace contextRef="#ctx0" brushRef="#br0" timeOffset="74">23246 11691 8177,'-12'-4'122,"1"-2"273,3-1 0,-3 5 0,4-1-167,0 6 1,-4 4 0,3 6 0,-3 4-19,-1 3 0,-6 5 1,-1 4-1,-3 3 210,-2 4-372,-4 6 1,-9 2-750,0 5 744,0 0 1,1-1-1,-1-1 1,1-3-1,2-2 1,2-2 4,2-2 1,6-5-136,3 0 0,2-2 0,0 2 0,7-4-1288,6-4 627,5-5 748,1-3 0,20-37 0,9-18 0,2-1 0,0 1 0</inkml:trace>
  <inkml:trace contextRef="#ctx0" brushRef="#br0" timeOffset="75">23911 12380 8380,'-8'0'-656,"0"0"459,5 0 1,-3-1 196,6-3 552,-5 2 308,4-3-416,-5 5 166,6 0-379,0-6 0,-1 5 0,-2-5 174,-1 1 1,-2 2-160,2-5 0,2 4 145,-7-4-218,7 0 0,-9-6 0,2-1 0,-1-3 0,-3-1 87,1-3 0,0-5 0,-1-3 0,2-2-254,3-2 0,3-3-135,5-4 0,1-3 1,3-5-1,7 0-397,8 0 0,3 3-442,11 1 1,0 3 967,4 1 0,-4 7 0,3 0 0,3 1 0,0 0 0</inkml:trace>
  <inkml:trace contextRef="#ctx0" brushRef="#br0" timeOffset="76">24366 11789 8309,'0'-12'-1614,"0"0"1588,0-1 1020,0 7-2,0 0-749,6 6 0,-4 4 1,5 2-1,0 1 1,0 2 765,3 2-939,-5 7 0,6-3 0,-3 5 0,4 2 1,4 1 89,0 2 0,4 5 1,-2 2-1,3 2-273,5 3 1,0-3-186,7 7 0,-5-3 0,4-1 0,-2-1-492,-3-3 1,-2-1 26,-5-7 1,-2 1 762,-6-10 0,-10-16 0,-4-8 0</inkml:trace>
  <inkml:trace contextRef="#ctx0" brushRef="#br0" timeOffset="77">24379 12417 8234,'-13'-12'238,"1"-1"0,5 1 63,3 0 0,3-1 1033,1 1-1053,0 0 1,9 0-1,5-2 1,5-1 0,6-4 107,2-5 1,11 1 1,-1-10-364,8 1 1,3-5 0,6-2-1,-1-2 1,-1-2-193,-3-1 0,-4-3 1,-12 6-1,-4 3-590,-3 4 1,-7 4-280,-3 5 0,-2 6 63,-2 3 608,-5 2 363,4 7 0,-26 2 0,0 5 0</inkml:trace>
  <inkml:trace contextRef="#ctx0" brushRef="#br0" timeOffset="78">25437 11937 8307,'-12'-12'0,"3"-5"700,1 1 1,5 4-150,-1 3 1,4 1-269,4-4 0,-1 4 460,5-1-599,1 1 0,3-5 0,0-2 0,1-3 0,-1 0 57,0 0 1,0-2 0,1 2 0,-2-1-733,-3-3 1,1 4 323,-4 2 1,-1 2 206,-4 2 0,-28 5 0,-6 1 0</inkml:trace>
  <inkml:trace contextRef="#ctx0" brushRef="#br0" timeOffset="79">25351 11580 8272,'0'-8'-6,"0"0"0,1 4 605,3-5 0,3 7-261,5-2 1,2 1 0,1 0 0,3-1 115,1 1 1,3 2-439,7 1 0,-2 0 352,6 0-815,0 0 0,4 4 0,-1 1 0,0 1 0,-3 1 447,-4 0 0,2 6 0,0 6 0</inkml:trace>
  <inkml:trace contextRef="#ctx0" brushRef="#br0" timeOffset="80">26077 11802 8251,'0'6'310,"0"5"-29,0-4 1,0 6-1,0-1 0,1 4 112,3 1-259,3 5 0,3-3 0,1 5 0,4 2 0,2 2 65,5 0 1,2 7 0,2-3 0,1 3 2,2-3 0,-1 0-375,-3-3 1,-2-8 111,-2 4 1,-3-9 1,-6 1 0,0-9 59,0-4 0,-16-41 0,-4-11 0</inkml:trace>
  <inkml:trace contextRef="#ctx0" brushRef="#br0" timeOffset="81">26594 11716 8222,'-9'-11'-204,"1"2"0,4 4-405,-4 5 1,0 0 1346,-5 0 0,0 1 16,-4 3-407,-2 9 1,-7 7 0,-2 9 0,-7 5 0,-4 7-115,-6 8 1,-3 2 0,23-23 0,-1 1-1,0 1 1,0-1-121,-1 2 1,1-2 0,-21 22-94,10-6 1,6-7 0,6-4 0,4-3-474,4-5 0,2 0 278,11-10 0,0 0-1411,4-3 1020,0 4 0,1-7 566,3 2 0,25-57 0,11-11 0</inkml:trace>
  <inkml:trace contextRef="#ctx0" brushRef="#br0" timeOffset="82">26791 12466 8515,'-7'-5'843,"7"-2"-597,8-5 0,3-1-4,1 1 0,2-4 127,2-1-225,3-5 1,6 3 0,-2-5-1,-1-1 1,-1 0 483,1 1-528,1-1 1,-4-4 0,-3-1 0,-3 0-1,-5 0 121,-4 3 1,-4-3 0,-4-2 0,-6-1 155,-5-1 1,-4-4-155,-5 5 0,-5-2 0,-3-2 0,-2 1-15,-4 3 0,-3 3-36,0 6 0,7 0-1473,-3 4 824,8 2 1,4 6 476,9-1 0,24-32 0,7-8 0</inkml:trace>
  <inkml:trace contextRef="#ctx0" brushRef="#br0" timeOffset="83">27271 11716 8159,'-9'-9'-374,"1"1"374,5 5 0,3-6 0,9 5 379,7 0 1,3 2-1,6-1 1,1-1 0,1 2 323,2 0 0,5 1-363,-1-3-591,2 2 0,1-3 0,-3 5 0,-5 0 0,0 0 251,1 0 0,-9 5 0,3 2 0</inkml:trace>
  <inkml:trace contextRef="#ctx0" brushRef="#br0" timeOffset="84">28009 11494 8159,'-12'-1'0,"-1"-3"-121,6 2 0,-2-2 87,5 8 1,0 4 748,4 9-550,0-4 0,0 11 0,0-4 0,0 3 0,0 2-257,0 0 0,0 3 1,1 1-1,2-2-312,1-1 1,5-1 403,0 0 0,13-17 0,4-4 0</inkml:trace>
  <inkml:trace contextRef="#ctx0" brushRef="#br0" timeOffset="85">27861 11925 8159,'-13'-6'-5,"-4"-2"0,8-2-384,-4 2 531,9 3 0,0 3 1,8 0-1,6-2 815,5 1 0,0 1-580,5 2 1,1 0 0,3 0-1,1 0 66,0 0 1,-1 0-511,1 0 1,0-4 0,1 0-1,1 2 345,2 0 1,5 2-3104,-1 0 2825,-3 0 0,4 0 0,5 0 0,1 0 0,0 0 0</inkml:trace>
  <inkml:trace contextRef="#ctx0" brushRef="#br0" timeOffset="86">28858 11679 8159,'-12'-13'0,"-3"1"0,2 0 0,0 3 43,9 1 1,1 6 0,7-3 649,4 4 0,4 1-376,5 0 1,-2 1 0,5 4 0,2 3 297,2 3 1,2 2-498,2 4 1,-2-2-1,4 5 1,-1 2-102,0 1 1,1 2 71,-1 0 0,-3 5-255,2 3 37,4 2 1,-2 2 0,4 0-1,-3-2 1,1 0-1254,-1-3 1069,-3-4 1,-2 1 0,-9-8 0,-2-1 0,-5-3-1398,-3-2 1710,-3-1 0,-37-7 0,-8-2 0</inkml:trace>
  <inkml:trace contextRef="#ctx0" brushRef="#br0" timeOffset="87">28760 12491 8159,'-13'-7'189,"2"-4"436,3 3-228,-3-3 1,11-1 0,0-1-1,8 0 235,7-4 1,10 2-331,8-5 1,4-5 72,4-4-289,3-5 0,10 1 1,2-8-1,-27 19 0,-2-1 1,0 0-1,0-2 216,-2 1 0,0-1-367,0-2 0,0-1 0,0 2 0,0-1 1,0-2-1,1-1 0,-1 1 0,0 1 0,22-23-477,-3 7 1,-6 8-1,-8 4 1,-8 8-1406,-7 6 338,-6 10 1609,-9 2 0,-11 12 0,-2 0 0</inkml:trace>
  <inkml:trace contextRef="#ctx0" brushRef="#br0" timeOffset="88">30150 11851 8152,'-12'-21'0,"0"1"0,5-5 1062,3 9 0,2-5-309,2 5 0,2-6 231,2 2-838,3 2 0,1-5 0,0 2 0,0-2 0,-1 0-138,-3 2 1,-1-1 0,0 4 0,1 1-528,-2-1 0,0-3 72,-2 5-591,0-1 1038,0 11 0,5 11 0,2 9 0</inkml:trace>
  <inkml:trace contextRef="#ctx0" brushRef="#br0" timeOffset="89">29830 11482 8152,'-5'-13'0,"-1"1"761,-2 0 0,3 4-469,5-1 1,5 7 0,5-2 0,6 2 32,9 2 1,5 0-46,7 0 0,-4 0 42,-1 0-318,7 0 1,0 0 0,5 0 0,-2 0 0,-2 0-304,-2 0 1,-2 2-1,-2 0 299,-1 2 0,5 17 0,6-1 0</inkml:trace>
  <inkml:trace contextRef="#ctx0" brushRef="#br1" timeOffset="90">23099 12897 13676,'-25'0'0</inkml:trace>
  <inkml:trace contextRef="#ctx0" brushRef="#br1" timeOffset="91">23099 12885 13686,'-7'0'-577,"0"0"1020,3 0-406,3 0 1,-6 0-54,3 0 1,1 0-21,-5 0 77,5 0-155,-2 0 0,3 0 50,-2 0 0,-19-11 0,-10-3 0</inkml:trace>
  <inkml:trace contextRef="#ctx0" brushRef="#br1" timeOffset="92">22262 13081 17457,'18'0'0,"-5"0"-321,4 0 1,-4-1-115,0-3 1,-1 1 0,0-4 266,1 2 1,-5-3 13,0 4 1,-5-2-664,1 2 539,-3 3 0,-5-6 1,-1 4-1,-2-1 245,-3 1 0,-39-4 0,-11 1 1</inkml:trace>
  <inkml:trace contextRef="#ctx0" brushRef="#br1" timeOffset="93">16995 12995 20483,'0'7'-6730,"0"-1"5437,0-6 2649,0 0-623,5 0-412,-3 0 0,5 0-94,-3 0 0,-2 0 312,7 0-511,-7 0 567,9-6 0,-8 5 1,5-3-221,2 2 1,1 2-1,1-1 1,2-2-156,2-1 0,5-1-183,7 1 0,5 2 0,7-3 1,2 1 77,2 0 1,1-2-6,4 2 0,6 3-1242,2-4 1155,4-1 1,7 0 0,-32 2 0,0 0 0,3 1 0,0 1-1,0-1 1,0 1-221,-1 1 1,-1-2 175,-1-2 1,0 1-1,29 2 1,4-2 0,-33 3-1,1 0 1,3-1 0,1 1-55,1-1 1,0 0 0,-2-1 0,-1 2 0,29 1 0,-1 0-231,-3 0 1,-28 0-1,1 0 259,0 0 0,0 0 0,-1 0 1,0 0-155,34 0 233,-11 0 0,6 0 0,-7 0 0,3 0 0,4 0 420,0 0-446,-29 0 1,-1 0 0,34 0 0,-34 0 0,1 0 0,31 0 0,-4 0 12,1 0 1,4 0 0,-28 0 0,0 0 0,1 0 0,0 0-124,-1 0 1,0 0-1,-1 0 1,-2 0 41,20 0 0,3 0 0,0 0 0,6 1 19,-31 1 1,0 0 0,0-1 0,1-1 24,29 5 0,-6-4 239,3-1-197,2-6 1,0 5 0,-29-1 0,0 0 0,0 1 0,0-1 0,0 1 0,0-1 88,0 1 0,-1-2 0,29-2 0,0 2 0,-4-1 0,0 1 1,2 1-32,5-2 1,-1 2 1,1-2-38,-6-3 0,-12 6 0,-3-5 1,-2 2-1,-2 0 150,0 1-90,0-3 1,0 4 0,1-2 0,0 3 0,-1 1 263,-5 0 1,-5 0 0,-6 0-1,-2 0-273,-2 0 1,1 0 291,-6 0 0,5-4-78,-5 0-101,0-1 1,1 5-1,1-1 1,-1-2 0,3-2 459,-1-2-519,-4 4 1,8-4 0,-4 5-1,2-2 1,-2 0-41,-1-2 0,2 5 0,-2-3 0,0 2-133,-1 2 1,0-4 147,-5 0 0,0 0-40,1 4-95,-1 0 0,0 0 0,1 0 0,-1 0 0,0 0 0,1 0 1,-1 0-2,0 0 1,-4 0-1,1 0-197,0 0 65,2 0 0,-3 0-36,0 0 153,-5 0 1,8 0 0,-3 0 0,3 0-162,2 0 1,-1 0-89,0 0 50,-5 5 1,4-3 0,-3 2-373,3-3 1,1-1 582,1 0 0,-5 0-300,0 0-3,-5 0 260,2 0 0,-37-5 1,-9-2-1</inkml:trace>
  <inkml:trace contextRef="#ctx0" brushRef="#br1" timeOffset="94">13795 14004 14946,'-12'0'0,"0"0"0,-1 0-915,6 0-942,-3 0 1625,8 0 189,2 0 68,2 0 1,8 0-1,-3 2-159,0 2 1,0-1-22,-3 5 1,-3 11 0,5 7 0</inkml:trace>
  <inkml:trace contextRef="#ctx0" brushRef="#br1" timeOffset="95">13808 14115 10650,'-6'-7'-1097,"3"1"929,-5 1 169,5 4 0,-3-4-714,1 5 856,4 0-84,-4 0 503,5 0-282,5 0-83,-4 5 0,6-4 0,-3 4 101,5-4 1,-3 0 0,3 2-118,0 1 0,-2 0-82,1-4 0,-4 0 1,5 0 19,0 0 1,-2 0-172,1 0 1,0 0 76,5 0-62,-1 0 1,4 0 0,2 0 0,1 0 0,2 0 16,-2 0 1,6-4-1,-2-1 1,4-1-223,1 1 1,2-3-11,-2 3 0,5-3 1,-5 4-1,-4 1-398,-2 2 0,-3 1 650,2 0 0,-15 0 0,-7 0 0</inkml:trace>
  <inkml:trace contextRef="#ctx0" brushRef="#br1" timeOffset="96">13869 14509 12545,'-12'0'-892,"-1"-5"0,5 3 2201,0-2-1446,5 3 0,-2-1 206,5-2 128,5 3 0,2-5 1,5 6-1,1 0 1,0 0-14,4 0 1,2-4 0,6 0-1,-1 0 29,1-1 1,1 3-195,3-2 1,-2-1-193,6 1-113,0-1 1,-1 5 332,1 0 0,27-5 0,-24 2 1,-1-1-1</inkml:trace>
  <inkml:trace contextRef="#ctx0" brushRef="#br0" timeOffset="97">15149 14177 8490,'-12'-6'0,"-1"1"12,1-3 0,5-3 283,3 2-296,3-1 0,1 1 1,0 1-55,0-1 381,0-2 1,0 2 933,0 1-1024,5 5-1,-3-2 1,7 6 177,-5 3-305,6 3 1,-7 6 0,5-1 0,0 0 0,0 2-56,0 2 0,2-1 1,5 6-1,1 1-116,-1 1 0,0 6 30,2-1 0,-2 7-373,5-3 231,-5 4 1,9 8 0,-4 4 0,2 4 0,0-1-526,-2 0 517,-4-7 0,1 2 0,-4-6 0,-2-4 0,-2-8-95,-1-6 1,-5 0 0,1-6-208,-2-1 183,3-1 1,-4-6 58,3 1-392,-2-7 635,3 4 0,2-6 0</inkml:trace>
  <inkml:trace contextRef="#ctx0" brushRef="#br0" timeOffset="98">15026 15223 8490,'-17'-2'70,"1"-2"0,0 3-87,3-3 823,7-3-244,0 6-483,6-5 1,1 1-1,2-4 1,4-1-1,3-4 135,3-3 1,8-2-1,-1-5 1,5-2 122,4-3 1,2-2-152,6-6 1,0-2-995,0-2 886,0 3 1,0-8-1,-2 3 1,-2 1-1,-4-2-205,-3 0-83,-2 5 1,1-5 0,0 6 0,-2-1 0,-3 5-245,-3 3 0,0 3 1,0 6-1,-3 3-608,-5 2 1,-2 6 161,-3 6 900,3-1 0,-7-1 0</inkml:trace>
  <inkml:trace contextRef="#ctx0" brushRef="#br0" timeOffset="99">16269 15001 8439,'-13'-7'0,"5"2"-14,0 5 0,1-1 0,-2-2-99,0-1 0,3-2 182,-3 2 1,-2 3 0,3-5 138,-3 1 0,-1-1-86,0-2 0,-1-3 26,1 3-76,0-3 1,0-5-1,-2-2 1,-1-1-1,-2-3 27,2-1 0,2-7 0,0-3 0,1-4-7,0-4 1,5-4-54,3-9 0,2 4-1064,2-4 977,6 4 1,6 2 0,9 3 0,3 3-1,5 2-181,4 3 1,2 3 0,2 9 0,0 1-484,0-1 712,0 6 0,3-6 0,-1 6 0,-2 1 0,-1-2 0,-3-2 0</inkml:trace>
  <inkml:trace contextRef="#ctx0" brushRef="#br0" timeOffset="100">16736 14263 8439,'-6'-6'372,"-5"5"1,8-9 74,-5 6-233,5 0 208,-2 4-347,5 6 0,1-4 0,3 8 0,3 2 0,2 3 109,4 0 1,-4 5 0,9 0 0,-2 3-160,1 2 1,5 4-209,-2-1 1,3 7-6,2-3-66,0 4 1,-5 1 0,-1 0-1,-1-2 1,-3 0-351,-1-3 0,-3-4 1,-3-1 603,-4-5 0,-24 1 0,-8-4 0</inkml:trace>
  <inkml:trace contextRef="#ctx0" brushRef="#br0" timeOffset="101">16663 14878 8402,'-20'-5'0,"-1"2"320,4-5 1,6 4 0,7-5 0,3 0 479,1-2 1,2-1-523,7-1 0,4-4 457,12-4-584,5-8 0,2 1 0,6-8 0,1-4 0,4-2 52,1-4 1,-5-6 0,2 0 0,-2 4-126,-3 5 0,0 5-427,-3 1 1,-3 3-1507,-5 5 1174,-6 6 0,-2 11 681,-4-1 0,-28 12 0,-7 2 0</inkml:trace>
  <inkml:trace contextRef="#ctx0" brushRef="#br0" timeOffset="102">17475 14484 7904,'-6'-12'1094,"5"0"0,-3-1-992,8 1 1,-1-4 90,5-1 0,-1-5 215,1 2-376,3-3 1,-6 2-1,5 1 1,-2-2-1,0-1-1377,-1-2 1026,-1 0 0,-6 5 319,0-1 0,-17-21 0,-3-10 0</inkml:trace>
  <inkml:trace contextRef="#ctx0" brushRef="#br0" timeOffset="103">17315 14066 8402,'-12'-5'-94,"-1"-4"0,5 2 94,0-1 0,6 6 498,2-3 1,6 3 0,8-1-1,2-1 151,5 1 0,6 2-474,2 1 0,3 0-322,-3 0 191,5 0 0,2 0 0,6 0 1,3 0-1,5 0-930,2 0 0,1 4 886,-4 0 0,17 11 0,-31-8 0,-1 0 0</inkml:trace>
  <inkml:trace contextRef="#ctx0" brushRef="#br0" timeOffset="104">18299 14312 8404,'-7'-12'0,"3"0"0,-1-1 640,1 1-334,0 0 1,4-1 1,0 1 0,0 4-12,0 0-249,5 5 16,-3-3 0,4 8 0,-3 2 0,3 3 0,0 2 96,4 4 0,1-4 0,1 9 0,2 0-217,2 2 1,-2 3 69,2 2 0,2 1 0,0 1 1,1 3-122,3 2 0,0 1-72,-2 4 0,4 0 1,-5-1-1,1 1-159,1 0 0,-6-5 112,1-4 0,-2-3-266,-2-4 109,-5-4 1,4-6-1,-4-1 385,0-2 0,-18-16 0,-10 0 0</inkml:trace>
  <inkml:trace contextRef="#ctx0" brushRef="#br0" timeOffset="105">18176 15001 8404,'-12'-1'-163,"0"-3"0,1 1 485,3-5 1,2 4 524,6-4 0,0-1-140,0-3-546,11 0 0,-1-2 0,10-2 0,3-5 1,5-3 77,4-5 1,5 1 0,3-6 0,2-3-281,2-2 0,0-12-88,1 2 0,2-3 0,-6 3 0,-2 1-398,0 3 1,0 4-431,-2 8 1,1 3 55,-9 5 320,0 6 581,-5 1 0,-10 1 0,-3-3 0</inkml:trace>
  <inkml:trace contextRef="#ctx0" brushRef="#br0" timeOffset="106">19136 14915 8404,'-8'-4'-3,"0"0"0,5-2 306,-1 2 134,3 3-98,1-10-263,5 4 0,2-1 1,7 0-1,1-2 1,2-1 12,2-1 1,-2-6 0,3-2 0,2-4 20,2 0 1,-1-2-16,-3-3 0,2-2 17,-5-6-67,-1 0 0,-5-4 0,-3 0 1,-4 0-1,-2 0 154,-2 0-156,-6 0 1,-2 4 0,-9 1-1,-3 2 1,-3 3-11,-2 1 0,-4 2 1,1 6-1,0 3-178,2 1 0,6-1-65,-1 7 0,10-3 90,-1 7 120,8 2 0,9-10 0,9 2 0</inkml:trace>
  <inkml:trace contextRef="#ctx0" brushRef="#br0" timeOffset="107">19518 14152 8404,'-13'-12'0,"6"0"0,7 5 123,9 3 0,2 1-112,1-1 0,0 2-1,1-2-34,4 3 1,-3 1-1,4 0 1,-2 0-1,2 0-370,1 0 0,2 0 394,3 0 0,17 11 0,4 3 0</inkml:trace>
  <inkml:trace contextRef="#ctx0" brushRef="#br0" timeOffset="108">20145 13906 8404,'-12'0'-22,"0"0"0,3 1 207,1 3 1,5 3-282,-1 6 0,3 0-10,1 4 14,-5 2 1,3 5-1,-2 1 1,3 0 0,1-1-169,0 1 1,0 4 259,0-1 0,5 17 0,2 1 0</inkml:trace>
  <inkml:trace contextRef="#ctx0" brushRef="#br0" timeOffset="109">19924 14300 8404,'-7'-12'988,"3"3"-623,8 1 1,7 5-164,5-1 0,10-1 0,0-1 0,3 1 202,1-1 1,4-2-664,-1 4 0,7-4 195,1 4-1722,11-6 1786,-7 9 0,4-13 0,6-5 0,0 2 0,0 0 0</inkml:trace>
  <inkml:trace contextRef="#ctx0" brushRef="#br0" timeOffset="110">21093 14091 8357,'-7'-6'-760,"-4"-1"1788,10 0-550,-5 2 1,6 6 74,0 3 0,2-1-317,2 5 0,1 1-83,3 3-62,3 6 1,-4-5 0,5 5 0,1-1 0,0 0-165,4 2-46,-3 2 0,5 2 0,-3-1 0,5-1 1,2 0-198,1 3 1,7-1 0,1-1 0,3-2-277,-3 2 0,3-3 219,-7 2 0,0-6-108,-8 1 192,-2 3 289,-6-5 0,-16 15 0,-4-3 0</inkml:trace>
  <inkml:trace contextRef="#ctx0" brushRef="#br0" timeOffset="111">21154 14767 8356,'-12'0'-347,"0"0"-44,-1 0 0,5 0 1257,0 0-168,0-5 1,0 4-93,-1-3 1,7 1-327,-2-1 1,4-3-131,4-5 1,3-1 0,6 0 0,4-4 136,3-3 0,3-4-158,2 0 1,1-6 183,3-3-296,2-3 1,7-2 0,2-2 0,1-1 0,0 2-270,1 0 0,-2 7 1,4-1-1,-3-1-450,-6-2 1,-4 6 428,-11 5 1,-4 2 0,-7 7-1,-5 1 273,-3 1 0,-6 13 0,-2 2 0</inkml:trace>
  <inkml:trace contextRef="#ctx0" brushRef="#br0" timeOffset="112">22188 14214 8303,'0'-13'-823,"0"1"617,0 0 1,1 4 1256,4-1-692,-4 1 1,6-4-1,-5 0 1,3-2-1,-1-1 159,1-2 0,-3-3 0,3 2 0,-1-1-162,0-3 0,0-1-88,-4-2 0,4 5-885,1-1 343,-1 1 0,-4 1 0,0 2 0,0 3-1979,0 2 2253,0 0 0,0 10 0,0 4 0</inkml:trace>
  <inkml:trace contextRef="#ctx0" brushRef="#br0" timeOffset="113">22016 13844 8303,'-7'-5'946,"-4"-2"-543,10-5 0,6 5-225,12 3 1,4 3 136,4 1-168,0 0 1,3 0-1,1 0 1,0 0 0,-1 0-88,1 0 0,5 0 0,-1 0 0,3 0-358,1 0 0,0 0-197,0 0 1,-1 0 494,1 0 0,22-22 0,-27 8 0,0 0 0</inkml:trace>
  <inkml:trace contextRef="#ctx0" brushRef="#br0" timeOffset="114">22988 15949 7875,'-4'12'0,"-2"0"0,1 1 107,-1-1 1,-3 0 208,1 1-118,-3-1 0,3-1 0,-1-2 0,0 0 0,-4-1 111,-3-1 0,2-2 0,-3-5 1,0 0-4,1 0 0,-6-1-265,1-3 1,-2-4 172,-1-9-227,-7-2 1,4-7-1,-6-3 1,-2-4-1,-4-2-167,-2-2 0,-4-1 0,3-5 0,1-6-218,3-7 0,9-5-123,13-5 1,7 2 435,6 29 1,2 0 66,4 0 0,4 0 0,15-29 0,-4 33 0,5 2 0,2 0 0,2 2 0,2 0 0,2 2 18,1-1 0,1 1 1,3 1-1,0 2 0,0 0 1,1 3-1,-1 2 1,-1 2 24,1 2 1,1 3 0,-1 3 0,0 2-63,7 2 0,1 1 1,-2 2-1,0 2-36,2 1 1,-2 2 47,-1 3 0,-4 3 0,22 22 0,-4 9 0,-7 8-69,-26-23 1,0 2 80,-1 1 1,-1 0 0,11 27 0,-4 1 0,-6 1 192,-9 1-55,-5 7-66,-7-4 0,-12 5 230,-9-2-245,5-35 1,-2 0 0,-3 3 0,-3-1 0,-2-2 0,-1-1 0,-1-2 0,-1 0 0,1-3 0,-1 0 70,1-1 1,-1-1 0,0-3 0,0-1-1,-2 2 1,-1-1 219,0 0 1,-1-1-87,-1-3 1,-1-1-1,2 0 1,-1-1 143,-27 6 1,6-7-284,10-9 0,5-6 1,12-7-1,8-12-217,9-9-13,6-11-155,5-2 1,0-7-1,1 1 1,5 0-406,6 0 1,5 5 125,3 3 0,6 0 177,-5 4 322,5 8 1,-6 13-1,7 8 1,3 5-1,1 7 168,-1 8 1,4 11 0,-1 12 0,2 6 245,2 8 1,4 2-160,-20-23 1,-1 1-1,3-1 1,-1 1-393,-1 2 0,-1 0 244,3-3 0,1 0 0,-2 2 0,1 0 1,2-1-1,2-2 0,0 0 0,1 0 1,-1-4-1,2-1-359,29 12 0,1-10 0,-1-6 0,-6-7-1686,-6-4 1993,-9-8 0,-3-5 0,-8-5 0,-7-1 0,-6-3 0</inkml:trace>
  <inkml:trace contextRef="#ctx0" brushRef="#br0" timeOffset="115">24945 15161 7875,'0'-19'0,"0"-4"193,0 2 1,0 2 616,0-1-519,0-1 0,0 2 0,0 3 1,0 2-1,0 2 78,0-1 1,0-3 0,-2 0 0,-2 0-26,-4 3 1,-7 1-107,-1-1 1,-8 1 119,0 0-265,-6-1 0,-10 6 1,-5 3-1,-11 3 0,-8 2-100,29 1 1,0 0-1,-2 3 1,0 3-1,3 2 1,1 2 58,-1 1 1,0 1-219,1 1 1,1 1-1,-3 5 1,1 1 199,2 0 1,2 1 0,0 1 0,3 1-23,3 1 0,2 1-95,-14 24 0,7 9 0,10-4 1,8 0-1,11-4-302,11-5 1,9-1-1,12-3-291,5 0 145,8-3 1,-3 1 242,3-8 1,2-3-1,-6-7 1,-2-2-167,0-5 1,-9-8 512,-6-4 0,0-8-58,-8-4 171,0-8 1,-9-3-1,-3-6 1,-5 0-1,-6-1 814,-5-2-740,-9 2 1,1 0 0,-9 7-1,-4 1 1,-4 3 268,-4 1 0,-2 3 0,-7 3 0,1 4-114,0 3 1,0 7-198,-1 7 0,4 7-824,5 13 661,5 0 0,17 20 1,4 0-1,6 8 1,5 3-751,2 2 629,7-31 0,1 1 0,1-2 0,1 0 0,5 3 0,2 0 0,0 1 0,1-1 0,1 0 0,2 0-109,1-2 1,2 0-1,3-2 1,2-2 0,1-6-1,3-2 1,0-1-1,1-1-95,0-1 1,1-3 0,1 1-1,1-1 349,26 7 1,3-7-281,-6-13-411,2-3 1,8-8 625,-31 1 0,0 0 0,0 1 0,0 0 0,3-3 0,1-3 0,0-2 0,1-1 0,2-4 0,0 0 0</inkml:trace>
  <inkml:trace contextRef="#ctx0" brushRef="#br0" timeOffset="116">25671 15407 7891,'-18'-12'0,"6"-4"3603,-1-1-2801,1 6 1,11 7-579,-3 8 1,2 5 693,2 7-789,0 3 1,4 13 0,0 4 0,1 8 0,-1 4 44,0 1-450,0 6 1,-4 2 0,0 9 0,0 4-1,-1-34 1,0 0 42,0 1 0,-2 0 0,-2 3 0,-2-1 0,-4 3 1,-1 0-1,-2 0 0,-2 1-297,-2-2 0,-1 0 0,-3-1 0,-1-1 441,1-7 0,-1-3 0,-4 1 0,-1-2-94,-2-5 1,-2-1 267,0 3 1,-3-2-1,-2-6 1,-2-3-1,1 1 1,1-1-1,2-4 1,1-2-1,-26 0 432,12-8-395,13-11 1,11-14-1,12-9 1,7-5 0,6-8-207,7-5 0,7-3 0,14-2 0,5 4-67,6 2 1,4 7 95,5 3 0,4 4-1232,0 5 1256,1 7 0,-5 9 1,-1 7-1,-3 7 1,-4 6-631,-3 8 668,-1 11 1,0 9-1,1 5 1,5 0 0,5-1 224,4 1 0,5-5 1,-4-3-1,1-5 90,0-3 1,-2-9-97,6-8 0,-4-5-1244,8-7 1024,2-6 0,-25 1 0,0-1 1,0-2-1,-1 0 0,-1-2 1,-2-2-1,-1-1 0,-2-2-63,-2-2 1,-1-1 42,1 0 1,0-2 0,-4-3-1,-2-1 1,3 0 0,-2 0-1,-1-1 1,-1 0 0,-3 0-1,-2 0 65,-2 0 1,-2-1 0,-1 1-1,-4-2 1,-4-2 0,-3-1-1,-2 0 1,-3-1 113,-3 0 0,-3 0 1,-3 2-1,-3 2-169,-6 1 1,-3 2 0,-3-2-1,-1 1-111,-4 0 1,-2 0 107,-4-5 0,0 0 0,5 7 1,-1 2-1,-5-3 0,-2 1 0,-1 3 1,-2 4-1,-3 3 0,-1 2 143,-4 2 0,-2 3-30,-3 5 0,-1 3 0,3 0 1,0 4-1,-4 4 0,0 5 1,-2 2-1,0 4 0,1 3 1,0 4 968,1 2 1,2 3-699,3 4 0,4 3 0,9-1 0,4 2 1,6 0-1,5 2-433,5-2 1,6 1 0,5 32 55,31-5 0,22-40 0,22-8 0,10-2 0,-2 0 0,-7 0 0,-1 0 0,1 0 0,0 0 0,0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16:59:46.152"/>
    </inkml:context>
    <inkml:brush xml:id="br0">
      <inkml:brushProperty name="width" value="0.09071" units="cm"/>
      <inkml:brushProperty name="height" value="0.09071" units="cm"/>
      <inkml:brushProperty name="color" value="#3165BB"/>
    </inkml:brush>
  </inkml:definitions>
  <inkml:trace contextRef="#ctx0" brushRef="#br0">13906 7605 7952,'-16'0'512,"-1"0"1,1-4 1994,3 0-21,7 0-2004,0 4 0,6 1 1,0 3-1,2 3 1,3 3 1111,7 2-1132,1-2 0,10 9 0,-3-4 0,4 3 0,0-1 1742,1 1-1860,5 4 1,-4-7 0,1 4 0,-3 0 0,-5-1 225,-2 0 0,0 2 1,-5-3-1,0-2-249,1-1 0,-6-2-214,-3 0 1,1 1 0,-1-1-1,-1 0 29,-2 0 1,-1-3-269,0-1 0,-4-4 1,-1 3-758,-2-2 1058,4-1 1,-2-5 0,5-4 61,0-8 1,1-6-209,3-10 0,4-3-281,9-9 214,2-3 0,1-11 0,1-1 1,2-1-1,2 0-119,-1 3-596,4 6 0,-15 7 1,3 9-1,-6 8 1,-3 6-2729,-1 4 1957,3 8 1,-6 0-1,4 7-4268,-2 4 5798,-1 1 0,-9 12 0,-2 1 0</inkml:trace>
  <inkml:trace contextRef="#ctx0" brushRef="#br0" timeOffset="1">14238 7962 7952,'-8'0'1097,"0"0"1,4 0 1569,-4 0-1821,5 0 0,-3 1 0,6 5 509,0 6 1,0 3-857,0 10 0,0-2 0,0 10 1,0 3 450,0 3 0,-1 4-735,-3 2 1,3-3 0,-4-6 0,3-4-517,-2-3 1,2-4-1450,-2-5-3391,3-2 778,1-11 4363,0-13 0,8-35 0,6-19 0,-1-7 0,1 0 0</inkml:trace>
  <inkml:trace contextRef="#ctx0" brushRef="#br0" timeOffset="2">13844 7359 7936,'-12'0'1106,"0"0"1584,0 6 679,-1-5-839,6 4-1081,2-5-161,5 0-1012,0 0 1,5-4 0,4-1 0,3-3-1,3-5 84,1-2 0,6-7 0,-1 2 1,3-5-255,5-3 1,3-5-107,4-8 0,1 1 0,0-4 0,0 2-268,0 2 0,-3 2-158,-5 1 1,-6 10 183,-10 2 97,-7 9 0,0-2 0,-7 7 231,-4 3 0,3 2 0,-7 6 761,0 0-732,3 0 0,0 0-236,2 0 0,2 2 176,-2 2 0,3 3 0,1 5 1,1 0 59,3 1 0,-1 3-64,5 0 0,0 5 0,5-3 1,-1-1 12,0 1 0,1-1-280,-1-5 1,0 0-1,0 1 1,1-3-479,-1-1 0,-4 0-553,0-5 1,-3 2-2135,3-2 438,-6 3 2943,4 0 0,-6 4 0,0-5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16:59:46.155"/>
    </inkml:context>
    <inkml:brush xml:id="br0">
      <inkml:brushProperty name="width" value="0.09071" units="cm"/>
      <inkml:brushProperty name="height" value="0.09071" units="cm"/>
      <inkml:brushProperty name="color" value="#3165BB"/>
    </inkml:brush>
  </inkml:definitions>
  <inkml:trace contextRef="#ctx0" brushRef="#br0">28612 16010 8036,'-12'0'222,"-1"0"-203,6 0-251,-3 0 229,8 0 0,-5 0 0,5-1 859,-3-3-573,1 3 1,3-5-8,-3 6 27,3 0 110,-5-5-111,6 3 380,0-9 64,-5 10 1,3-6 404,-2 3 0,1 3 1,1-5 537,-2 1-1089,-1 3-375,5-3-102,-5 10 0,4-2 0,-3 5 1,2 3-1,2 3-44,0 2 0,0 6 0,0-1 0,0 2-185,0 2 1,0-5-39,0 1 0,0-1 24,0 5 78,0-1 1,0-3-1,-1-2 1,-2 0 0,-1-1 27,1 0 0,0-3 0,1-6 31,-2-1 82,0-5 1,-1 1 0,1-9-57,2-8 1,0 0-97,2-8 1,0 1-266,0-5 176,6-5 1,-4 3 0,7-6 0,-1 0 0,0 0-59,0 0 0,-1 6 0,3-2 1,-2 5 259,1 3 1,-2-1-84,1 6 1,-3 0 226,3 3-160,0-4 1,0 7 0,0-2 0,2 1-1,1 1 62,1 2 1,1-3 0,-1 4-299,0 0 0,0 2-273,1 5 280,-1 0 156,0 0 1,-1 5 0,-1 4 0,-3 3 0,-2 4 73,-2 5 0,2 2 519,-1 2-335,1 5 0,-5-3 0,0 4 0,0 0 0,0-4 29,0-1 0,0-1 0,0-1 1,0-1-459,0-2 0,0 1-332,0-6-616,0 1 565,0-5 0,1 0 0,2 0 0,1 1-1431,-1-1 0,-1 0 1048,2 1 575,-2-1 391,3-5 0,28-40 0,8-15 0</inkml:trace>
  <inkml:trace contextRef="#ctx0" brushRef="#br0" timeOffset="1">29227 15924 8096,'-12'0'95,"0"0"1,3-1 142,1-3 0,4 2 2788,-4-2-1632,5 3-1031,-2 1 0,5 1 1,1 3-1,3 5 1,4 2 352,3 1 1,3 2 0,2 1 0,4 2 19,-1 2 0,4 2-524,-3 4 0,-2-1 1,-1 1-1,-2-1-201,1 1 1,-4-2 17,1-2 1,-2 1-1118,-7-6 269,5 0 1,-7-3-1,2-1 1,-1-1-1856,1-3 0,-3-4 2674,3-8 0,-8-35 0,-3-15 0</inkml:trace>
  <inkml:trace contextRef="#ctx0" brushRef="#br0" timeOffset="2">29498 15850 8096,'-11'2'140,"3"2"1,-3 3 301,3 5 1,-3 2 47,-2 2 0,-4 5 15,-4 7-328,-2 4 0,-2 6 0,-1 2 0,-1 2 0,-2 0 37,2 1 1,6-8 0,5-7-1,4-6-532,3-6-594,-1-2 912,8-7 0,24-7 0,12-7 0</inkml:trace>
  <inkml:trace contextRef="#ctx0" brushRef="#br0" timeOffset="3">29744 16072 7932,'-5'-7'351,"-1"0"1767,-2 3-1592,2 3 1,5-3 70,-3 8-357,3 3 0,-5 5 0,6 2 0,0 2 0,0 6 140,0 5 1,0-1-1,2 4 1,0 0 14,2 3 0,0 3-265,-4 1 1,0 0 0,0-1 0,0 0-48,0-3 0,0 5-17,0-5 0,0 4-57,0-8-102,0-1 1,0-3 0,0-2 0,0-2 0,0-5-796,0-2 713,0-7 1,0-5 320,0-10 1,-1-6-218,-3-10 80,3-1 0,-9-4 0,6-1 0,0-2 0,0-5 233,0-3 1,0-1 0,2 4 0,-1 0 242,-1 0 0,0 2 65,4 2 1,2-7 33,2 3-371,-3-2 1,9 6 0,-5 0 0,2-1 0,3 0-39,0 1 1,4-1 0,1 5-1,3 2-100,1 1 1,2 2-57,3 4 1,-1-2 2,-2 6 35,2-1 0,-4 9 1,6 1-1,-2 2 0,-2 2-140,-5 2 0,-2 1 0,0 1 0,-1 3-270,-1 4 0,4 3 57,-8 1 1,-1 2 0,1 1-1,0 3-169,-1 1 0,-2-2 329,-5 3 1,0-4 0,0 5 0,0-1-126,0 0 0,0-1 143,0-3 1,-1 2 0,-3 4 0,-6-3-91,-5-1 0,-1 2 220,-9-3 0,2 3-114,-10-3 171,0 4 1,-8-7 0,0 1 0,2-4 0,0-3 497,2 2-615,6-5 0,1 5 0,7-6 0,2-1 0,6-1-1179,5 3-523,0-4 0,14 3 1750,0-8 0,33-14 0,9-8 0</inkml:trace>
  <inkml:trace contextRef="#ctx0" brushRef="#br0" timeOffset="4">30581 15727 8096,'-6'-7'0,"1"-3"1031,-3 1 1154,-3-2-1348,9-1 1,-3 7-367,5 5 0,1 9 0,2 9 1,1 1 385,-1 3 1,-2 3-535,-1 3 0,2 0 1,0 3-1,3-1-37,-3-2 0,0 2-529,-2-2 0,0 1 286,0-4-571,0-1 0,0 1 1,0 0-1,0-2 0,0-3-3072,0-3 2530,0 2 0,0-4 1070,0 5 0,-6-10 0,-1 1 0</inkml:trace>
  <inkml:trace contextRef="#ctx0" brushRef="#br0" timeOffset="5">30396 16047 8407,'-5'-12'741,"3"4"97,-2 0 0,3 3 334,1-3 0,7 1 1,4-2-1,5 1 84,3-2 0,3 3-888,7-1 0,-2 1 0,5-2 1,-2 2-720,-3 1 1,-2 2-397,-5 4-90,4 0 281,-11 0 1,4 6 0,-9 2 0,-4 3 555,-3 1 0,-12 11 0,-2 3 0</inkml:trace>
  <inkml:trace contextRef="#ctx0" brushRef="#br0" timeOffset="6">30901 15666 8078,'0'-13'655,"0"1"1033,-6 5-458,5-4-498,-4 10-557,5-4 0,0 10 0,0 5 0,0 5 0,1 5 432,3 3 1,-1 7 0,4 5 0,-2 3 345,-2 3 1,2 4-807,-1-4 1,0 4 0,-2-4 0,1-1-453,1-2 0,0-2 125,-4-3 0,0-3 0,0-7 0,0-3-2206,0-3-277,0 2 1632,5-11-335,-3 3 1366,3-11 0,1-27 0,0-7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16:59:46.162"/>
    </inkml:context>
    <inkml:brush xml:id="br0">
      <inkml:brushProperty name="width" value="0.09086" units="cm"/>
      <inkml:brushProperty name="height" value="0.09086" units="cm"/>
      <inkml:brushProperty name="color" value="#FF0000"/>
    </inkml:brush>
  </inkml:definitions>
  <inkml:trace contextRef="#ctx0" brushRef="#br0">25781 10190 8113,'-6'-6'-184,"-4"3"-275,6-5 820,-6 0 1,5-4-1,-3-1 1,4 1 666,2 0 1,-2-5-599,0 1 1,-4-2 0,2 3 0,1-3 140,-1-1 0,-3 4-135,1-1 1,-3-2-202,-2 2 1,-3-1 0,-2 5-1,0-1 160,1 1 0,-9 5-136,1 3 0,-6 4-167,2 4 0,-7 5 1,-1 7-1,-6 6-169,-5 5 0,-5 5 65,-1 5 1,-3 1 6,3 3 1,5-1 0,5 5 0,3 1-208,6 2 0,5 1-62,9 0 1,4 1 258,4-1 0,6-1 0,2-2 1,1-2 233,0-2 0,0 1-79,4-2 1,5 1-110,3 3 1,5-2-1,3-6 1,5-2 6,2-2 0,3-4-138,2-9 1,4-3 77,5-9 1,5 1 0,3-5 0,3-1-97,1-1 1,1-8 33,-1-2 1,-1-4 84,-3-5 1,-3 2 0,-6-5 0,-2-2 414,-1-1 0,-2-2-133,2 0 0,1-3-103,-5-1 1,4-4 0,-5 3 0,0 0 189,-2 0 0,-3-8-172,-2 1 0,-2 0-84,-3 0 0,-4 3 1,2-9-1,-4 2-13,-1 0 1,-3-4 42,-2 4 0,-3 0 47,-1 4 1,-1 2 0,-3 2 0,-5 4 146,-1 3 1,-8 5-150,-3 1 0,-3 5-35,-5-1 0,-3 2 0,-4 2 0,-1-1 127,0 1 0,-3-4-76,3-1 1,-2 5-121,6 4 0,-1 1 0,-1-3 0,4 3-42,1 2 0,-4 1 29,1 4 0,-3 1-117,-1 3 1,-4-1 0,2 4-1,2 0-111,3 0 0,5 2-173,-4 7 0,6 0 173,-2 4 0,7-4 0,3 5 0,1 1-284,3 1 0,-3 6 156,2 0 0,0 5 75,3-1 1,1 2 0,0 5 0,-1 2-78,1 3 0,0 6 154,-1-6 0,5 3 101,0 1 1,5 0 0,-1-1 0,3-3 61,1-4 0,1-2 58,3-3 1,3 1-93,5 0 1,5-5 0,1-4 0,1-3 29,3-4 1,1 0-34,1-4 0,1-2-45,0-7 1,1 3 0,4-3 0,5 2-79,5-2 1,5-2 34,-4-6 1,6 0 108,-2 0 0,-3-6 1,-1-4-1,-3-3 257,-1-4 0,-5-3-110,-4 3 0,3-4-37,-3 0 1,1-4 0,-3-2 0,3-3 202,3-1 0,7-1-187,-2-1 0,2-2-253,-6 2 0,1-3 0,-1-1 1,-5 1-59,-7-1 0,0 0 253,-9 0 0,3-4-11,-7 0 1,-2-3 0,-2 6 0,-3 2 380,-1 1 0,-1 5-150,-3 1 1,-3 4-137,-5 5 0,-2 2 0,-2 6 0,-5-1 56,-2 1 1,-3 0-186,-3-1 1,2 0-48,-6-4 1,4 2 0,-2-7 0,1-2-175,2-4 0,3 0-21,0 3 1,4 0 53,1 1 1,1 1 0,-2 2 0,3 6-80,1 6 0,2 3 52,-6 6 1,-1 1 103,-6 4 0,2 7 1,-6 8-1,-1 4 41,-4 0 0,-6-1-5,2-2 0,0 1 116,4-6 1,1 1 0,2-4 0,2 2 60,2 2 1,3 1-196,7-2 1,-2 3 32,5 6 0,-5 5 0,2 3 1,-2 4-16,1 4 1,-3 2-6,-1 7 0,1 1-69,-5-1 0,4 0 0,3-10 0,3-3-684,2-3 0,4-8-74,5-1-211,5-1 0,7-10 0,10 1 0,4-5 1080,4-6 0,17-47 0,-16 16 0,-1 0 0</inkml:trace>
  <inkml:trace contextRef="#ctx0" brushRef="#br0" timeOffset="1">10374 12072 7960,'-12'-5'0,"4"2"537,-1-5 0,7 4 2160,-2-4-1246,-3-1-774,5 3 290,-3 0 1,6 2 872,3 0-1158,-2 0-557,3 9 0,-3-2 0,0 5 0,2 3 0,-1 4-3,-1 6 1,-2 2-1,0 2 1,0 1-177,0 2 0,0-2-330,0 3 1,0 1 164,0-1-322,0 0 1,0-9-1,0-1 1,0-1-1768,0-3 660,0-7 640,0-2 1,1-8 1007,3-2 0,8-35 0,7-15 0</inkml:trace>
  <inkml:trace contextRef="#ctx0" brushRef="#br0" timeOffset="2">10300 12651 7960,'-12'-6'-864,"5"4"993,3-7 1,1 5 46,-1-4 1,3 4 110,-3-4 6,2 5 0,2-8 0,0 3 373,0-3 0,0 3 0,0 0 977,0-2-541,0 4-654,0-4 0,0 10-223,0 0 1,0 10-163,0 11 0,4 2 0,1 2 1,-3-1-156,0 1 0,-2 0-375,0-1 0,1-3-1342,3-1 1112,-2-5 1,4 2 696,-2-9 0,9-41 0,6-15 0</inkml:trace>
  <inkml:trace contextRef="#ctx0" brushRef="#br0" timeOffset="3">8971 13008 7960,'-7'-6'2210,"2"5"-760,5-5-556,-6 1-36,5 4-594,-4-5 1,5 12-1,0 2 1,0 3 0,0 2 36,0 4 1,0 6 0,0 7-1,0 2-118,0 2 0,0 1-276,0 2 1,0-1-1155,0-3 843,0 2 1,0-9 0,0 1 0,0-3 0,0-5-1476,0-1 1,1 1 1878,3-7 0,-3-8 0,5-11 0</inkml:trace>
  <inkml:trace contextRef="#ctx0" brushRef="#br0" timeOffset="4">8750 13758 7960,'-8'-4'1002,"-1"0"-190,7 0-265,-9 4 0,9 1 0,-3 3 378,-1 5-1139,5 2 0,-5 1-89,6 0 1,2 1 302,2-1 0,8 0 0,7 0 0</inkml:trace>
  <inkml:trace contextRef="#ctx0" brushRef="#br0" timeOffset="5">7704 14128 7937,'0'-13'0,"-4"5"588,-1 0 0,0 5 90,1-1 653,3 3 1,-6 1-612,3 0 0,2 1-376,-2 3-210,3 3 0,5 9 0,0 2 0,-1 1 0,-2 3-39,-1 1 0,0 3 1,0 2-1,0 0-571,0 0 1,0 2-447,0-1 1,0 5 401,0-1-334,0-3 1,0 4 0,0-5-1,0-2 854,0-1 0,11-18 0,3-4 0</inkml:trace>
  <inkml:trace contextRef="#ctx0" brushRef="#br0" timeOffset="6">7925 14669 7925,'-5'-12'28,"3"-1"157,-2 1 0,3 4 205,1 0 0,-4 4-290,0-5 1,0 5-57,4-4 194,0 5 0,0-4 399,0 3-176,0 3 314,0-10-284,0 10-228,0-5 40,0 6 87,0 0 0,0 6 0,0 3 1,0 8 580,0 7-896,0 6 1,-2 13-1,-1 3 1,-2 8-1,0 7-51,-1 7 1,2-30-1,0 1 89,2 0 0,0 0-266,-1-2 1,2-2-1,1 31 1,0-10-1,0-8 1,0-10-2048,0-8 1231,0-15 1,-2-4 968,-2-11 0,-19-43 0,-10-12 0</inkml:trace>
  <inkml:trace contextRef="#ctx0" brushRef="#br0" timeOffset="7">6916 15087 7948,'-4'-8'0,"0"0"0,-2 1 690,2-1 0,3 1 556,-3 3-158,2 3-900,2-5 0,0 12 0,0 3 1,0 5-1,0 4 26,0 1 0,0 1-586,0 5-101,6 0 0,-3-6 0,4-3 473,-2-2 0,10-13 0,-1-2 0</inkml:trace>
  <inkml:trace contextRef="#ctx0" brushRef="#br0" timeOffset="8">6252 15764 7933,'-13'6'620,"2"-4"-218,3 7-316,3-1-86,5 4 0,5-5 0,2-2 0</inkml:trace>
  <inkml:trace contextRef="#ctx0" brushRef="#br0" timeOffset="9">5575 16367 7933,'-13'0'2351,"1"0"-1999,0 6 1,5-4-159,3 7 1,2 0-26,2 8 0,0 3 0,0 9 0,0 4 356,0 2 1,0 8-230,0 2 0,-5 3-203,-3 1 0,1-5 0,0-3 0,0-4 40,0-5 1,5-6-490,-2-5-924,2-6 897,8 3 1,-4-12 0,7-1 382,0-4 0,13-28 0,4-8 0</inkml:trace>
  <inkml:trace contextRef="#ctx0" brushRef="#br0" timeOffset="10">4270 17216 7678,'-5'13'-497,"2"-2"1718,-5-3-787,5-3 1,-2-6 228,5-3-382,0 2 1,0-8 0,0 1-1,0-2 1045,0-1-1255,0 5 0,0 3-217,0 8 0,0 3 1,0 5-1,0 1-505,0-1 1,0 0-934,0 1 1584,0-7 0,16 33 0,5 2 0</inkml:trace>
  <inkml:trace contextRef="#ctx0" brushRef="#br0" timeOffset="11">12269 12282 7815,'-12'-6'0,"0"-1"870,-1-5 0,1 5 1,0 3-1,-1 3 1496,1 1 0,4 0-447,0 0 0,1 1-689,-1 3 0,2-1 581,6 5-1190,0-5 0,2 4 1211,2-3-1467,3-3 0,5 5 0,2-6 0,1 0-365,1 0 0,4 0 0,-3 0 0,5 0 0,-2 0 0,4 0 0,-4-2 0,1-1 0,-1-1 0,1 2 0,-1 0 0,-5-3 0,4 3 0,-4-3 0,2 1-1113,-2 0 755,-7 0 245,-3 4 44,-16 0 1,5 1-115,-7 3-110,1-2 5,11 3 0,-5-6-55,6-3 1,-1-2-1,-2-4-38,-1 2 470,0 0-95,-2-4 1,0-1-1,-7 1-409,1 0 1,0 5 117,-1 3 0,1-2-585,0 2 620,-1 0 0,1 0 0,0 0 0,-2 1 0,-1 2-41,-1 1 1,-2 0-1,3 0 1,-3 0 102,-1 0 0,3 1 257,-5 3 1,5 3 6,-5 6-85,6-1 1,-7 2-1,6 2 1,-1 4-1,1 4-287,0 0 1,-1 2-209,5 3 481,5 2 1,-3 6-1,6 2 1,2 0-1,0 2 52,2-1 1,2 1-1,0-3 1,4-2 629,1-1 0,5-5-337,4-1 0,6-8 760,-1-5-618,2-2 1,3-7-1,3-5 1,4-4 0,3-9 1472,5-8-1469,3-7 0,5-7 1,-2 0-1,-6 1 0,-8 4-548,-6 3 1,-8 13-813,-2 0 55,-4 7 0,-4 0 1,-1 6 848,1 3 0,8 9 0,2 6 0</inkml:trace>
  <inkml:trace contextRef="#ctx0" brushRef="#br0" timeOffset="12">12897 12614 7827,'-12'0'1190,"-1"0"1,1 0-365,0 0 1,5 1 715,3 3 0,2 7-1115,2 6 0,-4 5 1,0-3-1,1 3 178,2 2 0,2-2-324,4 7 0,-3-5 932,6-3-750,1 2 1,-1-9 0,1 1 0,4-4-1,2-4 251,0-2 0,4-1 0,0-4 0,2-1-221,-1-3 0,1-2-275,3-2 0,-5-7-1551,-2 3 0,-4-3 0,-2 1 1,-1-1 1332,-2-1 0,-16-12 0,0 2 0</inkml:trace>
  <inkml:trace contextRef="#ctx0" brushRef="#br0" timeOffset="13">12897 12392 7827,'-12'-1'0,"-1"-3"0,1 1 0,0-5 0,-1 5 7182,1-1-5157,5 3 0,4-3-2025,12 0 0,21-12 0,15 3 0</inkml:trace>
  <inkml:trace contextRef="#ctx0" brushRef="#br0" timeOffset="14">13931 12478 7828,'-17'0'107,"1"0"1,-1 0 148,5 0 0,0 0 1086,-1 0 564,1 0 286,5 6-1275,2-5-269,16-6 0,-7-3 0,8-10 0,1 1 532,2 1 0,-2-4-699,4 3 1,0-5 211,0 2-590,5-3 1,-3 2 0,5 2-1,0 1 1,-2 3-128,-2 1-57,1 2 0,2 5 0,-3 3 0,-3 3 0,-2 2-690,1 3 0,-3 4-201,-1 9 750,0-3 0,-6 5 0,3-4 1,-1 2-1,2 1-247,1 0 1,-3-3 488,0-7 0,1 3 1,3-4-1,0 1-79,0 0 128,1-5 0,-1 4 1,0-4-1,1 1 52,-1-1 1,0-2-64,1-1 218,-1 0-230,0 0 0,0 0 1,-1-1-1,-1-2 1,-2-3 157,2 0 1,-3 1-1,-1-3 3,0-1 0,-2 2-170,-4-1 0,1 1 0,2-3 0,1 2-49,-1-2-234,-2 0 0,1-3-137,2 1 1,-3 4-507,3-1 704,-2 7 0,-4-4 42,-2 6 65,3 0 1,-6 0-1,3 0 8,-4 0 0,1 2 0,0 2 59,2 4 0,-4 3 16,5 1 0,-4 1-75,4-1 84,-6 0 0,8 5 0,-5-1 1,0-1-1,1 0 80,1 1 1,-5-2 0,4 3 0,-3-4-52,1-1 0,4-1 1,-4-2-31,0 2 1,-5-9 0,1 5-29,0-1 0,1-4 21,3-6 1,-2 2-12,6-7 1,-2 1-1,4-4 1,-4-2 65,-1-2 1,3 2 12,-4-2 0,5 1 84,-1-2-119,-3 4 0,5-7 0,-5 5 0,0-1 0,2 1 75,-1 1 0,-2 2 0,2 1 0,1 1-61,-1 2 1,-2 4-63,4-4 0,-5 4-48,0-4 22,-2 5 0,-1-3 70,0 6-169,0 0 0,-1 0 1,0 0-1,-2 2-90,-2 2 0,1-1 1,3 5-1,1 1-33,0 2 1,-1 2 91,1-1 0,0 0 1,0 2-1,-1 2 115,1 5 1,-4 2 33,-1 2 1,-3-1 0,3 1-1,2-1 120,1 1 1,2-2-92,0-2 96,5-3-133,2-12 1,5-3-11,0-11 1,4-2 0,1-9 0,2 0 17,3 0 1,0-2 61,3-3 1,-1 1 0,0 1 0,1 3 102,-1 1 1,0-3 65,1 5 1,-1 0 0,0 3 0,1 1 79,-1 0 1,-4 3-236,0 1 1,0 5-1,5-1 1,-1 4 5,0 4 0,-3 3-275,-1 6 1,0-1-125,4 0 273,1 1 1,-1 3 0,0 0 0,1-1 0,-1-1 189,0-2 1,0 1-1,1-1 1,-1 0 246,0 1 1,1-1 29,-1 0-288,0 0 0,1-3 0,-1-1 0,0 1 0,-1 2 16,-3 2 1,3-5-12,-3 0-106,3-5 0,2 6 1,-1-4-1,0-3 0,1 0 77,-1-2 0,2 0 0,1 0 0,1-2 241,-1-2 0,4-3-54,2-5 1,-2 0-1,0-2 1,0-1 341,0-1 0,-4-5-367,2 5 1,-5-1-958,-4 5-2422,-2 0 3122,-6 5 0,-17 18 0,-3 9 0</inkml:trace>
  <inkml:trace contextRef="#ctx0" brushRef="#br0" timeOffset="15">15752 11986 7747,'-4'-8'162,"0"0"1,-2 0-49,2-5 1151,-3 6 1,-9 2-699,0 5 1,-6 1 0,1 5 0,-2 5 175,-2 4 0,-3 7-304,-1-2 0,1 3-230,8 2 1,-3 0 0,4-1 0,-1 0 136,4-4 0,6 2-37,2-6 0,6 5-45,-3-5 0,5 1 0,5-5 0,4-1-137,6-3 1,0 2 32,6-6 1,-1 0-92,5-4 0,1 0 0,1 0 0,2-1-106,-2-4 1,-5 4-88,-1-3 1,-6-2-17,1 2 1,-6 0 0,-5 4 157,-4 0 0,-3 0 223,-11 0 1,-4 0-355,-4 0 0,-3 2 1,-4 2-1,-2 4-275,-1 3 0,-2 3 258,-4 2 0,5 3 94,4 6 0,-2 3 0,1 3 0,3 0 20,4 3 1,4-2-101,6 0 0,5-4 289,3 0-139,3-2 0,2-6 1,5-4-1,4-2 1,8-3 963,5-3 0,1 1-196,9-4-340,-1-1 0,11-10 0,2-3 0,3-5 0,0-4 1160,-3-1 0,-4 5-654,-8 2-1686,-3 0 0,-11 10 0,-3-2 1,-2 4 717,-2 4 0,-16 14 0,-4 8 0</inkml:trace>
  <inkml:trace contextRef="#ctx0" brushRef="#br0" timeOffset="16">25055 11088 8031,'0'-7'-295,"0"-4"0,0 8 389,0-5 1,0 4 102,0-4 1,0 0-1,0-5 158,0 1 1,0 4-108,0 0 0,-4 4 438,0-5-344,0 1 0,4 0 0,0 0 1366,0-2-1210,0 5 642,0-1-407,0 6 1,0 2-298,0 2-347,0 8 0,-1 3 0,-2 6 0,-1 2 0,1 3 98,2 2 0,-3 7-193,0-3 33,0 4 0,-1 2 0,1 2 1,2 2-1,0 1-95,2-1 0,0 2-129,0-7 221,0 2 0,0-13 0,0 3 0,0-1 0,0-1 114,0 2 0,0-1 49,0-3-103,0 0 1,-1 0-1,-2 3 1,-1 1-1,0-1 76,-2 2 1,5-4-16,-3 3-229,3 2 0,1-5 1,0 3-1,0-4 0,1-3-100,3-2 0,-3 1 208,4 3-71,1-5 1,-4 3 0,2-5 0,-3-1 0,-1 2-51,0 2 1,0-2-57,0-1 162,0 2 1,0-4 0,0 5 0,0 1 0,0-1 59,0 1 0,-4-1 236,0 5-289,0 0 0,4 3 1,-1 1-1,-2-2 0,-1-1-58,1-1 0,2-2 77,1-2-58,0 2 0,0-9 0,0 2 0,0-1 0,0 0-36,0 2 0,0-1 37,0-4 9,0 1 0,0 3 1,0 0-1,0 1 1,0-1 17,0 1 0,0 4-269,0 0 256,-6 2 1,5 2 0,-3 1 0,1 1-1,0 2 9,-1-2 1,0 3 47,4-1 1,-4-2-1,0-5 1,1-1 106,2 1 0,1-1-141,0 0 1,0 1-39,0-6 0,0 5 0,0-3 0,0-1-79,0 1 1,0 3 32,0-5 0,0 2 1,0-3-1,0 3 6,0 1 0,0-4 30,0 1 0,0 2 1,0-2 1,0 6-1,0-3 1,-2 2-87,-2-1 0,3 0 260,-3 0 0,2 3-71,2-2 0,0-2 0,0 0 1,0 0 173,0 0 0,-4 1-13,0 0 1,0 2-137,4-6 0,0 2 1,0-1-1,0 3 23,0 3 0,0-2-158,0-1 1,0 1-85,0 3 1,0 5 0,0 0-1,0 0-132,0 1 0,0-4 193,0 2 0,-4 2 57,0-1 0,0 0 1,2-4-1,0-1 129,-2 1 1,-1 3-184,5 1 1,0 1-47,0-1 1,-4 1-1,0 4 1,2-1 20,0 1 0,2-4 19,0-1 0,0 1 14,0-1 0,0 0 0,0-5 0,0 1-136,0-1 0,0 1-93,0 0 1,0-1 92,0 1 0,0 4 1,-1 1-1,-2 1-28,-1 3 0,0 3 104,4 4 0,0-3 79,0 3 1,0-2-1,-2-2 1,0-2 177,-2-2 1,0-3-14,4-5 1,0-1-132,0 1 0,0-2 1,0-1-1,0-3-402,0-1 1,1 0 5,3-2 1,-3-1 160,3 6 0,-2-5 0,-2 5 0,0 1-245,0 1 0,0 4 83,0-2 1,0 1-232,0-10 0,-4 1 626,0-5 0,-17-33 0,1-7 0</inkml:trace>
  <inkml:trace contextRef="#ctx0" brushRef="#br0" timeOffset="17">27234 13918 7968,'-9'0'-124,"1"0"1,0 0 81,-4 0 1,4 0 868,-1 0 1,5 0 44,-4 0 335,5 0 1,-2 0-370,5 0 915,0 0-1145,0-5 1,4-2-314,0-5 0,4-1 240,-4 1-420,6-6 1,-7-1-1,5-7 1,0-4-1,0-7 502,0-7-664,1-9 1,2-7 0,-2-7 0,-5 32-1,-1 0 1,0-1 0,1 0-100,-1-1 0,1 1 0,-3 0 1,0 1-1,3-25 0,-2 3-444,-2 3 0,-2 5-521,-2 4 0,2 12 0,-7 11-2590,0 7 3701,3 0 0,-15 30 0,0 0 0</inkml:trace>
  <inkml:trace contextRef="#ctx0" brushRef="#br0" timeOffset="18">27086 13057 7968,'-12'5'2598,"5"-3"-536,1 9-1506,6-10 1,2 3-67,2-8 1,-1-4 0,5-10 0,3-5 229,4-5 1,-2-7-417,4-2 0,1 0-263,-2-4 53,6-3 0,-7 7 0,4 2 1,-1 9-1,-3 9-178,-1 8 0,-2 12 100,0 13-252,0 9 0,-5 21 1,-3 5-1,-1 2 1,0 2-1540,1-3 1,0-9 1774,-4-6 0,6-22 0,0-11 0</inkml:trace>
  <inkml:trace contextRef="#ctx0" brushRef="#br0" timeOffset="19">21400 14472 7968,'-12'-1'1198,"0"-3"585,0 2-215,-1-3 1,2-1-980,3-2 0,3-4 0,5-5 1,1-4 34,3-7 0,3-10-392,5-11 1,2-7-462,2-10 1,-8 30-1,-1-2 1,3-3 0,0 0-1,-1-1 1,-1 1-239,0-1 0,-1 2 0,2 3 0,0 1-212,8-25 679,-1 10 0,-9 14 0,-2 7 0</inkml:trace>
  <inkml:trace contextRef="#ctx0" brushRef="#br0" timeOffset="20">21327 13795 16818,'1'-18'588,"3"-2"1,3-10-515,5-7 1,6-11 21,3-9 1,6-2-256,2 1 0,1 6 0,-3 13 0,2 11-239,-2 13 1,-6 22 340,-5 18 0,-8 21-50,-4 20 47,-3-31 0,0 1 0,-1 32 1,0-3-1,0-8 0,0-9-847,0-10 0,1-9 907,3-13 0,14-48 0,8-23 0</inkml:trace>
  <inkml:trace contextRef="#ctx0" brushRef="#br0" timeOffset="21">20047 15789 7968,'-8'7'1331,"-1"-3"1,5-3-681,-4-1 1,5-7 163,-1-5 0,3-7 142,1-10-788,5-8 0,2-12 1,5-10-1,1-5 1,-7 29-1,0-1 72,0-2 1,0-1-242,1-3 1,-1-2 0,-2 0 0,0-1 0,0-1 0,0 1-1,1 0 1,0 2 0,0 3 0,-1 1-776,0 2 0,0 1 0,3-28 34,-3 11 1,-2 10-1,2 15 1,-3 3-2504,-1 5 3244,0 2 0,6 22 0,1 4 0</inkml:trace>
  <inkml:trace contextRef="#ctx0" brushRef="#br0" timeOffset="22">20071 14841 7968,'-8'-4'-516,"0"0"516,5 0 0,-8-1 0,9 3 2108,-7-2 1,7 1-844,-2-1 1,2 1-707,2-5 0,2 0-166,2-4 0,-2-2 0,8-4 0,2-6 115,3-8 0,7-9-559,-1-4 1,2-1-790,2 0 835,-6 4 1,3 16-1,-6 7 1,-1 9-1,-1 13-355,-2 12 1,-5 17 119,-3 17-132,-3 6 0,-1 5 1,0-4-1,2-7 372,2-7 0,14-25 0,8-8 0</inkml:trace>
  <inkml:trace contextRef="#ctx0" brushRef="#br0" timeOffset="23">23886 16847 7909,'-5'-12'1035,"2"-2"228,-5-2 1,5-6-581,-1-11 1,3-5-1,1-14 1,0-4 40,0-6 1,2 26 0,0-2-543,0 2 1,0-1 0,2-2-1,2 0-1423,-2 0 1,0 0 1059,1-2 1,1 1-1,-1 0 1,1-1 0,-1 3-1,-1 1 1,3-27 0,-2 15-2436,-2 13 1227,-1 20 1,-7 10 1388,1 14 0,-16 36 0,-1 10 0</inkml:trace>
  <inkml:trace contextRef="#ctx0" brushRef="#br0" timeOffset="24">23788 16146 7909,'-7'0'2952,"2"0"-2133,-1 0 697,5 0-780,-5 0-359,6-6 1,2-1 0,0-6 0,4-5 0,1-5 85,2-5 0,2-10-123,2 1-405,-1-8 1,4 1 0,2-4-1,1 3 1,3 6-95,1 4 1,-2 12 0,-2 11 0,0 11-267,0 12 1,-4 12 167,2 22 1,-9 1 45,-4 12 0,-3-1 0,-1 3 1,0-2-428,0-5 0,0-8-223,0-4 0,0-9 861,0-8 0,-11-43 0,-2-16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3:07:57.226"/>
    </inkml:context>
    <inkml:brush xml:id="br0">
      <inkml:brushProperty name="width" value="0.09071" units="cm"/>
      <inkml:brushProperty name="height" value="0.09071" units="cm"/>
      <inkml:brushProperty name="color" value="#57D200"/>
    </inkml:brush>
  </inkml:definitions>
  <inkml:trace contextRef="#ctx0" brushRef="#br0">16441 6313 8006,'0'-12'0,"0"-1"0,0 1 0,-1 0 0,-3 0 0,1-1 824,-5 1 1,-1 4-9,-3 0 0,0 5 142,0-1 0,3-2 216,1 2 154,0 0-340,-4 4-626,5 0 1,1 5-293,6 4 0,0 3 43,0 4 1,0 4 55,0 4 1,4 1 28,1-1 0,4 6-92,-1 3 0,2-3-37,-2-1 0,7 1-223,-3-1 1,5 4-7,-1-5 0,5 1 99,7-4 0,1-5-38,8 1 1,-1-6-11,9 1 0,-4-6-28,4-2 1,-5-5 127,1 1 1,0-3 32,-4-1 0,1-4 26,-9 0 1,-1-6 8,-3 2 0,4-1 71,-1 0 0,1-2-79,-4 3 1,5-3 54,3-1 1,2 0-83,2-1 0,-4 1-17,0 0 0,-2-5-8,2 1 1,1-2-18,-5 2 1,0 2 10,-5-2 1,1-2 2,-1 2 1,1-1 66,0 5 0,1 0 9,2-1 0,4 1 124,5 0 0,-2 3-90,-2 1 0,3 1 19,-4-1 0,-2-1-72,-1 4 1,0-3 2,-5 4 0,4-5 74,-8 0 0,4 3-5,0-3 0,1 3-189,-1-3 1,2 0 84,3 5 1,-3 0-126,3 4 1,1 0 13,-1 0 1,-1 5 17,-3 3 0,-2 3 52,-2 1 1,2 1-27,-3-1 0,-2 0 25,-1 1 0,0-1 23,0 0 1,-1 1 137,-3-1 1,-1 0-76,0 1 0,0-3 80,1-1 0,3 2-118,1-3 1,-1 3 12,-4 1 0,1 0 54,-1 1 1,4-1 95,1 0 0,3 1-33,-3-1 1,3 0 139,-3 1 1,3-1 53,-4 0 1,5-1-132,-5-3 0,5 2-57,-5-6 0,5 4 28,-5-4 1,1 0-41,-5-4 0,0 0 91,1 0 1,-1-1 135,0-3 0,0-2-160,1-2 1,-6-3 112,-3 3 0,1 1 28,-1-1 1,4 4 235,-3-4-514,-1 0 0,-3-3 101,3 2 0,-2 3-208,2 1 0,-3 3-76,-1-7 1,4 5-274,0-4 204,0 5 75,-4-7 0,2 7-126,2-5 174,-3-1 1,9-3-128,-6 0 0,1 4-2,-1-1 0,-1 1-81,5-4 1,-1 0 63,1-1 0,7 1-73,-2 0 0,2-1 72,-3 1 1,2 0 40,2-1 1,2 1 171,2 0 0,4-1-101,-4 1 1,-1-2 106,2-2 0,-6 4 108,1-1 235,-2 1-272,-7 5-101,4 0 0,-11 2-684,0 5 0,-2 4 289,-6 0 0,1 6-959,-1-2 1,-1-1 618,4 1 0,0-4-3061,1 4 2160,3-5 1642,-5 8 0,17-10 0,3 5 0</inkml:trace>
  <inkml:trace contextRef="#ctx0" brushRef="#br0" timeOffset="1">18176 6412 6015,'-7'0'399,"2"0"1,4 0-244,-4 0 47,4 0 4,-4 0 298,-1 0-163,5 0-40,-5-6 0,5 5 81,-3-3 76,3-3-10,-5 5-226,6-3 0,0 4 315,0-4 252,-5 4-184,3-4 278,-3-1-216,5 5-199,0-5-215,0 1 109,0 3-211,0-3 16,0 5-432,0 0 1,-4 1 85,0 3 0,-1-1-17,5 5 1,0 1 50,0 3 0,0 6 36,0 2 1,0 5 139,0 4 1,-4 3 8,0 9 0,0 4 18,4 9 1,0 2-64,0 5 0,0 0 69,0-4 1,0 2 109,0-6 1,1-1 25,4-7 1,1-7-52,7-5 0,3-9-159,1 0 1,9-9 42,-2-2 0,8-3 25,-4-5 1,11-1 33,-2-4 0,2-2-14,-2-2 0,-1 1 202,-4-5 0,3 1-191,-7-1 1,9-3-9,-4 3 0,7-3 18,-3-1 1,5 0-93,7-1 1,9 0-113,-1-4 1,2 3 208,-6-2 1,-1-2-67,6 2 0,0-6-12,8 1 0,-31 12 0,0 1-54,4-1 0,0 1 0,-2 1 0,1 1 105,1-1 1,0 1-1,0 0 1,0 0-132,-2 0 1,0 0-1,2 2 1,0 1 67,-2 1 0,-1 0 1,1-1-1,0 0-46,2 1 1,0 0 0,0 0 0,-1 0 0,32 2 1,-35 0 0,1 0-94,25 0 0,8 0 118,-31 0 0,1 0 0,1 0 0,0 0-6,1 0 1,0 0-1,-4 0 1,0 0-43,28 0 1,1 0 19,4 0 1,-34 0 0,1 0 47,4 0 1,1 0 0,-3 2 0,-1 2-10,-2-1 1,-2 2 0,33 6 3,-5 1 1,-27-5 0,1 0 30,1 1 0,0 0 1,-1-1-1,0 1 116,-1 2 1,0 1 0,28 9-117,-2 5 1,-2 3 13,-10 1 1,9 4-92,-5-4 1,-22-13 0,1 1 58,1-3 1,0 0 0,1 3 0,0-1-5,28 13 0,-9 1-162,-12-1 1,1-2 230,-1 6 0,8-2-2,-3 2 1,8 4-103,-4 0 1,1 1 56,-1 7 0,-2 3 20,-3 1 0,-7 2-23,-5-10 1,0 4-94,4-4 1,4 4 1,0-4 0,1 6 85,-1-2 0,-3 4 37,3 4 1,0 2 5,-4 3 0,-3-4 6,-9-5 1,0 5-79,-1-1 0,0 0 27,-4-3 0,3 0-20,-2 4 0,1-4-7,-2 3 0,3 1-80,-2-5 1,-2 3 74,2-7 0,-6 3 171,1 1 1,-2 5-114,-2-1 1,-5 6-52,-3-2 1,-3-1 50,-1 2 1,0-1-2,0 5 0,0-5 61,0 0 0,0 1-4,0 3 1,0 4-92,0-4 0,0 2 20,0-10 1,0 2-58,0-2 1,-4 3 94,0 6 0,-1-5-6,1 1 0,1-1-82,-5 5 0,-1-2-15,-3-3 1,0 2-12,-1-5 0,1 4-116,0 0 0,0 5 38,-1-2 0,-3 2 95,-1-10 0,1 1 55,4-5 0,-1 4-60,1 1 0,1-1 11,3-4 1,-3 0-20,3 1 1,-2-3 310,2-1 0,-3-5-303,3-9 1,1 4 125,-1-3 0,0 6-112,-5 2 0,-3 2-18,0-2 0,-6 3 128,1 5 0,-3 3-162,-5-3 0,1 2-77,-4-10 1,-3 4 52,-6-4 1,3 4-13,-3-4 0,7 1 16,1-1 0,2-2-19,-2 2 0,-1-4 70,5-5 1,-4-2 102,4-5 0,-6 0 50,-2-1 0,0 1-60,-4 0 1,1-1 61,-1 1 1,7-1-85,-3 1 0,4-2 13,1-2 1,2 1-14,5-6 1,4 5 8,1-5 1,1 0 127,-2-3 0,-2-1 35,2 0 1,-3-1-220,-5-3 0,2 2 83,-6-6 1,4 0-24,-4-4 0,6 4 14,-2 0 0,1 0-30,3-4 0,-1 0 53,10 0 0,-5 0 3,5 0 0,-1 0 31,5 0 7,0 6-244,-1-5 96,1 5-124,0-6 1,4-2 95,-1-2 2,1 3 1,-3-6 12,3 3 0,-3 3-21,3-3 34,-3 2 0,-1 2 4,-1 0 0,0 0-117,-4 0 0,2 0 29,-5 0 1,3 0-86,-3 0 1,3 0 144,-3 0 1,-1-4-2,-3 0 0,3 0 10,1 4 0,1-1 124,-2-4 0,-1 3-10,6-7 0,-1 7-42,5-2 0,-2-3 11,-2-1 0,2 1-37,-2-1 1,2-1 0,2-3 0,0 0-3,-1-1 0,0 1-8,-4 0 1,2-5 41,-5 1 0,3-5 8,-3 5 0,3-4 12,-3 3 0,3-3-37,-3 3 0,5-5-130,-1 2 0,2-3 77,2-2 0,-1-4-11,1 1 0,0-7 82,-1 3 0,-3-8-8,0-1 0,-5 0 134,5 4 0,-5 0-97,5 0 1,-5 7 94,5 5 0,-1 4-149,5 8 0,1-2 6,3 7 0,-3-3-127,3-1 1,-3 1-238,-1 3 1,3-3 112,1 2 1,0 3-81,-4-3 0,3 3-156,1-3 1,1-2 144,-1 3 1,-1 1-135,4-1 1,-3 4-957,4-4-720,-5 5 1151,2-2 1,0 6 971,3 3 0,-3 14 0,0 8 0</inkml:trace>
  <inkml:trace contextRef="#ctx0" brushRef="#br0" timeOffset="2">20465 12368 7985,'0'12'1126,"0"0"-698,-5 1 1,2-7 451,-5-1 0,4-4-342,-4-1 1,3 0 285,-3 0 1,4-10-244,-4-2 1,4-8-10,-4-1 0,1-4-192,-1-3 1,-3-1 50,2-8 1,0 2-154,1-11 1,-3 0-113,2-7 0,3-2-290,-3-3 1,7 1 357,-2 8 1,4 5-1,4 15 1,-2 6 206,7 11-292,-1 5 1,8 4-71,1 11 1,3 2 36,-3 11 1,4-5 276,0 4 0,-2-5-32,2 2 0,-6-3-313,1-2 0,-2 0-776,-2 0 39,0-5 1,-3 0-996,-1-3 13,-5-2 1,6 2 369,-5-8 0,4 1 1301,-4-5 0,6-17 0,-3-8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3:07:57.288"/>
    </inkml:context>
    <inkml:brush xml:id="br0">
      <inkml:brushProperty name="width" value="0.09071" units="cm"/>
      <inkml:brushProperty name="height" value="0.09071" units="cm"/>
      <inkml:brushProperty name="color" value="#3165BB"/>
    </inkml:brush>
    <inkml:brush xml:id="br1">
      <inkml:brushProperty name="width" value="0.09071" units="cm"/>
      <inkml:brushProperty name="height" value="0.09071" units="cm"/>
      <inkml:brushProperty name="color" value="#57D200"/>
    </inkml:brush>
  </inkml:definitions>
  <inkml:trace contextRef="#ctx0" brushRef="#br0">4147 8233 7926,'-5'-19'397,"3"-3"151,-2 5 1,-1 1-3,1 4 0,0-5 154,4 1 0,0-1-160,0 5 1,1 0 57,3 0 1,-3 3 816,4 1-969,1 0 0,-3-3 448,5 3 1,-5 1 565,1 3 106,-3 3-757,5-5-360,-5 6-97,5 0 1,-2 6-111,0 2 1,0 8 88,-4 5 1,0 7-94,0 5 1,0 4-181,0 4 0,-1 7-67,-3 5 1,-2 6-310,-2-1 0,-3-2 134,3 1 0,-3-4-198,-1 5 0,1-4-70,2 0 0,3-8 162,1-13 1,4-3 42,-3-5 0,3-6-21,1-3 51,0-2 128,5-7 250,2-2 0,5-5 394,1 0 0,-4-4 232,3 0 1,-2-5 100,6 0 0,2-2-348,-1-1 0,6-2-292,1-2 0,7 1 22,5-6 1,3 6-1,2-1 0,-3 2-32,3 2 0,-3 0-201,-1-1 1,-7 7-583,-5 1 1,-6 4-3927,-7 1 1706,1 0 0,-6 1 555,-3 4 2210,-3-4 0,-23 15 0,-5-2 0</inkml:trace>
  <inkml:trace contextRef="#ctx0" brushRef="#br0" timeOffset="1">4196 8442 8020,'-6'-7'1978,"0"-4"0,6 9 378,0-7-1726,0 7 1,6-8 20,2 6 0,-1 0-689,1 4 0,4-4 82,5 0 1,3-2-846,-4 2 1,5 3 309,-5-3 0,2 2-224,-1 2 0,-4 0-95,4 0 810,-4 0 0,-17 0 0,-4 0 0</inkml:trace>
  <inkml:trace contextRef="#ctx0" brushRef="#br0" timeOffset="2">4184 8061 8020,'-12'0'0,"-1"-5"1526,1 1-466,0 0 1734,0-1-2061,5 3 1,3-3 127,8 5 1,8-4-318,9 0 0,3-6-109,5 2 0,2-3-529,6-1 1,0 1-504,0 3 1,0-3-282,0 2 0,-4 4 416,0 1 462,-6 3 0,3 6 0,-5 2 0</inkml:trace>
  <inkml:trace contextRef="#ctx0" brushRef="#br0" timeOffset="3">5378 7802 8020,'7'0'789,"-2"0"-313,-5 0-289,0 0 267,6 0 88,-5 0 236,4-5 444,1 3 383,-5-3-606,5 5-53,-6 0-251,0 0-430,-6 0-91,-1 0 0,-5 1-129,0 3 0,-2-1 139,-2 5 0,1-4-116,-6 5 0,1-3-277,-5 3 1,0 0 106,1-5 1,-5 2-144,0-2 0,-3-3 67,3 3 0,-1-2 76,1-2 0,7 4 132,-2 0 1,7 0 212,1-4-33,2 0 388,2 0-31,5 0-409,1 0 0,8 0 139,2 0 1,-1 0-62,5 0 1,-4 0 136,4 0 1,-4 0-43,5 0 1,-5-4 68,4 0-134,0 0-279,4 4 0,1 1-72,-1 3 0,-4-1 154,0 5 0,-4-4-50,5 4 0,-3 1 39,3 3 1,0 0-85,-5 1 1,2 0 82,-2 4 1,-3 2 18,3 5 0,-2 6-38,-2 3 0,0 4-79,0 4 0,-4 3-108,0 5 0,-6-1 112,2-3 0,-3 2-171,-1-6 1,1 4 47,2-4 0,-2-2 8,3-6 1,-3 1-4,-1-5 1,0 4 39,-1-4 0,5-1 42,0-3 1,0 0 108,-5-1 0,7-1-42,2-2 0,-2-3 27,2-6 0,0-4-87,4 0 0,0-3 10,0 3 432,0-5-149,0 2 130,0-5-8,0 0 69,5 0 0,-2 0 233,5 0 0,0 0-217,5 0 1,-1-1 94,0-3 1,6 1-141,3-5 0,2 3-2,2-3 1,1 4-150,2-4 0,4 0-149,5-5 0,-2 1 196,-2 0 0,1 0 94,-5-1 0,0 5-680,-5 0 1,-1 5 177,-2-1-909,-3 3 779,-6 1 1,-5 1-1867,-3 3 1004,-3 3 1,-2 5-371,-3 1 1,1-5 347,-5 0 0,4-4-501,-4 4 1,5-4 1637,-1 5 0,8-40 0,3-4 0</inkml:trace>
  <inkml:trace contextRef="#ctx0" brushRef="#br0" timeOffset="5.04">5932 8011 7996,'6'0'-1090,"1"0"1776,-3 0 471,-2 0 1,3-1 630,-5-3-761,0 3 190,6-5-365,-5 1-424,5 3 0,-8-7-67,-2 5 0,1-1 58,-5 5 0,0 0-146,-4 0 1,-2 2 75,-2 2 0,0-1-77,-4 5 0,4 0-1,-5 4 1,5 1-143,-5-1 0,5 0 71,-5 1 1,6 0-209,-1 4 1,-2-2-14,2 5 1,1-3-9,6 3 0,2-1 24,3 2 1,3 1-113,-3-6 1,4 5 1,4-5 0,3 0 138,5-3 0,0-1 100,1 0 0,-1-5-76,0-3 0,5 2 145,-1-2-117,1 0 1,-5 0 10,0 0 0,-4 0-72,1-4-178,-7 0 0,5 4 287,-3 0-88,-2 1 98,3-5-88,-5 0-72,0 0-10,-5 0-16,3 0 142,-3 0-22,-1 0-88,5-6 1,-9 3 20,6-5 0,-4 4-165,4-4 0,-1 5-133,0-1-178,4-3 116,-10 0 81,4 0 1,-4 1 99,3 2 1,-3 2 48,3-2 0,-3 3 26,-1 1 0,-1 1 141,1 3 1,-2-1-71,-2 5 1,1 0-47,-5 5 1,4-1 117,0 0 1,-2 5-18,2-1 1,-2 6-2,2-2 0,3 0 3,1 0 0,0 1 10,4 3 1,2-3 220,2-1 1,3-5-82,1 2 1,4-4 264,0 0 1,10-1-141,-2 0 1,8-5 153,1-3 1,8-2 84,3-2 1,3 0 184,-3 0 1,4-5-181,-3 1 1,-3-5 13,-1 1 1,-1-3-353,-3-2 1,-1 5 266,-11 0-1042,2 5 521,-8-2-2490,0 5 475,-2 0 837,-5 0 0,0 1-1052,0 3-354,0-2 2633,5 3 0,-9-16 0,3-3 0</inkml:trace>
  <inkml:trace contextRef="#ctx0" brushRef="#br0" timeOffset="6.04">6288 7802 7983,'-8'0'367,"0"0"473,5-5-188,-8 3 1,9-5 610,-7 3-373,7 3-200,-4-4-148,1 5-197,3 0 0,-2 0-30,8 0 1,3 0 122,6 0 0,-1 0-101,0 0 0,0 4-41,1 0 1,5 0-100,2-4 1,-1 0 36,2 0 0,-5-4-113,5 0 1,-5-5 75,5 5 0,-6-5-102,1 1 0,-2 1 35,-2-2 1,-1 5-164,-3-4 238,-2 5 67,-1-7-212,-4 8 0,4-3 208,-10 5-334,4 0 1,-6 0 64,3 0 0,3 1-73,-3 3 0,-2-1 27,2 5 1,0 0 76,4 5 0,-1-1 2,-3 0 1,2 1-7,-2-1 1,3 6 47,1 2 1,0 3-23,0 2 1,0 4-94,0-1 1,1 7 92,3-3 1,-2 4-38,2 1 1,-3 1 19,-1 3 1,4-3-8,0 3 0,0-4-23,-4-4 0,0 1 1,0-5 0,0 4 50,0-4 1,0-1-22,0-3 1,0-5-71,0 1 0,2 0 60,2 3 1,-3-1-58,3-2 1,-2-2 81,-2-3 0,0-1 86,0 6 0,0-6 98,0 1 35,0-2 0,0-2-234,0 1 0,0-5 158,0 0-277,0-5 274,0 8-571,0-10-12,0 5 97,0-6 68,0 0 1,-6 0-55,-2 0 1,-3 0 83,-1 0 1,-2 2-5,-2 7 1,-8-1 89,-4 8 0,-5 3 149,4 2 1,-1-2-106,1 1 1,3-4 175,-2 0 1,3-2-1211,4-2 455,4 0-1256,4-5 0,8-3 1903,5-8 0,27-33 0,17-15 0,-13 14 0,1 0 0,-1-1 0</inkml:trace>
  <inkml:trace contextRef="#ctx0" brushRef="#br0" timeOffset="7.04">7224 8233 7983,'-13'0'686,"1"0"0,4 0-197,0 0 1,4 0 1954,-5 0-1132,7 0-565,-9 0 1,11 0-198,0 0 1,5 0 7,8 0 1,4-4-308,4 0 0,3-5-162,5 5 1,-3-5 21,3 1 1,-3 1-186,-2-1 0,1 3-814,0-3 1,-5 5 398,1-1 1,-6 3-1327,1 1 1,-6 0-894,-2 0 2708,0 5 0,-34 30 0,-9 11 0</inkml:trace>
  <inkml:trace contextRef="#ctx0" brushRef="#br0" timeOffset="8.02">7211 8516 7983,'-6'0'4224,"0"-1"-2655,6-4 1,10 0-74,2-3 0,9-3-1229,-1 3 1,3-2-591,2 2 0,4-2-3410,-1 6 3733,1-5 0,39 2 0,-28 1 0,0-1 0</inkml:trace>
  <inkml:trace contextRef="#ctx0" brushRef="#br0" timeOffset="9.02">8393 8184 7983,'-4'-9'-198,"0"1"1,-5 0 1153,5-4 1,-5 4-372,1-1 1,-3 7-146,-2-3 0,-4 4-151,-4 1 1,-2 1-75,-2 4 1,-1 7-27,-3 8 0,-1 5-91,-2 4 0,-3 2 176,7 6 0,3 0 0,5 0 0,5 0 126,-2 0 0,9 4-111,4 0 1,2 0 2,2-4 0,7 0-58,6 0 0,4-6-120,8-2 1,5-7 96,3-2 1,4-6 0,4-2 0,3-1 66,5-7 0,-4-5-8,0-7 0,-1-10 111,1-7 1,1-6-298,-5-10 1,0 1-41,-4-5 0,3 1 76,-3-1 0,-3 3-340,-9 5 0,-8 0 179,-4 0 0,-6-3 117,-7 3 0,-11-2-11,-6 6 0,-10-1-36,-6 1 0,-4 4-320,-4 9 0,2 6 125,-7 6 0,7 5-619,-2-1 0,4 4 368,4 4 1,4 3-1432,9 5 1,-2 2 1847,5 2 0,1-2 0,4 4 0</inkml:trace>
  <inkml:trace contextRef="#ctx0" brushRef="#br0" timeOffset="10.02">4196 11014 7877,'-4'-8'1,"-1"1"1,-2 2 2436,-3 2-1736,5-4 0,-2 4 2122,3-5-1330,3 5-111,-5-2-723,12 5 1,0 5 168,7 4 1,-1 3-200,0 4 0,5-1 41,-1 6 0,5-1-123,-5 5 1,2 0-144,-2-1 1,-2 6-35,2 3 0,4 3-123,0 0 1,-1 6-133,2-1 0,-5 4-18,5-4 1,-6 4-201,1-4 1,2-6 88,-2-6 1,1-4-263,-5-5 0,-1-2-303,-3-6 399,3 1 1,-5-5-102,2 0 156,-3-5 297,-5 2 136,0-5 363,0 0 1,2-4-181,2 0 1,-3-7-445,3-1 0,2-7 175,-2-10 0,5-8-517,-1-8 0,5-14 206,3-7 1,-8 30 0,-1-1-328,3-4 1,1 0 0,-1-5 0,2-1 307,2-6 0,0-1 1,2-4-1,0 0-2,2 0 1,1 1 0,-2 6 0,1 2-52,-1 9 0,-1 2 0,13-19-227,-9 16 1,-6 15-442,-6 13 214,-5 6-2903,2 7 2592,1 0 1,1 0-3048,5 0 3972,6 0 0,6 6 0,8 1 0</inkml:trace>
  <inkml:trace contextRef="#ctx0" brushRef="#br0" timeOffset="11.04">5242 11346 7870,'2'9'2176,"2"-1"-1439,-3-6 0,5 5 468,-6-3 179,5-2-750,-3 3 0,4-5 972,-1 0-673,-4 0 0,4-1 174,-5-3-588,0-3 0,0-5-198,0-1 1,0 1 54,0 0-245,0-1 1,-5-2-155,-3 3 0,-3-3 21,-2 7 1,1-2-189,0 2 0,0-3-349,-1 3 1,-3 2 184,-1 2 1,0 3-216,0 1 0,-2 7 188,-6 5 0,5 6 32,-1 6 1,5 7 90,-4 1 1,4 8 24,0 1 0,4 6 65,4-2 1,2-3 81,6-1 1,0-1 184,0-7 0,6-2-60,2-15 0,8-5 270,5-7 0,-2-2-171,1-2 1,1-7-37,3-5 1,5-12 377,0-8 1,0-4 669,-5-1 1,-1-4-562,-2 0 0,-3 1-126,-6 8 0,3 3-378,-3 8 2,-2 4 1,-6 15-130,0 6 0,0 7-84,-4 6 1,2 0-36,2 4 0,-3 2-367,3-2 0,2-3-511,-2-2 1,4-2 3,-4-2 0,6-1-2480,-2-3 3515,3 3 0,23-48 0,6-5 0</inkml:trace>
  <inkml:trace contextRef="#ctx0" brushRef="#br0" timeOffset="12.04">5624 11334 7897,'-11'1'1538,"3"3"-578,-3 3 0,9 10 607,-2-1 0,3 2-849,1-2 0,4 3-55,0 6 0,6 0-211,-2-1 1,-1 0-169,1-4 1,-5 2-176,1-6 0,1 1 116,-1-5 1,1-4 215,-5 0 91,0-5-267,-6-14 1,3-4-148,-5-13 1,5-9-161,-1-4 1,3-6 68,1-2 1,1 1 128,3 3 1,3 4 435,6 8 1,-1 3-166,0 5 0,2 10-267,2 3 1,-1 8-415,6 0 0,-5 2-641,5 2 0,-5 2 272,5 2 0,-5-1-544,5 5 1,-6-5 1166,1 1 0,-2-3 0,-2-1 0</inkml:trace>
  <inkml:trace contextRef="#ctx0" brushRef="#br0" timeOffset="13.04">6670 10534 7829,'0'-7'2198,"0"2"-919,0-1 1073,0 5-646,0-5-879,0 6 0,-1 0-431,-4 0 1,3 0-136,-6 0 0,-1 0-290,-3 0 0,-6 6 102,-2 2 0,-5-1-268,-4 1 0,-1-4 221,-2 5 0,-3-7-235,7 2 0,-5-1 25,4 1 1,0-2 0,5 2 1,5-3 72,2-1 167,-2 5 1,5-2-44,-2 5 81,8-5 814,2 8-599,6-4 1,2 4 143,2-3 1,-1 2-8,5-6 0,-6 5 440,3 0-559,1 1 0,0 3-102,2-1 1,3 0-101,-3 1 0,-1-1 102,1 0 0,-1 1-54,1-1 1,2 6 16,-6 2 0,4-1-112,-4 2 1,2 1-17,-2 6 0,-1 0-133,5 5 1,-5-5 42,1 5 0,1-1-113,-1 0 0,0 7-103,-4-6 1,0 5 97,0-5 1,0 1-126,0-1 1,0 6 71,0-2 1,0 1 82,0-5 1,0 3-84,0-3 1,0-3-121,0-2 0,0-7 175,0-5 1,0-2 166,0-2 1,-1 1 295,-3-1-159,2-5 529,-3-2-290,0 1 34,3-5 1,-3 3 206,5-8 27,0 3-174,0-5-281,0 1 0,1 3 14,3-2 0,-1-1-36,5 1 0,0-2-54,5 2 1,-1 3 17,0-3 0,2 1 151,2-1 0,-1 3-38,6-4 1,1 3-24,6-2 1,-2 2-65,3-2 1,1-1-105,-1 1 1,4-1-78,-5 5 0,1-4 0,-4 0 0,-2 0-191,-2 4 1,-4 0 21,-4 0 1,-5 0-194,0 0 0,-5 2-466,1 2-433,-3-3 110,-1 4 287,0-5 1,-1 0-871,-3 0 716,2 0-826,-3 0 0,4-4 260,-4 0 1584,4 0 0,-10-7 0,4-2 0</inkml:trace>
  <inkml:trace contextRef="#ctx0" brushRef="#br0" timeOffset="14.04">7138 10780 7870,'8'-8'216,"0"0"2679,-5 5-1745,8-8 1,-10 8 1166,3-5-1126,-2 5-539,-2-7 1,-2 7-537,-2-5 0,-1 3 55,-4-3 1,-6 4-142,3-4 0,-4 5 77,-1-1 1,-2 3-450,-6 1 1,5 1-30,-1 3 0,1 4-207,-5 9 0,1 3 288,-1 9 0,2 3 141,2 4 0,-1 4 359,6-3 0,5 3-99,7-7 0,3-3 139,1-2 0,1-7-66,3-5 1,4-3 77,9-5 1,2-3 94,5-5 0,2-1 174,3-3 1,-3-3-200,3-5 1,-7-1 37,-2 1 1,-5 4-325,2 0 1,-9 3 299,-4-3-21,-3 6 0,-2-4-68,-3 6 0,-4 0-540,-9 0 1,2 0 94,-5 0 1,1 0-35,-2 0 0,-2 1-65,2 4 0,2 1-165,-1 7 1,1 3 155,-2 0 0,-1 6 59,6-1 1,-5 2 486,5 2 0,-1-1-169,5 1 1,1 0 373,3-1 0,2-1-48,6-2 0,2 1 126,2-6 0,4 3-51,9-6 0,2 0 69,5-9 0,2 1 521,3-5 1,2-2-491,6-2 1,2-3 147,2-5 0,-3-4-730,3-1 0,-4 1 0,-4 3 0,-9 5-594,-7 0-2231,2 5 1198,-5-2 1,-1 6-4015,-5 3 5641,1-2 0,3 9 0,0-5 0</inkml:trace>
  <inkml:trace contextRef="#ctx0" brushRef="#br0" timeOffset="15.04">7630 10559 7883,'0'-13'0,"0"0"371,0-4 1,0 4-187,0-4 1,0 4-149,0 0 0,0 5 4106,0 0-1003,-6 5-2567,5-2 0,-3 14-200,8 4 0,-1 7-149,5 1 0,-4 9 0,4 7 0,-4 5 466,5 7 1,-7 10-486,2 2 1,-2 4 260,-2-4 0,0 1-181,0-1 0,0-5-117,0-2 0,0-15-197,0-6 0,-4-7-660,0-5-762,-1-4 1,5-8-67,0-1-919,0-5 1,0 1 2435,0-8 0,11-36 0,3-13 0</inkml:trace>
  <inkml:trace contextRef="#ctx0" brushRef="#br0" timeOffset="16.04">7913 10756 7883,'-7'0'3357,"-4"0"1,10 1-1966,-3 3 0,8 3-719,4 5 1,8 7-21,5 6 0,3 5 146,5 7 1,-1 0-313,4 0 1,0 0-19,1 0 0,1-6-182,-5-2 1,-1-5-397,-3-3 0,-6-3-160,-3-6 1,-7-4-606,-5 0-679,-3-5-2225,-1 3 2033,0-6 0,-1 0 1745,-3 0 0,-9-6 0,-6-1 0</inkml:trace>
  <inkml:trace contextRef="#ctx0" brushRef="#br0" timeOffset="17.04">8270 10596 8407,'-13'0'3592,"1"0"-2947,0 0 1,0 11-267,-1 5 1,1 13-122,0 8 0,-2 10 71,-2 11 0,-4 3-377,8-28 1,0 0-1,-1 0 1,1 0 328,0 0 0,0-1 0,-12 27-139,4-14 0,3-8-87,9-8-1849,-3-9 989,10-7-1066,-5-8 0,12-6 1871,2-3 0,23-20 0,9-8 0,4-5 0,0 0 0</inkml:trace>
  <inkml:trace contextRef="#ctx0" brushRef="#br0" timeOffset="18.04">8577 10866 7856,'7'6'6881,"-1"-5"-6022,-1 5 1,2-6-147,5 0 0,1 0-459,-1 0 0,6 0-360,2 0 0,3-2-145,2-2 0,-2 3 269,-2-3 0,2-2-887,-2 2 0,0 0 373,0 4 1,-3 0-3322,-6 0 1124,-5 0 2693,4 0 0,-48 22 0,-5 5 0</inkml:trace>
  <inkml:trace contextRef="#ctx0" brushRef="#br0" timeOffset="19.04">8639 11088 7828,'-8'0'4912,"0"0"-2413,5 0-879,-3 0 0,8 0-823,2 0 1,8 0-925,9 0 0,2-4-902,1 0 1,7 0-3089,1 4 4117,4 0 0,28-6 0,-28 3 0,-1-1 0</inkml:trace>
  <inkml:trace contextRef="#ctx0" brushRef="#br0" timeOffset="20.04">9316 10928 7802,'-2'-7'2702,"-2"3"0,3 1 1498,-3-1-3221,2 3 1,8-1 346,2 7 1,9 8-650,3-1 1,-1 4-235,2-4 0,-1 4-295,5 1 0,-2-1-323,-2-4 1,0 1-281,-4-1 0,3-1-546,-3-3 0,-1 2-1915,-3-6 957,-7 5-3205,5-7 5164,-9 3 0,-13-32 0,-10-7 0</inkml:trace>
  <inkml:trace contextRef="#ctx0" brushRef="#br0" timeOffset="21.04">9513 10903 7786,'-14'18'0,"-2"3"0,-4 2 511,-4 1 0,-5 5 733,0 0 0,-3 5-689,3-1 0,2 1-61,6-1 1,1 0-1101,7-9 1,0-2 245,8-10-2993,1 1 3353,10-6 0,17-40 0,10-15 0</inkml:trace>
  <inkml:trace contextRef="#ctx0" brushRef="#br0" timeOffset="22.04">9759 10386 7786,'-11'-8'87,"3"0"1,-3 1-88,3-1 0,1-2 0,-2 6 0,5-1 5171,-4 1-2561,5 2-1885,-2-3 1,6 5-135,3 0 0,9 4 121,7 0 0,5 4-211,4-4 1,2 5 16,6-5 0,4 4-390,0-4 1,0 0 36,-4-4 0,-4-5-234,0-4 0,-2-1 112,2-3 1,-4 1-91,-9 0 1,-2-1-32,-6 1-39,0 0 0,-5 3 146,-3 1 420,-8 6-40,-3-4-249,-5 6 1,1 1-30,3 4 1,-2-3-63,6 6 0,-1-1-143,1 2 1,2 3 115,-2 0 1,3 0-141,1 5 1,0 2 53,0 1 0,1 9 5,3 4 0,2 4-7,2 4 1,3 3 36,-3 5 0,-1 4-246,1 1 0,-4 7 249,5-3 1,-7-1 173,2-8 1,-1-5-68,1-3 0,-1-3-39,5-1 1,-5-9-81,1-4 0,3-3-108,1-1 1,-1 2-45,1-6 1,-1 5 115,1-5 0,3 2 95,-3-1 0,-1-4-205,1 4 0,-5-8 167,1-1 62,-2-5 397,-2 3-212,0-6 250,0 0-561,5 0 0,-4-2 116,3-2-73,-2 3 125,-2-5 64,0 6 1,-6 0-285,-2 0 0,-7 0-261,-1 0 0,-10 2 139,1 2 1,-4 4 41,1 8 1,0-2-39,-4 2 0,4-2 70,-1-2 1,9 1-1121,4-1 0,-1 0-137,5 1-652,-3-6 2070,13-2 0,12-31 0,8-19 0,2 0 0,1 1 0</inkml:trace>
  <inkml:trace contextRef="#ctx0" brushRef="#br0" timeOffset="23.04">11137 10805 18948,'12'0'1178,"1"0"0,5 0-896,2 0 0,13-2-364,4-2 1,8 2-257,0-7 0,3 3-469,1-3 1,-2-4-1374,-6 5 1,-7-6 946,-14 6 0,-3 1-2592,-9-1 2248,-3 5 1577,-16-3 0,-41 28 0,16-8 0,0 0 0</inkml:trace>
  <inkml:trace contextRef="#ctx0" brushRef="#br0" timeOffset="24.04">11186 11063 7776,'-6'7'7553,"3"-1"-5022,11-6 1,2 0-1398,10 0 1,5-5-1602,3 1 1,7-4 327,-3 4 0,4-4-5389,1 4 5528,0 0 0,16-35 0,-24 15 0,0 1 0</inkml:trace>
  <inkml:trace contextRef="#ctx0" brushRef="#br0" timeOffset="25.04">12515 10756 7777,'-8'-4'489,"0"-1"1,0 0 703,-5 1 1,1 2-371,0-2 0,-2 3 272,-2 1 0,1 5-916,-6 4 0,5 7-10,-5 5 0,6 3-216,-1 5 1,-2 1 56,2 3 0,3 2 60,5-2 1,5 3 115,-1 1 1,4-5-128,4 1 1,5-9-42,7 0 0,3-7 153,6-1 1,5-4 251,3-4 0,2-2-94,2-6 0,0-1 55,0-4 0,0 3-116,0-6 1,-6-2-244,-2-6 1,-4 2-94,-5-3 1,1 0-129,-9 0 0,2-3 141,-10 3 1,1-4-64,-1 0 0,-2-1-116,2 2 0,-3-2 26,-1 5 1,-5-3-128,-4 3 1,3-3 71,-3 3 0,1 1-73,-4 4 1,-4-1 51,-1 1 1,-3 0 98,3 0 1,-5 3 44,2 1 0,-3 5 0,-2-1 1,2-1 112,2 1 0,-2-2-68,2 2 0,4 3 283,0-3 1,-1 2-95,2 2 0,4 0 572,4 0-226,5 0 27,-3 0-272,6 0 0,6 0 25,2 0 0,4 4 546,5 1 1,2-1-307,5-4 0,2 0 219,3 0 1,3-6-246,5-2 1,-1-8 349,1-5 1,0-4-442,0-3 0,-5 2-334,-4-3 0,-4 3-686,-8 1-260,0 6 1,-16 3-2133,0 8 0,-1 2 410,-7 6 2659,0 6 0,-27 0 0,-4 7 0</inkml:trace>
  <inkml:trace contextRef="#ctx0" brushRef="#br0" timeOffset="26.04">12995 10288 7830,'-6'-5'1211,"0"-2"0,2-6 195,0 1 0,0 4-681,4 0 1,1-1-334,3-3 0,7 1 120,6 3 1,4-3 357,0 3 0,6-3-543,2-1 0,5-1-222,-1 1 1,1 0-24,-1-1 1,1 2-172,-5 3 1,0-1-142,-5 5 0,-5-1 136,-2 5 0,-8 6-256,0 2 0,-7 0 101,2 5 0,-4-2 27,-4 9 0,-3-3 117,-5 3 0,-4 1-75,-1 3 1,0 5-74,0 0 0,3 1-271,-2-2 0,-2 2 117,2 3 1,-1 1 46,5-5 1,0 0 510,0-5 1,1 1-183,2 0 1,0-6 1596,5-3-899,0 3 1,5-5 204,3 2 0,4-7-309,9-5 1,2-3 60,5-1 1,7-1 275,1-3 1,4-3-364,1-5 1,4-1-305,0 1 0,-1 1-13,-8 3 0,-3-2-908,-8 6 0,-4 0-1385,-4 4-1829,-1 0 2461,-5 5 1,2 2-603,-5 6 0,1-5 2043,-5 0 0,-17-5 0,-3 2 0</inkml:trace>
  <inkml:trace contextRef="#ctx0" brushRef="#br0" timeOffset="27.04">14841 10916 7799,'-12'0'759,"0"0"1030,-1 0-389,7 0-289,0 0 1,9 0-480,5 0 1,6 5 72,10 3 1,6 3-135,3 2 1,3 0-176,1 4 0,-6 2-68,-2 5 0,-10 2-53,-7 3 0,-2 3-38,-10 4 1,-6 5-248,-14 0 0,-6 0-281,-11-4 0,-4-1-1134,0-3 1,-1-6 731,1-10 0,2-2-1172,-2-11 1,-1-2 249,1-6 1615,5-3 0,6-8 0,6 0 0,-1 0 0,0-1 0</inkml:trace>
  <inkml:trace contextRef="#ctx0" brushRef="#br0" timeOffset="28.04">16847 8848 7788,'-12'-5'4,"0"-2"1,-1-1 738,1-1 1,4 3 1022,0-3 1,3 0-65,-3 5 10,6-6 338,-4 9-1486,6-5 0,1 8 4,4 2 1,-1 7 34,8 5 1,-1 6 58,9-1 1,-3 2-183,3 1 0,1-3 10,3-1 1,1 0-139,0 0 0,3-2-122,1-6 1,0 0-24,-5 1 1,1-5 16,0 0 1,-2-5-205,-3 1 0,-2-1-449,-6 1-752,-5-3 439,-1 10 0,-9-4-717,-5 5 1,0-4-940,-9 1 0,4-5 1256,0 4 1,-3-5 1141,-1 1 0,-10-30 0,1-8 0</inkml:trace>
  <inkml:trace contextRef="#ctx0" brushRef="#br0" timeOffset="29.04">17130 8774 7873,'-1'-7'1659,"-3"3"1,1 4-656,-5 4 1,-2 5-479,-6 7 1,-3 9 21,-6 8 0,-1 6-62,-3 2 1,3 4-145,-2-4 1,2 0-521,1-4 1,3-3 199,6-5 1,1-6-1001,11-10 0,0-1-1263,4 0 2241,0 1 0,21-17 0,7-5 0</inkml:trace>
  <inkml:trace contextRef="#ctx0" brushRef="#br0" timeOffset="30.04">17413 9070 7870,'-7'-7'4257,"-3"1"-3248,8 6-550,-3 0 0,5 2-83,0 2 0,0 3 80,0 5 0,0 0-235,0 1 0,0-1-143,0 0 1,0 1-818,0-1 660,0 0 0,0 0-2820,0 1 1594,0-6 1305,5 4 0,2-37 0,5-3 0</inkml:trace>
  <inkml:trace contextRef="#ctx0" brushRef="#br0" timeOffset="31.04">17721 9070 7864,'8'0'-743,"0"0"2167,-5 0-859,8 0 1,-6 1 62,4 3 0,0-1-53,-5 5 0,0 0-169,-4 5 1,0-1 13,0 0 1,0 5-180,0-1 1,-5 7-159,-3 2 1,-3-1-83,-1 5 0,-6-3-277,-3-1 1,2-2 69,-1-2 1,3-4-255,-3-4 0,3-2-1876,-3-3 2336,5-3 0,-3-38 0,6-8 0</inkml:trace>
  <inkml:trace contextRef="#ctx0" brushRef="#br0" timeOffset="32.04">17967 8811 7837,'-7'0'1095,"0"0"-715,3 0 0,3-1-10,-3-3-370,2 2 238,2-3-136,0 5 440,0-6 204,0 5-422,0-4 0,0 3 129,0-2 563,0 3-223,0-5-402,0 6 77,0 0-297,0 6 0,0 1-96,0 5 0,0 0-16,0 1 1,0-1 16,0 0 0,0 0 34,0 1 1,0 0 3,0 4 1,0-3 9,0 2 0,5-2-32,-1-2 0,5 0-105,-1 1 1,3-5 56,2 0 0,-1-5-135,0 1 1,2-3-79,2-1 1,-2-3 123,2-5 1,2-1-27,-1-12 1,3 1 57,-3-5 0,-5-1 5,-4-3 0,-1 2 117,1-6 0,-1 2 226,-3-2 0,-3 4 46,4 9 0,-4 2 1000,-1 6-929,-6-1 0,5 8 47,-3 5 0,3 11-389,1 9 1,0 9 53,0 4 1,0 2-230,0 2 1,5 2-38,3 2 0,3 2-84,1 7 0,-1-5-72,-2 0 0,-4 0-128,-5 4 0,-1-1 523,-3-3 0,-10-4-56,-11-8 1,-5-3 459,-7-5 1,-2-6-225,2-3 0,-3-8-377,7-4 1,3-8-402,2-4 1,7-1-670,5 0 0,7-2 382,5 3 1,4 1-469,4-1 0,9 4 1216,7-4 0,20 5 0,5-2 0</inkml:trace>
  <inkml:trace contextRef="#ctx0" brushRef="#br0" timeOffset="33.04">18521 9020 14904,'0'18'1105,"0"1"-724,0 6 0,0-5-330,0 1 1,4 0-458,0 3 0,0-1-578,-4-2 1,2-3 720,2-6 263,-3 0 0,-1-38 0,-7-9 0</inkml:trace>
  <inkml:trace contextRef="#ctx0" brushRef="#br0" timeOffset="34.04">18619 8270 7815,'-12'-4'0,"0"0"4937,5-6-3683,-4 9 1,15-3 138,0 8 0,13 8-727,7 8 1,8 8-426,9 1 1,-2 9-140,6-1 1,-4 9-392,5 3 1,-27-20-1,-2 3 2,1 2 1,-3 1 0,-2 1-1,-3 1 230,-4 0 1,-3 0 0,-3-1 0,-2 0-453,-2-1 1,-4 0 0,-5-2-1,-3-1 132,-3-2 1,-3-2-1,-1-1 1,-2-1 79,-1-3 1,-1-1-1,0 2 1,-1-1 26,0-2 0,-1-1 0,0 0 1,1 1-440,-22 16 0,-2-7 709,7-6 0,-7-3 0,2-7 0,6-2 0,7-2 0</inkml:trace>
  <inkml:trace contextRef="#ctx0" brushRef="#br0" timeOffset="35.04">16613 8491 7900,'-1'-12'0,"-3"0"0,1-3 782,-5 2 0,4 4-250,-4 9 0,-1 1 286,-3 3 1,0 10-312,0 11 1,-2 7-111,-3 13 1,4 12-251,4-23 1,1 1 0,1 6 0,1 0-239,-1 2 1,1 0 0,2 2-1,0-1 231,0-1 1,0 0 0,3 0 0,1-1-1,-1 0 0,2-2 0,3-1 0,3-3-182,13 26 0,10-16 164,7-21 0,10-7-529,6-10 0,10-2-514,-2-6 0,2-5 921,-5 1 0,5-4 0,-6 4 0,0 0 0</inkml:trace>
  <inkml:trace contextRef="#ctx0" brushRef="#br0" timeOffset="36.04">19739 8762 7827,'-12'0'1382,"0"0"-899,-1 0 0,5 0 996,0 0-508,5 0-138,-2 0-453,16 0 0,-2 0 136,12 0 1,-1-1-151,5-3 1,3 2 65,1-2 1,8-1-162,-4 1 0,5-1-51,-5 5 0,1-4-205,-1 0 0,1-4 82,-5 4 0,0-4-674,-5 4 0,-5-2-341,-2 2 1,-4 3-759,0-3 0,-2 1 1676,-3-1 0,-14-3 0,-7-5 0</inkml:trace>
  <inkml:trace contextRef="#ctx0" brushRef="#br0" timeOffset="37.04">19776 9008 7843,'0'-7'546,"1"-2"-326,4 5 0,-1-2 455,8 2 0,3 1-228,10-5 1,5 4-183,2-4 1,4 4-46,1-4 0,3 3-582,-3-3 1,-1 5 93,-11-1 0,1 3-542,-10 1-1384,1 0 2194,-10 0 0,-13 11 0,-7 3 0</inkml:trace>
  <inkml:trace contextRef="#ctx0" brushRef="#br0" timeOffset="38.04">20441 8614 7842,'-17'0'0,"1"0"0,-1 0 928,5 0-130,0 0 49,-1 6 1,8-3-315,5 5 1,7-4-156,9 4 1,7-4-202,6 4 0,5-1-85,-1 1 1,1 2 30,-1-6 1,1 4-145,-5-4 0,0 5-147,-5-5 0,0 4 104,-4-4 1,2 4-175,-6-4 0,1 6 103,-5-2 0,-5-1 303,-3 1 0,-3-4-73,-1 4 1,-6 5 49,-7 3 1,-4 2-109,-8-2 0,-1 2 40,-3 3 1,2 2-405,-6-3 0,6 2 155,-2-1 0,3-3-787,1-6 0,2 0 409,3 0 1,2-5 549,6-3 0,27-24 0,7-7 0</inkml:trace>
  <inkml:trace contextRef="#ctx0" brushRef="#br0" timeOffset="39.04">21659 8528 7780,'-7'6'-1790,"2"-5"1993,-1 5 0,5-5 404,-3 3-114,2-3 98,2 5 464,0-6 8775,0 0-9286,6 0-630,-5 0 0,6 0 84,-3 0 45,-3 0 112,5 0 154,-1 0-284,-3 0 1,5 0 39,-3 0-513,-3 0 193,5 0-73,-6 0 0,1 0-132,3 0-1556,-3 0-603,5 0 2619,-6 0 0,16-17 0,5-3 0</inkml:trace>
  <inkml:trace contextRef="#ctx0" brushRef="#br0" timeOffset="40.04">21659 8577 7818,'0'7'-1693,"-4"0"2681,0-3-157,0-2-660,-2 3 115,5-5-310,-5 0 13,6 0-61,0 0 222,6 0 458,-5-5 251,10 3-568,-10-3 1,9 3 896,-6-2-265,0 3-63,2-5-70,-5 6 253,5 0-242,-6-5-266,0 4-457,0-5 238,0 6-351,0 0 1,-6 0-1,-2 0 0,-3 0-65,-1 0 1,-6 6 65,-3 2 1,-6 3 61,-2 1 0,-4 4-11,5 1 0,-5 5 28,4-2 0,5 3-36,3 2 0,7-2 116,2-2-211,5 2 0,9-9 122,2 2 0,4-6 35,8-2 0,-1-5 49,6 1 0,-5-3 153,5-1 1,-1-4-34,5 0 1,-5-4-97,1 4 0,-6-5-165,1 5 0,-3-1 215,-5 1-556,3 2 208,-10-3 1,-1 5 26,-8 0 0,-4 1 71,-5 3 1,-2 2-138,-5 2 1,0 3 9,4-3 1,-3 7 123,2 2 1,2 0 22,-2 0 0,2-2-7,-1 5 0,3-3 91,9 3 0,-1-3-7,4 3 1,1-5 160,4 2 0,6-5 114,2-4 0,10-1 329,6-3 0,2-2-49,7 2 0,0-7-171,4-1 0,-2-6-1222,-2 2 1,1-2 510,-5 2 0,-4-1-916,-5 5 0,-5-5 1202,2 5 0,-9 0 0,-3 4 0</inkml:trace>
  <inkml:trace contextRef="#ctx0" brushRef="#br0" timeOffset="41.04">21831 9008 7823,'0'-7'2420,"0"-4"-1287,0 10 128,0-4-157,0 5-443,0 0 1,0 5-326,0 3 1,0 3-149,0 1 1,0 2-271,0 3 1,0-2 119,0 5 0,0-5-1160,0 2 0,0 0 1122,0 0 0,-5-1 0,-2-4 0</inkml:trace>
  <inkml:trace contextRef="#ctx0" brushRef="#br0" timeOffset="42.04">16946 10103 7863,'-13'-12'124,"2"0"1,2-1 658,1 1 0,1-4-160,-1-1 1,2 1 174,6 4 0,0-1 991,0 1-1264,0 0 1,1 1 1036,4 3 1,-3 2-457,7 6 1,3 7-47,4 5 1,5 6-486,-5 7 0,7 1 21,2 2 1,0 0-1020,3 4 1,-2-3 335,-1 4 0,-2-4-1456,-2 4 1,2-6 828,-3 2 1,-2-3-1012,-1-2 0,-4-1 82,0-2 1643,-1 2 0,-22-58 0,-5-9 0</inkml:trace>
  <inkml:trace contextRef="#ctx0" brushRef="#br0" timeOffset="43.04">17290 9993 7863,'-28'13'489,"-1"4"0,-5 2-245,1 5 1,1 7 666,0 1 1,4 8-354,-1 1 0,9 0-801,4-4 1,6-4-454,2 0 0,5-7 696,-1-2 0,19-16 0,5-9 0</inkml:trace>
  <inkml:trace contextRef="#ctx0" brushRef="#br0" timeOffset="44.04">17598 10288 7891,'4'-12'0,"0"-1"0,2 1 371,-2 0 1,2-1 561,7 1 1,0 1-860,4 3 0,-3 3 27,2 5 0,-2 0-248,-2 0 1,-5 6 83,-3 7 0,-3 0 152,-1 8 0,-5 3 55,-3 5 1,-3 4-28,-2-4 0,1-1 98,0-3 1,1-2 491,3-2 1,2 1 344,6-6 1,0 0-475,0-3 1,7-6 238,5-3 1,11-3-317,10-1 1,4-5-326,4-4 1,-2-2-420,2-1 0,-5-3-585,-3 3 0,-4-3 828,-8 7 0,-9-3 0,-7-2 0</inkml:trace>
  <inkml:trace contextRef="#ctx0" brushRef="#br0" timeOffset="45.04">18361 10103 7840,'-12'0'1190,"3"0"1678,1 0-1082,0 0-1298,1 6 1,3-1 225,8 4 0,4-3-275,9-2 1,2-2-346,5 2 1,1-8-105,0-4 1,2-3-89,-2-2 0,1-3 300,-10 0 0,5-5 52,-5 5 1,-1-5 700,-7 5 0,-1-1 200,-3 5-862,-2 5 1,3 3-73,-5 8 1,0 10-1,0 10 1,5 8-130,4 9 1,0 7-191,-1 5 0,3 6-189,-2-2 0,0 2-102,-1-1 0,-2-1-126,-6-8 0,-11-2 201,-6-10 1,-6-7 162,-5-6 1,-4-2 11,-5-9 0,0-4-178,0-9 0,0-1-313,0-3 0,2-7-339,2-6 0,10 1 415,11 4 1,6-1-518,10 1 0,10 0-1656,10-1 2727,7 1 0,1-1 0,5-3 0,2 0 0,0-1 0</inkml:trace>
  <inkml:trace contextRef="#ctx0" brushRef="#br0" timeOffset="46.04">18927 10239 7824,'8'-6'1306,"0"-2"0,-4-3-361,5-1 0,-5 4-120,4-1 0,0 3-439,4-3 0,-3 0-70,-1 5 1,0 0-377,4 4 129,1 0 0,-2 1-164,-3 3 1,1 3 124,-4 5 0,-1 6 246,-4 3 1,-2 2 55,-2 1 1,-1 5 284,-4 0 0,0 0-250,5-5 0,-2 1 175,2-1 0,3 0-172,-3-4 0,8-3-153,4-9 1,3 1-7,1-5 1,6 0 6,3-4 0,2-5-878,1-3 0,1-7-510,0-2 1,-5-5-2808,1 2 3977,-6-3 0,-15-11 0,-4-6 0,-4-3 0,1 0 0</inkml:trace>
  <inkml:trace contextRef="#ctx0" brushRef="#br0" timeOffset="47.04">19308 9636 7825,'13'0'1090,"-1"0"231,0 0 1,2 1-459,2 3 0,4 10 256,4 11 0,1 5-599,-1 7 0,1 6-46,0 6 0,-6 1-877,-3 3 0,-8 0 349,-4-3 1,-5 0-1170,-7-9 1,-7 4 435,-14-4 1,-9 4 786,-11-4 0,8-21 0,-11 0 0,-6 0 0,1 0 0,-6 1 0,-1 0 0,1 0 0,0 1 0</inkml:trace>
  <inkml:trace contextRef="#ctx0" brushRef="#br0" timeOffset="48.04">16749 9771 7882,'-13'0'4,"1"0"1,-4 0 470,-1 0 1,0 11 687,0 5 1,2 17-206,-5 8 0,5 18-680,6-25 0,1 2 0,1 3 0,2 1-366,0 5 1,2 0 0,0-1 0,2 0 142,1 1 0,4 0 0,1-2 0,3-2-103,3-3 1,3-3 0,21 24-391,11-22 1,11-11-1170,5-10 1607,-28-8 0,1-2 0,1-4 0,1-1 0,2-1 0,0 0 0,0-1 0,0-1 0</inkml:trace>
  <inkml:trace contextRef="#ctx0" brushRef="#br0" timeOffset="49.04">20047 9906 7765,'-13'0'5239,"1"0"-4524,5-5 1,5 4-158,10-3 0,1 2-167,12 2 1,1 0-343,6 0 0,0-1-420,5-3 0,-6 2-537,2-2 0,-3 3 100,-2 1 0,0 0-2002,-4 0 2810,-2 5 0,-66 35 0,17-13 0,-1-1 0</inkml:trace>
  <inkml:trace contextRef="#ctx0" brushRef="#br0" timeOffset="50.04">20010 10128 12146,'18'-4'1314,"2"0"0,9-6-1220,4 2 1,4-3-468,4-1 0,2-1 373,7 1 0,-4-6 0,6-3 0,3-3 0,1 1 0</inkml:trace>
  <inkml:trace contextRef="#ctx0" brushRef="#br0" timeOffset="51.04">20490 9685 7816,'-12'-4'1565,"-1"0"0,1-2-718,0 2 1,3 3 817,1-3-900,5 2 0,-1 2 194,8 0 1,5 6-483,7 2 1,3 3-21,6 1 0,4 1-325,-1-1 0,6 0-214,-1 1 1,1-1-428,-1 0 1,3-1 413,-3-3 0,-3 3-534,-2-3 1,-2 3 187,-1 2 0,-7-4 98,-6 4 0,-6-3 125,-11 11 0,-8 1 262,-12 7 1,-10 2-74,-10 6 0,-3 0-53,-2 0 0,1 2 110,0-2 0,7 0-16,5-12 0,7-1-1661,9-11 0,3 0 1649,6-8 0,5 3 0,3-4 0</inkml:trace>
  <inkml:trace contextRef="#ctx0" brushRef="#br0" timeOffset="52.04">21585 9771 7797,'0'-8'0,"0"0"1480,0 0 1,1-5-668,4 1 1,-4 4-19,3-1 0,-3 1-317,-1-4 1,0 4-96,0 0-229,0-1 1,-5 3-106,-3 1 1,-9 5 26,-3 5 0,-5 3-137,-4 8 0,-1 5 231,-2 7 1,-3 0-43,7 5 1,3-5 121,5 5 1,6-6-60,2 2 0,5-8 105,7-5 1,9-4-61,4-3 0,13-4 99,2-5 1,6-1-128,3-3 0,3-3-17,-3-6 1,1 2-443,-9 3 1,-6-1 102,-6 5-263,-9-1 1,-5 11 226,-12 2 0,-11 7 44,-17 2 0,-4 6-47,-4 1 0,-6 2-164,6 7 0,1-5 271,12 0 0,3 2 60,8-1 0,5-2-20,8-6 1,2 1 34,6-6 0,11-1 100,6-6 1,6 0-105,6-5 0,2-1 389,6-7 0,4 1-358,0-5 0,4 0-352,-4-5 0,-1 1-387,-7 0 1,-5 4-1081,-7-1 1,1 5 1796,-6-4 0,-10-6 0,-8-5 0</inkml:trace>
  <inkml:trace contextRef="#ctx0" brushRef="#br0" timeOffset="53.04">21819 10153 7826,'-1'-11'3416,"-4"2"-2359,4-1 1,-6 4 10,3-2 1,3-3 310,-3 3 1,4-2-946,4 2 0,4-2-343,8 6 1,-1-4-543,6 4 0,-6 0 285,1 4-454,4 0 1,-8 5 451,0 4 1,-5 7-424,-7 4 1,-7 5 105,-5 4 0,0 1 154,-5 3 0,3 1 357,2-5 0,0-1 402,0-3 0,5 2-125,3-2 1,4 1 241,4-10 1,4-3 229,8-5 1,5-6-295,8 3 0,1-5-453,2-5 0,4-1-745,-3-7 1,1-3-1010,-1 0 0,-7-5 658,-6 5 0,-5-2 1068,2 1 0,-31-45 0,3 22 0,0 0 0</inkml:trace>
  <inkml:trace contextRef="#ctx0" brushRef="#br0" timeOffset="54.04">25917 8467 7802,'5'-13'1,"-2"-3"805,5 0 1,-1-1-269,1 5 0,-2 0 1585,-6-1-1555,5-5 0,-9 6-142,0 0 0,-11 5-65,-6 7 0,-11 7-16,-5 5 0,-10 7-198,-2 10 1,0 4-356,-5 8 1,27-17-1,1 1 185,1 3 0,1 1 1,2 1-1,3 1 106,-10 30 0,13 3-403,3-2 1,12 0 219,5-13 1,10-6 366,15-14 1,8-6 27,8-10 0,12-6 20,5-3 0,2-4-400,-3-4 1,-5-1-2,-2-7 0,-5 3 302,-4-8 0,-2 4 152,-7 0-368,-4 1 0,-2-2 0,-5 1 0,-1 0 0,1 4 0</inkml:trace>
  <inkml:trace contextRef="#ctx0" brushRef="#br0" timeOffset="55.04">26237 8750 7822,'-25'5'0,"-4"-1"0,1 9 0,3-2 1886,5 9 1,5 1-652,-2 3 1,5 1-280,4-1 1,2 1-478,6 0 1,11-6-17,6-3 1,7-4-287,9-3 1,5-4 39,12-5 1,-1-9-170,0-4 0,-3-7 113,-5-1 0,-5-2-101,-11-2 1,-12-3 22,-4-1 1,-8 0-119,-5 5 0,-14 0-169,-11 4 0,-5 2-357,-3 6 1,0 5-1029,0 3 1,6 2 715,2 2 1,10 6-382,7 2 0,1 7 156,7 2 1098,5-1 0,31-10 0,14-5 0,5 2 0,-1-1 0</inkml:trace>
  <inkml:trace contextRef="#ctx0" brushRef="#br0" timeOffset="56.04">26569 8885 7823,'-7'6'0,"-2"-4"1268,5 6 1775,-6-5-1331,3 8-710,0-9 0,2-2-148,5-9 1,0-7-363,0-5 1,9-6 86,4-2 0,3-3 17,1 3 0,-2-4 58,5 4 0,-3 2-511,3 6 1,-1 5-420,2 8 0,2-2-1376,-3 6 1,2 1 888,-1 8 0,1 7-2129,-6 8 0,6 2 2892,-1-1 0,-4 18 0,1 1 0</inkml:trace>
  <inkml:trace contextRef="#ctx0" brushRef="#br0" timeOffset="57.04">26963 8885 7823,'0'8'0,"0"0"0,0-3 1078,0 3 1,0-4 1038,0 4 455,-6-5-1024,5 2-614,-4-5 0,9-7-390,0-5 1,5-6 50,0-6 1,6-5-226,1 0 0,2 1-116,-2 3 0,-2 5-266,2-1 1,-1 6-506,2-1 0,-4 7-714,4 5 1,-2 3-162,1 1 0,-2 1-2715,2 3 4107,3 3 0,1 0 0,4-2 0</inkml:trace>
  <inkml:trace contextRef="#ctx0" brushRef="#br0" timeOffset="58.04">27886 8319 7799,'5'-12'-259,"4"-1"1,-3 0-323,3-4 1,-5 4 1709,4-4 1,-5-1 230,1 2 589,-3 0-1368,-1 9 0,-11 3-146,-5 8 1,-8 9-109,-4 12 1,-5 7 49,-8 9 1,3 2-353,-3 7 1,8 4 215,4 4 0,4 3 106,5 5 0,8-1-123,8 1 0,15-6 145,9-11 0,14-12-296,11-8 1,7-6-3,2-10 1,2-4-258,-7-9 0,0-4-585,-12 0 1,-3-6-1560,-9 2 1,-7-3 1082,-6-1 0,-1 0 1247,-7-1 0,6-4 0,-4-3 0</inkml:trace>
  <inkml:trace contextRef="#ctx0" brushRef="#br0" timeOffset="59.04">28427 8319 7868,'-5'-12'270,"-2"3"34,-5 1 0,-2 6 255,-2-3 1,-9 10 568,-8 3 0,-2 8-450,-2 5 0,1 2-278,3 2 0,3 3-41,6 1 0,5 0-182,2-5 1,9 0 0,4-4 0,8-2 15,4-6 0,9-1 0,3-3 0,7-2 6,2-6 0,5-2-17,-1-2 0,3-1-191,1-3 1,-7-3 41,-6 2 1,-5 4-435,-6 1 276,-6-3 0,-9 6-55,-10-3 1,-11 4 110,-10 4 0,-3 7-105,-1 5 1,0 6 171,1-2 0,4 4-1,3 0 0,5 5-15,3 0 1,9 1 8,8-2 0,2-6 125,2 3 0,7-9-118,6 1 1,0-5 595,8-4 0,3 2 26,5-6 0,0 0 255,-5-4 0,4 0-482,-4 0 0,4 0-182,-8 0 1,-2 0-2813,-2 0 1572,-7 0-404,2 0 1,-9 0 551,7 0 1,-5 0 880,4 0 0,0-11 0,4-3 0</inkml:trace>
  <inkml:trace contextRef="#ctx0" brushRef="#br0" timeOffset="60.04">28637 8799 7839,'-6'7'2732,"3"2"-1972,-5-5 0,4 6-361,-4-2 1,5 3 28,-1 1 0,-1 5 260,0-1 1,0 2-554,1-2 0,2-2-457,-2 3 1,3-4-1430,1 0 1,-4-1 1750,0 0 0,-6-27 0,3-7 0</inkml:trace>
  <inkml:trace contextRef="#ctx0" brushRef="#br0" timeOffset="61.04">28944 8873 14161,'0'18'779,"0"-3"-555,0 5 0,4-3-252,0 3 0,0 5 99,-4 3 0,-5 1-780,-3-4 1,-9-1-61,-3 1 1,-7-2-634,-2-2 1,-1-4 429,1-4 1,7-6-535,-2-3 1506,2-14 0,19-24 0,8-11 0,0-9 0,0 1 0</inkml:trace>
  <inkml:trace contextRef="#ctx0" brushRef="#br0" timeOffset="62.04">29240 8356 7833,'-13'0'0,"1"4"153,0 0 1,-6 6 312,-3-2 0,2 4-75,-1 5 1,3-2 136,-3 5 0,5 1-2,-2 3 1,9 1-161,4 0 1,4-6-146,4-3 0,7-2-3,5-2 1,6-5-104,-1-3 0,2-3 69,2-1 0,-1-1-111,1-3 0,0-3 31,-1-5 0,-3-1 73,-1 1 6,-5 0-81,-2 0 1,-9 1-89,-8 2 1,-9 4 79,-7 5 0,-5 7-363,-4 5 0,-2 7 88,-6 10 1,1 2-21,4 6 1,2 0 71,5 0 0,6 0-28,2 0 1,9-2 185,4-2 0,8-8-75,4-9 0,7-7 714,2-5 1,5-3-290,-2-1 1,-1-1 777,2-3 1,-2-3-484,2-6 0,0 1-145,-4 0-1230,-1-1-1451,-3 1-3773,-1 5 3361,-5 2 2564,-2 5 0,-16 16 0,-2 5 0</inkml:trace>
  <inkml:trace contextRef="#ctx0" brushRef="#br0" timeOffset="63.04">29387 8873 7817,'0'-13'3532,"0"1"-2465,0 0 0,6 0-519,2-1 0,8 5-366,5 0 1,3 4 34,5-4 0,-3 5-327,3-1 0,0 2 82,-5 2 1,2 0-40,-9 0 1,-2 6 22,-7 2 1,-3 7-315,-5 1 0,-2 6 338,-7-1 0,0 2-31,-12 2 1,5-1 494,-5 1 1,8 4-187,0-1 0,2-3 95,7-5 0,0-4 60,4 0 0,6 0 25,2-3 1,4-4-117,5-9 0,-2 0-107,5 0 0,-1-5-331,2-3 0,1-8-451,-6 0 0,0-4-2015,-3 3 1,-2-1 2581,-3 2 0,14-47 0,-12 23 0,0 1 0</inkml:trace>
  <inkml:trace contextRef="#ctx0" brushRef="#br0" timeOffset="64.04">29190 8356 5993,'9'0'-46,"-1"0"1,-6-1-34,3-4 882,-4 4 1166,-1-4-582,0 5 390,0 0 0,-6 0-1273,-2 0 1,-3 4-295,-1 0 0,-4 5-106,-1 0 1,2 2-168,7 1 0,-2 0-247,6 0 0,-4-3-561,4-1 1,0-4-2211,4 4 3081,5-5 0,46-20 0,-18 4 0,1-1 0</inkml:trace>
  <inkml:trace contextRef="#ctx0" brushRef="#br0" timeOffset="65.04">29695 8184 7804,'-7'-9'1370,"3"1"0,-2 4 149,2-4 354,0 5-623,4-8-707,0 10 1,6-5-151,2 6 0,3 2-7,1 2 0,6 3-78,2 5 1,4 6 82,0 2 1,2 9-319,3 4 1,1 4 94,3 4 1,1 4-458,-5 8 0,-2 3 286,-6 6 0,-9 3-14,-8 1 1,-15-6 18,-9-6 1,-10-5 49,-11-4 1,-3-4-111,-5-8 0,5-9 47,3-7 1,4-5-543,4-4 0,4 2 254,9-6 1,6 0-2460,6-4-108,5 0-837,-2 0 3829,16-5 0,13-13 0,15-8 1</inkml:trace>
  <inkml:trace contextRef="#ctx0" brushRef="#br0" timeOffset="66.04">30372 8528 7802,'-7'0'2696,"-4"-5"1,11-1-2150,0-2 0,5 1 914,8 3 1,6-1-703,5-4 1,7-1-71,5 1 1,5 0-577,1 1 0,3-3-500,-4 2 1,4 3-228,-4-3 0,-2 7-753,-6-2 0,-3 2 166,-5 2 0,-11 2 1201,-6 2 0,-38 13 0,-11 9 0</inkml:trace>
  <inkml:trace contextRef="#ctx0" brushRef="#br0" timeOffset="67.04">30556 8700 12719,'18'-1'2934,"3"-3"1,7 1-2483,5-5 0,-1 0-237,0-4 1,0 3-1369,1 1 0,-1 4 752,-7-4 1,1 5-1918,-10-1 1,-3 8 483,-5 4 1834,-5 3 0,-20 7 0,-10 1 0</inkml:trace>
  <inkml:trace contextRef="#ctx0" brushRef="#br0" timeOffset="68.04">31516 8417 7968,'0'-8'1498,"0"0"941,0 5-1589,0-8 0,0 9 104,0-7-682,0 7 1,-1-4-58,-3 6 1,1 0 323,-5 0-208,0 0 1,-5 4 173,1 0 1,4 5-98,0-5 1,-1 5 110,-3 0 1,4 1-112,0 3 0,-1 0 36,-3 4 1,4-2-230,0 5 1,1 0-1,-1 0 1,-2 3-190,6-2 0,0 2 5,4 2 0,0 3-119,0 1 0,1 0-42,3-5 1,9-3-241,7-1 1,3-3-141,2 3 1,1-9 181,3 2 1,-2-9 218,6 0 0,-2-3-35,2-1 0,1-5 158,-5-4 0,0-6-7,-5-1 0,1-10 140,0 1 0,-1-2-64,1 2 0,-2 1-11,-2-1 1,0 1-37,-4-1 0,-2 5-162,-7-1 0,-2 6 496,-6-1 1,-3-2-178,-5 1 0,-3 2 266,-14 7 0,3-3-169,-6 3 0,-3-2 26,3 2 1,-1 1-83,4 3 1,1 3 119,-1-3 0,-4-2-785,1 2 0,-1 0 246,4 4 0,1 0-3068,-1 0 0,2 4 1662,2 0 1,0 6 1590,4-2 0,-10 19 0,1 6 0</inkml:trace>
  <inkml:trace contextRef="#ctx0" brushRef="#br0" timeOffset="69.04">23825 10719 7881,'-4'-17'759,"-2"1"615,-1 1 0,1 1 276,-3 2 0,3 5-195,1 3-167,4 3-963,-4 1 1,3 10-103,-2 7 1,3 6 158,-3 6 0,2 8-106,2 8 1,2 3-8,2 1 0,-2 0-253,7 0 1,0 3 4,8-2 1,2-5 105,5-12 1,4-3-117,5-6 1,5-6 73,11-6 0,2-10 20,2-10 1,2-13 58,2-4 0,-5-7-9,-11-1 0,-7-4 40,-13-4 1,-3-3-22,-6-5 0,0-6 4,1-2 1,-8 1-241,-5-2 0,-5 12 0,-9 1 1,-3 8-919,-3 8 1,1 6 548,-2 10 0,6 7-1072,-1 1 0,2 0 681,2 1 1,5 1-307,3 7 0,3 3 1128,1 5 0,21 17 0,7 4 0</inkml:trace>
  <inkml:trace contextRef="#ctx0" brushRef="#br0" timeOffset="70.04">24539 10903 7881,'0'13'0,"0"-1"0,0 0 466,0 1 0,-5 3 680,1 0 1,-1 1 142,1-5 1,2 0-633,-2 1 1,3-1 1147,1 0-364,-6 1-668,5-7 1,-4-1-260,5-10 0,5-8-24,3-12 1,9-9-99,3-7 0,9-6 119,4 2 0,6-3-233,2-1 0,0 10 10,-4 2 1,-1 13 94,-3 4 1,0 10-161,-9 6 0,-2 11-181,-10 9 1,-5 9-57,-3 12 0,-2 1-297,-2 3 0,0-4-415,0 0 0,0-1-1010,0-8 1,0 1-3006,0-4 2326,0-6 234,0-1 2181,0-11 0,16-51 0,5-18 0</inkml:trace>
  <inkml:trace contextRef="#ctx0" brushRef="#br0" timeOffset="71.04">25326 10719 7881,'0'-13'0,"0"1"0,-1 1 595,-3 3 0,-3 2 842,-5 6 0,-6 2-682,-3 2 1,-3 8 57,-5 9 1,3 3-323,-3 5 0,-1 3-146,1 4 0,5 1-13,3 0 1,8 0 145,0 0 0,7-5 235,6-4 0,6-3-191,7-5 0,6-3 4,10-9 1,2-2 262,6-6 0,0 0-300,0 0 1,0-6-665,0-2 0,-2-3-633,-2-1 1,-8-1-939,-9 1 1,-2 4 42,-2 0 0,0 5-3700,1-1 5403,-7-3 0,0-5 0,-6-8 0</inkml:trace>
  <inkml:trace contextRef="#ctx0" brushRef="#br0" timeOffset="72.04">25511 10879 7860,'-14'0'0,"-2"0"0,2 5 743,-2 3 1,2-1 1026,2 1 1,3 5-874,1 3 1,5 5 70,-1-5 0,4 5-429,4-5 0,3 0 24,6-3 0,4-1 98,4 0 0,2-5-239,2-3 1,5-8 103,3-4 1,1-8-147,-1-5 1,1-2-238,-5-2 1,-1-4-103,-3 1 0,-7-5-226,-6 4 1,-7 0 37,-9 5 0,-9 5-258,-12 2 0,-4 5-542,-3 4 1,-4 2 395,3 6 1,4 6-1069,5 2 0,1 3 165,6 1 1,6 5-1610,7-1 3063,3 0 0,34 13 0,8 4 0</inkml:trace>
  <inkml:trace contextRef="#ctx0" brushRef="#br0" timeOffset="73.04">25868 10953 7860,'-13'6'0,"1"5"1260,0-2 0,-1-4 167,1-1 2369,0-3-2613,-1-1 0,7-6-259,2-7 1,8-10-328,4-10 0,8-2 117,5-2 0,-2 4-254,1 0 0,-3 6-54,3-2 1,1 4-447,3 5 1,-3 4 81,-1 7 1,-4 4-1439,0 5 1,2 1 741,-2 3 0,1 5-2567,-5 7 1,-4 3 548,0 6 2672,-5-1 0,-3 6 0,-7 2 0</inkml:trace>
  <inkml:trace contextRef="#ctx0" brushRef="#br0" timeOffset="74.04">26138 10891 7860,'0'12'1210,"0"1"1,-1-2-1,-3-3 0,3 3-210,-4-3 0,0-1 132,1 1 1,-2-5 129,2 1 113,3-3-789,-5-1 1,6-7 105,0-5 1,6-6-132,2-6 0,7-2-167,2-3 0,3 2-501,-4-6 0,6 5 131,-1 0 1,-2 7-1221,2 5 0,-6 2 102,1 2 0,2 5-474,-2 3 0,-1 4 53,-7 4 0,3 3-2156,-2 5 3671,-4-5 0,0 20 0,-5 1 0</inkml:trace>
  <inkml:trace contextRef="#ctx0" brushRef="#br0" timeOffset="75.04">26372 10854 7860,'0'12'2508,"-5"1"-1930,3-1 1,2-5 107,9-3 0,3-8 224,4-4 1,-1-7-371,6-2 0,-1-5-501,5 2 1,-2-3-209,-2-2 1,1 0-158,-6 1 1,0 3 259,-3 1 1,-6 5-24,-3-2 1,-8 9-109,-5 4 0,-7 3-54,-5 1 0,-3 10 365,-5 7 1,-1 6-3,-3 6 1,4-2 549,9 6 1,-2 0 75,6 4 0,1 0 143,6 0 1,4-6-213,5-2 0,5-5 222,4-3 1,7-5-336,5-7 0,2-5 83,1-8 0,2-3-957,3-6 1,-3-3 245,3 0 1,-3-6-693,-2 1 0,1-2-662,0-2 0,-1 5-1573,1-1 1,-5 8 1376,1 0 1622,-12 1 0,8 0 0,-10-7 0</inkml:trace>
  <inkml:trace contextRef="#ctx0" brushRef="#br0" timeOffset="76.04">26803 10337 7832,'0'-12'1353,"0"0"-744,0-1 1381,-6 1 1,5 7-966,-3 5 0,4 8 628,4 12 1,2 2-471,2 11 1,1 5-5,-5 7 0,1-1-403,-5 1 1,4-4 215,0 4 1,0-1-657,-4 1 1,4-4-173,0-8 0,0 1-853,-4-5 0,0-2 499,0-6 1,-4-3-3667,0-6-374,-6 0-1508,9 1 4261,-4-7 0,7-2 1477,6-8 0,12-19 0,11-10 0</inkml:trace>
  <inkml:trace contextRef="#ctx0" brushRef="#br0" timeOffset="77.04">27123 10669 7803,'0'-12'1255,"-1"1"-807,-4 3 1,3-2 152,-7 6 1,1 0 117,-4 4 0,-4 7 324,-1 5 0,-3 8-435,3 8 0,-3 0 76,3 4 1,1 0 160,4 1 1,5-5-342,3-7 1,2-3 243,2-6 0,3-1-295,5-3 0,2-8 513,10-8 0,1-4-328,3-5 1,0 4-104,-4-4 1,2 5-248,-6 4 0,1 2-174,-5 6 0,0 0-241,1 0 0,-5 0-429,0 0 0,-5 6-1842,1 2 0,-3 3-314,-1 1-331,6-5 0,-3-2 623,5-5 2420,0-5 0,6-23 0,1-11 0,1-5 0,1 0 0</inkml:trace>
  <inkml:trace contextRef="#ctx0" brushRef="#br0" timeOffset="78.04">27480 10350 7803,'-8'0'1556,"-1"0"290,7 0 0,-8 6-408,6 7 0,-4 4 713,4 8 0,0 9-112,4 3 0,-5 8-948,1 0 0,0 3-354,4 1 1,2-3-786,2-1 1,-3-7-721,3-1 1,2-7-849,-2-9-1618,0-4 1321,1-4 0,-3-8 749,2-5 1,-3-1-1117,-1-7 0,0-1 2280,0-3 0,0-22 0,0-6 0</inkml:trace>
  <inkml:trace contextRef="#ctx0" brushRef="#br0" timeOffset="79.04">27344 10706 7802,'-19'0'0,"1"-5"1860,6-3 2513,0-3-2963,5-2 1,4 1 508,11 0 0,5 5-1957,7 3 1,4 3 31,-4 1 1,3 0-2282,2 0 0,0 5 1338,-1 3 1,1-1 948,-1 1 0,17 0 0,5 5 0</inkml:trace>
  <inkml:trace contextRef="#ctx0" brushRef="#br0" timeOffset="80.04">27627 10719 7802,'-6'5'0,"-4"-2"1988,6 5 1,-4-4 683,4 4-1579,0-5 0,5 3-337,3-6 0,4 0 237,9 0 1,3-2-771,9-2 1,-3-3-379,3-5 0,-4-4-850,0-1 0,-2 1 374,-2 3-510,-9 1 1,-8 1 382,-8 3 0,-4 3 344,-8 5 0,-4 5 384,-4 3 0,-1 7 321,1 2 1,0 5 1009,4-2 1,2-1-558,6 2 1,5-2 276,3 1 0,2 2-475,2-5 0,10-2-690,2-7 1,9 1-529,-1-4 1,5-1-825,4-4 0,2-6 50,6-2 1,-4-4-1110,0-5 1,-1 2 2554,5-5 0,11-23 0,-22 17 0,-1 0 0</inkml:trace>
  <inkml:trace contextRef="#ctx0" brushRef="#br0" timeOffset="81.04">28083 10706 7802,'0'7'2192,"0"-1"0,-2-5-1275,-2 3 1,2-2 212,-7 2 0,3-2-447,-3 2 0,-6-1-285,3 5 0,-3 1 341,3 3 1,-1 0-135,1 1 0,0 3 48,-1 0 1,7 1-44,1-5-451,4 0 0,4 1 16,5-1 0,0-5 0,9-3 0,-2-3-305,1-1 1,-1 0 172,6 0 0,-6 0-311,1 0 0,-2-1-591,-2-3 155,0 2 1,-1-4 291,-2 2 1,-3 2-532,-2-2 531,-2-3 0,5 0 135,-3-5 0,-3-4 61,3-1 1,-2-5-122,-2 2 1,0-7-509,0-2 1,4-5 391,0 1 0,1-8 203,-1-4 1,-1-2 118,5 2 1,-5-1 126,1 5 0,-2 2 361,-2 11 913,0 4-200,-6 17 1,-5 14-421,-5 14 0,-1 8-174,5 7 0,1 7 128,3 2 1,-2 3 146,6 1 1,0-1-175,4-3 1,6 1 49,2-4 1,8-1-340,5-5 1,2-5-138,2-7 1,5-6-278,2-10 1,4-4 170,1-8 0,-6-8-2012,-2-9 0,-4-1-426,-5 2 1,-3 2 2392,-9 6 0,-19-11 0,-10-3 0</inkml:trace>
  <inkml:trace contextRef="#ctx0" brushRef="#br0" timeOffset="82.04">29523 10362 7801,'6'-6'0,"4"4"0,-6-7 1018,6 1 0,-8-4-30,7 0 1,-5-1 195,4 1 1,-5 0-455,1-1 1,-3 1 159,-1 0 0,0 4-419,0-1 0,-11 7 8,-5-2 0,-7 5-223,-6 7 1,-3 2-42,-5 10 1,1 1-112,-1 3 0,4 6 41,0 3 0,7-1 36,1 0 1,8-4-60,8 1 0,5-8-221,8 0 1,10-7 152,11-2 0,10-5 166,10-7 1,3-2-275,1-2 1,3-3 110,-2-5 1,-8-4-114,-9-1 0,-11 5-418,-2 4 27,-10 0 1,-6 1 223,-8 3 0,-9 2-90,-7 2 1,-5 2-44,-3 2 1,0 3 107,-5 5 0,2-1 296,-2-3 0,-1 4-137,5 1 1,-1-1 238,2 4 1,2-1-40,-3 2 1,3 1 63,1 2 1,5 3 74,-1-2 1,6 2 289,-1 2 0,8-2 35,3-3 1,4 2 372,1-5 0,7-1 112,5-4 1,7-3-507,10-1 1,5-7 466,11-1 1,2-5-1022,10-8 0,3 0-216,2-4 0,-3 2 216,-10-5 0,-11 5 0,-5-2 0,-8 8 0,-9 1-105,-5 5 1,-11-1-3252,0 8 1,0 3 713,0 5 0,0-4-2302,0 0 4944,-5 1 0,-2-13 0,-6-5 0</inkml:trace>
  <inkml:trace contextRef="#ctx0" brushRef="#br0" timeOffset="83.04">30236 10940 7781,'0'-12'2985,"0"0"1,0-1-1502,0 1 1,0 0 1865,0-1-2340,0 1 1,2 1 626,2 3-2133,-3-3-631,5 10 1,-6-3-1942,0 8 1,1 2 3067,3 7 0,8 15 0,8 5 0</inkml:trace>
  <inkml:trace contextRef="#ctx0" brushRef="#br0" timeOffset="84.04">4836 13721 7787,'0'-6'3673,"6"0"-1755,-5 1-362,5 3-633,-1-3-411,-4-1 0,6 5 626,-3-3 212,-2-3-767,3 6 0,-1-6 108,0 3 1,1 1 255,-5-5-35,0 5-525,0-8-163,-6 4 1,-1-5-375,-5 0 1,4 3 154,0 1 1,-1 6 45,-3-3 0,0 4-121,-1 1 0,1 0-174,0 0 0,0 0 28,-1 0 1,1 7 22,0 5 0,-5 0 34,1 5 1,-2 2 106,2 2 1,2 3-104,-3 5 0,4-3-13,1 3 0,1 1-82,2-2 1,0 5 97,5-4 1,0 0 16,4-5 0,1 4 37,3-4 0,3 2 1,5-9 0,1-1 181,-1-4 1,4-1-63,1-3 0,0-2 338,0-6 0,-2 0-70,5 0 0,-5 0 51,2 0 1,-3-4 124,-2 0-165,0-6 67,0 3-176,1-5 1,-6 4 339,-3 0-251,-3 5-292,-1-8 1,-4 8 15,0-5 1,-6 5-146,2-1 217,-3 3 1,-1 1 15,0 0 1,-1 0 35,1 0 0,-2 5-8,-2 3 1,2 3-72,-2 2 0,-2 4 50,2 4 0,-5 2-155,5 2 1,-5 4 57,5-1 0,-5 6-86,5-1 0,-1 1 61,5-1 1,1 1-90,3-5 1,2 4 125,6-4 1,2-5 113,2-3 0,8-5 78,9 5 1,3-8-45,5 0 1,-3-2 131,3-7 1,1 0-60,-1-4 0,5-2 331,-1-2 0,-3-7-567,-2-5 0,-6 0 0,-1 3 0,-6 2 0,1 3 0,-2-1-450,-2 5 0,0-1-2965,1 5 0,-1 0 566,0 0 2849,1 0 0,-17 0 0,-5 0 0</inkml:trace>
  <inkml:trace contextRef="#ctx0" brushRef="#br0" timeOffset="85.04">5833 14275 7795,'-8'0'3156,"0"0"-2310,5 0 1,-4 0 1510,3 0-702,3 0-710,-5 0-351,6-5 0,2 2-53,2-5 1,-2 4-4,7-5 0,-5 1-144,4-4 0,0 0 100,4-1 1,1 1-184,-1 0 1,0-1 14,1 1 1,-1-6-139,0-2 1,2 1 38,2-2 0,-2 5-269,2-5 0,2 5-28,-1-5 0,3 6-81,-3-1 0,-1 8 46,-4 4 0,1-2-97,-1 2 0,-4 0 122,0 4 0,-1 5 57,1 4 1,3 0 78,-3-1 0,-1 3-42,2-2 0,-3 1 152,3 3 1,0-1-57,-5 0 1,6 1 141,-2-1 1,-1 0-89,1 1 0,-4-1-64,4 0 0,-1 1-31,1-1 1,2 0-98,-6 0 0,4 1 1,-4-1 1,6 0 51,-2 1 1,-1-5-63,1 0 0,0-5-2,5 1 1,-1-3-7,0-1 1,1 0 84,-1 0 1,0 0 18,1 0 0,3-5-1,0-3 1,5-3 9,-5-2 0,5 1 105,-5 0 1,5-5-73,-5 1 0,1-5-88,-5 5 0,0-2-82,0 2 0,-5 2-190,-3-2 0,2 6-539,-2 2 1,0 4-2652,-4-4 2328,0 5 1121,0-3 0,0 6 0,0 0 0</inkml:trace>
  <inkml:trace contextRef="#ctx0" brushRef="#br0" timeOffset="86.04">6978 14583 7791,'-7'0'3925,"1"0"-2499,6 0 104,0 0 1,0-6-1054,0-2 0,4-4 175,1-5 0,4-2-118,-1-5 0,3-2 45,2-3 1,-5-2-200,0-6 0,0-4-120,4 0 0,-3-5-77,-1 5 1,-1 0-1,1 5 0,-1 0 73,-3 3 1,-3 3-40,3 5 1,2 6 67,-2 3 0,1 2 5,-1 2-235,-2 0 41,9 5-204,-4 1 1,1 6 17,0 0 0,-4 0 120,4 0 0,-4 0-243,5 0 1,-3 6 26,3 2 1,0-1 117,-5 1 0,6 0 91,-2 5 1,2-1 10,-2 0 1,1 5 15,-4-1 1,4 2 136,-1-2 0,-1 3-143,1 6 1,1-5 4,3 1 0,-1-1-27,-3 5 0,3-2 33,-3-2 0,3 2 7,1-2 0,1-4-9,-1 0 0,0 1-1,1-2 1,-1-1 33,0-7 1,1 2 124,-1-6 1,0 4 111,0-4 1,-3 0-66,-1-4 1,0 0 21,4 0 0,-1-1 147,-2-3-144,1-3 1,-3-7 27,6-2 0,-5 1-274,0-6 1,-1 5-38,1-5 0,-1 1 0,-3-5 0,-1-3 0,5-1 0,-5-7 0,1-1 0,-1-1-452,1-7 0,-2-4 171,7-5 1,-5 1-205,4 4 0,-4 1 150,4 3 0,0-2 102,5 6 1,-5 4 39,0 5 0,-1 4 126,1 0 1,-1 7-577,-3 5-386,-3 2-2450,5 7 1719,-6 2-1852,5 5 3612,-3 0 0,14 16 0,-2 5 0</inkml:trace>
  <inkml:trace contextRef="#ctx0" brushRef="#br0" timeOffset="87.04">8479 13340 7980,'0'-7'1423,"0"0"-344,0 3 886,0 3-879,0-5 749,0 1-456,0 3-696,-5-3 1,-2 6-259,-6 3 1,5-1-45,0 5 0,0 2-194,-5 6 1,0 4-1,-4 4 1,-2 6-40,-5 3 1,-2 9 64,-3 8 0,2 8-353,10-25 1,1 0-1,0 2 1,0 1 205,0-1 0,-1 0 1,1 0-1,0 0-96,3-2 1,1-1 0,-8 33-82,11-12 0,5-5 48,8-7 1,3-4 106,5-4 1,6-5 4,3-7 1,6-3-116,2-6 0,5-1 55,-1-3 1,1-3 627,-1-5 0,1 0-426,-5 0 1,-1-4 188,-3 0 1,-6-1-366,-2 1-602,-9 2-1888,3-3 1218,-10 5-2773,5 0 2292,-6 0 1738,0 0 0,5-28 0,2-6 0</inkml:trace>
  <inkml:trace contextRef="#ctx0" brushRef="#br0" timeOffset="88.04">8787 13820 7760,'-2'-7'415,"0"2"0,-4 0 673,-1 1 1,3-4 202,-4 4-807,0-6 1,0 8 574,-1-6-680,1 5 1,-3-4 85,3 3 1,-3 2 37,3-2 0,1 3-141,-1 1 1,0 4 38,-5 0 1,2 6-61,3-2 0,-3 3-106,3 1 1,1 2-55,-1 2 0,4-1 0,-4 6 1,5 3-44,-1 5 1,2 0-138,2-4 1,6 3-35,2 1 0,4 0 2,5-5 1,-2-5 164,5-2 1,2-5 35,7-4 1,-2 2 142,6-6 1,-6-3-88,2-9 0,1-5 102,-1-12 1,4-5-251,-4-3 0,-6-3 137,-7 0 0,-4-5-119,-3-1 0,-4 1 53,-5 5 1,-3 0 40,-5 3 1,-7 4-86,-14 9 0,-6-1-8,-6 9 0,-6-2-107,2 10 0,3 2-249,1 6 0,3 3-368,1 5 0,9 0-759,4 0 0,11 2-246,1 3 1,8-4 268,0 4 1363,3 2 0,44 22 0,-15-15 0,-1 0 0</inkml:trace>
  <inkml:trace contextRef="#ctx0" brushRef="#br0" timeOffset="89.04">9303 13992 7809,'13'0'0,"3"0"0,1 0 0,-1 2 770,-4 2 1,1 4 1057,-1 8 0,0 3-938,1 6 1,-7 5 36,-2 3 0,-4 4-36,-4 4 0,-8-3-377,-8 3 0,-4-8-401,0-4 0,-2-5-330,-3-3 1,2-5-419,-6-8 1,6-2 210,-2-6 1,3-1 423,1-4 0,17-29 0,4-12 0</inkml:trace>
  <inkml:trace contextRef="#ctx0" brushRef="#br0" timeOffset="90.04">9919 13832 7809,'-6'-7'2321,"4"-2"-1656,-7 5 1,5-5 532,-4 5 1,4-1 255,-4 1-401,0 2-727,-5-3 0,1 6-104,0 3 1,1 3 73,3 6 0,-2 3 119,6 0 1,0 6 149,4-1 0,0 2-163,0 2 0,0-5-1,0 1 1,5-2-182,3 1 1,9 2-178,3-5 1,4-1 78,0-4 1,1-5-141,-1-3 1,1-2 131,0-2 1,-1-6-134,1-2 0,-5-4-98,1-5 1,-6-2 10,1-6 1,-6 2 99,-2 3 1,-5-2 1,1 5 1,-3-3 7,-1 3 1,-1 1-24,-3 4 0,-3-1-138,-5 1 0,-1 0 47,1 0 0,0 3-203,-1 1 0,1 4 36,0-4 1,0 4 91,-1-4 0,-3 5-44,-1-1 0,1 2 81,4 2 1,-6 0 17,-3 0 0,2 0 58,-1 0 0,5 4 161,-2 1 1,4 3-25,0-4 1,5 1 271,0-1-98,5-2-157,-2 3 232,5-5 864,0 0-1049,5 0 1,-2 0-137,5 0 97,-5 0-301,8 0 471,-4 0-146,-1 0 231,5 0-33,-9 0 491,3 0-76,1 0 109,-5 0-158,5 0-209,-6 0 1323,0 0-1465,-6 0-211,5 0-151,-5 0-654,1 0 176,3 0-58,-3 0 0,5 2 82,0 2-3,0-3 863,0 5 196,0-6 168,0 0-459,5 0 0,2 0 37,6 0 1,0-6-215,4-2 1,-4 1-337,4-1 1,-4-2-1355,0-6 1,3 2 752,1-2 0,-1-2-1908,-4 2 0,1-1 2746,-1 5 0,11-11 0,3-3 0</inkml:trace>
  <inkml:trace contextRef="#ctx0" brushRef="#br0" timeOffset="91.04">10276 13451 7809,'0'7'-97,"0"3"869,0-8 0,-2 3 1450,-2-5-1040,3 0-343,-5 0 1,8-5-148,2-3 0,-1-3 70,5-2 1,0 1-209,4 0 0,2-1 13,2 1 1,-2 0-195,2 0 1,-1 1-37,2 2 0,-3 0-238,2 5 1,-6-4 254,-2 3-382,0 1 1,-1 10-47,-3 2 1,-3 4-129,-1 5 1,-1 2 44,-3 5 1,1 1-83,-5 0 1,4 3 243,-4 1 1,5-4 263,-1-5 0,2-5 181,2 2 0,2-4-176,2 0 0,-1-7 82,5-1 0,0-4-141,4-1 0,5 0-168,-1 0 0,0-6-575,-3-2 1,3-1-1177,1 1 1,-1-3 713,-4 2 990,1-2 0,4-39 0,3-10 0</inkml:trace>
  <inkml:trace contextRef="#ctx0" brushRef="#br0" timeOffset="92.04">10780 13131 7809,'-12'-8'693,"0"-1"1,-1 5-179,1-4 1,4 1 378,0-1 0,5-3 563,-1 3 0,-2-3 25,2-1 1121,0-1-1507,4 1 1,0 4 1447,0 0-1077,0 5 236,0-3-1147,6 6 1,0 4-239,7 1 1,-1 4-319,0-1 0,5 3 0,-1 2 0,6 0 0,-1 4 0,6 2 0,2 5 0,3 2 0,-3 3 0,4 3-171,-4 4 1,-1 7-1124,-3 2 0,-6 8 723,-2 5 1,-9-2 187,-4 1 0,-4-1 391,-4 2 0,-4-1-66,-9-8 1,2 2 25,-5-10 0,0 0 146,0-4 0,-2 3 315,6-3 0,-1 1-80,5-9 0,1-5 124,3-3 1,-2-6-808,6 1-1249,0-8-2798,4 3 3208,0-9 0,1 3-1389,3-5 0,-1-1 435,5-3 2127,1 2 0,3-20 0,0 2 0</inkml:trace>
  <inkml:trace contextRef="#ctx0" brushRef="#br0" timeOffset="93.04">11925 14189 7769,'-18'0'3,"0"-5"1,-2-4 0,3 0 1188,4 1 0,6-3 941,3 2-935,2-1 0,4-1-597,2 2 0,3 4-26,5 5 1,2 0-143,2 0 0,-1 5 17,6 4 0,-1 7-157,5 5 0,-2 3-75,-3 5 0,2 0-89,-5 7 1,-6-1-22,-7 6 1,-3 2-164,-1 3 1,-7 1-166,-5 3 0,-7-1-704,-10 0 0,3-1 39,-3-3 0,3-8-786,2-8 0,5-3 1671,2-2 0,6-2 0,-1-5 0,-3-6 0</inkml:trace>
  <inkml:trace contextRef="#ctx0" brushRef="#br0" timeOffset="94.04">16170 13266 9708,'9'0'1429,"-1"0"1,-4 0-598,4 0 1,-4-4-338,4 0 0,-4-6 181,5 2 1,-5 1 279,4-1-27,-5 0-610,2-4 1,-6 5 59,-3 3 1,-4 2-217,-9 2 0,-2 2 0,-6 2 0,1 3-160,-1 5 1,1 6 86,-1 2 1,0 3-120,1 2 1,0 0-80,4-1 1,2 5 8,6 0 0,5-5 43,3-3 0,3-2 58,1 1 1,6 2 101,7-5 1,0-6 138,8-7 1,1 1 247,6-1 1,-2 0-167,3-4 0,0-5 67,-5-3 0,2 1 64,-9-1-479,-1 5 171,-9-8-217,-1 10 1,-9-5 28,-5 6 0,-2 4-181,-10 0 0,-2 10-511,-7-2 1,-1 13 307,-3 0 1,-1 2 122,5-2 0,0 3 154,5 1 1,2 4 281,6-4 0,1-1-56,10-3 0,1-6 266,4-3 1,6 1 92,2-5 0,10 3 405,6-7 0,2-2-165,7-2 1,0-3-216,4-1 1,0-1-8,0-3 0,1 1-599,3-5 0,-4-3-696,0-1 0,-6-3 694,-6 6 145,0-2 0,-6-34 0,-2-8 0</inkml:trace>
  <inkml:trace contextRef="#ctx0" brushRef="#br0" timeOffset="95.04">17807 13438 7758,'-7'-6'658,"-4"-5"-212,10 4 0,-9-6-13,6 1 0,0 4-19,4 0 0,0 4-80,0-5 1,0 5 495,0-4-309,0 5 0,0-3 1111,0 1-695,0 4 0,4-3-428,0 8 0,2 4 470,-2 9 0,-3 2-260,3 5 1,-1 11-27,1 2 1,-2 2-356,2-2 0,-3 0-230,-1 0 1,0 3 9,0-3 0,4-3-141,0-10 0,0 1 188,-4 0 0,0-6 259,0-3-5726,0-2 1179,0-7 826,0-2 3297,0-5 0,17-33 0,3-8 0</inkml:trace>
  <inkml:trace contextRef="#ctx0" brushRef="#br0" timeOffset="96.04">17869 13475 7769,'-9'0'1297,"1"0"-204,5 0 590,-2-5-203,5 3-598,0-3-435,0 5 0,1 0-121,3 0 0,-1 0 201,5 0 0,1 1-50,3 3 1,0 3-74,1 6 0,-1 0-198,0 4 1,5 0-39,-1 4 0,2 2-152,-2-2 1,-2 2 78,2 2 0,-2-6-152,-2-3 0,1 2 54,-1-2 1,-4 1-169,0-5 158,-5-5 105,8 4 101,-10-10 62,5 5 1,-6-8 376,0-2-420,0 3 0,-2-9-320,-2 6 0,3-1 118,-3 1-287,2 2 1,2-5 89,0 3 0,-1 3-207,-3-3-93,3 2-161,-5 2 449,6 0 0,-1 0 31,-3 0 947,2 0-603,-3 0 0,3 0 842,-2 0-428,3 0-360,-4 0 1,3 0-110,-2 0-284,3 0-390,-5 0-1090,6 0 276,0 0 1,17-11 0,3-2-1</inkml:trace>
  <inkml:trace contextRef="#ctx0" brushRef="#br0" timeOffset="97.04">18078 13697 7754,'0'7'-87,"0"4"0,0-9 694,0 7-91,0-7 592,0 9-343,0-9 1187,0 8-1286,0-8 1,0 2-89,0-8 1,4-3 9,0-5 1,0-6 197,-4-3 0,4-7-333,0-5 0,0-3 44,-4-1 0,0-4-510,0 0 1,0-4 54,0 4 1,0 6-605,0 6 0,0 3-988,0 1-1420,0 6 1733,0 7 0,0 8 1237,0 8 0,-5 30 0,-2 13 0</inkml:trace>
  <inkml:trace contextRef="#ctx0" brushRef="#br0" timeOffset="98.04">17389 13537 7757,'0'-8'-496,"0"-1"0,1 5 1464,3-4 1,-2 4 249,2-4-490,-3 0 0,-1-1 205,0 1-95,5 5-264,-3-2 0,3 6-198,-5 3 0,0 9 120,0 7 0,0 5-150,0 4 1,0-2-152,0 6 1,-1 0-230,-3 3 1,2 1-306,-2 0 0,-1-1 367,1-3 0,0-3 100,4-6 1,0-3-2376,0-1 0,0-5 2247,0 2 0,16-31 0,5-8 0</inkml:trace>
  <inkml:trace contextRef="#ctx0" brushRef="#br0" timeOffset="99.04">18275 13475 7728,'-8'0'3160,"-1"0"-1953,7 0 1,-4 2-372,6 2 1,0 7-78,0 5 0,0 6-318,0-2 1,0 5-84,0 4 0,0-3-261,0 3 0,0-5 111,0-3 0,0 1-679,0-6 1,0 0 276,0-3-849,0-7 1,-4-1-125,0-10 0,0-3-353,4-8 0,0-3 710,0-6 1,0-5-96,0-3 0,0-2 652,0-2 1,0 5 96,0 4 0,4 2 342,0 1 0,1 0-213,0 1 0,1 5 903,7 2 1,-1 4 222,0 0 0,6-3 604,3-1 1,3 2-875,5 7 1,-3-3-33,3 3 0,1 3-242,-2 0 0,1 4-178,-4 1 1,-6 7-81,-3 5 0,-7 6-85,-5 7 0,-3 5 114,-1 3 0,-10 3-120,-2 5 0,-8 2-39,-1 2 0,-2-3-115,-2-5 1,-3-5-197,-1-4 1,0-3-731,4-4 1,2-5 456,3-8 0,-2-2-2208,5-6 1041,1 0-173,9 0 0,3 0 1757,8 0 0,47 0 0,16 0 0</inkml:trace>
  <inkml:trace contextRef="#ctx0" brushRef="#br0" timeOffset="100.04">18865 13352 7740,'6'-12'3996,"-5"5"-2940,5 2 1,-12 7-476,-2 7 1,-3 0-206,-1 12 0,-1 3 115,1 5 0,0 5-113,0-1 0,-1-2 16,1 2 1,5-1-183,3 0 1,4-1-62,4-7 0,4-5 37,9-2 0,-1-8 0,9 0 0,-2-8-122,10-1 0,-6-6 95,2-6 1,-3-6-371,-2-2 0,1-3 117,0-2 0,-10 0-1533,-3 1 1,-6 5 98,2 2 1,-6-1-278,3 2 0,-5 1 781,-5 7 1022,-7-3 0,-34 15 0,-13-3 0</inkml:trace>
  <inkml:trace contextRef="#ctx0" brushRef="#br0" timeOffset="101.04">18828 13549 7740,'0'12'0,"0"-3"1256,0-1 249,0-5 0,2 2-504,2-5 1,8-1 343,9-3 0,2-5-1349,2-7 1,3 1 43,1-6 0,-2 2-2004,-6-1 1,-1 1 1112,-7 2 0,0 2-473,-8-5 0,-1 5 533,-4-2 0,-10 4 328,-2 0 0,-10 2 449,-3 3 1,2-1-7,-2 4 0,2 0 1302,7 1 1,-5 2-236,5-2 2353,5 3-2624,0 1 1,11 0-626,0 0 0,10 1-229,6 3 1,6-2-359,-2 2 0,4-3-368,0-1 1,1 0 803,-1 0 0,17-11 0,5-2 0</inkml:trace>
  <inkml:trace contextRef="#ctx0" brushRef="#br0" timeOffset="102.04">19148 13328 7740,'0'12'0,"0"0"439,0 1 0,0 0 641,0 4 0,0-2-385,0 5 1,-4 1 171,0 3 1,0 5 146,4 0 1,0 5-477,0-1 0,-1-3-201,-3-1 1,2-5-208,-2-3 0,-1-4-118,1-4 0,-6-6 192,2-3 0,1-8 40,-1-5 0,4-7-95,-4-5 1,5-13-165,-1-7 0,2-5 35,2-3 1,2-5 4,2 1 1,7 5-97,5 7 1,6 4 9,-1 4 0,3 5-45,5 7 1,-2 9-160,6 8 1,-6 9-269,2 7 1,-8 8 173,-5 8 0,-9 4-143,-7 5 0,-7 0 42,-9-1 1,-9 5 87,-8 0 0,2-4-7,-2-4 0,6-7-233,-2-1 0,4-3-274,5-10 0,6-2 93,6-10 1,5-2 792,-1-2 0,28-24 0,16-11 0,1-5 0,0 1 0</inkml:trace>
  <inkml:trace contextRef="#ctx0" brushRef="#br0" timeOffset="103.04">19555 13315 9021,'0'-7'3598,"0"1"-1683,0 2-786,0 2 0,0 10-764,0 9 0,-5 7-43,1-3 0,-4 6 170,4 2 1,-4 1 26,4-1 1,-2-3-159,2 2 0,3-2-171,-3-1 1,4-4-53,4-1 1,-1-5-107,5 2 1,1-8-79,8-1 1,-2-5-268,5 1 0,-3-3-418,3-1 1,-5-5 341,2-3 0,-5-3-1437,-4-1 1,3-1 902,-3 1 0,-2 0-1038,-2-1 1,-3 1 1960,-1 0 0,-22-22 0,-5-6 0</inkml:trace>
  <inkml:trace contextRef="#ctx0" brushRef="#br0" timeOffset="104.04">19530 13500 10799,'14'-12'1009,"2"-1"0,-2 0-1041,2-4 1,2 2-2219,-2-5 0,-1 3 430,-6-3 1820,-4 5 0,-16-19 0,-3 1 0</inkml:trace>
  <inkml:trace contextRef="#ctx0" brushRef="#br0" timeOffset="105.04">19567 13291 7740,'-12'0'0,"-1"0"0,1 1 1345,0 3 1865,-1-2-2178,1 3 1,5-4-523,3 3 0,8-2-1115,4 2 1,7-3 45,2-1 0,5 0-199,-2 0 1,-1 0 757,2 0 0,16-5 0,8-2 0</inkml:trace>
  <inkml:trace contextRef="#ctx0" brushRef="#br0" timeOffset="106.04">19764 13549 7740,'0'25'0,"-4"2"0,0-2 1178,-6 2 1657,9-13-1150,-5-2 0,6-8-873,0-8 1,4-8 121,0-9 1,6-8-430,-2-3 0,3-4-55,1-1 1,2 6 1,2 2 0,-2 0 53,3 5 0,-4-2-266,0 9 0,-1 5-59,0 4 1,0 5-53,1-1 1,-1 14-122,0 6 0,5 2-348,-1 2 1,1 1 250,-5 3 0,0-4-1583,0-4 833,1-2 671,-1-8 1,-5-6 182,-3-8 0,-3-7 310,-1-1 1,-1-6-289,-3 1 1,-3-2-65,-5-1 0,-1 4-2695,1 4 1359,-6 2 1364,5 7 0,11 13 0,11 8 0</inkml:trace>
  <inkml:trace contextRef="#ctx0" brushRef="#br0" timeOffset="107.04">20194 13303 7740,'-4'12'2444,"0"1"0,0 3-1251,4 0 0,0 2 475,0-1 0,0 2-1175,0 5 0,0-3-244,0-1 1,0-5-467,0 2 185,0-3-4,0-2 1,0-11 254,0-5 1,0-11 48,0-5 0,6-5-214,2-4 0,3 2 73,1-6 1,2 6 97,2-2 0,2 4 20,2 5 1,4 2-142,-4 6 1,5 1-10,4 3 1,-2 4-204,6 8 1,-10 4-152,2 8 0,-10 3-277,-3 6 0,-5 5 270,-7 3 0,-13-2-45,-7 2 1,-10 0-148,-11 4 1,-3-3-19,-5-5 1,1-2-76,3-10 0,4-2-204,8-7 1,4-3-264,9-5 1,7-1 280,9-3 1,4 1-969,4-5 1705,9 0 0,17-19 0,8-8 0,5-2 0,0 0 0</inkml:trace>
  <inkml:trace contextRef="#ctx0" brushRef="#br0" timeOffset="108.04">20650 13315 15498,'0'18'1331,"-6"1"-623,-2 6 1,1 1-249,-1 3 0,5 2-134,-1 6 1,-1-4-299,1 0 0,1-6-19,7 2 1,2-5-29,2-3 1,4-5 136,0-8 0,1-2-64,3-6 1,-1 0-201,2 0 1,-4-6-252,4-2 1,-4-3-1371,0-1 1,-1-2 837,0-2 1,-1 2-312,-3-2 0,-2-2 1240,-6 2 0,-18-17 0,-8-6 0,-1-1 0,-1 0 0</inkml:trace>
  <inkml:trace contextRef="#ctx0" brushRef="#br0" timeOffset="109.04">20638 13451 7740,'0'12'930,"-6"-5"0,6-2 1254,0-5 0,6 0-1471,6 0 0,0-5-341,0-3 0,1 1-2202,-1-1 0,0-1 1038,1-3 0,-7 0-914,-1-1 1,-4-3 1052,-1 0 1,-1-1 652,-4 5 0,-3 1-57,-8 3 1,2-3-48,-2 3 1,3 1 744,5-1 0,-3 5 869,3-1 1,3 1 1550,1-1-2366,2 3 1,5-9-1499,5 6 1,2-2-178,10 2 1,1 2-612,3-7 1,1 7 790,0-2 800,5 2 0,23 46 0,-21-17 0,0 1 0</inkml:trace>
  <inkml:trace contextRef="#ctx0" brushRef="#br0" timeOffset="110.04">20908 13365 7740,'-5'30'0,"-2"-3"0,-5 6 0,3-6 1298,1 2 1,4-2-30,-4 2 0,5-4 297,-1-1 1,3-9-46,1-7-750,0-5 0,5 1-296,3-8 1,3-10-69,2-10 1,3-6-313,0-7 1,6 0 62,-1 0 0,-2 0-254,1 0 1,-4 7 291,0 5 1,-2 2 987,-2 7-774,0 5 0,-1 7-18,-3 8 1,-2 14-134,-6 10 0,1 7-37,3 1 0,-1 1-943,5 0 0,0-3 511,5-5 1,0-6-175,4-10 1,-3-8 45,2-5 0,-2-11-81,-2-9 1,-1-9 436,-3-4 1,-2 2 532,-6-2 0,-2 6-433,-2-2 0,-3 4-66,-5 5 1,0 2-4184,-1 6 2129,-4 5-3288,3 1 5290,2 12 0,28 12 0,11 8 0</inkml:trace>
  <inkml:trace contextRef="#ctx0" brushRef="#br0" timeOffset="111.04">21302 13340 9397,'6'-8'3905,"2"0"0,14-2-3000,6-6 0,9-4-572,8-4 0,5 1-423,7 2 1,-4-1-453,-8 6 1,-4-1-403,-8 5-160,-3 5 725,-10 2 1,-14 10-473,-10 3 1,-5 2 250,-4-2 1,-3 3 241,0-3 0,-5 3 156,5 2 1,-5-1 144,5 0 0,-2 2 307,2 2 0,2-1 419,-3 6 1,0-1 812,0 5 1,1 1-952,4 3 0,1-1-121,2 9 1,0-3 450,5 7 0,0-2 428,4-2 0,0-6-1475,0-2 0,4-9 88,0-3-3663,5-4 3761,-2-6 0,-5-40 0,-4-14 0</inkml:trace>
  <inkml:trace contextRef="#ctx0" brushRef="#br0" timeOffset="112.04">23689 10190 7946,'0'-13'77,"0"1"0,0 0-77,0-1 0,2 2 913,2 3 1,3-3-267,5 3 0,0 1-116,1-1 0,-1 5 82,0-1-366,1 3 0,-8 1-65,-5 0 1,-15 5-96,-18 3 0,-13 7-79,12-6 1,-2-1 0,-1 3 0,-1 0-205,-5-1 1,0 0 0,-2 3 0,-1 2 253,1-1 1,0 0 0,0 1 0,1-1 15,3-1 0,0-1 0,3-1 1,1 1 112,-25 8 1,20-3-62,22-9-121,10-2 0,10-6 182,8 0 1,3 0 7,1 0 0,6 0 484,3 0 1,7 0 270,5 0 1,-1 5-483,1 3 1,-6 7-231,2 2 1,-6 9-177,-7-2 0,-5 10 184,-11 3 1,-11 3 0,-5 9 0,-13 3-360,11-22 0,-1 2 0,1 1 0,-1 1 195,-2 0 0,1 1 0,3 1 1,1 0-153,1-2 1,2 1-1,2 0 1,3 0-85,-5 27 0,15-5-300,14-12 1,10-3 261,15-5 1,1 3 63,4-3 0,-4-3 69,-5-9 0,-6-2-38,-2-2 1,-8-1 190,-5-8 0,-2 2 276,-2-10 0,2 6 568,2-2 1,3-3 19,6-1 0,1-2 378,2-2 0,4-2-608,5-2 1,-2 2-641,-2-7 1,-3 7-634,-5-2 1,-6-2-972,-3 2 0,-2 0 487,-2 4 1,1 0 1028,-1 0 0,11-16 0,3-5 0</inkml:trace>
  <inkml:trace contextRef="#ctx0" brushRef="#br0" timeOffset="113.04">30224 10103 7906,'0'-16'66,"0"0"0,0-5 0,0 5 1,-1-5 576,-3 5 1,2 3 2451,-2 5-463,3 5-1982,-5-2 1,6 10 158,0 4 1,11 2-216,10 1 1,9 0-23,7 1 0,12-1-370,12 0 0,-26-6 0,2 0-280,1 0 1,2 1 0,0 1 0,0 0 154,-2 0 1,-2 1-1,30 7-127,-13-4 1,-9-3 30,-7-1 0,-7-1 98,-10 1 1,-3 3-239,-9-3 0,-3 7 41,-5 1 0,0 5 103,0-5 0,0 6 107,0-1 0,0 2 484,0 2 1,0-1-431,0 1 0,2-2 140,2-3 1,-1 4-94,5-4 0,-1 3-3,1 2 0,1 0-331,-5-1 0,5-3-22,-5-1 1,0 1-81,-4 3 1,0-3 105,0-1 1,0-3-66,0 3 0,0-5 86,0 2 1,0 1 77,0-2 0,-4-4-67,0-3 54,0-1 1,2 3 178,-2-3-151,3-3-69,-5-5 118,6 0 0,-1 0 69,-3 0 1,-3 0-183,-5 0 1,-6 0-137,-3 0 1,2 0 180,-1 0 0,-2 2-5,-7 2 1,3-1 38,-3 5 1,-1 0-23,2 4 0,-7 1 0,3-1 1,0-1 36,-1-3 0,2 3 165,-2-3 1,0-2-255,9-2 0,-2 1-439,9-1-298,1 0 1,8-4-75,-1 0-407,7 0 0,-2-4 292,8 0 1,-2 0 1007,7 4 0,43 6 0,15 0 0</inkml:trace>
  <inkml:trace contextRef="#ctx0" brushRef="#br1" timeOffset="114.04">4443 12146 7925,'-9'0'-124,"1"0"0,1-1 274,-1-3-104,-3 2 229,10-9 0,-5 9 336,6-6 392,0 5-275,0-3-221,6 1 0,1 3 28,5-2 1,2 2-152,2-2 0,-1 2-93,6-2 0,-5 3-56,4 1 0,1 0-140,4 0 0,-1 0 72,1 0 1,-1 0 47,1 0 0,4 4-41,-1 0 1,7 0-164,-3-4 0,8 0 61,1 0 0,6 0-146,-2 0 0,7 0-152,1 0 1,4 0 277,-3 0 0,-5 0-87,-4 0 0,-1 0 56,1 0 0,6 0 16,-6 0 0,9 0 17,-4 0 0,2 1 8,-3 3 1,3-2 193,-3 2 0,2-3-50,-10-1 1,1 0-67,-1 0 0,7 0-6,5 0 0,5 0-196,-5 0 0,4 0 32,-3 0 1,2 0-78,-7 0 0,7-1 82,-7-3 1,9 2-94,-1-2 1,6 3 89,-1 1 1,-4 0 4,-8 0 0,-7-1 117,-2-3 1,-2 2-89,-2-2 0,-3 3 44,3 1 1,-3 0 2,7 0 1,5-4 0,0-1 0,-1 1-47,-8 4 1,-1-4-7,1 0 0,-1-1-66,-3 1 1,2 2 74,-2-2 1,4-1-24,4 1 1,7-1 14,5 5 1,-1-4-28,-7 0 1,2 0 18,-6 4 0,-1 0 169,-8 0 0,-2 0-127,-5 0 1,4 0 87,-1 0 1,7 0-61,-3 0 0,4 0 92,1 0 1,4-4-99,0 0 0,4-4 2,-4 4 0,0-5-55,-4 5 1,-1-1 4,-4 1 1,8 2-133,-3-2 0,3 3 88,-3 1 0,1 0-117,3 0 1,-3 0 154,3 0 1,-3 0-36,-1 0 1,-4-1 145,0-4 0,-6 4-123,2-3 0,3 1 119,0-1 0,4 3-84,1-3 1,7-2 6,5 2 1,0-1-107,4 1 0,-2 2 112,-2-2 1,-1 3-121,-3 1 0,-4-4 94,-8 0 1,3-1 16,-4 5 1,8 0-23,1 0 1,0 0 84,-4 0 1,0 0-85,0 0 0,2-1 4,-2-3 0,-2 3 187,-11-4 1,2 3 31,3-2 1,-2 1-250,6-5 0,0 5 81,4-1 1,1-2-206,3 2 0,1 0 52,4 4 0,-4 0-115,-5 0 0,-4 0 32,0 0 1,-6 0 94,2 0 0,-3 0 122,-2 0 1,1 0 190,-1 0 1,1-4-141,0 0 0,3-1 132,1 0 1,4 4-57,-4-3 0,8-2-63,-5 2 1,5-1-248,-8 1 1,4 2-12,-5-2 1,5 2-39,-4-3 0,1 4 39,-1-3 0,-2 3 35,6 1 0,0 0 271,4 0 0,-4 0-83,-1 0 0,-4 0 94,0 0 0,-2 0-69,-1 0 0,-2 0 207,-2 0 1,1-2-131,-6-2 0,6 3-90,-2-3 1,0 2-16,0 2 1,-4 0-184,5 0 0,0 0-97,3 0 0,5 0 51,0 0 1,5 0 43,-1 0 0,2 0 17,2 0 1,-4 0 198,0 0 0,-6-1-46,2-3 0,-5 3 191,-3-4 0,1 3-132,-6-2 0,2 2-17,-2-2 1,-2-1-170,2 1 1,2-1 103,-1 5 0,3-4-170,-4 0 1,6 0 89,-1 4 1,-3 0-116,-2 0 1,3 0 57,2 0 1,1 0 31,-2 0 0,3 0 65,-2 0 0,2 0 15,2 0 1,-2-4-4,-3 0 0,2 0 104,-5 4 0,3-2-70,-3-2 0,3 3-27,-3-3 1,-1 3-8,-4 1 0,1 0-2,-1 0 0,4 0-4,1 0 1,1 0-6,-2 0 0,-1 0-7,5 0 1,0 0-18,0 0 0,3 0 26,-2 0 0,6 0 0,2 0 1,0 0-3,-5 0 0,1 0 181,-1 0 0,0-2-29,-4-2 1,2 3 79,-5-3 1,3 2-167,-4 2 1,1 0-22,-5 0 1,5 0-35,-1 0 1,0 0 81,-3 0 1,3 0-181,1 0 0,4 2 74,0 2 0,-2-3-34,2 3 1,-1-2 118,5-2 1,3 0 4,1 0 0,0 0-23,-5 0 1,1-5 27,0 1 1,-1 0-65,1 4 0,-2-4-7,-2 0 0,2 0-41,-3 4 1,2 0 71,-1 0 1,2 0-145,-2 0 0,2 0 50,1 0 0,1 0-105,0 0 0,-1 0 90,1 0 0,-5 0 63,1 0 0,-6-4-105,1 0 0,-2-5-4,-2 5 0,-5-1-340,-3 1-515,-2 2-305,-2-3 401,0 5 502,0 0 0,-6 0-475,-2 0 1,1 0-607,-1 0 1,-4 0 1454,-5 0 0,-48-22 0,28 8 0,0 1 0</inkml:trace>
  <inkml:trace contextRef="#ctx0" brushRef="#br1" timeOffset="115.04">20465 6559 7845,'-1'-12'0,"-3"0"0,2-1 926,-2 1 1,-1 4-365,1 0 1,-2-1 463,2-3 1,3 4-359,-3 0 0,-2 4-132,2-5 1,-1 7-205,1-2 0,1 2-79,-5 2 0,-1 2 77,-3 2 0,-4 0 111,-1 8 0,-1 3-121,2 10 1,-2 1-69,-2 2 0,-3 4 106,2 5 0,3 4-169,2 0 1,2 0-97,2-4 0,5 2 77,3-2 1,4 2-1,4-11 1,4 0-38,9-8 0,2 1-136,5-9 1,5 2 171,0-10 1,6 0-52,2-4 1,0-2 134,4-2 1,2-2-49,-2-7 1,-2 0 10,-6-4 1,0 2-85,-8-5 1,1 5-2,-10-2 1,0-1-16,-3 2 0,-5-6-150,0 2 1,-5 0-160,1 0 1,-3 5 90,-1-2 0,-4-2-55,0-1 1,-6 2-180,2 2 0,-4-2-197,-4 1 0,2-4 174,-3 0 0,4 3-107,1 2 0,-5 2 161,1 2 0,-5 0 52,5-1 0,-6 6 319,1 3 0,-2 3-65,-1 1 0,-7 1 231,-1 3 0,0 3-102,-1 6 1,6 0-15,-2 4 0,9-4 161,3 4-56,4-9 1,7 2-78,6-6 1,7-2 142,9-6 0,9-3 685,8-5 0,7-4-412,1-1 0,4-5 265,-4 2 0,0 2-324,-4 2 1,-2 2-220,-2 2 1,-4 1-284,-9 3 1,-6 1-569,-6 3-7446,-5 2 3896,8-3 4119,-10 5 0,10-6 0,-4 0 0</inkml:trace>
  <inkml:trace contextRef="#ctx0" brushRef="#br1" timeOffset="116.04">20921 6153 7916,'-13'-12'584,"1"-1"1,1 1 828,3 0 1,2 4 158,6-1 0,2 1-799,2-4 0,4 0-220,8-1 0,5 1-82,8 0 0,1-1-33,3 1 1,5 1-224,-5 3 0,4-3-150,-9 3 0,1 2 20,-4 2 1,-2 3-178,-3 1 1,-7 1-239,-9 3 1,1 7 145,-1 6 0,-1 5 39,-7-2 1,1 3 25,-5 2 0,0 0 79,-4-1 1,-1 2 57,1 3 1,-5-3 139,1 3 0,0-3 60,3-2 1,2 4-27,3-4 0,-1 2 318,5-9 0,-1-1-163,5-4 1,6-1 381,2-3 0,9-2-203,3-6 0,3-6-62,2-2 1,5-4-288,3-5 0,-3 4-194,-1-4 0,-8 4-539,0 0 1,-6 1-2507,1 0-3396,-2 5 6458,-2 1 0,-32 12 0,-9 1 0</inkml:trace>
  <inkml:trace contextRef="#ctx0" brushRef="#br1" timeOffset="117.04">19665 6608 7877,'0'-12'8,"0"0"0,2-5 559,2 1 0,-3 0-134,3 3 1,3-3 581,1-1 1,3 1-256,2 4 1,-1 1-18,0 3 1,0-3-190,1 2 0,-5 4 568,0 1-758,-5 3 1,1 2-110,-8 3 1,-8 8 54,-9 9 1,-6 3-78,-2 5 1,-4 3-203,4 5 0,-3-5-80,3 1 0,0-6-140,5 2 1,0 1-12,4-1 1,3-6-235,9-6 1,-1-4 223,5 0 0,2-7 57,10-1 0,2-4 376,11-1 0,3 0-134,5 0 0,4 0 527,-5 0 1,7-6-226,-3-2 0,0 1-151,1-1 1,-2 4-592,2-4 0,-7 5-952,-6-1 1,-5 3-1150,2 1-1812,-3 0 4264,-8 0 0,-33 16 0,-14 5 0</inkml:trace>
  <inkml:trace contextRef="#ctx0" brushRef="#br1" timeOffset="118.04">19431 7101 7333,'6'-7'3739,"1"-3"-2227,5 6 1,5-4-529,-1 4 0,6-6-99,-2 2 1,4 3-836,0 1 1,1-2-553,-1 2 1,0 0-130,-4 4 0,2 0-1817,-6 0 2448,1 5 0,-10 2 0,-2 5 0</inkml:trace>
  <inkml:trace contextRef="#ctx0" brushRef="#br1" timeOffset="119.04">18755 6768 7852,'12'-12'1,"0"-6"-1,1-2 1,-7 1 287,-1-2 1,-4 6 455,-1-1 1,0-2 105,0 2 0,-6-1 393,-2 5 1,-8 5 109,-5 3 1,2 3-654,-1 1 1,-1 2-156,-3 6 0,3 2-225,0 11 0,5 0-259,-4 8 1,5 1 64,-2 3 1,5 7-94,4-3 1,2 2 144,6-2 0,2 0-141,2 0 0,4-6-82,8-2 0,9-4-7,8-5 1,4 1 474,4-9 0,4-4-56,8-12 1,-2-4-167,2-8 1,0-9 33,-3-8 0,-8-4-43,-9-4 0,-11 2-98,-2-7 0,-6 7-222,-6-2 1,-5 4 32,-11 4 0,-8-1 112,-12 5 0,-4 2-348,-5 6 0,-5 5 127,-3 8 0,-3 2-568,-1 6 1,-2 2-250,6 2 1,1 3-513,16 5 1,4 4 1532,8 1 0,4 0 0,3 0 0,4 2 0</inkml:trace>
  <inkml:trace contextRef="#ctx0" brushRef="#br1" timeOffset="120.04">21930 6362 7840,'8'-8'540,"0"0"1,-4 4-21,4-4 0,-4 3 290,5-3 1,-7 4-268,3-4 0,0 4 530,-1-4 278,0 5-935,-4-3 0,-7 8-274,-5 2 0,-7 4 37,-10 9 1,2 2-1,-6 5 0,2 1 31,-2 0 1,1-5 0,4 1 0,6-2 0,-3 1 0,5 2-33,-1-6 1,3 2-100,6-1 1,5-4 252,3 4-302,-3-4 1,7 0 157,0-1 1,6-5 172,6-3 0,2 1 88,2 0 1,-1-1 306,6-4 1,-2 0-12,1 0 1,8 0-294,-4 0 1,4 0-106,-4 0 0,5 0-128,0 0 1,-1 0-192,-3 0 0,0 0-365,-1 0 1,-5 0-530,-2 0 0,-4 0-1407,0 0-2043,-1 0 1445,-5 0-597,-2 0 3468,-5 0 0,-16-22 0,-5-6 0</inkml:trace>
  <inkml:trace contextRef="#ctx0" brushRef="#br1" timeOffset="121.04">22890 6461 7840,'-9'0'560,"1"0"0,4-4 796,-4 0 1,5-2-296,-1 2 0,-1 1 2029,0-5-2274,1 0 1,10-4-373,2-1 0,4-3 60,5-1 1,0 1-83,4 4 1,4-5-26,-1 1 1,1-5-156,4 5 1,1-2-1,-2 2 1,5 2-61,-4-2 0,4 2 0,-5 2 1,1-1-161,-4 1 1,-5 5 78,1 3 1,-6 3-82,1 1 0,-2 0-98,-2 0 1,-1 1-146,-3 3 0,3 3 41,-3 5 0,-1 2-156,1 2 0,-5-2 155,1 3 0,2 0-38,-2 0 1,0 3 259,-4-3 1,0 3-118,0-3 1,-1 4 175,-3 0 0,-3 1 94,-6-2 1,1 4 118,0-4 0,-5 3-84,1 2 1,-2-5-85,2 1 0,2-5-121,-2 5 1,2-6-144,2 1 1,-1-2-145,1-2 0,0-3 77,-1-1 0,1-6 228,0 3 0,0-10-41,-1-3 0,2-4 11,3-4 0,-6-4-35,6-4 0,-5 1 25,4 2 1,-2-2-67,-1 2 1,0-1 3,0 2 1,-1-2-73,1 6 1,0-2 47,-1 1 1,1 4 9,0-4 0,-2 4 46,-2 0 0,1 1 81,-6 0 0,2 1-50,-2 3 0,-2 1 120,3 3 0,0 2-119,0-2 0,1 3 17,-2 1 0,-1 1-58,6 3 1,0-1 52,3 5 1,-3 0-51,0 5 1,-1-1 66,5 0 0,-1 2 3,1 2 1,0 0 19,0 4 0,-1-4 132,1 5 1,0-1 87,-1 5 0,0 0-76,-4-1 0,8 5-48,-4 0 0,4-1-18,-3-3 1,5 0-142,3-1 1,2-5 61,2-2 0,0-4-242,0 0 240,6-1 1,1-4 25,5 1 1,0-7 88,0 2 1,5-2 236,-1-2 1,2-4-19,-2 0 1,-1-6-68,6 2 0,-1-3-120,5-2 0,-4-3-45,-1 0 1,1-6-229,3 1 1,1-2 67,-1-2 0,-4 2-185,-4 3 1,-2-2-587,-2 5 310,0 1-1155,-5 4 784,-1 5 0,-8 1-289,-2 6 0,1 4-5,-5 1 1,4 4-687,-4-1 0,5 3-2846,-1 2 4665,-3-1 0,6 0 0,-5 1 0</inkml:trace>
  <inkml:trace contextRef="#ctx0" brushRef="#br1" timeOffset="122.04">23776 11839 7961,'-6'-7'2,"5"0"630,-3 3 1,2 1-168,2-5 0,2 4 264,2-4 1,3 1-166,5-1 0,4-2 3,1 6 1,5-4-105,-2 4 1,7-5 55,2 5 1,1-4-53,-1 4 0,-2 0-171,6 4 1,0-2-2,4-2 1,-4 3-51,-1-3 0,1 3 0,4 1 0,-1 0-50,-3 0 1,2 0-83,-2 0 1,-2 0 45,2 0 0,0 0-156,4 0 0,5-5 24,3 1 0,3-4 110,2 4 1,-1-4-152,0 4 0,-5-5 104,-3 5 0,-7-4-84,-1 4 1,-6 0 41,2 4 1,-3-4-143,-2 0 0,1 0 128,0 4 1,5-4-28,3-1 0,2 1-12,2 4 1,0-1 38,0-3 1,0 3-62,0-4 0,-4 3 42,-1-2 1,-3 2-2,4-2 0,4 1-4,4-1 1,1 3-13,-1-3 1,2 1-33,2-1 0,5 3-8,-5-3 1,-1-2 67,-11 2 1,1-2-23,-5 2 0,5 3 116,-1-3 0,-2 1-58,2-1 1,0 3 105,4-3 1,0 2-120,0 2 1,0 0 24,0 0 0,-1 0 88,1 0 1,-4 0-8,0 0 0,-4 0-206,4 0 1,-5-4 85,5 0 1,4-4-219,4 4 0,4-2-21,-4 2 1,4 3 6,-4-3 0,3 2 76,-7 2 1,0 0 23,-12 0 0,2 0 66,-7 0 0,2 0 150,-1 0 0,2 4-44,-2 1 1,7-1-38,5-4 1,4 0 93,4 0 0,-1 0-50,5 0 1,-1 0-58,1 0 1,1 0-38,-5 0 1,-4 0-182,-4 0 0,-6 0 172,2 0 1,1 0-8,-1 0 1,-1 0 51,-3 0 0,5 0-52,3 0 0,1 0 100,-1 0 1,1 0-4,-5 0 0,4-2 23,-5-2 1,5 3-41,-4-3 0,1-2-29,-1 2 0,-2-4-5,6 4 1,4-4-5,4 3 0,0 1 116,-4 4 1,4-4-107,0 0 1,3 0 131,-7 4 1,1-1-21,-9-3 1,-1 2-19,-3-2 1,-1 3-15,1 1 0,0 0 14,-1 0 0,1-2-71,0-2 0,5 3-14,2-3 1,4 2-75,1 2 0,0 0 96,0 0 0,-2 0-161,-2 0 0,1 0 38,-5 0 1,0 5 32,-5-1 0,5 0 27,0-4 1,-1 4-11,-3 0 1,4 1 32,-1 0 0,7-4 0,-3 3 1,0-3 63,1-1 0,-2 0-65,2 0 0,1 0 149,-5 0 0,0 0-141,-5 0 1,1 0 1,-1 0 0,5-1-2,0-3 1,1 3-4,-1-4 1,-2 4-30,6 1 1,2-4-112,2 0 0,2 0 15,-11 4 1,5 0 67,-4 0 1,-2 0 80,-6 0 0,-2 0-64,-3 0 0,-2 0-2,2 0 0,-2 0 83,-2 0 1,5 4 143,-1 0 0,2 0-65,-2-4 0,2 1-76,3 4 0,1-4-64,-6 3 0,6-1 43,-2 1 0,2-3-138,-1 3 1,-4-1-217,-4 1 0,-5-2-985,0 2-252,-5-3-1226,2-1 1579,-5 0 1,-6 1 1195,-7 3 0,-26 3 0,-13 6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3:07:57.429"/>
    </inkml:context>
    <inkml:brush xml:id="br0">
      <inkml:brushProperty name="width" value="0.09071" units="cm"/>
      <inkml:brushProperty name="height" value="0.09071" units="cm"/>
      <inkml:brushProperty name="color" value="#3165BB"/>
    </inkml:brush>
  </inkml:definitions>
  <inkml:trace contextRef="#ctx0" brushRef="#br0">17475 10202 7857,'-12'-6'0,"1"-2"0,2-3 1179,5-1 0,0 1 0,4 3 0,6 4 1,5 2-1,4 4 238,1 2 1,7 4 0,1 7-1,4 4 1,2 3 0,2 5-447,-1 3 1,-3 7 0,2 6 0,-2-1-636,1 1 1,0 2-1,-6-3 1,-2-1-337,-5-3 0,-2 2 0,-2-9 0,0 0 0,1-7 0,-7-1 0,-2-6 0,-2-2 0,-2-1 0,4-6 0,0 0 0,-1-1 0,-7 1 0,1-4 0,-4-8 0,2-4 0,-4-5 0,5-3 0,2-4 0,0-4 0,2-7 0,0-6 0,0-8 0,0-7 0,2-10 0,-1 27 0,2-1 0,1-2 0,1-2 0,2-2 0,1-2 0,0 0 0,-1-1 0,3 0 0,-1 0 0,0 5 0,0 1 0,-1 4 0,-1 1 0,7-24 0,-3 14 0,-3 8-1456,-4 10 43,-2 7 0,-1 12 1,3 3-1795,4 3 1,3 6 3206,2 3 0,4 20 0,2 5 0</inkml:trace>
  <inkml:trace contextRef="#ctx0" brushRef="#br0" timeOffset="1">18447 10522 7826,'0'-13'414,"-4"1"1,-2 0-1,1 0 1,-2-1-1,2 1 1,-2 0 513,0-1 0,3 5 0,-4 1 0,-2 2 0,-1 2 0,-3 4-507,-2 8 0,1 2 0,-7 13 1,-2 6-1,-4 4 0,2 3 239,4 0 1,0-1 0,7-3 0,4-5-349,6-2 0,4-6 0,2-5 0,4-6 837,8-5-872,10-13 0,8-5 0,8-12 0,0-3 1,2-2-1,-2-1 0,-5 5 1189,-5 5-1707,-3-1 1,-3 15 0,-4 2 0,-5 10 0,-6 10-5210,-3 4 4446,-1-3 1004,-4 8 0,11-4 0,3 6 0</inkml:trace>
  <inkml:trace contextRef="#ctx0" brushRef="#br0" timeOffset="2">18693 10608 8759,'-7'0'4863,"2"1"-2880,5 3 1,-2-2 1587,-2 2-2490,3 3 0,-4-9 0,5 0 769,0-9-1505,5-10 0,2 2 1,6-7-1,5-1 1,6-3-1,3 0 1,2 1-346,1 6-102,-4 3 1,8 8 0,-5 1 0,-2 3 0,-1 5 0,-2 5 101,1 2 0,5 16 0,2 1 0</inkml:trace>
  <inkml:trace contextRef="#ctx0" brushRef="#br0" timeOffset="3">20071 9980 7752,'9'0'942,"-1"0"1,-4 0-212,4 0 0,-4 0 779,4 0 1,-3 0-235,3 0 0,-4 0-84,4 0 1,-4 0 975,4 0-1668,-5 0 1,3-1-1,-6-3-325,0-4 1,-2 1-1,-2 0-121,-4 2 1,-4 0 0,-5 5 0,-3 2-98,-4 2 0,0 0 1,-2 7-1,-2 4 1,0 3 0,-5 1 0,4 3 0,3-2 103,4 2 1,2 1 0,6 2 0,5-2 39,2-2 0,4-3 0,9-8 0,6-1 97,7-5 0,4 1 0,3-1 0,2-1 21,0-2 1,1-5 0,-4 0 0,-2 2-72,-3 0 1,-2-2 0,-6 0-234,1 1 0,-6 3-51,-3 4 0,-8 2 0,-3 3 21,0 0 0,-4-7 0,3 2-52,-3-2 0,-2-2 0,1 0 0,0 0-104,0 0 0,-1 1 0,1 3 1,-2 3 206,-2 0 1,1 4-1,-6-2 1,1 5 196,1 2 1,-5 10 0,4-1 0,-2 1 58,2 0 0,2 3 0,7-1 1,1 0-48,2-2 0,7-3 0,1-1 1,7-4 70,3-5 0,8 2 0,4-8 0,4 0 521,3-3 1,5-4-1,-1-3 1,2-2-738,2-2 0,-5-1 0,-4-4 0,-3-1 0,-4 1 0,-4 4 0,-4 1 0,-2 0-804,-3 0 0,-1 5 0,-3-4 804,4 1 0,3-30 0,1-11 0</inkml:trace>
  <inkml:trace contextRef="#ctx0" brushRef="#br0" timeOffset="4">20441 9660 7807,'-18'-1'422,"-1"-3"1,-2-4-1,2-2 1,1 1-1,3 0 1,2 1 2853,0 1 1,6 0 0,5 5-2305,4-2 1,9 4 0,8 5 0,3 1 0,6 0 0,2 0-403,4-1 0,-3 4 1,1-5-1,-1 0-189,1 1-381,-5-3 0,3 3 0,-5-5 0,-2 0 0,-2 0 0,-5 0 0,-2 0 0,-2 0 0,-5 0 0,-3 0 0,-8 0 0,-4 0 0,1 0 0,-1 0 0,-2 0 0,-1 0 0,-1 0 0,4 6 0,1 2 0,1 3 0,1 1 0,2 2 0,-1 2 0,1 5 0,2-2 0,1 3 0,0 4 0,0 5 0,0 5 0,1 0 0,2 1 0,1 0 0,6 4 0,-2 2 0,3-1 0,1 1 0,0-1 0,1-2 0,-1 1 0,0-2 0,-4 0 0,-1-4 0,-1-1 0,-3-1 0,-2-7 0,-1 0 0,0-4 0,0 0 0,4-4 0,0-2 0,-1-2 0,-2-2 0,1-1 0,0-2 0,2 0 0,2-7 0,-2 2 0,-3-8 0,3-4 0,-2-3 0,-2-1 0,0 0 0,0-1 0,-7 6 0,-5 3 0,-7 4 0,-5 4 0,0 5 0,-2 7 0,-3 5 0,-4 2 0,-2 1 0,-2 0 0,1-4-356,3-3 1,7-4-1,7-2 1,1-3-967,3-3 1,7-5 0,4-6-1,4-6-2152,4-7 1,2-5 3473,2 0 0,3-28 0,-4-7 0</inkml:trace>
  <inkml:trace contextRef="#ctx0" brushRef="#br0" timeOffset="5">19641 9734 7807,'-9'0'3409,"1"0"-2149,-1 0 1,-4 0-1,-2 0 1,-2 2-1,-3 0-844,-1 2 0,-8 6 0,-4-2 0,-3 3-207,0 1 1,-1 1 0,2-2 0,5-3 269,6-4 1,7-3-53,1-1 0,9 0 0,7 0 11,7 0 0,4 0 1,3 0-1,1 0 16,1 0 1,0 0-1,-3 2 1,-1 2-177,0 4 1,-1 7 0,-3 4 0,-3 3-203,-4 4 0,-1 7 1,0 0-1,-1 4-135,-4 4 1,3 1-1,-6 6 1,-2 1-104,-1 6 1,-5-1-1,-1 3 1,2-3 44,2-2 0,0-3 0,2-5 0,2-7 131,0-7 1,7-4-1,-2-1 1,2-2 41,2-2 0,6-4 1,2-6-1,4-1 228,5-2 0,2-5 0,5 1 0,1-3 53,0-1 0,3 0 0,2-1 0,1-3-337,-1-4 0,-3 1 0,-7 0 0,-3 0 0,-3 0 0,2 3 0,0-4 0,12-39 0,-2-13 0</inkml:trace>
  <inkml:trace contextRef="#ctx0" brushRef="#br0" timeOffset="6">21610 10214 7789,'-9'0'3604,"1"0"1,11-1-2920,1-3 0,7 1 0,5-4 0,4 2 0,0 1 0,1-1-950,1 1 0,1 0 0,1 4 0,1 0 1,0 0-1,-2 0-5210,-3 0 5475,-2 0 0,-49 39 0,-12 8 0</inkml:trace>
  <inkml:trace contextRef="#ctx0" brushRef="#br0" timeOffset="7">21573 10473 7812,'-13'0'6627,"1"0"-3874,5 5-2420,7-4 1,13 5-1,9-7 1,5-2-1,4-1 1,2 0-1,0-1 1,2 1-1,5 2-333,5 0 0,-5-9 0,7-8 0,2 0 0,4-1 0,-1-1 0,1 1 0</inkml:trace>
  <inkml:trace contextRef="#ctx0" brushRef="#br0" timeOffset="8">22951 9845 9966,'-8'0'711,"0"-1"0,-2-2 0,-1-1 0,-3 1 0,-1 2 6,-1 1 1,-6 0 0,0 0 0,-5 0-1,-6 0 1,-4 0-620,-4 0 1,-3 0 0,-5 1-1,1 2 1,0 2 0,2 1-46,-1-1 0,6 3 0,10-2 0,2-1 352,6 1 0,0 3 1088,6 0-609,6-4 0,6 6 0,6-4-207,3 0 0,-1-2 0,4-4 1,0 2 357,0 1-829,1 6 1,3-7-1,-2 5 1,0 1-1,0 2 1,1 2-182,-2-1 1,3 0-1,-4 1 1,1-1-26,0 0 0,0 0 0,5 1 0,-2-1 0,-3 0 0,3 1 0,-3-1 0,3 0 0,1 1 0,1 3 0,-1 2 0,0 1 0,0 3 0,-3 1 0,-1 3 0,1 1 0,2 2 0,-2 4 0,-3-4 0,0-1 0,-3 2 0,2-2 0,-1 3 0,-1-1 0,-2-2 0,-1-2 0,0-2 0,0 1 0,0-1 0,-4 1 0,0 0 0,1-1 0,2 1 0,-3 0 0,0-1 0,1 1 0,2-1 0,1 1 0,-2 1 0,0 1 0,-3 2 0,0 0 0,2-5 0,-1 1 0,1 0 0,-2-1 0,1 1 0,0-1 0,-2 1 0,5 4 0,-3 1 0,2 0 0,2 0 0,0 4 0,0-1 0,0 3 0,0 0 0,2 1 0,1 0 0,1-1 0,-2-3 0,4 2 0,-1-1 0,1 5 0,-1 2 0,-1 0 0,-4-4 0,0 1 0,0 3 0,-4 3 0,-1 5 0,-2 0 0,-3 0 0,-1 1 0,-2-1 0,-2 0 0,-2 0 0,2 1 0,6-1 0,0 1 0,0 4 0,3 0 0,2 4 0,3-5 0,1-2 0,0-3 0,0-1 0,0 1 0,0 3 0,0 1 0,0-3 0,0 0 0,0 0 0,0 5 0,-1-1 0,-2-2 0,-1-5 0,-6 2 0,3-1 0,-1 3 0,0 3 0,4 1 0,-3-4 0,2 1 0,2-2 0,-3 6 0,2-9 0,2 0 0,0-3 0,2 2 0,0-1 0,-1 1 0,-3 2 0,2 3 0,-2-4 0,3 0 0,1-1 0,-4 7 0,0-4 0,1 0 0,2-2 0,-4-1 0,1 6 0,0 0-101,-1-2 1,3 3-1,-3-8 1,1 1-91,0 0 1,-2-1 0,4 1 0,-3-4 44,3-3 1,-4 4-1,2 3 1,1 3 45,2 2 1,0-3-1,-2 0 1,-1-3 0,1-2 1,2 3-1,1-4 1,0-3 135,0-3 1,0 2 0,0-2 0,-2 5 14,-2-1 0,3 0 0,-3-2 0,2 0-107,2-1 1,-4 0 0,0-3 0,1-4-69,2-3 0,0-6 1,-2 2-1,-1 1-67,1 0 1,2 6 0,-1-6 0,0 6-50,-2 3 0,-1-1 0,4 3 0,-2-2-8,-1-2 0,0-2 0,3-2 1,-2 0 171,-1-1 1,-4 1 0,4-10-1,0-1 325,-2-1 0,5-6 1150,-3 0-856,2-5 1,8 3-1,3-6 1,5 0-94,2 0 1,6 0-1,-1 0 1,3-2-452,5-2 0,-3-1 0,4-5 0,-1 2-2305,0-2 1,3-1 0,-2-1 2304,2 0 0,2-31 0,3-14 0,-9 16 0,1 1 0,-1-1 0</inkml:trace>
  <inkml:trace contextRef="#ctx0" brushRef="#br0" timeOffset="9">30593 10091 7784,'-12'0'352,"-4"-1"1,-2-2 0,0-1-1,0 1 1,3 2 1303,1 1 1,10 0-1,8 1 1,13 2-761,9 1 0,5 0 1,8-3-1,0 2-364,2 1 1,6 0 0,-1-2 0,5 0-212,2 3 1,5-1 0,-4-4 0,2 0-223,3 0 0,-6 0 1,-5 0-1,-9 0 415,-9 0 1,-11-6 500,-7-2 1,-6 3-95,-10 0 1,-3 4-874,-6 1 1,7 1 0,0 4 0,2 3-49,0 3 0,0 2 0,4 4 0,0 3 0,0 4 0,1 2 0,3 2 0,4 5 0,3 3 0,2 2 0,-1 2 0,0 2 0,1 2 0,-5-3 0,-1 2 0,-2 1 0,-2 0 0,-2 1 0,-1 4 0,0 1 0,0-1 0,-5 0 0,-2 2 0,-1 1 0,-1 1 0,5 0 0,-2-4 0,0 1 0,3-1 0,2 4 0,0 1 0,-2-1 0,-1 2 0,0-1 0,4 5 0,0-3 0,0-1 0,0-1 0,0-2 0,0 3 0,0 1 0,0 0 0,0 2 0,0-5 0,0-2 0,0-1 0,0 2 0,0 1 0,0-1 0,0 0 0,0 0 0,0 3 0,0 1 0,0 0 0,-2 2 0,0-5 0,-3-2 0,1-2 0,4 1 0,0 4 0,0 3 0,0-1 0,0 0 0,0-1 0,0-3 0,0 1 0,0-2 0,-1-3 0,-3 0 0,3-1 0,-4 4 0,4 1 0,1 1 0,0-1 0,0-5 0,0-2 0,0 1 0,0 2 0,0 0 0,0-1 0,0-2 0,0 4 0,0 6 0,0-1 0,0 1 0,-4-2 0,-2-3 0,1-1-128,0 0 1,-4-1 0,5-2 0,2-2 93,0-2 0,2 5 0,0-2 0,0 2 69,0-2 0,0-3 0,0-5 0,0 0 10,0 0 0,4 0 0,0 0 1,-1 1-33,-2 3 1,-1-1 0,0 5 0,0 1-170,0 2 1,0-4 0,0-3-1,0-3-143,0-1 1,0-4-1,0-2 1,0-2 112,0-6 0,0 2 0,0-5 0,0 4 90,0 0 0,0-3 0,0-1 0,0 2 121,0 1 1,2 6 0,1 0 0,1-2 10,-2-1 0,0-1 0,-2-1 1,0 1-148,0 0 0,0-5 0,0 1 1,0-1-46,0-1 0,1 3 0,2-5 0,1-2 183,-1-2 1,-1-5 0,1 1 0,1 0-49,-1 2 1,2-3 0,1 1 0,-1 0 18,1 2 1,2 1 0,-2 1 0,-1 0-215,0 4 0,4-2 1,-4 5-1,1 1-96,-1-2 1,1 3 0,-4-6-1,2-1 22,-1-1 1,3-2 0,-2 1 7,-2-1 1,1-1 228,1-3 1,3-2 207,5-6 0,1-2 1,-2-2-17,-3-4 1,1 1 0,-3 0 0,-1 0 407,1 1 0,-2 1-381,-4-3 0,-8 5 0,-7-1 0,-11 3 168,-8 1 1,-3 5 0,-13 4 0,-6 2-158,-7 1 0,-1 2 1,30-7-1,0 1 0,-32 9-1482,6 3 0,5-5 0,13 1 1305,9-2 0,19-18 0,16-5 0</inkml:trace>
  <inkml:trace contextRef="#ctx0" brushRef="#br0" timeOffset="10">23296 10411 7714,'0'-12'3287,"0"-1"-2334,0 1 1,-6 1 0,-2 4 0,-3 7 0,-1 7-535,-1 4 0,1 3 0,0 2 0,0 5-57,-1 2 1,1 3 0,1 1 0,1 3 11,2 2 0,5-3 0,-1 3 0,4 1 144,4-1-424,3-8 0,11-2 0,3-7 1,3-3-1,4-3 0,2-4 0,1-4 403,3-3-510,2-11 0,-3-2 1,-2-5-1,-1-2 1,-4-1-1,-4-2 1,-6 1-1187,-2-1 1114,-2 0 0,-5 5 0,-3 1 0,-4 0 0,-5-1 0,-6-1 0,-6-1-56,-2 1 0,-5-2 0,-6 2 0,0-2-12,-1-1 0,-1-1 1,3 2-1,2 2 94,1 5 1,7 3 0,1 5 0,1 4 144,1 3 0,4 2 1,5 3-1,1 4 196,4 3 0,-4 2 0,3-1 322,5 0 0,0-5 1,9-3-1,4-2 410,3-2 0,3-2 0,5-2 1,1-5-458,2-6 0,4 1 0,-6-3 1,-2 4-686,-4 0 1,-10 5-1,2 1-1299,-2 2 0,-7 1 0,-3 5-1712,-4 3 1,-6 2 3138,1 2 0,-3-8 0,-2-7 0</inkml:trace>
  <inkml:trace contextRef="#ctx0" brushRef="#br0" timeOffset="11">23726 9993 7714,'-11'-9'425,"3"1"870,4-1 1,3-2 0,2-2-318,3 1 0,-1 0 1,5-1-1,2 3-221,1 1 1,1-2-1,0 3 1,1-1-295,-1 0 0,0 0 1,1 3-1,-1 1-194,0-1 0,0 1 1,1 2-205,-1-1-200,6 0 0,-9 4 1,4 0-1,-4 1-875,-2 4 805,-1 1 0,-6 7 0,0 0 0,-2 4 1,-2 3-1,-4 3 0,-3 2 116,-1 0 0,3-2 0,3 0 1,-1-1 456,0 0 1,4 3-1,-1-8 1,3 1 41,1 0 0,7-3 0,4-7 0,5-4 695,3-2 0,-3-2 0,5 0 0,1 0-948,1 0 0,-4-6 0,-2-1 0,-5-1-1414,-4 0 1,3 4-1,-3-3 1257,3 1 0,-9-3 0,-4 2 0</inkml:trace>
  <inkml:trace contextRef="#ctx0" brushRef="#br0" timeOffset="12">24748 11617 7694,'0'-8'341,"0"0"1,0-2 0,0-1 1298,0-1 1,-2 1 0,-2 3-1161,-4 4 0,0 2 0,-3 4 0,-4 3 0,-1 6 0,-4 7-33,1 5 0,3-1 0,-3 8 0,1 0-62,3 3 1,7 2-1,4 2 1,2-1 550,2-3-807,0 2 0,11-6 0,6 1 0,4-7 0,5-5 0,3-6 0,4-3 692,2-4-698,2-6 1,-1-8-1,-3-7 1,-5-4-1,-2-4 1,-2-2-1,-4-1-111,-3-2 1,-5-1 0,-4 3 0,-4-2-277,-2 2 0,-2 1 1,-2 3-1,-2 1-26,-4 1 0,-7 2 0,-3-1 0,-1 3 23,-3 3 1,-1 4-1,-2 0 1,1 3 60,-1 2 1,4 1 0,2 4 0,2 0 340,2 0 1,1 0 1702,2 0-1096,5 0 0,16-6 0,12-2-247,3-3 1,6-3 0,1-1-1,-1-1-64,0 1 0,-3 1 1,-5 2-1,-3 1-1223,-1 3 0,-6-2-2207,-4 6 1,-5 1-553,1 7 0,-4-2 3551,-4 2 0,-3-25 0,-5-6 0</inkml:trace>
  <inkml:trace contextRef="#ctx0" brushRef="#br0" timeOffset="13">25129 11137 7769,'-5'-7'759,"3"-4"1,-2 3 0,3-3-1,2-1 1,3 0 215,5-1 0,7 1 1,6 0-1,4-1 1,4 1-1,1 0-694,4-1 0,-1 3 1,-1 0-1,-6 3 0,-5 3 1,-7 5-434,-6 6 0,-4 11 0,-10 7 0,-4 6 38,-6 5 0,-4-2 0,-6 1 0,2 2 253,2-3 1,9-2 0,8-8 0,3 1 285,1 0 1,9-6 0,6-4 0,6-6-31,5-4 1,5-4 0,-1-1-1,2-1-2130,2-4 1114,-4 4 1,4-8 620,-5 4 0,16-21 0,0-1 0</inkml:trace>
  <inkml:trace contextRef="#ctx0" brushRef="#br0" timeOffset="14">26065 12835 7730,'0'13'-256,"0"-1"1,0 0-1,0 1 1,1-1 505,3 0 1,-3-4-1,5 1 737,-1 0 1,-2-3-429,5-2 1,0-4 0,5-4 73,-1-5 1,-4-1-1,-1-3 1,0 2 152,0 3 0,-3-3 0,3 3 183,-2-3 0,-1-1-661,-4-1 1,-1 2 0,-3 3-178,-4 4 1,-3 3 0,-3 2-1,-1 3-24,-1 4 1,-6 3 0,3 3 0,-2 1 88,1 1 0,3 8 0,-2-1 0,1 6 13,3 2 1,3-2 0,4 4-1,4-1-62,2 0 0,2 2 0,2-5 0,2-2-111,4-1 1,8-7 0,3-2 0,2-4 12,-1 0 1,5-6 0,4-3 0,-2-3 31,-1-1 1,-3 0 0,-2 0 0,-5-1 109,-2-3 0,-2 1 0,1-5 0,-3-2 29,-1-1 1,2-3-1,-5-1 1,3-2-162,-1-3 1,0 0-1,3-6 1,-3-1-447,-4-2 1,-2-1 0,-2 2-1,-3-2-174,-5-1 0,-6 4 1,-11-1-1,-1 5 122,-2 2 1,-2 6 0,-3-1 0,4 4 399,3 4 1,2 1 0,0 4-1,4-1 307,3 1 0,5 3 0,4 4 174,4 4 0,2-1 0,4 0 251,2-1 1,4-2 0,8-4-1,6 0-38,6 0 1,-1 0-1,6 0 1,1 0-631,2 0 0,-1-4 0,-2-2 1,-4 1-1380,-3-1 0,-7-2 0,-3 2 0,-2 1-468,-2 0 0,1-4 1,-1 4-1,-1-2 1822,-3-3 0,-8-22 0,-7-8 0</inkml:trace>
  <inkml:trace contextRef="#ctx0" brushRef="#br0" timeOffset="15">26409 12528 7747,'-7'-6'552,"-4"4"1191,3-7 0,3 1 1,2-4-521,6-1 0,5 1 0,7 0 0,3 0-555,1-1 1,1 2 0,6 2-1,2 1-730,0-2 0,1 5 0,-6 0 0,-2 4-204,-5 1 0,-3 6 0,-4 3 1,-2 6 14,-2 6-215,-6 2 1,-7 7-1,-7 3 1,-2 2-1,2 1 1,2-2-1,0-2 618,1-2 253,5-2 0,2-3 1,5-2-1,0-2 1,1-5-1,5-4 1,6-3 500,7-5 0,4-3 0,2-1 0,0 0-1689,-1 0 0,5-4 1,1 0 782,1 1 0,13-20 0,7-4 0</inkml:trace>
  <inkml:trace contextRef="#ctx0" brushRef="#br0" timeOffset="16">27135 14214 7747,'-1'-13'800,"-2"1"1,-1 0 0,0 1-1,0 1 2746,0 2 0,0 4-4944,4-4 0,0 10 1398,0 3 0,38 26 0,10 9 0</inkml:trace>
  <inkml:trace contextRef="#ctx0" brushRef="#br0" timeOffset="17">27517 14521 7747,'-9'0'0,"1"0"3362,-1 0-1846,3 0 0,-5 0-1516,3 0 0,46-11 0,12-2 0</inkml:trace>
  <inkml:trace contextRef="#ctx0" brushRef="#br0" timeOffset="18">27861 14767 7747,'-12'0'0,"-4"5"0,-1-1 0,2-2 4816,1 0 1,6-1-4726,0 3 1,5-1-6820,-1 5 6728,8-5 0,41-9 0,16-7 0</inkml:trace>
  <inkml:trace contextRef="#ctx0" brushRef="#br0" timeOffset="19">29301 15727 7769,'-12'-5'98,"-2"-2"0,-1-1 0,-1 1 0,1 2 0,1 2 0,0 1 729,-2 2 1,2 0 0,-2 2 0,3 2 0,4 5 0,1 6-31,-2 6 0,1 2 0,-1 3 0,3 3-428,2 4 0,1-2 0,4 2 0,0 0-39,0-2 0,5 5 0,5-5 0,3 1 383,4-4-574,5-2 0,1-5 0,7-3 0,1-3 0,4-6 0,0-2 0,2-5 0,1-5 0,2-7 1133,1-5-1281,-6-4 1,-4-6 0,-7 1-1,-1-1 1,-2 1 0,-5-1-1,-3 2-232,-5 2 0,-1 2 0,-5 4 0,3-1-77,-3 1 1,0-3 0,-4 1 0,0 1-98,-3-2 1,-4 0-1,1-2 1,-3 2-23,-2 0 0,-3 1 0,-2-5 0,-2 3 132,-6 1 1,0 1-1,-6 5 1,1 1 145,-1 3 0,1-2 0,-2 6 0,4 2 17,3 0 0,6 2 1,1 0-1,1 0 309,3 0 1,3 6 0,2 2 276,2 3 0,5 1 0,0-1 164,6-3 1,4-2 0,5-6-1,2 0 335,2 0 0,5 0 0,8-2 0,5-2-328,5-4 0,4-3 1,2-1-1,-4-1-263,-3 1 1,-2 0 0,-3 1 0,-7 1 206,-9 2-2983,0 5 0,-21-2 0,0 5 0,-6 0-4731,-2 0 7155,5 0 0,-26-16 0,-1-5 0</inkml:trace>
  <inkml:trace contextRef="#ctx0" brushRef="#br0" timeOffset="20">29461 15063 7783,'-8'0'2887,"0"0"0,12-6-2423,4-2 0,4 1 0,9-1 0,1 0 1,1 0-1,2-1 140,-1 0 0,5 2 0,1 0 0,1 2-457,4 2 0,-4 2 0,-1 1 0,-3 0-234,-3 0 0,-8 1 1,-1 4-1,-5 8-246,-6 6 1,-12 6-1,-6 3 1,-5 5-726,-7 3 1019,1 1 0,-4-5 1,8 0-1,1-1 0,4-2 1,5-2-1,6-5 0,3-3 1,5-4 1887,5-1-1337,6-2 1,16-5-1,3-3 1,2-2-1,2-4 1,0 0-1,-1-3-381,-3 3 1,-5-4 0,-7 2-2811,-5 1 1,-2 2 2678,-2 1 0,-10 6 0,-4 0 0</inkml:trace>
  <inkml:trace contextRef="#ctx0" brushRef="#br0" timeOffset="21">24908 10288 7267,'0'-8'351,"0"0"265,5 5 1,-3-8-1,3 3 1,-1-3 242,0-2 0,0 5 0,-4 0 1,0-2 508,0 0 1,-1-1-1048,-3 2 0,-3 4 0,-5 5 1,-1 1-46,1 3 0,0 5 0,-2 8 0,-1 8-97,-1 6 1,-1 5-1,5 2 1,1 2-59,3 1 0,2 4 0,8-4 0,2-3-64,4-3 0,10-12 0,5-11 1,6-6 248,2-5 20,8-7 0,3-11 0,4-13 0,0-10 1,-1-8-1,-4-4 0,-9 2 174,-10 3 0,-12 1 1,-10 6-1,-11 4-36,-14 6 1,-9 6 0,-5 3 0,-2 6-888,1 6 0,3-1 0,4 6 0,6 1-2570,5 2 1,6 2 2992,7 3 0,31-2 0,12 3 0</inkml:trace>
  <inkml:trace contextRef="#ctx0" brushRef="#br0" timeOffset="22">26458 10509 7748,'-19'0'2782,"1"0"-1798,6 0 0,8 0 0,9 2 0,16 1 0,15 2 0,14 1-677,14-1 0,-24-1 0,1 0 0,9-1 0,1 0 0,6-1 1,2 1-403,7 0 1,2 0 0,-18-1 0,0-1 0,1 1 0,3-1 0,0 1 0,1-1 0,-3 2 0,0-1 0,-1 1-331,-2 1 0,0-1 0,-2 1 0,1 0 0,-2 0 0,0 1 0,15 1 0,-3 0 0,-7 0 0,-2 0-1172,-8 0 1,-2 1 0,22 5 1596,-20 0 0,-9 0 0,-2 1 0</inkml:trace>
  <inkml:trace contextRef="#ctx0" brushRef="#br0" timeOffset="23">28132 10399 7769,'-12'-6'1783,"-6"5"1,8-9-1,1 6-793,6 1 1,11 2-1,15 1 1,12 0-1,14 0 1,14 1 67,-28 1 0,1 1-1068,4-1 1,-1 2-1,-3 2 1,-1 1-1,2-1 1,-1 1-1,-2 1 1,0-1-1,28 11 1,-8 1-1,-13 2 1,-13-1-1,-19 1-112,-13 1 0,-20 5 0,-17 3 0,-7 0 1,-6 0-1,-2-2-74,0-2-272,-4-2 0,8-3 1,-3-2-1,6-3 1,10-3-1,7-5 468,6-3 0,18-17 0,4-8 0</inkml:trace>
  <inkml:trace contextRef="#ctx0" brushRef="#br0" timeOffset="24">23013 11949 7740,'-30'4'142,"-3"3"1,-1 3 0,2 5 0,7 3-1,8 5 1,4 3 577,5 3 0,3 3 1,6-2-1,6 1 1,8-1-1,11-4-256,8-4 0,7-6 1,12-8-1,5-4 81,2-2 0,-4-13 1,-3-6-1,-3-5 677,-5-2-1012,-14-6 0,-9 2 0,-14-4 0,-4-3 0,-5 1 0,-7 1 0,-9 5-98,-4 2 0,-8 1 1,-3 2-1,-2 2-1173,-4 5 0,2 8 0,5 4 1,-1 4-968,1 4 1,5 4 0,1 8 2027,8 5 0,19 24 0,7 7 0</inkml:trace>
  <inkml:trace contextRef="#ctx0" brushRef="#br0" timeOffset="25">23050 12688 14145,'-7'5'438,"1"3"0,6 9 0,0 5 1,0 6-1,0 9 0,0 7 0,0 5-288,0 5 0,2 6 1,0 7-1,2-2 1,1-2-1,-1-7-504,0-4 1,0-8 0,-4-3 0,0-3-635,0-1 0,0-5 1,0-4-1,0-2-1789,0-1 2777,0-6 0,0-1 0,0-6 0</inkml:trace>
  <inkml:trace contextRef="#ctx0" brushRef="#br0" timeOffset="26">22890 13352 7763,'-7'7'668,"-3"4"0,6-1 1,1 3 185,2 4 1,1 0 0,1 1 0,5 7 0,5 8-1,5 6-389,3 6 0,2 3 1,3 1-1,0 1 74,-4-1-544,3 0 0,-9-6 1,2-5-1,-2-7 1,-3-3-1,-1-6-31,-2-3 1,-5-10 0,1-11 471,-3-14 1,-1-10 0,1-15 0,2-4 339,1-3 0,6-1 0,-1 0 0,5 1-746,2 3 0,-3 5 0,-5 10 0,0 7-1997,-1 4 1967,4 8 0,1 27 0,7 12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3:07:57.456"/>
    </inkml:context>
    <inkml:brush xml:id="br0">
      <inkml:brushProperty name="width" value="0.09071" units="cm"/>
      <inkml:brushProperty name="height" value="0.09071" units="cm"/>
      <inkml:brushProperty name="color" value="#3165BB"/>
    </inkml:brush>
  </inkml:definitions>
  <inkml:trace contextRef="#ctx0" brushRef="#br0">15789 12282 7863,'-14'0'189,"-2"0"1,-3 0 1448,-1 0 1,7 0-1,5 0 1,1-2-274,4-2 1,10-3-1,13-6 1,4-5-567,0-7 0,6-2 1,3-9-1,3-5-325,1-5 1,-14 18 0,1 0 0,3-6 0,1-1 0,4-1 0,0 0 183,5-3 1,0-1-670,5-7 0,1-1 1,2-3-1,0-2 1,-13 14-1,1-1 1,-1 0-1,2 0 1,-1-1-1,0 1 1,0 1-1,0 0 1,0 2-1,-1 1 1,0 1-1,-1 1 1,13-14-1,-2 1 9,-3 4 0,-2 0 1,-4 4-1,-3 0 0,-9 6 1,-1 2-1,12-21-1489,-4 12 0,-8 13 0,-1 8 0,-1 2-4132,-3 6 4867,4-1 0,-4 9 756,6-5 0,-1 5 0,5-2 0</inkml:trace>
  <inkml:trace contextRef="#ctx0" brushRef="#br0" timeOffset="1">17019 10448 7925,'-13'0'325,"-2"0"1,-2 0 0,2 0 0,2 0 2028,0 0 1,1 0 0,0 0 965,-1 0 0,8 0-1298,5 0-1824,5-6 1,19-2-1,6-8 1,9-6-1,12-5 1,11-5 0,-28 16-1,3-1 1,1 0-1,2 0 1,0-1 0,0-1-103,2 0 1,0-1 0,-1-1 0,1 2 0,-2 2 0,-1 1 0,-3 3 0,-2 0 0,22-5-560,-12 10 0,-19 12 0,-21 11 0,-14 11 569,-15 10 0,-13 14 0,15-22 1,0-1-1,-2 4 0,-1 0-78,-1 1 0,1 1 1,1 0-1,2-1 1,2-3-1,1-1 1,-17 24-823,4-6 1,9-2 0,8-10 0,8-8-4256,8-5 5049,6-10 0,33-22 0,8-10 0</inkml:trace>
  <inkml:trace contextRef="#ctx0" brushRef="#br0" timeOffset="2">18115 9796 7890,'-14'-10'518,"-1"-1"1,-3 2-1,0 3 1,-1 5 0,2 1-1,-1 1 1008,3 3 1,2 9-1,4 7 1,2 5-1318,2 3 1,0 0 0,5 3 0,2-1-91,2-2 1,8-2-1,9-2 1,3-2 140,5-5 1,4-2 0,8-13 0,4-3 128,3-6 1,5-9 0,-1-5 0,-3-3-48,-2-5 0,-13-4 0,-1-7 0,-9-1 107,-7 2 1,-8 2-1,-15 4 1,-12 6-249,-14 5 0,-14 5 0,-12 9 0,-2 5-840,-1 6 0,6 4 1,6 7-1,8 1-2128,7 1 1,10 1 2766,12-5 0,49-16 0,18-4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3:07:57.459"/>
    </inkml:context>
    <inkml:brush xml:id="br0">
      <inkml:brushProperty name="width" value="0.09071" units="cm"/>
      <inkml:brushProperty name="height" value="0.09071" units="cm"/>
      <inkml:brushProperty name="color" value="#3165BB"/>
    </inkml:brush>
  </inkml:definitions>
  <inkml:trace contextRef="#ctx0" brushRef="#br0">17992 6842 9464,'7'-1'6052,"-3"-3"-4223,2 2-568,-4-3 1,5 1 692,-3 0-1272,-3-6 1,6 3-336,-3-5 0,-3 4 0,4 0-97,-4-2 1,-1 3-222,0-1 1,-6 0-1,-2-3 5,-3 3 1,3-2 0,0 5 0,-2-1 94,-1 1 1,-2 1 0,-2 4 0,-3 0-67,-1 0 1,4 1 0,-3 3 0,2 3-146,-1 0 1,-5 4 0,3-3 0,0 4-74,3 5 0,-2-2 1,0 5-1,0 1-28,0-2 1,2 4-1,4-2 1,-1 2-2,1 1 1,1 1-1,3 0 1,4-2 29,2-3 1,2 2-1,0-4 1,2 0 48,2 0 0,3-2 0,5-5 0,0-3 352,1-4 1,0 2 0,2-2 0,3-1 230,1-2 1,-2-2-1,3-2 1,2-3-151,1-1 0,-2-1 1,-1-4-1,1 0-144,-2-1 1,4-3 0,-4 0 0,1-1-199,-4-1 0,-2 3 0,-2-4 1,-1 0-123,-3 0 0,2 2 0,-6-2 0,-1 0-43,-2 0 1,-1 0 0,0-3-1,0 3 130,0 1 0,-1 6 281,-4 4 1,3 5 0,-5 0-1,1 7-141,4 9 0,0 3 0,2 6 0,0-2 201,0 2 1,4 1-1,2 2 1,1-2-200,2-2 0,-2 1 0,1-6 1,2-2-94,1-5 0,-3 2 0,0-4 0,2 0 0,-3-2-5121,1-5 3803,-5 0 1,-14-27 0,-10-7 0</inkml:trace>
  <inkml:trace contextRef="#ctx0" brushRef="#br0" timeOffset="1">18225 6448 7899,'-6'-5'368,"-5"2"1,3-4 0,-2 1 0,0 0 1204,2 1 0,5-5 0,1 3 0,4-1 0,7 0-500,2-2 0,6 3 0,4-1 0,3-1-724,5-2 1,-1 0 0,3 1 0,-1 2-202,-3-2 1,-1 1-1,-2 1 1,-4 4-456,-3 2 0,-9 4-268,-4 2 0,-4 7 0,-4 6 1,-4 2 85,-3 3 1,-6 6 0,1-1 0,1-2 232,1-3 1,2-2 0,-1 3 0,3-1 811,1-1 0,4-6 1,5 1-1,0-2 435,0-2 1,1-5-1,5-3 1,5-3-275,4-1 0,5 0 0,-2 0 0,1-1-810,3-3 1,-4 1 0,-2-5-1,-1 0-7702,2 1 7795,-4-4 0,5-7 0,-6-8 0</inkml:trace>
  <inkml:trace contextRef="#ctx0" brushRef="#br0" timeOffset="2">18964 6473 7829,'-12'-11'520,"1"2"0,1 2 0,3 0 0,0 0 938,1-3 1,4 5-1,2 2 1,7 6-1,4 5-768,1 3 1,2 6-1,1 2 1,1 3-1,-1 5 1,-1 2-30,-2 1 1,1 4-1,-1-1 1,0 2-205,1 2 1,-1 0 0,-1-1 0,-2-4-207,0-3 0,-7 0 0,4-3 0,-2-4 542,0-3-383,0-3 1,-4-10-353,0-6 0,0-10 0,0-8 0,0-2-58,0-6 0,0-4 0,2-8 0,0-5 0,2-6 0,5-10 0,-4-8 0,2-1-180,-3 32 0,1 1 0,3-1 0,-1 1 1,2-1-1,-1 2 0,7-29-1231,-1 8 0,-2 18 0,-1 17 111,-3 5 0,-1 9 0,-4 6 1,2 9-2893,2 6 4192,1-2 0,10 27 0,1 0 0</inkml:trace>
  <inkml:trace contextRef="#ctx0" brushRef="#br0" timeOffset="3">19604 6830 7833,'0'-8'258,"0"0"0,1-1 0,2 1 0,1 0 630,-1-2 1,-2-1 0,-1-1 0,0 0 0,0-1-1,0 1-309,0 0 1,0 4 0,0-1-1,-1 1-46,-3 1 0,-5 2 0,-6 6-129,-1 3 0,-2 9 0,3 7 1,-1 5-29,1 4 1,-3-2-1,3 4 1,3-2 429,2-6-541,7 2 1,-2-11 0,6 1 0,3-6 0,6-5 0,4-5 0,3-6 105,2-5 1,2-11 0,4 1 0,-1 0 0,1 0 0,-2 3-1071,-2 2 1,-4 9 0,-4 4 0,-1 3 0,0 2 0,-1 5-6419,-3 6 7117,3 0 0,-15 33 0,3 2 0</inkml:trace>
  <inkml:trace contextRef="#ctx0" brushRef="#br0" timeOffset="4">19788 6904 7833,'0'12'4137,"0"0"-2554,0-5 0,0 0-878,0-3 1,0-4 0,0 0 0,0-7 505,0-4-868,6-1 0,-5-4 0,5-3 1,-1-3-1,3-6 0,3 0 0,2-2 433,-1 2 0,6-2 0,2 1 0,2 3-494,-1 5 1,2 3 0,-3 7 0,2 3-672,-1 3 1,1 4 0,-5 2 0,1 4-835,0 3 0,-3 3 0,-5 2 1,-2 2-2150,1 2 1,-3-5 3371,-2-4 0,-14-5 0,-3 3 0</inkml:trace>
  <inkml:trace contextRef="#ctx0" brushRef="#br0" timeOffset="5">20674 6202 7786,'9'7'1135,"-3"-1"0,1-2 1406,0 0 0,-4 1-1754,1-1 0,-8-2 0,-4 3 0,-3-1-465,-2 0 1,-4 1-1,-5-4 1,-4 2-310,-3 1 0,-4 0 0,5-4 0,0 0-73,2 0 1,-1 0-1,1-2 1,4 0-27,3-2 0,2 0 596,5 4 0,5-2 672,3-2-835,8 3 0,5-5 1,6 8-1,1 2 1,0 4-1,1 3 1,1 1 117,1 0 0,-4 6 0,1 3 1,-4 2-315,-3 2 0,0 3 0,-5 4 1,-1 2-154,-2 4 1,-1 7 0,0 0 0,0 3-217,0 2 0,-5-3 1,-2-1-1,-1-7 12,0-5 0,5 1 0,-2-8 0,0-4 149,1-5 1,2-6 413,6-4 1,3-2 0,6-7 0,4-4 258,3-3 1,2-3 0,0-1-1,-2 0-549,2-1 0,0-2 0,0 2 1,-3 2-68,-1 0 0,2 5 0,-3 2 0,-3 1-837,-5-1 0,2 3 0,-3-3-4079,3 3 1,-3 1 4862,1 0 0,-18-11 0,1-3 1</inkml:trace>
  <inkml:trace contextRef="#ctx0" brushRef="#br0" timeOffset="6">20896 6325 7846,'-11'-5'856,"1"-2"1,2 0 228,-1 3 0,3 4 1,2 4-1,3 4 1,1 5-1,0 3-114,0 5 0,1 2 1,3 2-1,4-2-304,3-3 1,6 2-1,1-5 1,1-4-153,3-3 0,-3-5 0,1-5 0,2-1 15,1-3 0,-2-8 1,-2-9-1,-1-4-578,-3-3 1,-6-2-1,-2-5 1,0 4-1925,0 1 1,-4 5-1,1 6-800,-3 1 1,-1 9 0,0 9 2771,0 7 0,-16 47 0,5-20 0,1-1 0</inkml:trace>
  <inkml:trace contextRef="#ctx0" brushRef="#br0" timeOffset="7">21031 6596 7846,'-1'7'776,"-2"-2"1,-1 1 776,1 2 1,2 3-1,1 1 1,0 2-486,0 2 0,0-1 0,0 6 0,0 1-728,0 1 1,0 0 0,0-2-1,0-3-2535,0-1 1,0-3-4111,0 2 6305,5-13 0,9-34 0,1-21 0,5-6 0,0 1 0</inkml:trace>
  <inkml:trace contextRef="#ctx0" brushRef="#br0" timeOffset="8">21290 6153 7826,'-6'-7'0,"-1"-4"0,-5 4 2807,0 1 1,4-4 3661,-1 6-5605,7 0 0,-2 5 0,8 2 0,4 2-497,3 2 0,2-3 0,4 3 0,2-1-268,0-4 1,7 4 0,-4-2 0,0-1-195,1-2 0,-5-1 0,0 0-493,-1 0-17,-3 0 0,3 1 394,-9 4 1,-4-3-1,-8 7 560,-4 0-131,2-3 1,-5 4 0,4-1-1,-1 0 1,1 1 0,2-2 686,2 2 1,2 1 0,1 2-537,0 4 0,0-4 1,0 4-1,0-2-295,0 1 1,4 2-1,0 4 1,-1-2-75,-2 2 0,-1 6 0,0 2 0,0 1 0,0 3 0,0 0 0,0 1 0,0-4 0,0-1 0,0 3 0,0-4 0,0-2 0,0-1 0,0-7 0,0-1 0,-1-3 0,-3-3 0,2 3-167,-2-6 0,-3-4-578,-1-1 1,1 2-1,0-1-558,2 2 1,-1-4-368,2 1-603,3-3 1114,-5-1 633,6 0 449,0 0 0,-4 1 1,-1 2 77,-2 1 0,4 2 0,-2-4-474,-1 3 0,1 0 1,-5-2-1132,2 1 1,4 1 1603,-4-1 0,0-13 0,-5 1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3:07:57.471"/>
    </inkml:context>
    <inkml:brush xml:id="br0">
      <inkml:brushProperty name="width" value="0.09071" units="cm"/>
      <inkml:brushProperty name="height" value="0.09071" units="cm"/>
      <inkml:brushProperty name="color" value="#3165BB"/>
    </inkml:brush>
  </inkml:definitions>
  <inkml:trace contextRef="#ctx0" brushRef="#br0">10669 6510 7980,'-17'-5'468,"-1"2"0,-4-4 0,3 1 0,1 4 0,3 0 0,1 2 0,2 2 1528,0 2 0,1 4 1,3 8-1,4 5-94,2 2-1584,2 2 1,2 6 0,2 5-1,5 5 1,6 1 0,6 1-1,2-4 826,2 0 0,10-9-426,6-6-652,11-5 1,6-12 0,7-5 0,-29-5 0,-1-3 0,2-2 0,0-4 0,1-3 0,-1-2 0,-1-2 0,-1-1 62,0-2 1,-1-1-1,1-3 1,0 0-71,-2-1 0,-1 0-4,2-2 0,-2 0 0,17-21 0,-9 2 1,-14 12-1,-14 11 239,-11 11 1,-10 16-295,-8 14 0,-4 9 0,3 12 0,-3 0 0,6-1 0,6 0 0,5-3 0,4-6 0,4-5 0,5-1 0,12-9 0,5-4 0,11-12-108,5-3 0,3-12 0,8-4 1,6-5-1,4 1 72,-30 14 0,0 0 0,32-10 1,-3 2-1,-3 6 395,-6 6 0,-6 3-359,-15 6 0,-2 4 0,-5 0 0,11 6 0,-2-9 0,12 3 0,5-2 0,6-4 0,8-2 0,-29 0 0,1-3 0,4 0 0,0-2-58,4-2 1,1 0-1,3 2 1,2-1-1,3-2 1,2-1-1,3 1 1,0 0-1,0 0 1,-1 1 57,-2 0 0,-1 1 0,-3 1 0,-1 2 0,-9 2 0,-1 1 0,-2 2 0,-1 0 0,27 1 0,-14 1 0,-14 0 0,-10 0 0,-6 0 0,-6-1 0,3-4 0,-2-3 0,0-3 0,-1-1 0,-6 0 0,2-6 0,-5 3 0,5-4 0,-1 0 0,-3 1 0,-2 0 0,3 2-7259,-3 3 7259,-1 6 0,-21 2 0,-3 5 0</inkml:trace>
  <inkml:trace contextRef="#ctx0" brushRef="#br0" timeOffset="1">12109 6744 7877,'0'-13'1028,"2"1"1,0 0 2168,3 0-2078,-1-1 1,-4 8-1,-2 3 1,-2 7 1395,-4 1 0,-3 1-1769,-1 1-553,-1 3 0,-4-4 1,-4 5-1,-2 1 0,-3 0 1,-3 3-1,-5 1-28,-6 2 1,-2-4-1,-3 3 1,2-1-91,1-1 0,2 6 1,-5-2-1,-1 4-73,-2 0 1,-3 1 132,-2 0-132,-3 5 0,25-13 0,-1 3 0,0 1 0,1 3 0,0-1 1,1 2-1,1-1 0,0 2 0,2 0 0,-1 1 0,1 1 0,-2 0-50,0 0 1,-2 1 0,-2 2 0,-1 0 0,-3-1 0,-1-1-1,2 0 1,1 1-249,0 0 0,2 0 0,2 2 1,1 0 261,3 1 0,1 0-19,1 0 1,-1 0 0,2-4 0,-2-1 0,-1 1 0,-1 0 0,-2 0 0,-1 0 0,-3 3 0,-1-1 0,-1 4 0,0 0 0,0 3 0,1 1-324,1 0 1,2 1-1,1 0 1,2 1 221,4-2 1,1 0 0,-5-1 0,-1 0-1102,0 3 0,-2 0 1256,-5 3 0,-1 0 0,6 0 0,0 1 0,-3 1 0,2 1 0,2-1 0,1 0 0,3 1 0,1-1-99,1 2 0,-1 0 1,-1 3-1,0-1 1,-2 1-1,0 0 0,-1-2 1,-1 0-246,-2-1 0,0 0 0,4-1 0,1 1 371,-1 3 1,0 1-1,2 2 1,1 0-50,3 1 0,1 1-40,-1-2 1,1 0-1,5-2 1,1 1-1,-4 2 1,-1 1-1,-2 3 1,-1 1 0,-1 1-1,0 1-115,-2-1 1,1 1-1,6-19 1,1 1 0,0 0 79,-8 20 1,1-1 76,8-19 1,-1 0 0,2 1 0,2 0 0,1 1 0,0 0 0,0 0 0,1 0 0,0 0 0,1 0 0,0 0 0,0 0 0,-4 22 0,1-1-19,0-1 0,0 1 0,5-21 0,0 1 1,0-1-1,1 3 0,0-1 0,0 0 1,-1 0-1,0-1 0,1 1 6,0-2 1,-1 0 0,1 0 0,1 1 0,-1 1 0,0-1 19,-3 21 0,0-1 1,5-20-1,1 0 1,0 0-5,0 1 1,0 0-1,1 0 1,0 0 0,1 0-1,0 1 1,0 0 0,0 1-1,1 0 1,0-3 0,0 0-1,0-1-69,1 24 1,0 0 0,1 0 0,1-1 52,0-21 1,0 0 0,0 0-1,1 0 1,1 1 0,0-1-548,1-1 1,0-1 0,0 0 577,0 1 0,0 0 1,2-1-1,3 19 0,3 0 1,0 0-1,2 0 0,2 0 1,2 1-1,0 0 1,1 1-50,1-3 0,-1 0 0,1-1 0,-1 0-463,1-3 0,-1-1 466,0-2 0,1-1 0,2 5 0,2 0 0,0-6 0,3-2 0,2-1 0,3-1 1,2-3-1,2-1 35,4 0 0,0-1 0,0-2 0,0-2 0,0 2 1,0-1-1,-2-3 0,0-1 21,-2-1 1,0-1 0,2 0 0,1 0-8,0 0 1,2 0-1,1 2 1,3 0-227,2 0 1,2 0 262,-2-3 1,-1 0-1,-3-3 1,-1 0-1,0-3 1,2-1-1,2-1 1,2 1 0,2 0-1,2 1 134,1 0 0,0 0 0,-1 0 1,0-1-1,-3-2 0,0-1 1,0-2-1,1-1 271,3-1 1,0-1 0,-2-1-1,0-1-355,3 1 1,0 1-1,0-3 1,0 0 141,-2-1 0,0-1-171,6 2 0,0 0 0,-5-4 1,0-1-1,2 3 0,1 0 1,-2-1-1,-1 1 0,2-1 1,0 0-65,2 0 0,0 0 1,1 0-1,0-1 0,-4-2 1,1-1-1,-2 0 0,1-1 47,1-2 0,0 0 0,2-1 1,1-2-21,3 0 1,-1-1-1,-1-1 1,-1-1 38,-5-2 1,-1 0 0,4 0-1,1 0 1,2 0 0,1 0-1,-1 0 1,0 0 177,-2 0 0,-1 0 0,2 0 0,0-1-79,0-1 1,0 0 0,-1-1 0,-1-1-89,3-2 1,-1 0 0,-1-1 0,0 0 0,-2 0-1,0-1 1,2-1 0,-1 0-28,0-1 1,1 1 0,-2 1 0,-2-1-81,-4-1 1,-1 0 0,5 2 0,1 1-21,-2-1 0,1 0 0,-2 0 0,-1 2 0,-4 0 1,-1 0-1,-2-1 0,0 1 185,-3 0 0,0 0 0,1-2 0,0 0-200,1 0 0,0-1 0,1-2 1,0 0 42,-1 1 1,0 0 77,-4 1 1,0 0-1,-1-2 1,0-1-1,-2 1 1,0 1-1,2-1 1,0-1-1,0-1 1,0 0 108,2-1 0,-1-1 0,1 0 0,-1-1 0,-1-3 0,-2-2 0,-1 0 0,0-2 48,-2-1 0,1-1 1,0-3-1,0 0-95,3 1 0,0 1 1,-1-1-1,1 0 1,4 3-1,0 1 1,-3 0-1,-1 0-27,-3 3 1,-2-1-1,23-11 23,-16 3 1,0 3-1,0 1 1,0 1-354,0-1 0,-2 2 1047,-2 2 1,-4-1-1001,-9 6 9,4-6 0,-15 9 1,2-4-1,-3 2 1,-2 0-594,-1-1 0,-1-5 0,-4 5 0,2-1-1082,2 0 0,-3 3 990,3-3 1,2 4-244,-2 0 1113,6 7 0,2-22 0,7 1 0</inkml:trace>
  <inkml:trace contextRef="#ctx0" brushRef="#br0" timeOffset="2">16084 15912 7868,'-18'5'205,"-2"2"1,-2 1 568,2 1 0,-2-3 952,5 3 89,1 2 1,4-9 0,2 5 4572,6-1-5316,22-19-931,9-2 0,26-16 0,2 2 0,7-4 0,-29 15 1,1-1-1,0 0 0,0-1 0,1-1 0,0 1-149,-1 0 1,0 0 0,0 1 0,-1 1 0,27-13 0,-4 7-199,-7 11 1,-9 10-1,-15 15 1,-14 16-478,-11 13 0,-24 11 1621,7-20 1,-3 1-695,-1 2 1,-3-1 0,0 0 0,-1 0 0,1-1-1,0 0 1,2-2 0,1-1 0,-16 28 706,7-5-1815,4-2 0,12-13 0,6-7 1,6-7-1,6-9-7119,5-6 7983,7 2 0,20-26 0,9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3:07:57.474"/>
    </inkml:context>
    <inkml:brush xml:id="br0">
      <inkml:brushProperty name="width" value="0.09071" units="cm"/>
      <inkml:brushProperty name="height" value="0.09071" units="cm"/>
      <inkml:brushProperty name="color" value="#3165BB"/>
    </inkml:brush>
  </inkml:definitions>
  <inkml:trace contextRef="#ctx0" brushRef="#br0">16197 14080 7720,'-6'0'2542,"1"0"-1549,0 0 1,4 1 1791,-3 3-1584,3-3-263,1 4 0,0-3 1570,0 1-1956,0-1-127,0 3 1,0-7 0,0-1 0,0-5 0,0-2 880,0-1-1226,0-1 1,-1-4 0,-3-4 0,-4-5 0,-3-5 0,-4-4 0,-4-3 85,-2-5-130,-6-1 1,-7 3 0,-8 2 0,-3 4 0,-3 3 0,-5 2-1,-1 2 141,2 2 0,2-3 206,5 2-337,-6-5 1,3 0-1,20 14 1,1-2-1,-2 0 1,0 1-1,0-1 1,0 1-103,1 1 1,-1-1 0,-25-15 0,3-1 0,3 1-276,1 3 1,-2 3-257,0 4 0,-6 1 412,25 10 0,0 1 99,-5-1 1,0 2-1,-19-8 1,-2 2 0,7 2-1,3 1 91,-3 3 0,-6 3 1,-5-1-1,1 3 186,1 0 0,6 4-348,-1-3 1,5-2 187,0-1 1,0-3-1,-2-2 1,-5 0-98,-4-3 1,-3 2 27,5-2 0,3 3-61,9 0 1,-1 2 0,-5 3 0,-8 3-53,26 3 0,0 1 0,-2 2 0,0 1 107,1 0 1,0 1 0,1 1-1,0 0 17,1 1 1,0 0-1,-3-1 1,0 1-1,1 0 1,0-1 0,0 1-1,-1-2 70,1 0 0,-1 0 0,2 0 0,0 1 24,1-4 0,0 1 0,-27 7-47,11-1 1,-1 2 0,6 2 0,-4 3-10,-6 4 1,-2 6-178,-1 1 0,4 2 136,4-2 1,5-1-1,1 5 1,-3 0-74,-3-1 0,-6 2 20,2-5 1,-2 1-21,1-5 1,1 5-1,7-1 1,5-1 30,3-1 1,2-2 56,-2 1 0,-7 3-618,-5 0 596,0 6 0,0-9 1,1 5-1,0-2 0,3 2-27,4 1 0,2-4 0,5 2 0,-1-1-33,-3 1 0,0 3 51,-4-4 1,4 1-429,4 0 393,0 2 0,1 3 0,5-2 0,4-5-614,4-5 161,6-4 0,3-11 267,7-5 1,4-5-1358,4-6 0,7-5 0,9-3 1614,5-2 0,1-8 0,2-5 0,5-2 0,-1 0 0</inkml:trace>
  <inkml:trace contextRef="#ctx0" brushRef="#br0" timeOffset="1">10858 13787 7886,'0'-11'104,"0"0"1,0-1 0,0 1 0,0 0 3354,0 0-2262,0-1 1,0 1-1,-1 4 1761,-3 7-2824,-2 7 0,-6 22 1,-3 6-1,-3 9 0,-1 7 1,1 4-1,-1 0 222,1-2 0,2-1-22,5-7-229,4-7 1,4-12 0,8-8 0,6-7-1,8-6 1,6-5 0,5-5 943,2-6 1,6-1-887,-1-3-354,6-2 0,-4 4 0,2 0 0,-2 3 191,0 2 0,16-4 0,-23 3 0,0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3:07:57.476"/>
    </inkml:context>
    <inkml:brush xml:id="br0">
      <inkml:brushProperty name="width" value="0.09071" units="cm"/>
      <inkml:brushProperty name="height" value="0.09071" units="cm"/>
      <inkml:brushProperty name="color" value="#3165BB"/>
    </inkml:brush>
  </inkml:definitions>
  <inkml:trace contextRef="#ctx0" brushRef="#br0">22717 13561 7761,'0'-8'77,"-1"1"154,-3 2 1,2-1-1,-2 2 1,3-4-1,0-3 1,-2-1-1,-3 0 1836,0-1-1685,3 1 0,-7 0 1,5-1-1,-2 1 0,-3 0 1,-1-2 724,-1-2 1,1 2 0,3-2 0,2 3 4132,1 5-4061,4-3 0,-3 10 0,8-1 1,4 8-1064,3 6 0,7 13 0,1 1 0,1 4-116,1 4 0,-1 7 0,5-3 0,-1 3 0,1-4 0,0-3 0,-1-1 0,1 0 0,0-1 0,-5-4 0,-1-7 0,-1-5 0,-3-2 0,-5-7 0,-2-3-611,-5-3 0,1-5 0,-7-1 0,-3-1-3441,0 1 1,1-5 2076,-3 2 1,4-3-1,-3-1 1,0-1 1974,1 1 0,-3-6 0,-3-1 0</inkml:trace>
  <inkml:trace contextRef="#ctx0" brushRef="#br0" timeOffset="1">22976 13328 7761,'7'-13'1995,"-3"1"-409,-3 0 0,-1 3-711,0 1 0,-1 6 1,-3-1-1,-6 6-121,-5 5 0,-4 10 1,-7 6-1,-3 8 60,-4 3 1,-2 8 0,-4 3 0,0 5-170,-2 2 0,0-4 0,5-6 0,3-4-514,5-3 0,7-8 0,5 0-1586,2-6 1,7-5-1761,3-4 1773,3-1 1,6-5 0,3-3-2503,3-3 3944,-4-1 0,4-16 0,-4-5 0</inkml:trace>
  <inkml:trace contextRef="#ctx0" brushRef="#br0" timeOffset="2">16613 15346 7950,'-12'-6'435,"-2"-2"1,1-3 0,-1 0 0,4 2 3187,4 1 0,3 5-3201,7-1 0,3 8 1,5 5-1,2 5 40,2 2 1,-1 6-1,4-1 1,1 2-48,-1 2 0,1 1 1,5 1-1,-1 3 223,1 2-552,0 0 1,-1 3-1,1 0 65,-1 3 1,1-2 0,0-5 0,-2-1 61,-3-2 1,8-2 0,-4-2 0,2 0-28,0-4 0,-1 2 0,0-4 0,1 0-70,2-1 1,-6 4-1,3-5 1,-2-1 2,0-1 0,2-2 0,0 1 0,-1-1-140,1 0 0,-5-5 0,1-3 0,1-2-182,1-2 0,-3 0 0,1-2 0,1-2 31,1-4 0,2-3 0,1-3 0,1-1 133,2-1 1,5-2 0,0 3 0,4-3 67,3-1 0,0 3 0,-5-4 0,-2 1 56,-1 0 0,-2 3 0,1-3 1,-6 1-34,-4 3 0,-2-3 0,5 2 0,-1 1-22,1 1 1,1-2-1,3-1 1,4 2-61,2 1 0,7 2 1,2 0-1,0-2-50,-3-2 0,-3 2 0,-2-2 0,-3 2 85,-5 2 1,-2-1 0,-1 2-1,0 2 37,-1 1 0,5 4 1,1-3-1,1 0-51,4 0 1,-4 4 0,2-2 0,1 1 94,2 0 1,-5-5-1,-2 5 1,-3 2-28,-2 0 0,0 2 1,-4 0-1,-3 0 94,-4 0 1,0 0 0,-1 2-1,0 2 90,0 4 0,1 0 0,-2 3 0,-2 3-26,-1-1 0,-3 5 0,1 0 0,0 0-47,-3-1 0,-2 4 0,0-3 1,2 0-171,1-1 0,0 4 0,-4-5 0,0-1 0,2-5 0,2-2 0,-2-7 0,7-1 0,-1-6 0,-1-5 0,4-2 0,-3 1 0,1 0 0,0-1 0,2 1 0,-3 0 0,3-1 0,1 1 0,4 4 0,1 0 0,-1-2 0,2-1 0,-3 3 0,6 0 0,0-2 0,3-1 0,0 0 0,0 2 0,-3 2 0,0 2 0,-1-4 0,5 5 0,-2 1 0,-2 2 0,2 1 0,-2 0 0,3 0 0,5 0 0,1 0 0,3 0 0,-3 0 0,0 0 0,-4 4 0,3 2 0,-3 1 0,-2 2 0,-3 3 0,-2 3 0,-1 3 0,-3 1 0,-2-2 0,0 3 0,-1 2 0,0 1 0,1-2 0,0-2 0,2-1 0,2-3 0,3-1 0,-2-4 0,1-1 0,3-5 0,5-3 0,4-1 0,-1 0 0,0 0 0,4 0 0,0 0 0,3 0 0,0 0 0,1 0 0,-9 0 0,-2-1 0,-1-3 0,-3 2 0,-2-2 0,-3 3 0,0 1 0,-5-2 0,5 0 0,-2-4 0,1-1 0,5 3 0,-2-2 0,3-1 0,2 0 0,0 3 0,-1-3 0,2 0 0,3 0 0,-2 0 0,6-2 0,0 1 0,-2-2 0,1-5 0,-5-1 0,2-1 0,-2-1 0,-1-1 0,-1-5 0,-1-1 0,1 0 0,-2 1 0,-1-1 0,-3 2 0,-1 2 0,-3 4 0,-5 6 0,-2 1-1518,1 2 1,-3 0 0,-2-5-1333,-3 1 0,-2 0 0,-4-2 2850,-8-2 0,-32-6 0,-15-3 0,15 6 0,1-1 0,-1 0 0</inkml:trace>
  <inkml:trace contextRef="#ctx0" brushRef="#br0" timeOffset="3">18730 16601 7962,'-12'-4'545,"-1"-2"0,1 1 0,0 0 0,1 0 1831,3 0 0,4 4 0,9-3 1,9 2-1044,9 2 0,8 0 0,10 0 1,5 0-412,1 0 1,7-1 0,0-3 0,1-5-923,0-1 0,6-3 0,-2 0 0,-1-2 0,-2-2 0,-9 1 0,-5 3 0,-6 1 0,-4 1 0,-8 3-7497,-6 4 5684,-10-3 0,-2 11 1,-7-1-1,-2 4-1324,-1 1 3137,-6 0 0,-19 10 0,-10 1 0</inkml:trace>
  <inkml:trace contextRef="#ctx0" brushRef="#br0" timeOffset="4">19124 16576 7909,'-7'0'1224,"-4"0"0,3 0 414,-3 0 0,3 6 1,1 2-1,1 4 0,4 5 1,2 5 4999,4 5-6509,-3-1 1,9 10 0,-5-5 0,2 2-1,3-2 1,-1-1 0,1-2 0,-2-4-1,2-2-477,0-1 0,1-5 0,-1 3 0,-2-2-2110,2-6 0,-3 1 1,-1-4-1,1 3-528,0 1 0,-4 1 2986,1-1 0,-14-11 0,-3-2 0</inkml:trace>
  <inkml:trace contextRef="#ctx0" brushRef="#br0" timeOffset="5">18878 17253 7878,'-17'0'346,"1"0"1,1 0 846,1 0 1,3-1 0,3-3 0,5-4 0,7-3 3785,9-2-4171,10-4 1,10 2 0,9-6 0,6 1 0,5-1 0,3 2-1,3 2 2683,1 7-3491,2-3 0,-2 12 0,-4-2 0,-7 6 0,-8 5 0,-6 4 0,-7 3-623,-2 2 1,-11-2-1,-4-6 1,-4 0-5388,-4 0 3003,-2-3 0,-2-1 3007,-3-5 0,-25-55 0,9 21 0,0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3:07:57.482"/>
    </inkml:context>
    <inkml:brush xml:id="br0">
      <inkml:brushProperty name="width" value="0.09071" units="cm"/>
      <inkml:brushProperty name="height" value="0.09071" units="cm"/>
      <inkml:brushProperty name="color" value="#3165BB"/>
    </inkml:brush>
  </inkml:definitions>
  <inkml:trace contextRef="#ctx0" brushRef="#br0">11026 14226 7806,'-17'0'4185,"3"0"0,2 7-3572,8 5 1,4 6-1,5 8 1,6 3 0,5 5-1,2 7 1,1 8-1,0 7-76,3 4 0,-3 6 1,1-2-1,-1-2 1,-2-4-1,3-1 107,-1-6 0,-4-4 0,1-13 1,-2-2-226,-2-2 0,5 3 0,-1-6 0,-1-4-392,-1-5 1,-6-4-1,0-4 1,0 0-28,-1-2 0,4-6 0,-4-4 0,0-9 0,0-13 0,-5-13 0,4-8 0,1-7 0,1-11 0,-2 26 0,0-1 0,1-4 0,0-1 0,1-3 0,0-1 0,0-4 0,-1-1 0,3 0 0,1-1 0,0 0 0,1 1-35,2 0 1,-1 1 0,0 3 0,-1 0 0,1 6 0,-1 1 0,5-25-640,-3 17 0,-3 16 0,-1 9 0,-4 6-1064,0 4 0,3 2 0,0 1-1144,2 3 0,1-2 2882,0 6 0,-5-5 0,-1 2 0</inkml:trace>
  <inkml:trace contextRef="#ctx0" brushRef="#br0" timeOffset="1">11974 14792 7809,'0'-8'631,"0"0"1,0-2 0,0-1 602,0-1 0,0-2 0,0-1 0,-1-1 0,-2-1 0,-3 1-617,0-1 0,-3 0 0,-3 3 0,-2 2 1,-2 5-1,-5 4-235,-2 3 1,3 7 0,-1 7 0,-1 9-302,-1 8 1,0 9-1,2 1 1,5-1 124,2-2-94,2-7 0,5 0 0,4-10 0,7-4 0,7-10 0,7-10 265,5-9 1,5-8 0,9-7 0,0-2 525,-1 2 1,-3 2-1,-1 5 1,-2 5-904,-3 5 0,-2 5 0,-3 5 0,-5 1-1131,-3 3 0,4 7 0,-9 6 0,1-2-6369,1-2 7500,-6 0 0,1-12 0,-6-2 0</inkml:trace>
  <inkml:trace contextRef="#ctx0" brushRef="#br0" timeOffset="2">12208 14940 7842,'-4'8'0,"-2"0"949,-1 2 0,1-6 0,-3-4 1348,5-7 0,3-15 1,1-8-1,0-8-821,0-7 0,5-7 0,5-3 0,5 0 1413,5 1-2889,4-5 0,4 15 0,1 3 0,0 11 0,0 9 0,-1 9 0,1 7-112,1 3-1013,-4 2 0,4 6 0,-7 2 0,1 3 1125,0 1 0,-7-5 0,6-2 0</inkml:trace>
  <inkml:trace contextRef="#ctx0" brushRef="#br0" timeOffset="3">12885 13980 7842,'1'11'0,"2"-2"980,1 0 0,1-7 1,-2 1 2918,1-6 0,0 1-3218,-4-7 1,-1 3 0,-5-3 0,-5 4-587,-4-1 1,-6 5-1,0-3 1,-1 1-371,2-1 236,-4 3 1,7-5 0,-5 6 0,3 0 0,1 0 0,3 0 0,1 0-236,2 0 1282,-1 0 0,1 2 0,0 2 22,0 4 1,5 3 0,4 0 0,4-2-381,3 0-650,6 4 0,-7 1 0,5 4 0,2-2 0,0 2 0,3 1 0,-2 3 0,-3 1 0,3 3 0,-4 1 0,1 4 0,0 0 0,-5 6 0,1 5 0,-3 2-227,-1 3 1,0 0-1,0 4 1,-1 1-171,-3 1 1,1 1-1,-4-7 1,0-1 52,1-5 0,3-3 1,-3-4-1,2-4 112,0-5 1,-1-9 485,1 1 1156,2-9 1,-2-7-1098,8-5 1,3-4 0,5 4 0,2 1-314,2 2 0,0-1 0,4 0 0,2-4 0,1-1 0,0 3 0,-1-3 0,-3 2 0,-1 2 0,0-2 0,-3 1 0,1 1-2345,-1 1 0,-5 2 1,-2-1 2344,2-3 0,-16-19 0,-2-10 0</inkml:trace>
  <inkml:trace contextRef="#ctx0" brushRef="#br0" timeOffset="4">12971 14398 7842,'-13'0'759,"5"0"593,0 0 0,1 2 0,-1 2 0,4 4-170,3 3 0,2 3 0,3 2 0,4 6-458,3 5 1,-3 3 0,-1 6 0,0-2 481,0 0-867,-4 10 1,6-17 0,-5 6 0,-1-6 0,-2-3 0,-1-2 0,0-3-750,0-2 0,0-4-3181,0-5 0,0-7 3591,0-1 0,-5-32 0,-2-15 0</inkml:trace>
  <inkml:trace contextRef="#ctx0" brushRef="#br0" timeOffset="5">12909 14423 7822,'-12'-6'395,"0"-2"682,-1-3 0,2-1 0,3 0 0,4-1 1,3 1 4211,1 0-4762,5-6 0,3 8 0,7-2 1,3 1-1,1 0 0,3 0 1,1 2-211,2 0 1,-2 7 0,-2-2 0,-5 2-534,-2 2 1,-3 7-1,-3 5 1,-4 8-90,-3 3 1,-2 6 0,-3 1 0,-4 0-85,-3 0 1,4-2 0,2-4-1,0-2 311,1-2 1,2-5 0,6 2 0,4-5 568,3-4 1,7 2 0,4-6-1,4-2-26,2 0 1,5 3 0,-3 4 0,0 1-202,0 3 0,-2 5 1,-9 3-1,-7 7-77,-6 5 1,-8-2 0,-6 2 0,-10 0-126,-8-2 0,-2 3 0,-8-6 0,-2-4-1070,-1-2 0,2-8 1,5-2-1,3-6-1255,3-5 1,7-2 0,4-5-225,5-6 0,10-10 2487,8-7 0,31-27 0,-16 27 0,0-1 0</inkml:trace>
  <inkml:trace contextRef="#ctx0" brushRef="#br0" timeOffset="6">12885 14115 7803,'-13'0'1473,"1"0"1,1 2 1224,3 2 0,2-4 0,8 1-1864,2-4 0,3-10 0,6-1 1,2-2-146,2-2 0,1-4 1,-3 1-1,2-2 416,3-1-1264,-5-1 0,2 4 0,-4 2 1,-1 1-1,0 5-501,1 3 1,-7 16-1,-1 11 1,-4 8-34,-1 4 1,-4 8 0,0-3-1,1-1-493,2-2 0,-4 1 0,1-6 1,2-4-1381,0-3 1,4-4 2565,2-7 0,8-41 0,7-15 0</inkml:trace>
  <inkml:trace contextRef="#ctx0" brushRef="#br0" timeOffset="7">13266 14066 7803,'0'8'1734,"-1"-1"133,-3-2 0,1 0 0,-4-7 572,2-2 0,-4 1 2326,5-5-4055,0 5 1,6-1 0,2 7-567,4 1 1,3 2-1,1-4 1,2 2-151,2-1 1,-1-1-1,6-2 1,1 0-143,1 0 1,1 0-1,0-2 1,-2 0-347,-2-3 1,-5-3 0,2 4 0,-4 0 148,0-1 1,-5 3-1,-1-3 259,-2-1 710,-1 5 1,-4-3-295,0 8 1,0 3 0,0 5 0,0 0 72,0 1 1,4 4-1,0 5 1,0 4-366,2 3 0,-3 9 0,5-1 0,0 3-416,-1 2 0,2 1 0,-3 3 0,-1-1 186,1 2 1,2-1-1,-4-1 1,-1-4 198,-2-2 1,-1-4 0,0-2 0,2-4 34,2-3 0,-3-3 0,5-1 0,-2-3-254,0-1 1,4-2-1,-4-4-365,-1 1 0,0-6 1649,1-3 1222,-3-3-2032,4-6 0,-6 3 0,-2-1 1,-2 5-263,-2 2 0,-1 6 0,-4-2 0,-2 3-281,-3 1 1,2 0-1,-4 1 1,0-2-144,0-3 0,0 1-1,-2-5 1,5 0-423,2 2 0,2-5 0,0 3-1642,-1-2-2698,7-2 5187,0 0 0,6-6 0,0-1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3:06:14.19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56 522 7628,'-5'0'527,"-2"-1"-204,4-2-147,0 2 0,2-3-17,-2 4 144,2 0-156,-3-4 1,2 3 77,-1-2 0,2 1 137,-2-1 1,1 2 502,-1-2-496,2-3 0,-3 4 66,4-4 1,-1 4 271,-2-1 317,2-2-567,-3 4 0,4-4 113,0 1-320,0 3 1,0-2 0,0 6 0,0 7 27,0 5 0,4 4 104,2 3 0,5 2-337,2 8 0,3 5 121,0 6 1,2 5-64,4 5 1,-2 4-49,2 8 1,-4-5-259,-2-4 1,0-7 128,-3-8 1,-1-2-143,-3-8 0,3 0 107,-3-3 1,3-1 134,-6-2 0,2 1-99,1-4 0,1 1 81,-1-4 1,-3 1-26,0-8 1,-3 1 27,0-4 0,1-3-2,-1 0-107,0-4-42,-3 3 322,0-5 0,0-5 26,0-1 1,0-3-102,0-4 1,0-2-117,0-7 0,1-6 60,2-6 1,-1-6 0,4-4 0,1-4 31,2-2 0,4-9-13,3-3 1,3-14-45,2-8 0,2-2 151,2 3 0,2-4 259,-2 0 1,2 3-91,1 9 1,-6 16 83,-3 19 1,-1 7-140,-6 8 0,-1 3-106,-4 7 0,-2 5-130,-2 7-570,-2-2 46,3 4-228,-4-3-370,0 4-4521,0 4 5588,0-3 0,-4 11 0,-1-1 0</inkml:trace>
  <inkml:trace contextRef="#ctx0" brushRef="#br0" timeOffset="1252">867 951 9446,'5'0'3479,"-1"0"-839,-4 0-1602,0-4-304,0 3 0,3-4-283,1 2 1,-1 1-52,-3-5 1,0 4-253,0-3 0,0 0-118,0-4 1,-3 1 19,-1 0 1,-3-4-139,1 1 1,-2-1-346,-2 0 1,0 3 215,-2-3 1,1 3-31,-1 1 1,-3 0-65,0 3 1,-3 2-110,0 4 0,2 1-16,1 2 0,0 7 124,0 5 0,-2 7-14,5 3 0,-1 3 104,4 3 0,3-2-9,-1 2 0,2 1 58,-1-1 1,2-3 132,4-3 0,1-2-101,2 2 1,-1 1 148,4-4 1,0 0 130,4-4 0,2 0-56,1-3 1,0-1 143,0-5 1,-2-3-55,4 1 1,-3-5 152,0 1 0,2-6 53,-2-4 1,4-6 38,-4-6 0,0 0-151,-2-6 0,1-1-85,-1-5 0,1 5-123,-5-2 1,-1 2 91,1-2 0,-2 1-245,2 2 1,-4 0 49,1 3 0,-2 4-32,-1 6 1,0 1-19,0 2 0,0 5-19,0 4 1,0 5 177,0 8 1,0 1 123,0 5 1,1 0-73,2 3 0,-1-2 150,4 2 1,0 0-69,0 0 1,2-1-82,-2-6 1,3 2-125,0-5 0,-3 4-23,0-4 1,0-2-235,0-4 0,-2-3-624,-4 3-821,0-4-1642,0 2 1632,0-4 1718,0-4 0,0-9 0,0-7 0</inkml:trace>
  <inkml:trace contextRef="#ctx0" brushRef="#br0" timeOffset="1652">1063 1035 7968,'0'9'726,"0"1"193,0-1 0,0 0 124,0 0 1,1 2-481,2 1 0,-1 0-102,4 3 1,-3 1-180,3 2 1,0 1-116,0 0 1,1-2 13,-4-1 0,3 0-27,-3-3 219,1 3-292,-4-5 0,-1-2 11,-3-6 1,2-7 20,-4-5 1,-3-6-231,-4-7 0,2-1 95,5-5 1,-2 0-64,1 0 1,3-1 162,1-2 0,2 2 155,1-2 1,4-1 292,2 0 1,8-2-188,4 3 1,2 0 348,5 3 1,3 5-190,3 5 0,0 4-80,-3 8 0,-3 6-186,0 6 0,-5 7-40,2 2 1,-6 6-220,-4 1 0,-2-2-327,0-4 0,-4 1-985,0-5-1806,-4 0-305,2-2 3449,-4-5 0,-24-46 0,-8-16 0</inkml:trace>
  <inkml:trace contextRef="#ctx0" brushRef="#br0" timeOffset="2535">1948 271 7968,'0'5'1943,"0"3"194,0-7-966,0 8 524,0-8-1175,-4 3 1,-2-3-188,-3 2 0,0-2-197,-1 2 0,0-2-145,-2-1 1,-3 3 47,-3 0 1,-5 1-133,-2-4 0,-2 0-93,-1 0 1,-1 0 37,-2 0 1,3-4-121,0 1 0,1-3 184,6 3 0,-3-3 122,5 3 1,-1 0 46,8 3 1,3 0 492,2 0 94,1-5-150,1 4-364,1-3-4,4 4 0,1 0-134,2 0 0,-1 3-2,4 0 1,-3 5-121,4-2 1,-4 2 140,3 2 0,-3 0 41,3 2 0,-1 0-31,2 3 1,1 1 27,-2 2 1,-1 2 45,2 2 1,-2 2-33,1 4 1,1-1-139,-4 1 1,4 3 90,-4 1 1,1-1-22,-1-3 1,1 3-35,2 0 1,-1 4-11,-1-1 1,-2 5 4,4 2 1,-4-1-97,1-3 0,-2 0 6,-1-3 0,0-2 94,0-4 0,0-4-5,0-3 0,0-1-6,0-1 1,0 2 23,0 1 1,0 0-10,0-3 0,3-4 5,0 1 1,0-2-63,-3 2 0,0-3-72,0-4-167,0-3 217,0-2 437,0-4-305,0-4 1,0-2-59,0-3 0,0 0 58,0-1 1,3 4 129,1 0 0,3 0-49,-1-4 1,2 2 3,2 2 0,0-5 349,2 1 1,3-1-152,3 2 1,0-1 496,-2 1 1,1 0-297,-1-1 1,0 1-450,0 0 1,0 2-332,-3 1 0,-1 4-1037,-2-1-497,-1 2-172,0 1 0,-3 3-2116,1 0 4073,-5 0 0,2-3 0,-4 0 0</inkml:trace>
  <inkml:trace contextRef="#ctx0" brushRef="#br0" timeOffset="3116">2106 578 7958,'-9'0'2856,"1"1"-2147,1 3 0,3 1-256,4 4 0,0 1 182,0 3 1,0 1-149,0 5 0,4 4 23,3 2 1,1 6-174,1 3 0,-1 6-56,-1 4 0,1 0-254,-2 0 0,1-1 82,0-6 0,-3-2-346,-4-11 0,0-1 176,0-4 0,0-5-1018,0-1 262,0-7 1,0-6-588,0-6 0,-3-4 1404,0-2 0,-5-40 0,3-13 0</inkml:trace>
  <inkml:trace contextRef="#ctx0" brushRef="#br0" timeOffset="3700">2069 662 7936,'-4'-5'578,"0"-3"924,-3 2-809,-1-3 1,7 0 189,-2 0 1,-1 2-287,1 1 0,0-1-191,3-5 1,4 0 163,2-3 0,2-1-97,2-3 1,2-2-205,0-1 0,4 0-96,-4 4 0,4 0-114,-4 3 1,4 1 49,-4 5 1,4 4-180,-4 1 1,1 3-223,-4 1 1,-3 2 134,0 5 0,0 3-2,0 9 0,-2 3-15,-4 3 0,0 2-29,0 1 0,-4 0-5,-2 0 0,0 0-88,0 0 0,0-4 87,-3-2 1,2-3-71,1 0 0,3-4 108,-3 1 1,4-5-152,-1 2 423,2-7 6,1 2 10,0-7 1,1 2 52,2-6 0,2-1 345,4-2 1,2-2-80,1 1 0,-1 2 273,5-1 0,-4 0-191,4-4 1,-1 5-126,4 2 0,3-1-340,0 1 1,-1 0 116,-2 3 1,3 4-111,-1 2 0,1 2 38,-3 2 0,-4 2-115,1 1 0,-2 4 28,2 2 0,-3-1-139,-3 4 0,-1 2-29,0 1 1,0 2 72,-3 1 0,-2 0-53,-4 0 0,0-4-7,0 1 1,-5-4-33,-5 1 0,0-6 106,-5 0 1,-4-1-2,-3 4 0,-7 0-7,1-1 1,-7-3-9,-2-3 0,0-6-95,-4-2 0,0-4 72,0-4 0,6-5-647,7-6 1,4-3-86,6-1 1,1-2-271,5-1 1,0 0-1880,9 3 2990,0 1 0,16-17 0,2-5 0</inkml:trace>
  <inkml:trace contextRef="#ctx0" brushRef="#br0" timeOffset="4234">2115 308 8305,'-5'1'1871,"2"2"-939,2-2-49,-3 4-284,3-5 1,-3-2-201,4-1 0,0 1-30,0-4 1,3-1-173,0-6 0,3 2 32,-3-4 1,5-1-185,-2-3 1,-1 0 31,1-3 0,-1 1-9,2-4 1,0 5-3,-4-2 0,1 2 39,-1 2 1,-2 3 170,2 3 1,-2 1 93,-1 2-178,0 4-117,0 1-467,0 4 323,0 4 1,3 1-26,1 4 0,2 4 82,-3-1 0,4 1 41,-1-4 0,0 3-131,0 1 0,-1 2-8,1-2 0,-1 0-87,-2 0 0,-1-3 214,5 2 1,-5-1-1516,1-2-357,2 0-424,-4 1 2279,3-1 0,-8-8 0,-1-2 0</inkml:trace>
  <inkml:trace contextRef="#ctx0" brushRef="#br0" timeOffset="5143">2497 299 7936,'-9'-5'2210,"0"1"-1561,-1 4 0,4-4 2180,0 1-1016,4 0-1084,-2 3 0,5 0-235,2 0 0,2 0-20,4 0 0,2 1-190,1 2 1,3-2-56,3 3 1,1-3-145,0-1 0,-1 0 12,1 0 1,0 0-79,-1 0 1,-2 3 94,-1 0 0,0 0-157,0-3 0,2 0 24,-5 0 0,1 0 85,-4 0 0,-1-1-83,-2-2 119,3 2-99,-8-3 178,3-1-230,-4 4 0,-1-3-22,-2 4-149,2 0 131,-8 0 1,7 0-139,-4 0 0,4 1-32,-1 2 208,-2 3 1,4 6 71,-2 0 0,-1 2-33,0-2 1,1 3 6,3 3 0,0 5 37,0 2 0,0 5 172,0 1 1,5 4 31,1-1 1,2 0-48,1 0 1,1-5 38,-1-1 0,0 2 4,1-5 0,-4 0 123,0-3 0,0-1-128,4 4 1,-2 0 57,-2 3 1,1-2-266,-4-1 1,5 1 113,-2-4 0,-1 3-210,1-4 0,-1 0 56,2-5 1,0 0-49,-4-3-3,4-1 1,-5-4-279,4-1-2,-3-3-168,1-4-990,-4 0 1345,4 0 209,-3 0-45,3 0 251,-4 0-698,0-4 252,0 3-90,0-4 91,0 5 90,-4 0 194,-1 0 0,-5 0-121,1 0 138,0 5 1,-4-4-252,1 2 1,2 1 104,0-1 1,3 1 38,-5-1 0,1-2-218,2 2 0,3-2-301,-1-1 1,1 4-135,-3-1 0,3 0-414,0-3 1,2 0 344,-2 0 1,4 1-1123,-1 2 1197,2-2 647,1 3 0,12-8 0,4-1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3:06:22.88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224 122 7899,'5'5'3897,"-1"-1"-2984,-4-4-507,0 0 1,0-4-49,0-2 0,0-2-133,0-2 1,-4 1-43,-2 0 1,1-2-46,-1-1 1,-1 2-131,-2-3 1,3 4 53,0 3 0,-1-2-211,-2 5 0,0-3-41,0 3 1,-4 0-92,1 3 1,-4 4-44,4 2 1,-4 8 81,4 4 0,-4 3 179,4 7 0,-1-2 22,4 5 0,1 1-2,2-1 0,1 0 16,5-3 1,0-1 26,0-2 0,5-3 4,1-7 0,5-3 14,2-5 0,-1-3-30,-3-4 1,4-1-18,-1-2 1,4-3 147,-4-3 1,1-4-48,-4-3 1,0-1-32,1-2 0,-1-5-24,0-4 1,0 0 10,1-3 0,-2 3 143,-2 3 1,3 3-82,-3 3 1,-1 9 169,1 3 1,-3 6-56,3 5 0,1 6 400,2 8 0,0 8-109,1 5 1,-1 0 29,0-3 0,1-4-298,-1-2 1,0-3-302,1-4 0,-1 1 59,0-7 1,-3 1-417,1-7-2605,-5 1 1530,2-4 1505,-4-5 0,4-12 0,1-8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3:06:21.10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94 299 7887,'-9'0'0,"-1"-3"1908,1 0-341,4 0-17,-3 3-1047,7 4 1,-7 1-41,5 4 1,0 5-9,3 1 0,0 3-121,0 0 0,3 2-27,0 2 0,4 2-170,-4 4 1,3-1-132,-3 1 1,3-3 105,-3 0 0,0-4-62,-3 1 0,0-4-228,0-2 0,0 0-1227,0-3-1057,0-1 449,0-3 920,0-3 0,0-6 370,0-7 723,0-1 0,5-26 0,0-6 0</inkml:trace>
  <inkml:trace contextRef="#ctx0" brushRef="#br0" timeOffset="283">38 29 7887,'-6'-4'0,"0"-3"653,4 3 1012,-7-4-1153,4 7-547,0-3 0,1 5-813,4 2 0,1-1 848,2 4 0,27 17 0,10 7 0</inkml:trace>
  <inkml:trace contextRef="#ctx0" brushRef="#br0" timeOffset="815">420 262 7890,'8'-1'48,"-1"-3"0,-2 3 419,-2-2 276,-2 2-431,3-3 0,-3 3 574,2-2 87,-2 2-618,3 1 1,-5 1-92,-2 2 0,1-1-40,-4 4 1,0-3-186,-3 4 0,-2-1 10,-1 3 0,1 1-18,-1-1 0,2 0 47,0 0 0,1-2-207,0-1 0,-1 0 42,1 3 1,3-2-95,0-1 0,4-3-18,-2 3 286,3-4 1,2 2 131,3-4 0,5-1-194,6-2 0,1 2 379,3-2 1,-3 2-54,6 1 0,1 0 20,-2 0 1,4 4-143,-3 2 1,2 7-84,-6 2 0,2 4-73,-8 3 1,0 0 36,-6 3 1,-2 2-136,-4-2 1,-5-1 2,-4 1 0,-6-6-18,-6 0 1,0-4-12,-4-6 1,0-1-182,-3-2 1,4-2-32,3-4 0,2 0-177,3 0 1,3-1-269,4-2 0,-1 1-174,1-4-211,4 0 0,1-3 1093,4-1 0,4-3 0,1-2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3:06:28.69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112 671 7790,'-6'0'402,"-1"0"0,1 0-186,-3 0 1,2 0 0,-3 0 0,3 1-15,-5 2 1,1 3 11,2 3 0,1 4 82,1 3 0,0 1-82,4 2 0,0 1 28,3 2 0,1 0-58,2 3 1,2-2-1,5-4 1,3-5-57,3-2 1,2-5-147,4-4 0,-1-7-38,4-6 1,-5-7 119,2-8 1,-2-2 97,-2-1 0,-3-3 3,-3 0 0,-2 1 111,-4 5 0,-3 2 31,-6 5 0,-7 2 286,-5 1 1,-7 4-262,-3 2 1,2 1-272,-2 4 0,7 1-980,-1 3 665,3 0-1226,1 0 1,6 5 647,6 1 0,6-1 832,3 1 0,52-8 0,14 1 0</inkml:trace>
  <inkml:trace contextRef="#ctx0" brushRef="#br0" timeOffset="384">615 327 7790,'0'-10'589,"3"1"166,0 0 0,0-4-161,-3 1 0,0-1 68,0 4 1,0-3-251,0-1 1,0-3-52,0 0 1,-4 2-49,-2-2 1,-3 1-67,-4-4 0,-1 3-92,-5 1 0,0 0-36,1 0 1,-2-2-144,-2 5 1,3-1 39,-3 4 0,3 1-238,4 2 1,-2 1-12,5 5 1,-1 5 101,4 1 1,1 6 294,2 4 1,-2 5-59,5 4 1,0 6 242,3 4 0,0 1-109,0 1 1,4 3 40,2 1 1,3 4-29,0 2 0,3 4-75,1 5 0,2 0-200,-2-3 1,2-2-344,-2-14 0,-1-2-660,-2-7 0,-2-1 99,-2-2 1,-1-3-252,-2-7 1,-2-1 475,2-5 0,-2 4-128,-1-1 0,-3-3 359,0-2 0,-4-5-220,1 1 690,-7-2 0,-9-18 0,-7-3 0</inkml:trace>
  <inkml:trace contextRef="#ctx0" brushRef="#br0" timeOffset="574">280 690 7790,'5'-4'0,"3"-1"0,-3-4 1616,4 3 0,1-2-747,-1 2 1,5 0 639,1 0 0,6 3-730,1-3 1,3 4-376,0-1 0,-2 2-439,-1 1 0,-7 0-829,-2 0 559,1 0-270,-3 0-2995,-2 0 1216,-5 0 2354,-4 0 0,-25-13 0,-6-2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3:06:24.65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56 681 7948,'-9'-1'555,"-1"-2"857,1 2-873,0-4 1,1 6 70,1 3 1,3 2-65,4 6 0,1 3-152,2 3 0,1 6 54,3 4 0,1 4-56,-2 5 0,2 4-130,2-1 0,-4 2-66,0-2 0,-4 2-1,1 5 1,-2 3-57,-1-1 0,0-3-138,0-6 0,0-3-169,0-6 0,-3-2 104,0-11-369,-4-5 236,6-9 1,-4-4 152,2 0 0,2-5 18,-3-5 0,0-3 2,1-6 1,0-5-25,3-4 1,0-8-97,0-7 0,0-3 246,0 0 1,0-4-75,0 0 0,4 0 108,2 4 0,3-5-44,0-2 0,5-4 136,1 2 1,3 1-32,0 7 1,5 7 134,2 6 1,1 4-52,-1 11 0,1 7-45,-5 8 1,2 4-303,-1 4 1,-4 2 163,1 6 1,-1 3-276,-6 3 1,-3 2 82,-2 2 1,-5 3-10,1 6 1,-6-1-57,-4 4 1,-2-3-105,-3 3 0,-3-2 72,-3-1 0,-1-4-56,0-8 0,1-5-62,-1-1 0,-3-4 71,1-3 1,0-3-528,5-6 1,0-2-41,3-4 1,2-1-113,5 1 1,2 3 162,4 0 1,4 2 753,2-2 0,40 0 0,9-3 0</inkml:trace>
  <inkml:trace contextRef="#ctx0" brushRef="#br0" timeOffset="292">541 820 7948,'0'10'173,"0"-1"1,0-3 866,0 1 271,0-1-483,0-1-131,0-1 0,0-12-106,0-5 0,0-7 64,0-5 0,0-3-181,0-3 0,4 1 12,2-4 0,2 4-130,2-1 0,-1 6 61,0 3 0,4 3-569,-1 4 0,4-1 172,-4 7 1,0 2-930,-2 7 1,-1 1-161,0 2 1,1 2-671,-1 4 0,0 1 630,1-1 0,-1 0 1109,0 1 0,5-1 0,0 0 0</inkml:trace>
  <inkml:trace contextRef="#ctx0" brushRef="#br0" timeOffset="559">820 606 7948,'-9'4'0,"-1"2"906,1 3 0,1 4-346,2 3 1,-2-2 337,5 2 0,0 0-269,3 6 1,1-2-69,2 2 0,4-7-206,5-3 0,-1-5-111,5-4 1,-1-3-75,4-3 0,-3-7-1,-1-5 1,-3-7-140,4-3 0,-5-2 133,2-1 1,-7 1-117,-3 3 0,-3 1-31,-3 4 1,-2 2 43,-4 1 0,-5 6-129,-1 4 1,-3 3-191,-1 0 1,2 3-260,1 3 0,3 3-528,3 3 0,2 1-558,2 3 1,-1-3 797,4 3 1,1-3 805,5-1 0,18 17 0,9 4 0</inkml:trace>
  <inkml:trace contextRef="#ctx0" brushRef="#br0" timeOffset="1059">1034 634 7948,'0'6'95,"0"1"1,0-4 142,0 3 1,1 0 1351,2 3 0,-1 5-744,1 1 1,1 4-141,-1 3 0,3 3-214,-3 6 1,4 1-15,0 2 0,-3 1-175,-1-4 1,1 0-51,-1-3 1,0-1-30,-3-2 0,0-6 0,0-7 0,-1-3-129,-2-2 1,1-3 135,-4-4 0,0-4-138,-4-3 0,1-5-128,0-4 0,-1-5-282,1-4 1,3-2 209,0-1 1,4-4-64,-2-2 0,3-6 608,1 0 0,1 3-174,3 3 1,5 0 125,6 0 1,3 0-87,1 6 1,2 3-437,1 10 1,3 2 35,-3 7 0,-1 3-43,-2 6 0,-4 3-63,-3 7 1,-3 1-410,-3 5 0,-1 3 242,-5-1 1,-5 5-27,-1-1 1,-6 2 41,-4 1 1,-1-1 99,-2-2 0,0-4-62,1-5 1,0-3-143,3-3 0,-2-4-272,5 0 0,2-4-432,4 1 516,4-6 0,-1 1 645,6-4 0,35-25 0,13-9 0</inkml:trace>
  <inkml:trace contextRef="#ctx0" brushRef="#br0" timeOffset="1317">1305 634 7935,'-6'9'2460,"3"1"1,2 2-1298,1 1 1,0 2-612,0-2 0,4 2-35,3-2 0,4 2-335,1-3 0,5-3 47,-2-6 1,3-3 63,1-3 0,-5-3-64,-1-7 1,-3-4-114,-1-5 1,-4 0 112,-1 3 0,-8 1 0,-2-1 1,-6 5-86,-4 1 0,-1 4-194,-2 3 1,0 2-803,1 4 1,0 0-1360,3 0 1,1 4 286,5 2 1,1 2 858,1 2 0,3-1 1065,4 0 0,25 9 0,6 1 0</inkml:trace>
  <inkml:trace contextRef="#ctx0" brushRef="#br0" timeOffset="1526">1500 774 7898,'0'-9'500,"0"-4"1101,0 1 1,-1-5-749,-2 2 1,2-7 565,-2-3 1,2-3-370,1-3 0,3 5 18,0-2 0,4 8-716,0 1 0,1 4-188,1 6 1,0 4-94,1 2 0,-1 7-194,0 5 1,1 2-1146,-1 4 0,0-2 726,1 2 0,-1-2-3685,0 2 4227,1-4 0,-1 3 0,0-5 0</inkml:trace>
  <inkml:trace contextRef="#ctx0" brushRef="#br0" timeOffset="2019">1854 19 7893,'-6'-6'1014,"0"0"0,3 4 196,-4-1-232,5 2 0,-5 9-267,4 4 0,0 9-30,3 4 0,1 6-72,2 3 0,-1 9 139,4 6 0,0 8-267,0 11 0,1-1-52,-4 1 0,3-7-427,-3-5 1,4-5 64,-4-8 0,1-10-812,-1-8 1,-2-4 530,2-2 1,-2-5-3558,-1-2 2139,0-5 0,0-4-905,0-6 2537,0 2 0,-8-16 0,-2 2 0</inkml:trace>
  <inkml:trace contextRef="#ctx0" brushRef="#br0" timeOffset="2209">1761 569 7867,'0'-10'0,"0"-3"0,1 2 0,2-5 0,-1 4 1997,4-4 0,4 4-843,2-4 0,5 6-483,-2 1 0,2 0-729,-2 6 0,2 0-734,-5 3 0,1 7-886,-4 3 1,0 5 1677,1 1 0,3 10 0,2 3 0</inkml:trace>
  <inkml:trace contextRef="#ctx0" brushRef="#br0" timeOffset="2476">2115 448 7857,'0'-5'2400,"0"-4"-534,0 8-974,0 5 0,0 7-427,0 7 0,0 1-6,0 0 0,0 2 114,0 1 0,0 3-297,0-3 1,0 1-374,0-2 1,3-2-83,0 0 0,0-2-359,-3-4 1,0-4-2728,0-3 1401,0-4-756,0 2 2620,-4-8 0,-5-34 0,-6-13 0</inkml:trace>
  <inkml:trace contextRef="#ctx0" brushRef="#br0" timeOffset="2617">2078 112 7857,'-10'-3'0,"1"0"0,0 0 94,0 3 0,-1 0 148,1 0-277,4 4 0,1 1 101,4 5-66,0 3 0,16 14 0,5 7 0</inkml:trace>
  <inkml:trace contextRef="#ctx0" brushRef="#br0" timeOffset="2969">2320 532 7809,'-9'7'0,"-1"2"0,1 7 477,0-1 1,0 3 690,3 1 1,2-1-588,4 1 1,1 3-20,2-1 0,3 0-366,7-6 1,-2-1 19,5-5 0,-2-4-107,2-1 1,1-4 70,-1-4 1,-2-5-69,2-6 0,-5-4 104,2-3 0,-3-2-217,-1-4 1,0 4-26,-3-1 0,-2 3 132,-4-3 0,-1 6 63,-2 0 1,-5 1 1,-5 6 0,-3-1-289,0 4 1,-5 4-405,0 2 1,-4 6-826,3 3 1,0 3 630,4 4 1,3-2-952,3 5 1667,6-5 0,18 11 0,9-2 0</inkml:trace>
  <inkml:trace contextRef="#ctx0" brushRef="#br0" timeOffset="3302">2497 588 7809,'0'9'0,"0"0"0,0 1 708,0-1 1,0 0-129,0 0 1,0 1-36,0-1 0,0 0 193,0 1-228,0-1-259,0-4 0,0-6-35,0-8 0,4-6 129,2-6 1,3 0 91,0-4 0,4 0 276,3-3 1,5 3 37,0 1 1,2 7 296,-1 2 1,-2 4-612,1 5 0,-2 10-112,-3 9 1,-3 7-53,-4 5 1,-2 2-58,-1 1 0,-4-1-454,1-2 1,-3 1-1045,-3-5-1785,2 1 139,-8-7 886,8-6 0,-4-12 2042,2-7 0,2-26 0,-3-4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3:06:30.65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94 904 7934,'6'0'0,"0"0"0,-4 0 0,7 0 0,-5-1 335,2-2 0,-1-2-28,-2-4 1,-1-1-55,4 1 1,-2-3 59,2-1 0,-4-3 127,1 0 0,-2 3 537,-1 0-617,0 3 0,-4 5-166,-2 2 0,-4 3-16,-2 3 1,0 3-102,-3 6 1,3 2 85,-4 1 1,4 3-137,-4-3 1,5 3 94,-2 1 1,4-1-175,3 1 1,2 1-5,4 1 1,0 2 144,0 2 0,4-2 10,2-5 1,6 1-54,4 0 1,5-3-2,0-3 0,4-2 1,-3-8 1,3-1-128,-4-5 0,4-3 120,-3-7 0,0-1-18,-4-5 1,-2 0 133,-1-3 1,0 1-110,1-4 1,-3 5-30,-4-2 0,-3 5 1,1 2 0,-5 3-88,1 0 1,-3 2 80,-3 0 1,-2 2-104,-5 2 1,0-1 47,-2 3 1,0-3-156,-3 1 1,0 1-92,0-1 1,-3 0 53,2 0 1,-1-1-144,-2 4 1,4-3 57,-1 3 0,2-4 139,-2 4 0,3 0-78,3 3 423,1 0-149,0 0 236,4 4-163,0-3 1,10 7-36,1-5 1,0 0 396,3-3 0,-1-3 124,4 0 0,2-5 305,2 2 1,2-5-274,0-2 0,1-2 95,-1 2 1,0-2-365,-2 2 1,0 1-256,-3 3 0,-1 0-624,-3 3 0,-3 1 307,-3 2-1146,-2 2-109,-1-3 0,4-13 0,1-4 0</inkml:trace>
  <inkml:trace contextRef="#ctx0" brushRef="#br0" timeOffset="524">410 466 7934,'-9'-5'0,"4"0"-77,2 2 1,-1 1 156,1-4 0,0 3 606,3-4 0,1 4-245,2-3 1,0 0-183,6-4 0,-2 1-39,6 0 1,1 0-1,2-1 1,-2-1-46,2 1 0,-4-1-108,4 5 1,-5 2 3,2 1 1,-3 2 16,-1 1 0,0 1-292,-3 2 1,-2 2 4,-4 4 1,0 4-96,0-1 1,-3 5 96,0-2 0,-5 0-128,2 0 0,-1 0 168,1 0 1,-3 2 78,3-5 0,1 4 112,-1-4 0,4 4-76,-1-4 1,-1 1 102,0-4 1,1 0 271,3 0 11,4 5 1,2-5 68,3 1 0,1-5 170,3-5 1,-2-1 144,5-2 0,-4-3-221,4-3 1,-4-3-427,4-1 0,-4 1 22,4 3 0,-8-1-1920,1 1 1033,-2 4-1037,3 1-249,-5 4 2070,-1 0 0,-4 8 0,0 2 0</inkml:trace>
  <inkml:trace contextRef="#ctx0" brushRef="#br0" timeOffset="1090">1156 103 7934,'0'-9'0,"0"-1"-138,0 1 1,0 0 430,0-1 0,0 1 569,0 0 1,-1-1-404,-2 1 1,2 3-8,-2 0 1,-3 4-250,0-1 0,1 2 26,-1 1 1,0 4-122,-4 2 0,0 3 72,-3 4 1,2 0-98,-4 3 1,2 4 74,-2-1 0,2 3-188,-2-1 0,2 6 51,-2 4 0,3 5 92,0-2 1,2 6-68,0 4 1,-1 1 82,2 2 0,-3-1-189,6 1 0,1 1 98,-1 1 1,3 3 18,0 4 1,2-9 18,1-3 0,4-6-12,3-4 1,5-4 70,4-8 0,-2-1 130,2-9 0,-1 3 267,4-6 0,-1 3-151,1-6 1,3-2 68,0-1 1,-2-2-155,-4-1 0,3-3-253,-3 0 0,3-1 259,-7 1-233,0 2-744,-2-4-1493,-5 5-1839,-1 0 4007,-4 0 0,-25-20 0,-6-6 0</inkml:trace>
  <inkml:trace contextRef="#ctx0" brushRef="#br0" timeOffset="1648">1296 681 7975,'0'-6'2569,"0"11"1,0 5-2011,0 9 1,0 0-152,0 3 1,0-1-174,0 4 1,1-4-37,2 4 1,-2-4-7,2 1 0,-2-3-80,-1 0 0,1-6-676,2-3 279,-2-1-845,3-8 1,-4 2 8,0-6 0,0-2-278,0-4 0,0 2 522,0 1 876,0 0 0,-16-20 0,-5-4 0</inkml:trace>
  <inkml:trace contextRef="#ctx0" brushRef="#br0" timeOffset="1823">1258 513 8017,'0'-12'0,"0"-1"0,-3-2 413,0 2 0,-3 4 526,3 3 639,-4 4-1436,6-3-770,-4 5 0,10 0 628,1 0 0,14 17 0,5 4 0</inkml:trace>
  <inkml:trace contextRef="#ctx0" brushRef="#br0" timeOffset="2166">1482 830 8011,'4'9'0,"-3"-3"0,2 0 0,-1 1 371,1 2 0,-2 0 70,3 1 0,-3-1 472,-1 0-459,0 1-271,0-1 1,0-3 366,0 0-75,0-4-77,0-10 0,0-1-53,0-13 1,0 3 53,0-5 1,1 2-23,2-3 1,-1 1 209,4-1 0,-1 3-329,1 3 0,2 4-71,-5 3 1,4 3-623,-1 2 0,2 0 336,2 4 0,-2 1-428,-2 5 1,3 2 270,-3 5 0,1-1-3390,-1 0 1806,2 1 1840,-2-1 0,-9 0 0,-4 1 0</inkml:trace>
  <inkml:trace contextRef="#ctx0" brushRef="#br0" timeOffset="2550">1743 764 7988,'0'6'37,"-1"2"897,-2-2 0,2 2-274,-2 2 0,1-1-121,2 0 1,2 4-245,1-1 1,-2 4-61,2-4 0,1 4-77,-1-4 1,3 1-115,-3-4 1,0-3-56,-3 0 1,1-4 269,3 1-305,-3-1 1,3-8 34,-4-3 0,0-4-70,0-6 0,1-5 51,2-4 0,-1-1 109,4-5 1,-1 2 226,2 1 0,1 1 344,-2 8 1,2 0-159,2 4 1,-1 3 228,0 3-691,1 6 0,-1 3-368,0 6 1,-3 5-509,1 4 0,-5 4-71,1-4 0,-1 4-2381,1-4 3298,-2 1 0,3-8 0,-4-1 0</inkml:trace>
  <inkml:trace contextRef="#ctx0" brushRef="#br0" timeOffset="2950">1994 783 7942,'0'5'2211,"0"-1"1,4 0-1837,3-1 0,-1 0-465,3-3 0,-2-1 53,6-2 1,1 1 79,2-5 0,-2 1 7,2-3 0,-4-4-276,4 1 1,-5 0-105,2 2 1,-4-2 80,-3-1 0,-2 1 307,-4 3 0,0 2-98,0 1 1,-1 4-159,-2-1 0,-6 2-22,-7 1 1,2 4-221,-2 2 1,1 7 174,-4 2 0,1 3-36,-1 1 1,4-2 296,3-1 1,2 1-105,0-1 1,4 0 741,0 0 1,4 0-321,-1-3 0,3-1 509,3-2 0,3-1-233,6 0 0,-1-3-108,1 1 1,-1-5-984,-2 1 1,3-2 351,1-1 0,-1 0-760,-3 0 1,-2 0 908,-1 0 0,-4-13 0,2-2 0</inkml:trace>
  <inkml:trace contextRef="#ctx0" brushRef="#br0" timeOffset="3556">2395 811 7912,'0'-9'393,"3"3"148,0-1 1,0 1-134,-3-3 1,1-1 9,2 1 0,-2-3-272,3-1 1,-3 1 80,-1 3 0,0-4-145,0 1 0,-1 2 96,-3 4 1,-1 1-264,-4-1 0,0 2 63,-1 4 0,-2 8 13,-1 4 1,-2 6 168,3 4 0,-1 2 126,4 3 1,-1-1-97,1 2 0,4-5 151,2 5 1,2-3-234,1 0 1,0 0 109,0-7 0,5 2-173,4-8 0,2 0-18,4-6 1,1-6-177,2-6 0,-2-7 48,-1-2 1,1-7-75,3-3 0,-2-3 134,-1-3 1,0-2 53,-3-4 0,-1-5 69,-3-1 1,0 0 203,-3 0 1,1 1 246,-4-2 0,0 0-184,-3 3 0,-4 0-394,-2 0 1,-2 4 127,-2 0 1,0 5-674,-2 7 1,1 7 171,-1 9 0,2 4-46,0 5 0,1 2 47,0 4 0,2 4 61,1 9 0,4 5 533,-1 4 0,2 4-117,1 5 0,1 0 879,2 1 1,-1-1-293,4 0 1,4 5 22,2 1 0,2 0-63,-2 0 0,1 1-202,3 2 1,4-1-882,-5-5 1,4-8 385,-7-10 1,1-8-1888,-4-4 0,0-5 265,1-5 0,-4-5 1712,0-5 0,4-16 0,5-8 0</inkml:trace>
  <inkml:trace contextRef="#ctx0" brushRef="#br0" timeOffset="3833">2693 848 7877,'-9'10'0,"-1"-1"0,2 0 1683,2 1 0,2 2-615,4 0 1,0 2-309,0-2 0,5 0-478,4 3 0,2-3-361,4 0 1,0-6 82,0-3 1,3-2 165,-3-1 1,-1-2 102,-2-4 1,2-1-64,-2-9 0,-3-3 145,-2-6 0,-2-2-239,1-1 0,-2-3 395,-4 0 1,0-1-184,0 1 1,-3 6-304,0 0 1,-4 6-522,0 7 1,2 1-925,-1 7 0,1 6 659,-1 4 761,2 6 0,4 19 0,0 9 0</inkml:trace>
  <inkml:trace contextRef="#ctx0" brushRef="#br0" timeOffset="4175">3094 746 7829,'0'-9'0,"0"-1"1155,0 1 1,0 3-384,0-1 0,-4 5-200,-3-1 0,2 2-316,-1 1 1,0 4-239,-4 3 0,-2 5-106,0 4 0,-1 0 147,4 0 0,0 4-47,-1-1 1,1 1 113,0-5 0,3 3 182,3-3 1,2-1-123,1-2 1,2-1 158,5-2 1,0-3-86,8 0 1,-2-4 85,2 1 1,1-1-419,2-2 1,0-4 120,-2 1 0,-2-3-1187,-2 3 0,-1-3-304,1 3 1,-5-1 1441,0 0 0,-9-5 0,1-5 0</inkml:trace>
  <inkml:trace contextRef="#ctx0" brushRef="#br0" timeOffset="4382">3243 811 7817,'-10'9'1314,"1"1"1,1-1-580,2 0 1,-2 1-293,5-1 1,0 0-171,3 1 0,0-1 129,0 0 1,0 1-267,0-1-522,4 0 1,2-1-167,3-1 0,-3 0-583,0-4 1,-3-1-361,4-5 0,-5-2 1495,1-4 0,-15-30 0,-3-6 0</inkml:trace>
  <inkml:trace contextRef="#ctx0" brushRef="#br0" timeOffset="4531">3178 476 7817,'-11'-5'645,"-1"1"1,1 3 901,-1 1 0,2 0-921,0 0-858,1 0 0,4 1-2077,2 3 2309,2 1 0,13 4 0,4 0 0</inkml:trace>
  <inkml:trace contextRef="#ctx0" brushRef="#br0" timeOffset="5016">3252 252 7821,'0'-9'0,"0"-4"1003,0 1 49,0-1-225,0 8 0,1 3-440,2 8 0,-2 5-135,2 7 0,2 5-164,-2 2 1,3 3 128,-3 3 1,3 1 15,-3 2 1,1 3-18,-1-3 1,-1 3 78,1 3 0,-2 6-75,-1 4 0,0 2 12,0-2 0,0 0-7,0-4 0,0-4 18,0-5 0,0-9-211,0-9 157,0-9-946,0-6 586,0-20 1,3-1-268,0-14 1,4 2 220,-1 1 1,3 0 132,0 0 1,0 1 97,1 2 0,-1-1 192,0 5 0,1 0 234,-1 5 0,0 3-184,0 4 0,5 4-104,1 1 1,0 5 29,0 6 1,0 4-246,0 11 1,2-2-57,-5 5 1,0 0-66,-6 3 1,-2 0 19,-4 0 1,-1-1-73,-2-2 1,-6-2 18,-7-5 0,-1-2 130,-2-1 0,-4-6-129,-2 0 0,2-6 125,-2 0 1,4-5-482,-1-1 0,4-4-69,2 0 0,6-1-1121,4-1 993,3 0 0,0-4-1144,6 1 1913,3-1 0,28-42 0,6-11 0</inkml:trace>
  <inkml:trace contextRef="#ctx0" brushRef="#br0" timeOffset="5286">3569 205 7821,'0'-5'3023,"0"2"-1944,0 6 0,0 8-137,0 7 1,0 10-434,0 10 1,0 3 2,0 6 0,3 3 141,0 3 0,1 8-234,-1 1 0,-2 2-234,2-8 1,2-3-251,-2-9 0,1-6-354,-1-10 1,-2-6-738,2-13-1832,-2-4 474,-1-1 770,4-8 0,0 2 112,3-4 1632,-3 4 0,0-11 0,1 3 0</inkml:trace>
  <inkml:trace contextRef="#ctx0" brushRef="#br0" timeOffset="5614">3737 830 7809,'0'-10'1863,"0"1"-1237,0 0 1,0 3 317,0-1-750,4 1 0,0-3-161,2-1 0,1 1 21,-4 0 1,4 0 120,-4-1 0,3 1 226,-3 0 0,0-4-98,-3 1 1,0-1-108,0 4 0,-4 1-164,-2 2 1,-4 1-276,-2 5 1,-2 2 161,-5 5 1,0 4 91,1 11 1,0 6-23,3 6 0,-2 2-63,5 1 0,0-2 325,6-1 0,2-4-98,4 1 1,4-3 423,2-3 1,8-4 27,4-5 1,2-4 61,5-6 0,0-1-295,3-5 1,0-8-157,-1-1 1,0-6-270,-2-1 1,0-1-336,-6 2 0,0-2-545,-6 5 0,-4 0-559,-3 2 1,-1 1 1491,2 0 0,-32-9 0,-11-2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3:06:39.55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65 890 7879,'0'-6'450,"0"0"759,0 3-597,-4-5 0,3 6 1012,-2-4-486,2 4-579,1-2 0,1 4 73,2 0 1,-1 0-224,4 0 1,1 0 148,6 0 1,-3 0-119,2 0 1,3 0-100,1 0 0,1-1-92,2-2 0,2-4 0,1-5 1,0 1-115,-3-5 1,1-4-132,-1-5 1,1-1-281,-8-2 1,-1 3 181,-4 0 1,-3 4-423,-4-1 1,-2 4 108,-5 2 1,0 6-44,-8 4 0,-2 4 184,-5-1 1,0 7 3,-3 5 0,-1 6-112,4 6 1,-4 6-98,1 4 0,0 8 63,0-2 1,2-1 8,4-2 1,5-4 370,1 1 1,4-3-131,3-3 0,3-5 496,6-5 0,2-3 54,4 0 1,5-6 249,1-3 1,4-2-269,3-1 1,-3 0 138,3 0 0,2-4-107,1-2 1,-1-2 54,0-2 0,-3 1-1013,1 0 1,1 0 372,-2-1 1,0 2-1734,-5 2 1,-3 1 1911,-4 1 0,-8-1 0,-2-4 0</inkml:trace>
  <inkml:trace contextRef="#ctx0" brushRef="#br0" timeOffset="292">531 825 7879,'0'9'1629,"0"0"-1083,0 1 1,0-1 35,0 0 0,0-2-185,0-1 1,0 0-177,0 3 0,0 1 164,0-1-1,0 0 321,-4-4-482,3 0 1,-5-11-124,3-3 1,2-5 136,-2-8 0,6-5-21,3-4 0,3-4-85,0 0 0,5 0-109,1 1 1,3 3-136,0 6 0,0 3-351,-3 7 1,3 6-676,-2 6 0,0 3 545,0 3 0,0 5-1814,-3 4 2408,-1 1 0,-7 8 0,-1 4 0</inkml:trace>
  <inkml:trace contextRef="#ctx0" brushRef="#br0" timeOffset="650">838 899 7879,'-5'4'0,"0"-3"1415,2 3-744,2-3 1,-7-2 74,5-3 0,0-2-247,3-6 0,1-7-22,2-6 0,3-5-23,3-1 0,3-4-123,1 1 1,3 3 166,0 3 1,1 4-111,2 5 1,0 6 23,-1 4 0,0 3-487,-3 6 1,-1 5-628,-5 1 1,1 6-229,-1 4 0,-1-2 930,-2 2 0,3-1 0,-4 4 0</inkml:trace>
  <inkml:trace contextRef="#ctx0" brushRef="#br0" timeOffset="959">1146 713 7879,'-10'3'335,"1"0"1,0 4 418,-1 0 1,1 4-61,0 1 1,4 5 588,1-2 0,0 3-662,1 1 1,1-1-231,5 1 1,2-3-280,5-1 0,2-5-1,1 0 0,3-2-168,0-5 0,2-1 169,4-5 1,-2-3-89,1-7 0,-1-1-48,-1-5 1,-2-3-302,-1-3 0,-6-2 59,-4-1 0,-3 0 90,0 0 1,-3 4 360,-3 2 0,-7 4-118,-5 2 1,-6 3-113,-1 3 1,-3 5-273,4 2 1,-1 7-467,3 6 1,2 0 240,1 5 1,3-2-285,3 2 0,5-2-1735,2 2 2561,2-3 0,26-7 0,6-6 0</inkml:trace>
  <inkml:trace contextRef="#ctx0" brushRef="#br0" timeOffset="1275">1425 825 7858,'1'9'0,"2"0"0,-2 1 797,2-1 0,-2 1-261,-1 3 1,0-3 97,0 3 1,0-6 157,0-1-369,-4 0 0,2-1-96,-4-2 1,4-3-101,-1-3 0,2-6-33,1-6 0,0-10 27,0-3 1,0-10 163,0 1 1,4-5-110,2 1 0,6 5 737,0 5 1,1 3-437,0 3 1,1 1-321,5 9 1,-1 4-37,-3 11 0,2 1 0,-5 2 1,1 3-158,-4 6 0,-1 3-196,-2 3 0,2-2-6653,-5 0 3238,0-1 3547,-3 0 0,-13-35 0,-2-12 0</inkml:trace>
  <inkml:trace contextRef="#ctx0" brushRef="#br0" timeOffset="1634">1667 79 7858,'0'-9'673,"-1"-3"84,-2-1 1,2 1 1929,-2 2-1260,2 1-20,1 0 1,4 5-593,2 4 1,7 5-277,2 7 1,4 4-256,3 6 1,2 7-107,4 8 0,3 13-43,0 9 0,-3 4-129,-4 2 1,-4 0-45,-1 0 0,-9 3 130,-7-3 0,-4-2 40,-5-7 1,-4-6-215,-9-7 0,-4-5-114,-2-13 0,3-4-271,0-12 0,3-4-437,4-2 1,4-1-3395,5-2 3233,4 0 0,-1 0 1065,6 0 0,-6-13 0,2-2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3:06:45.85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276 588 7879,'1'6'-533,"2"-3"0,-2-1 964,2 1 1288,-2-2-1075,-1 3 1,0-3 152,0 3 165,0-3-248,5 3 38,-4-4 49,3 4-263,0-3 1,-3 4 278,2-1 242,-2-3-295,4 3 172,-4-4-425,3 0-64,-4 0-533,0-4 1,0-3 46,0-5 1,-4 1 70,-3-2 1,-1 0-84,-2 0 1,1-3-174,0 4 0,-1-1 111,1 3 1,-2 1 85,-2-1 1,2 5-90,-5 2 1,0 2 108,-3 1 0,3 1-289,0 2 1,2 6 98,-2 3 0,-2 5 147,2-1 1,2 2-197,2 1 0,2 0-292,4 0 1,-1 0 68,3 0 0,-2 0 92,3 0 0,0-3 288,3-1 1,1 0-64,2 1 1,-1-1 142,4-3 1,1-1 57,2 2 0,1-3 85,-1 0 1,2-1-98,1 1 1,-1-1 62,2 1 0,-2-4-56,2 0 1,-3-3-56,3 4 0,-1-5 217,0 1 0,-1-2-42,2-1 1,0-4 40,0-2 0,0-4-32,-4-3 1,1 2-100,-1-5 1,1 0-43,-1-3 0,-1 0-164,-1 0 0,0 0 124,-4 0 0,4 0-129,-4 0 0,0 0 44,-3 0 1,3 5-13,0 1 438,0 2-114,-3 2 0,0 5 132,0 4 1,0 4 79,0 5 1,0 2-139,0 2 0,0-2 107,0 5 1,2-4-108,1 0 1,-1-1-278,4-2 0,-3 1 135,4-1 0,-4 0-223,3-3 0,-3 1-425,4-3 1,-4 2-1612,3-3 164,-4 0 352,7-3 0,-7-4 1592,4-2 0,-4-20 0,2-4 0</inkml:trace>
  <inkml:trace contextRef="#ctx0" brushRef="#br0" timeOffset="483">523 531 7927,'0'7'0,"0"-1"0,0-3 748,0 4 0,0-1 1035,0 3 0,0 1-1121,0-1 1,0 2-213,0 2 1,3-2-160,0 5 1,3-3-64,-2 2 1,0-3-11,-1 1 0,-2 0 10,2 0 1,1 0-128,0-4 1,-1-2 179,-3-1-196,0-4-217,0 2-222,-4-12 1,1-2 189,-3-6 1,4-1-95,-1 1 1,2-1 124,1 1 0,0-3 46,0 0 0,0 0 327,0-3 0,1 2 13,2 1 1,2-4 81,5-3 1,-1 3-81,1 1 1,2 2 90,1 1 1,4 4-272,-1 3 0,-3 2 56,0 4 1,1 3-110,-2 6 0,2 3 50,-1 7 1,-6 6 239,3 6 1,-4 4-80,0 2 1,2 0 91,-5 4 1,0-5-174,-3 2 0,0-4 2,0-2 0,0-3-521,0-4-1115,0-5-431,0-4 1,1-6 862,2-4 1,-2-4-599,2-2 0,2-4 1648,-2-2 0,8-12 0,0-5 0</inkml:trace>
  <inkml:trace contextRef="#ctx0" brushRef="#br0" timeOffset="1207">1054 493 7886,'0'-9'635,"0"-1"1,0 1 7,0-1 1,0 4 103,0 0 1,-1 4 235,-2-1-527,-2-3 0,-5 6-67,1 0 0,-1 4-165,1 6 0,-1 3 103,1-1 1,-1 6-104,1 1 0,-1 0 118,1 3 0,3-2-76,-1-1 1,5 0-40,-1 0 0,2-1-63,1-2 0,1 1-121,2-4 1,2 0-36,5 0 1,-1-4 32,1 1 1,0-2-145,3-4 1,-2 0 65,1-1 1,0-2-32,0 2 0,-1-5 84,2-1 1,-3-6 2,0 0 0,-1-2 74,1-4 1,-1-1 113,1-3 1,-1-4-242,1-3 1,-4-1 115,0-2 0,-3 1-156,4-1 0,-5-2 74,1-1 1,-1 1-222,1 2 1,-2 1 22,3-1 0,-3 4 4,-1-1 0,-4 4 45,1-3 0,-4 3-138,1-3 0,-3-1 87,0-2 1,-1 0 20,1 3 1,0 0 228,3 6 1,-3 2-150,3 7 508,-2 5 0,-1 2 3,3 6 0,1 7 181,2 5 0,1 4-233,-1 4 1,2 2 94,1 7 0,-1-3 154,-2 3 1,2-3-218,-2 0 1,3-4 99,3 0 1,-1 1-128,4 2 0,-2-3 168,2 1 0,0-1 9,4 3 0,2 2 14,1 2 0,1-6-163,-2 2 0,0-5-24,4-1 0,-4-5-369,4-2 0,-4-4 0,1-2 0,-6-3 0,-1-6 0,1 0-152,2 0-1784,-4 0-1401,4 0 2011,-8-4 1,4-1-386,-2-1 0,-2 1-575,2 2 0,-1 0 2286,-2-3 0,-17-13 0,-4-6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3:06:51.04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180 428 7856,'0'-7'0,"0"1"1506,0 0-928,-4-4 1,0 4 475,-3 0-243,3 3 246,0-1-38,3 4-662,-8 0 1,7 1 54,-4 2 1,-1 7-128,-2 6 0,0 3 83,-1 3 0,-1 4-168,-1 9 1,0 5-155,-4 11 1,4 1 78,-4 5 0,7-4-89,0-2 1,6-4-51,0-2 0,6-8-360,3-5 1,7-7-6,3-2 0,2-4 154,1-4 1,3-2-55,0-7 1,0 2 11,-3-5 1,0 0-28,0-3 1,-1-3-108,-2 0 1,-3-4-300,-3 4 1,-1-1-934,1 1 864,-5 2 769,4-8 0,-13-4 0,3-7 0</inkml:trace>
  <inkml:trace contextRef="#ctx0" brushRef="#br0" timeOffset="316">360 665 7856,'-9'-5'0,"-1"2"0,4 1 667,0 2 1,4 2 930,-2 1 0,5 5-500,6 5 1,0 4-552,9-2 1,0 3-219,3 1 0,1 1-108,2 3 1,-2-3-158,2 2 1,-2-2 27,-1-1 1,0-3-63,0-1 0,-4 0-59,-2 1 1,-6 1-318,-1-4 0,-4 2-730,1-2 1,-1 0-80,-2-4-390,-5-4 0,0 0 1545,-4-5 0,-18-30 0,-3-7 0</inkml:trace>
  <inkml:trace contextRef="#ctx0" brushRef="#br0" timeOffset="573">541 589 7856,'-5'6'294,"-1"1"0,-2 0 464,-2 6 1,1 3-132,-1 6 0,-4 4 105,-1 9 1,-3 1-223,-1 8 1,1-3-150,2 3 0,-2-4-246,2 2 1,4-8 70,2-2 0,2-3-149,4-4 0,1-3-198,3-6 0,1-7-406,3-6 1,1-2-159,4-1 0,2-5-1803,1-4 2528,-1-5 0,24-56 0,1-12 0</inkml:trace>
  <inkml:trace contextRef="#ctx0" brushRef="#br0" timeOffset="957">692 371 7856,'-9'-4'-970,"4"2"0,-1-2 2888,3 4-497,2 0-870,-3 0 0,5 0-104,2 0 0,-1-1 64,5-2 1,2 1-115,4-4 0,0-1-176,0-2 0,2-1-140,4 1 1,-3-4 92,0 1 1,-1-4-440,4 3 1,-3-1-210,0 2 0,-4 1-574,0-2 0,-1 4 183,-2 3 1,0 0-1518,-3 3 2382,-2 2 0,-4 1 0,0 6 0,-21 24 0,-5 6 0</inkml:trace>
  <inkml:trace contextRef="#ctx0" brushRef="#br0" timeOffset="1140">816 342 7856,'-7'10'-511,"1"-1"1,3 2 843,-3 1 1,3 0 778,-4 4 1,4 0-631,-3 3 1,4 0-73,-2 0 1,3-4-401,1 1 0,0-1-265,0 1 0,0-6-2157,0-3 971,0-5 1441,5 2 0,8-25 0,7-5 0</inkml:trace>
  <inkml:trace contextRef="#ctx0" brushRef="#br0" timeOffset="1625">987 532 7856,'-6'-5'889,"-1"0"208,4 1 0,-1 3 705,0-2 825,3 2-1464,-3 1 1,4 1-574,0 2 1,0 3 236,0 3 0,4 6-324,3 4 1,2 1-73,4 5 0,1 0-195,1 4 0,6 3-51,-2-1 0,3 1-78,-3-4 0,-2-3-171,-1-3 0,1-1-33,-4 1 1,-1-6-356,-2 0 1,-5-2-670,-2-1 0,-2 0 481,-1-4 1,0-2-2100,0-1 915,0-4 204,0 2 753,-4-4 0,3-1 867,-2-2 0,-2-15 0,-1-7 0</inkml:trace>
  <inkml:trace contextRef="#ctx0" brushRef="#br0" timeOffset="1941">1176 580 7855,'-5'0'2510,"-3"-5"-1642,7 4-162,-8-3-497,4 4 1,-3 4 0,1 3 0,-1 5 14,1 4 0,-1 6 0,-1 4 1,-2 2 31,-2 4 1,2-2-36,-5 5 0,4-4-71,0 0 1,-2-2-87,1-4 0,4-2-210,2-4 1,5-4-571,-1-2-919,2-7 131,1-2 0,1-5 1504,2-2 0,11-15 0,6-7 0</inkml:trace>
  <inkml:trace contextRef="#ctx0" brushRef="#br0" timeOffset="2400">1281 371 7843,'0'-7'0,"0"1"1006,-4 0 0,-1-1 191,-1 1-102,2 4 1,4-3 94,0 2-115,0 2-149,0-4-512,4 5 1,1 0 180,5 0-258,-1 5 0,1 0-45,-1 4 1,4 4-73,0 0 0,-1 3 47,-2 0 0,3 3-48,3 3 1,-1 3-99,1 3 0,-1 6 49,0 4 1,2 5-110,-4 8 1,0 0 87,-4 3 0,-4-2-5,-1-5 1,-4-2-39,-4-1 1,-2-8 45,-7-1 1,3-6-189,-3-4 0,0-1 113,0-5 0,-3-9-717,3-4 1,1-4-122,2-2 1,1-4-472,-1-2 1,4-2 189,0-2 0,4-4-339,-2-1 1,3-1-1420,1-3 2800,0 2 0,9-49 0,1-5 0</inkml:trace>
  <inkml:trace contextRef="#ctx0" brushRef="#br0" timeOffset="2825">1623 295 7834,'-6'-4'2809,"2"3"-1235,0-4-1038,3 5 0,-2-3-56,6 0 0,-1 0 134,4 3-287,1 0 0,2 0-157,1 0 0,-1-3-98,0 0 1,1-2-26,-1 2 0,-2 2 184,-1-2-1018,0 2 0,1 1-200,-1 0 0,-3 0-1687,4 0 2674,-5 0 0,-7 17 0,-5 4 0</inkml:trace>
  <inkml:trace contextRef="#ctx0" brushRef="#br0" timeOffset="3498">1822 10 7834,'0'-5'3477,"0"1"-2447,0 4-282,0 4 0,0 1-295,0 5 1,0 3 9,0 3 0,0 3 21,0 3 1,0 4 65,0 5 0,0 0-114,0 4 1,0-2 49,0 2 0,0-2-298,0-5 0,0-5-180,0-4 0,3-4-1257,0-5 1064,0-5 0,-3-2-1397,0-6 0,3 1-1155,1-4 1234,-1-1 0,-2-2 1503,2-1 0,-10 1 0,0-1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3:06:57.01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29 0 7913,'-10'0'996,"4"0"3359,0 0-3453,4 0 1,-3 1-1123,5 2-577,0-2 0,0 5-2486,0-3 3283,0-2 0,21-5 0,6-7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3:07:17.33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29 209 7796,'-4'-10'885,"-1"1"0,-1 0 1433,-1 3-773,5 2-547,-2 4 1,9 2 244,5 4 1,3 1-606,6 9 1,1 1 373,2 5 1,0 3-461,3 3 1,3 2-196,4 1 0,1 4-186,-2 6 1,-1-3-153,1 0 1,-5-5-157,-4-8 0,-3-2-842,-3-4-1369,-7-8 1655,-5-3 1,-5-11-462,-2 0 1,-2-5 535,-5 2 1,1-2-635,-1-2 0,1 4 257,0 0 1,-1 0-1160,1 0 1579,-1-2 1,1 2-422,-1-3 996,5 3 0,-12-31 0,1-6 0</inkml:trace>
  <inkml:trace contextRef="#ctx0" brushRef="#br0" timeOffset="267">295 85 7762,'1'-16'0,"2"1"0,-2 3 235,3-1 0,-3 3 386,-1 0 0,-1 5 383,-3 2 1,2 7-458,-4 6 1,0 7-65,-4 9 0,0 5-131,-3 4 0,-2 3 82,-4 3 1,-1 4-90,-2 5 0,2 4 28,-2 6 1,-1 0-209,0 0 1,4-4-205,4-8 1,6-10-94,0-7 0,6-10-413,-1-8 1,3-6-2276,1 0 2046,5-5 1,-1 1-210,2-6 0,1-4 96,-3-5 887,3 1 0,-6-19 0,3-1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3:07:16.07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247 143 7923,'6'-5'-10,"2"0"503,-2-4 0,0-1-80,0 1 1,-4-1-26,1 1 1,-2-1 126,-1 1 1,0-1 245,0 1 1,0-1-312,0 1 0,-7 0-70,-2 3 1,-4-1-250,0 3 1,-2 1-129,-4 3 0,-1 0-40,-2 0 0,2 1 129,-2 2 1,2 3-96,1 3 1,3 4-116,0-1 0,5 5-3,-2-1 0,6 3 169,1 3 1,3-1 54,0 5 0,6-3 391,4 5 0,2 0-151,4 7 0,2-1 245,4 4 1,-1 1-285,-3 2 0,2-6-141,-4 0 0,0-5-332,-4-5 1,-1 1-520,-1-4 0,-3-4-115,-4-5 1,0-2-913,0-2 0,-4-1 1715,-3-1 0,-22-20 0,-7-8 0</inkml:trace>
  <inkml:trace contextRef="#ctx0" brushRef="#br0" timeOffset="175">1 494 7853,'0'-10'1325,"0"4"262,0 0 1,1 2-629,2-2 1,3 0-446,7-4 1,2 4-1147,4 0 1,1 0-214,2 0 0,-2-1-587,2 3 0,-1 1 849,1 3 583,-6 0 0,10 5 0,-6 0 0</inkml:trace>
  <inkml:trace contextRef="#ctx0" brushRef="#br0" timeOffset="358">266 475 7853,'0'14'0,"-3"4"336,0-2 1,0-2 517,3-1 0,0 0-254,0 0 0,4-1 156,2-6 1,3 1-272,0-4 1,2 1-142,2-4 0,-2-6-240,5-3 0,-5-2-134,-2-5 0,0 1-226,-6-4 0,0 0-57,-3 0 0,-4 0-411,-3 0 1,-4 1 35,-2 2 1,-3 2-500,4 5 0,-1 0 1187,3 3 0,1 23 0,-1 9 0</inkml:trace>
  <inkml:trace contextRef="#ctx0" brushRef="#br0" timeOffset="600">437 484 7853,'0'15'0,"-3"-1"1102,0-5 0,0 1-460,3-1 0,-3-3 1478,-1 1-1432,1-5 0,0 1-128,0-6 0,0-3-251,3-7 1,0-6-114,0-6 1,3-3 142,0 0 0,8-1-79,-2 1 1,3 0 310,-3 3 1,4 5-176,0 4 0,3 6-472,0 0 1,2 5-153,1 5 1,0 5-326,0 5 0,-4 4-1270,-2 9 0,-3-2 855,0 4 1,-4-5-1068,0-1 0,-4-1 2035,2-5 0,-12-9 0,-2-5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3:07:13.44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204 390 7930,'0'-6'-1,"0"-1"1250,0 5-339,0-6-118,0 3-632,0-5 0,-3 4-105,0-1 1,-1 5 80,0-1 1,-1-1-88,-4 1 1,1 0 111,-1 3 0,0 1-91,-6 2 0,2 2 116,-3 5 1,0 3-80,-3 3 0,3 3 136,1 3 1,3-2-94,-1 2 0,6 2-18,1-2 1,5-1 93,1-5 1,5 0-12,8-7 0,1 2 178,5-8 0,3 0-63,1-3 0,3-4-433,-1-3 1,2-1 121,-2-2 1,1 4-314,-4 0 0,-1-1-402,-5-2 1,1 3-786,-4-1 0,-1 1 1481,-2-4 0,-9-41 0,-2-11 0</inkml:trace>
  <inkml:trace contextRef="#ctx0" brushRef="#br0" timeOffset="475">309 1 11932,'0'9'363,"0"1"0,3 3-208,0-1 1,1 6 68,-1 1 0,1 1 34,3 6 1,1 2-7,-1 4 1,1 3 1,1 0 0,-2 1-78,-1-1 0,-1-1 49,2-3 1,0-4-41,-4 1 0,4-7 28,-4-2-18,0-4-145,1-10 1,-3-2-127,2-6 1,-2-3 44,-1-7 0,0 2-67,0-5 1,0 0 4,0-3 1,1 0-99,3 0 1,1 0 86,4 0 0,1 4-35,-1 3 1,1-2 103,-1 1 0,5 4-14,2 3 1,-1 3 110,0 0 0,-2 3-44,3 3 0,-4 3 125,0 3 1,-2 4-73,-4 0 0,1 3 103,-3 0 1,-1 1-743,-3-1 0,0 1 265,0-5 0,0 1-1367,0-3 1,0-4 1669,0 0 0,0-16 0,0-2 0</inkml:trace>
  <inkml:trace contextRef="#ctx0" brushRef="#br0" timeOffset="749">698 381 7896,'-5'6'179,"-1"0"0,-1 2 227,0 4 1,0-1-273,4 1 0,0 2-137,3-1 1,1 0 1494,2-4 1,2-1-677,5-1 0,0-3-603,3-4 0,-2-1-112,5-2 1,-3-4-177,3-5 1,-2-3 157,2-4 0,-2 0-89,-4 0 0,-5 0-150,-2 0 0,-2 0-140,-1 0 0,-1 4 351,-2 3 0,-4 1-22,-5 2 1,-2 3-35,-2 3 0,-2 2-383,3 1 1,0 1-526,-1 2 0,5 3 95,2 3 1,0 1 813,6-1 0,9 13 0,4 4 0</inkml:trace>
  <inkml:trace contextRef="#ctx0" brushRef="#br0" timeOffset="1150">916 343 7864,'-10'4'0,"1"4"0,-1 5 0,2 1 1070,2-2 0,-2 3-442,5 4 0,0-1 181,3-2 0,4 2-331,3-2 0,4-2-138,2 2 0,4-7-179,-2 0 1,2-6-120,-1 0 0,2-6-56,-2-3 1,-2-7 94,-2-3 0,-1-6-62,-2-3 0,1 1-57,-1-2 0,-3 2 255,-3-1 0,-3 2 50,-3 4 0,-3 3 146,-3 0 1,-5 5-192,-2 2 1,-5 4-51,-1 5 1,-3 0-226,3 0 0,-1 4-420,4 2 1,0 4-1285,0 2 1,5-1 1756,1 2 0,15 6 0,4 1 0</inkml:trace>
  <inkml:trace contextRef="#ctx0" brushRef="#br0" timeOffset="1723">1220 267 7877,'-7'0'0,"1"0"593,0 4 0,-4-3-78,1 2 0,-1-1 12,1 1 1,2-2-303,1 3 0,4-2 220,-1 1-128,-3-2-240,5 3 50,-3-4 0,8 0 87,3 0 1,2 1-109,4 2 0,-2-2 5,5 3 1,0-2-19,3 1 0,-3 2 57,0 5 1,-5-1 19,2 1 1,-4 3 62,-2 3 0,-3 2-63,-4 1 0,-5 3 28,-5 0 0,-3 1-27,-6-5 0,-4 0-204,1-2 1,-3-6-272,3-7 1,-3-2-378,2-1 0,5-7-87,6-3 0,5-5-1846,4 3 2614,2-5 0,18-15 0,4-8 0</inkml:trace>
  <inkml:trace contextRef="#ctx0" brushRef="#br0" timeOffset="2031">1324 343 7864,'0'9'2866,"1"0"-960,2-3-1179,2-2 0,6-5-440,2-2 0,-3-3-322,3-7 0,-3 1-65,0-3 0,-1-1-302,1-3 1,-5 3 32,-2 0 0,-2 4 249,-1 0 1,-1 4-67,-2 2 1,-3 5-27,-7 1 1,-1 5 114,-1 8 0,-2 2 320,4 4 1,0 3 479,4 0 1,1 0 189,1-3 0,3 2-346,4-2 0,4 2 76,3-5 0,5-2-231,4-2 0,2-2-247,1-4 1,0-1-26,0-5 0,0-5-154,0-1 1,-1-4-386,-2-2 1,-3 1-799,-3-1 0,-1 1 1217,1 2 0,-18-14 0,-3-2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3:07:12.21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1 153 9606,'0'-6'2098,"0"2"-673,0 4 0,0 5-1208,0 5 1,3 4 3,0 5 0,4 3-37,-4 0 0,1 3-47,-1-3 1,-2 4-126,2-4 1,2-4-282,-2-6 0,1-2 98,-1-4 21,-2-2 0,8-9-162,-3-4 0,-1-4 120,2-3 1,0-1 114,6 5 0,-3 3 235,3 6 1,1 2 9,-2 1 0,4 1 47,-3 2 1,0 2-72,0 5 0,-2-1 172,1 1 0,-1-4-44,-2 1 0,1-5-75,-1 1 0,-2-11-10,-1-4 1,-4-9-29,1-5 1,-2-4-96,-1-2 0,0-3 18,0 4 0,-1-1-103,-2 4 0,-2 3 118,-5 3-290,1 6-1230,-1 3 663,1 7-2412,3 2 2307,2 8 0,4 2 865,0 3 0,13 5 0,3 1 0</inkml:trace>
  <inkml:trace contextRef="#ctx0" brushRef="#br0" timeOffset="458">438 143 7851,'-6'0'5147,"2"0"-4660,4 0 0,1-3-101,2 0 0,3-5-389,3 2 1,4-2 87,-1-2 0,1-3-253,-4 1 1,1-2 185,-1 1 0,0 3-360,-3-3 75,3 3 1,-9 1-160,0 3 1,-6 2 120,-6 4 1,-1 8-65,-6 5 1,2 5 321,-5 4 1,3 2-81,3 5 1,-1 0 379,5 3 0,3-2-132,6 5 0,2-5 519,1-2 1,9-5-132,3-7 0,6-3 105,4-7 1,-1-2-98,5-4 0,-5-2 89,1-4 1,1-1-537,-1-9 1,-1 1 33,-5-1 0,-2-2-1154,-5 2 1,1 2 252,-1-2 797,1 4 0,-22-10 0,-5 2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3:07:08.68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162 475 8145,'0'-5'1048,"0"-4"1,0 4-841,0-4-27,0-1 0,-3 1 8,0-1 1,-5 4-33,2-1 0,-2 5 0,-2-1 0,0 4-86,-3 5 0,1 3 36,-4 10 1,4-1 34,-4 7 0,4 0 17,0 4 1,4-1-17,2 1 1,4-1 1,-1 1 1,2-5-175,1-2 1,5-6 98,4-3 1,2-3-163,5 0 1,-4-5-62,4-2 0,-3-2-62,3-1 1,-4-3-78,4 0 0,-3-4-251,3 0 1,-5-1-606,2-2 0,1 0 17,-2-3 1131,1 3 0,1-13 0,0 3 0</inkml:trace>
  <inkml:trace contextRef="#ctx0" brushRef="#br0" timeOffset="266">295 589 7835,'-4'13'94,"-3"-1"0,0 2 141,1-1 1,1-3 155,5 3 0,0-3 478,0 0 0,5-2-495,1-1 1,7-3-156,2-4 0,0 0-129,1 0 1,0-4 2,3-3 1,0-5-91,0-4 1,-3-6 81,-1-4 1,-6-1-14,0-2 0,-2 1 11,-1-1 1,-3 5-11,-6 2 0,-3 6 228,-7 4 0,-3 2-37,-6 4 0,2 3-232,-2 6 1,2 5-156,1 5 0,0 3-288,0-4 0,5 4-195,5-3 1,3 3-1757,6-4 2362,0 1 0,26-8 0,5-1 0</inkml:trace>
  <inkml:trace contextRef="#ctx0" brushRef="#br0" timeOffset="634">513 10 7835,'-5'-5'2428,"1"0"1,4 8-1901,0 3 0,0 1-142,0 9 1,0 4-57,0 5 1,3 3 78,0 0 1,3 5-92,-2 2 1,0 2-38,-1 1 0,-2 1-238,2 2 0,-2-5 70,-1 2 1,0-6-441,0 3 1,0-7 212,0 0 1,0-10-1104,0-2 1,3-5 283,1-1 1,-1-4-1012,-3 1 1944,4-5 0,5 2 0,6-4 0</inkml:trace>
  <inkml:trace contextRef="#ctx0" brushRef="#br0" timeOffset="942">675 465 7835,'0'10'0,"-5"-1"0,1 4 738,-2 0 0,2 0-233,4 0 1,0 1 64,0 2 0,1 1-126,2-5 0,2 4-177,5-3 1,-1-1-41,1-2 0,-1-2-1,1-1 1,2-3-43,1-4 0,1-2 19,-2-5 1,-1-4-108,1-11 0,-1-3 56,-2-3 1,-2-2-333,-1-1 0,-4 4-140,1-1 0,-1 7-1073,2 2 72,-3 0-704,3 8 2025,-8 2 0,-6 26 0,-5 9 0</inkml:trace>
  <inkml:trace contextRef="#ctx0" brushRef="#br0" timeOffset="1582">902 447 7835,'0'9'197,"0"0"0,0-1 342,0 1 1,0-4-126,0 4 1,0 0 26,0 3 0,0-1-232,0 1 0,0-1 9,0-2 1,3 1-29,1-1 0,2 2 29,-3 2 0,1-3 112,0 3 1,-2-3-92,4 0 0,-4-1 165,1 1-274,2-1 1,-3-2-141,1-1 201,-2-4-191,-1 2 1,0-5-182,0-2 0,0 1 97,0-4 0,0-4-186,0-3 0,0 0 91,0 0 0,0 2-11,0-5 0,0 0 75,0-3 0,0-1 48,0-2 0,0 2 125,0-2 0,1 1-104,2 3 0,-1-1 129,4 0 0,-2 1-51,2 2 0,-3 2 143,3 5 0,-2 3 24,2 3 0,-4 4 5,1 6 1,1 1-36,0 11 0,2-1 132,-3 7 0,0 1-65,-3 2 1,0-4-38,0-2 1,1-2-116,2-1 0,-2-4 229,3-2-290,-3-3 1,-1-5-1,0-5 0,3-9-133,0-7 0,3-6 4,-2-3 0,3-3-110,-1 0 1,6 3 54,0-1 0,2 5 46,-1-1 1,-2 6 178,5 4 1,-3 5-62,3 4 0,-5 6 168,2 4 1,-6 6-37,0 6 0,-5 1 93,1 6 1,-2-4-75,-1 3 0,0-1 76,0 2 0,0-3-980,0-4 1,-3-1 383,0-2 1,0-6-2986,3-3 1769,0-5 1581,0 2 0,4-29 0,1-7 0</inkml:trace>
  <inkml:trace contextRef="#ctx0" brushRef="#br0" timeOffset="2157">1263 418 14455,'0'6'491,"0"1"-489,0-1 1,0 4-94,0-1 0,0 4 65,0-1 1,1 4 12,2-3 0,-2 3 23,2-4 0,-2 4-80,-1-3 0,0-1 33,0-2 1,0-1-33,0 1 73,0-1 2,0-3-150,0-2 0,0-13 85,0-3 1,0-2 12,0-2 1,-3 5-12,0-2 1,0-1 48,3 2 1,0-2-3,0 1 0,0 3 89,0-3 1,0-1-61,0 2 0,3-4 59,0 3 1,4-3-3,-4 4 0,4-4 140,-1 3 0,0 1-78,0 2 1,0 2 173,4 1 0,-1 0-179,1 4 0,-1 0-21,1 3 0,-1 4-31,1 2 0,-4 7-5,1 3 1,-5 2-95,1 1 1,-2 3 56,-1 0 1,0 4-210,0 0 0,0-3-197,0-1 1,0-2-224,0-1 1,0-1 161,0-2 1,0-6-909,0-3 769,0-5 567,0 2 0,-4-34 0,-2-7 0</inkml:trace>
  <inkml:trace contextRef="#ctx0" brushRef="#br0" timeOffset="2600">1557 342 7814,'-6'0'3130,"0"0"-1991,3 0-14,-5 4-380,3 2-489,-5 3 0,2 1 1,1-1 1,3-3 67,4 1 0,0-1 0,0 4-265,0-1-29,4-4 1,2 1 64,3-3 0,2-2-121,1 2 0,0-1 31,4 1 1,-4 1-184,4 3 1,-4 2 25,1 1 1,-3 0 127,0 6 0,-2 0-2,-2 3 1,2 0-124,-5 0 1,-1 1 81,-5 2 0,-2-5 0,-5 2 1,-4-6-22,-1-1 0,-3-2 61,-1-4 1,0-2-285,0-4 0,0-1-190,0-2 1,0-2-237,0-5 0,4-2 243,2-1 0,3-4 493,0 1 0,-3-44 0,-2-12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3:07:05.13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85 238 7891,'-7'0'712,"1"0"0,3 0 280,-3 0-339,3 0 1,-2 0 141,2 0-547,2 0 0,-2 0-24,6 0 1,-1 0-67,4 0 1,1 3-7,2 0 0,1 1-110,-1-4 0,4 0 30,-1 0 0,4 0-159,-3 0 0,0 0-191,-4 0 0,4 0 124,-1 0 1,1-1-241,-3-3 1,-1 3 31,1-2 0,-1 2-669,1 1 207,-1 0 350,1 0 0,-4 0-976,0 0 1450,-4 0 0,-14-8 0,-9-3 0</inkml:trace>
  <inkml:trace contextRef="#ctx0" brushRef="#br0" timeOffset="525">47 456 7861,'-10'0'211,"2"-1"531,1-2-111,-1 2 282,7-3-456,-7 4-354,6 0 0,-1 0 87,6 0 0,3 0 31,3 0 1,1 0-116,-1 0 0,1 3 31,-1 0 1,5 0-98,2-3 1,-1 0 60,0 0 1,-2 0-69,3 0 0,-4 0 64,4 0 0,-3 0 30,3 0 0,-5 0-161,2 0 1,-1 0 90,0 0 1,-4-3-320,1 0-365,-1 0-459,1 3 376,-4 0-157,-1 0 867,-4 0 0,-21 0 0,-5 0 0</inkml:trace>
  <inkml:trace contextRef="#ctx0" brushRef="#br0" timeOffset="1043">369 143 7861,'-9'0'0,"-1"0"0,1 0 981,-1 0 1419,1 0-50,-1 0-1147,5 0-872,1 0 0,5 0-58,2 0 0,4 1 103,5 2 0,0-2-217,4 3 0,-1 0-1,4-1 1,4 3-47,-1-2 0,3 2-150,-3-3 1,3 3-399,-2-2 0,0 2 239,-1-3 0,-2 3-176,2-3 1,-3 4 131,-3-4 1,-2 1-273,-5-1 384,1-2 49,-5 4 61,-1-5 317,-4 0 92,-4 0-270,-1 0 1,-5 3-216,1 0 1,2 4 17,1 0 1,0-2 25,-4 1 1,1 2-7,-1 4 0,1 0-25,-1 4 1,1 0 9,-1 3 1,-2-1 0,-1 1 0,-3 4 128,3-1 0,-3 0-82,0-3 1,2-1-8,1-2 0,0 1-149,0-5 1,1-2-235,6-4 1,-1-3-715,4 3-825,-1-3 1954,4 1 0,13-13 0,3-1 0</inkml:trace>
  <inkml:trace contextRef="#ctx0" brushRef="#br0" timeOffset="1715">948 200 8023,'0'5'1777,"5"0"-1369,1-5 0,3 0-328,4 0 0,3-5 23,6-1 0,3-7-111,7-2 0,2-4-140,4-3 1,-4-3-295,1-3 1,-5 4 250,-2 1 191,-4 8 0,-21 14 0,-6 7 0</inkml:trace>
  <inkml:trace contextRef="#ctx0" brushRef="#br0" timeOffset="1983">1100 219 7835,'0'11'0,"0"1"0,0 3 530,0 4 0,0 1-42,0 2 0,0 7 36,0 6 0,0 0-304,0 0 1,0 1-180,0-4 0,0-2 124,0-4 1,3-4-107,1-6 0,0-3-786,-1-3 532,-2-5-1816,3-1 2011,0-4 0,-3-12 0,4-4 0</inkml:trace>
  <inkml:trace contextRef="#ctx0" brushRef="#br0" timeOffset="2524">1337 1 11194,'0'9'546,"0"1"0,0 0-279,0 3 0,2 2-49,1 4 1,-1 4-4,4 2 1,-3 4-20,4 2 1,-1 4 0,3 6 0,-2-1-21,-1 5 0,-4-4-99,1 3 1,2-4 64,-2 1 0,0-7-118,-3-5 0,0-6 3,0-7 0,0-3 155,0-3-247,0-5 0,-1-1-37,-2-4 1,1-4-55,-5-2 0,5-4 48,-1-2 1,2-3-136,1-4 1,0-1 82,0-2 0,0-3-19,0-3 0,4-1-323,2 1 1,3-1 99,0 1 0,2 4 569,2 2 1,-3 6-27,3 3 0,0 7 77,0 3 0,3 8 20,-3 8 0,-1 6 182,-2 9 0,-4 2-123,0 1 1,-2-1-37,2 1 1,-4-2-475,1-4 0,1-2 137,0-4 0,0-4-2026,-1-2 995,-2-7 0,7-2 1107,-1-4 0,5-29 0,3-8 0</inkml:trace>
  <inkml:trace contextRef="#ctx0" brushRef="#br0" timeOffset="2817">1689 475 7835,'-5'6'1796,"4"-2"1,0-5-1427,4-2 1,5-7-190,-2-6 1,3-3-223,0-3 1,1 1-359,-1-4 0,-3 4 90,1-1 1,-5 3-210,1 3 0,-3 3 91,-3 7 0,0 3 97,-7 6 0,3 8 393,-6 12 1,-1 5 87,2 10 0,-1 4 96,4 2 0,0-5 191,3-1 0,3-7 418,6-3 0,3-4-253,7-8 0,2-4 113,4-6 0,3-2-183,0-8 0,4-2-159,0-6 1,-3-3-665,-1-4 0,-2 0-404,-1 0 0,-3-1 694,0-2 0,-9 2 0,1-4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3:07:27.27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153 479 7596,'0'5'249,"0"0"1,1-5 15,2 0 115,-2 0-193,3 0 1,-4-1 449,0-3-163,0 3 368,5-3-155,-4 4-275,3-4 1,-3 3 352,2-2-43,-2 2-225,3 1 1,-4 0-590,0-5 1,-1 4 123,-2-2 1,1 2-304,-4 1 1,-1 0 158,-2 0 0,-4 1-188,0 2 0,0 3 53,0 3 0,1 2 130,-4 1 0,4 4 87,-4 6 0,4 0 62,0 3 0,4-3-14,2 4 1,4-2 19,-1 1 0,1-2-10,2-8 1,6 0-16,3-2 1,2-7 308,5 1 0,1-5 25,5-2 1,-1 0 162,4 0 0,0-1-321,0-2 0,2-2-184,-5-1 0,1-2-927,-1 1 1,-5 2 511,2-1 0,-6 2-516,0-2 0,-3 3 926,0-4 0,-5-3 0,-1-5 0</inkml:trace>
  <inkml:trace contextRef="#ctx0" brushRef="#br0" timeOffset="283">515 543 7826,'-10'4'0,"1"3"0,-1 2 349,1 4 1,0-2 532,3 5 1,1-3-70,1 3 0,4-5-335,0 2 1,2 1-197,8-1 1,-2-1-65,8-2 0,-1-5-209,1-2 0,2-2 30,-2-1 0,2-5 20,1-4 0,-1-5-47,-2-5 1,0-5-346,-7-1 0,2-2 151,-8-2 0,0 1 11,-3 3 1,-4 2 356,-3 4 0,-5 1-110,-4 2 1,-3 6 114,-3 7 0,1 2-89,-5 1 1,4 4-197,-4 3 1,9 4 3,-3 2 1,8 3-260,-1-3 0,6 3-1966,0-4 2315,5 1 0,19-12 0,10-2 0</inkml:trace>
  <inkml:trace contextRef="#ctx0" brushRef="#br0" timeOffset="817">734 533 7826,'0'10'0,"0"-1"0,0 1 0,0 1 0,0 1 0,0 2 343,0 2 0,0 2 524,0-2 0,0-1-166,0 0 1,3-3 1262,0 1-1158,0-7-303,-3-2-401,4-21 0,-1-1 75,3-16 0,0-2-82,4-6 0,0 3 82,3-2 0,1 6-54,2 3 1,2 7 212,-2 3 0,2 10-101,1 6 0,-1 6 336,-3 6 0,0 9-171,-2 10 1,-3 4 20,-1 2 1,-1 3-298,-4 4 0,0-3-344,-1 0 1,-2-5 34,2-2 0,-2-4-615,-1-8-1145,0-3-1836,5-7 3781,-4-11 0,3-26 0,-4-15 0</inkml:trace>
  <inkml:trace contextRef="#ctx0" brushRef="#br0" timeOffset="1117">1115 38 7826,'0'-6'1427,"0"0"-600,-5 3 0,4 0 486,-2 6 0,2 7-630,1 6 0,1 7 34,2 6 0,-1 5-87,5 7 0,-1 2-234,4 5 0,-2-4-35,-2 1 0,3-5-107,-3 1 0,2-6-196,-2-3 1,1-7-220,-3-3 1,2-5-392,-3-1 1,1-7-1068,0 0-1905,-3-6 3524,3 2 0,-21-43 0,-4-10 0</inkml:trace>
  <inkml:trace contextRef="#ctx0" brushRef="#br0" timeOffset="1300">1048 391 9217,'0'-6'2250,"1"1"-971,2 2 1,4 2-609,5-2 1,3 2-517,4 1 1,1 0 24,2 0 1,-1 0-1158,1 0 0,1 0 346,-1 0 631,-4 0 0,9 8 0,-2 3 0</inkml:trace>
  <inkml:trace contextRef="#ctx0" brushRef="#br0" timeOffset="1600">1381 476 7824,'0'10'0,"0"0"659,0 3 0,0-2-194,0 1 1,0 0 466,0 1 0,3-3-415,1 3 0,-1-6 586,-3 0-114,0-5-532,0-11 1,0-3-119,0-14 1,0 0 62,0-6 0,0 2 37,0-1 1,1 2-112,2 4 1,-2 2-315,2 3 1,1 6 81,0 1 0,0 3-916,-1 4 0,2 2-234,5 4 1,-1 4-715,1 2 0,-1 4 578,1 3 1190,4-3 0,5 17 0,5-2 0</inkml:trace>
  <inkml:trace contextRef="#ctx0" brushRef="#br0" timeOffset="1834">1581 391 7813,'0'9'492,"0"1"0,-1-1 709,-2 1 0,2 0-223,-2 3 1,2-2-469,1 1 0,1 3 136,2 1 1,2 2-232,5 1 1,0-4-168,3-3 0,-1-2-117,4-4 0,-2-1-128,2-5 0,1-3 94,-4-3 1,0-8-72,-4-8 1,0-3 102,-3 3 0,-2-4-77,-4 4 0,-4 0 69,-2 3 1,-7 1-34,-3 2 0,-2 2-170,-1 5 0,-3 3-368,0 3 1,-1 2-512,4 1 0,1 2-13,2 4 1,4 1-2059,5 5 3032,3 3 0,17 4 0,3 6 0</inkml:trace>
  <inkml:trace contextRef="#ctx0" brushRef="#br0" timeOffset="2059">1705 19 7811,'0'-6'0,"0"0"840,0 3 0,1-1 1143,2 4 1,-1 11-668,5 8 0,-1 10 491,4 16 0,0 1-543,3 12 1,-1-3-657,3 5 1,-3-3-713,1-3 0,-3-7 138,0-9 0,-1-6-812,1-6 1,-5-6-162,-2-4 10,-2-9 231,-1 2 698,0-14 0,-21-42 0,-5-16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3:07:31.896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20 437 7789,'-9'1'820,"3"2"0,2 0 327,4 3 0,0 0-518,0 4 1,5 3-178,5-1 0,2 6-73,4 1 0,3 1 73,0 6 0,-3-5-129,3 1 1,-2 1-49,2 0 0,-3-2-97,0-5 1,-5 1-4,2-5 1,-5 0 59,-2-6 131,-4 3-151,2-8-4,-4 3 0,0-8-6,0-3 0,0-5-7,0-4 1,1-6 25,3-4 0,-2-5-101,4-4 0,-3-2-115,4-2 1,-1 0-146,3-2 1,2-2 94,2-5 1,-3 2-636,3 1 1,-6 4 101,0 6 0,-5 3-836,1 7-215,-2 6 343,-1 9 1,0 10 1282,0 7 0,4 18 0,2 6 0</inkml:trace>
  <inkml:trace contextRef="#ctx0" brushRef="#br0" timeOffset="442">563 561 7810,'0'-6'0,"0"-1"0,0 1 0,0-4 210,0 1 1,-5 4 358,-1 2 0,1 1-172,-2 2 0,0 0 9,-6 0 0,3 8-106,-3 1 1,2 8 127,2 2 0,0 5-36,3 4 1,-1 1-132,3-1 0,1-3-8,3-3 0,1-6-24,3-4 1,1-5-1,4-4 1,5-10 44,2-6 1,-1-8-1,1-5 1,-2-1-135,2-2 0,1 5-115,-4 2 1,0 4-550,-4 5 0,1 1 330,-1 9 0,-2 0-991,-1 3 1,-4 7 193,1 3 1,1 2-933,0-3 1923,-1 1 0,1-14 0,1-2 0</inkml:trace>
  <inkml:trace contextRef="#ctx0" brushRef="#br0" timeOffset="674">772 599 7810,'0'15'0,"0"-2"0,0 0 262,0 0 0,-1 3 422,-2-3 1,2-1 605,-2-2 0,2-1 455,1 1-972,0-5 1,-2-2-335,-1-6 1,2-7-110,-2-9 0,2-6-250,1-6 0,0 0 91,0-4 0,1 3-98,2-3 0,1 9 95,3 0 1,1 6-363,-1 4 0,1 3-315,2 3 1,2 2-481,1 1 1,3 7 57,-3 7 0,4 1-486,-2 2 0,0 0-1022,1 3 2439,-4-7 0,10 7 0,-2-8 0</inkml:trace>
  <inkml:trace contextRef="#ctx0" brushRef="#br0" timeOffset="1332">1258 333 9293,'5'0'3441,"-1"0"-3063,-4 0 0,-1-4-312,-2 1 0,-2-3 88,-5 3 0,-2-4-340,-1 4 0,-4-3-6,1 3 0,-5-4-215,-1 4 0,-1 0 235,4 3 1,0-3-43,0 0 0,3-1 122,1 4 0,6 0 549,0 0-73,1 0 551,3 0-368,1 0 0,4 1 215,0 3-270,4-3 1,0 4-136,2-2 0,3-1-159,-3 5 0,2-4-45,-2 3 0,2 0 0,-1 4 0,0 0-5,0-1 0,1 1-93,-2-1 1,0 5-40,0 2 1,-4-1-7,1 0 1,2 1-93,-2 3 0,0 4-18,-3-1 0,0 4-25,0 0 1,0 1 43,0 2 0,0-4-124,0 0 1,0-3 82,0 0 1,0-3 32,0-3 1,-3-6-97,0-3 62,-1-5 272,4 2-107,0-4 253,0-4-176,0 3 147,0-3-152,0-1 0,1 4 129,3-2 0,-2-1 16,4 1 1,1-2-100,6 2 0,-2-1 146,1-2 1,3-3-60,1 3 0,2-3-200,1 0 1,-3-1 135,0 1 1,-3 4 5,2 1 1,-3 3-498,1 1 0,-6 0-704,0 0 0,-4 0-316,3 0 0,-4 5-145,1 1 489,-2 2 1,-1 2-129,0-1 0,-3-2 1092,0-1 0,-17-4 0,-1 2 0</inkml:trace>
  <inkml:trace contextRef="#ctx0" brushRef="#br0" timeOffset="2075">1343 456 7779,'0'7'1330,"0"-1"-570,0 0 0,0 5 228,0 2 1,0-3-545,0 3 1,0 2-54,0 1 1,1-2-165,3 2 1,-3 0-1,2 3 1,1-3-138,-1 0 1,0-4 81,-3 0 0,0-4-292,0-2 182,0-4-1003,0 2 521,0-12 0,0 2-121,0-7 1,0 1 197,0 0 1,0 0-81,0-4 0,-3 3 189,0-3 0,-1 4-6,1-4 0,2 3 359,-3-3 0,0 4 78,1-4 0,-3 3 250,3-3 1,-1 3-89,4-2 0,0 3 247,0-1 0,0-2-54,0 0 0,0 0-147,0-1 1,5 3-118,1-3 0,2 4-75,2-4 0,-1 1-127,1-1 1,0 2 29,-1 5 1,2 4-176,1 1 1,-4 3-16,1 1 1,-2 8-147,-1 1 1,-2 10 128,-4 0 1,0 6-40,0-3 1,-3 3-57,0-3 0,-5 1 53,2-4 1,1-1 12,-2-2 0,4 1 44,-3-5 34,4 1 55,-2-4 71,4-3 0,4-2-7,2-4 1,6 0 170,0 0 0,4-3 52,-3 0 1,4-1-62,-1 4 1,2-3 57,1 0 1,-3 0-103,0 3 1,-2 4-93,2 3 0,1 1-9,-4 1 0,-4 1-25,-2 0 0,-4 2-120,3 1 1,-4 4 86,2-1 0,-8-1-115,-2 0 0,-3-2 21,-4 3 0,-2-1-12,-4 1 0,-4-3 68,-3-3 1,2-4-6,-1 1 1,2-5-31,-2 1 0,7-3-100,-1-3 1,6 1-125,1-5 1,1 1-359,1-4 0,5 1-861,2-1 0,2-3 714,1-3 1,0-3-1887,0-4 2652,0 3 0,8-45 0,3-7 0</inkml:trace>
  <inkml:trace contextRef="#ctx0" brushRef="#br0" timeOffset="2517">1305 142 7779,'0'5'-1171,"0"0"5121,0-5 1,1-4-3408,3 1-399,1-4 1,4 0-103,1-5 0,-4 1-1,1-1 0,-1-2-138,3 1 0,1-3-160,0 3 0,-2 1 109,-2 2 0,2 4 14,-5 0 0,4 3 159,0 0 1,-3 6 278,-1 4 0,1 4-152,-1 2 0,4 3 116,-4-3 1,1 3-451,-1-4 1,-2 1 124,3-4 1,-2 1-1024,1 0 0,-2-4 501,2 0 0,-1-4-3286,1 2 3865,-1-3 0,6-10 0,-3-1 0</inkml:trace>
  <inkml:trace contextRef="#ctx0" brushRef="#br0" timeOffset="3199">1667 171 7442,'-5'0'5912,"1"1"-5311,4 2 1,0-1 221,0 4 0,1-2-292,2 2 0,2-3-90,5 3 1,2-4-241,1 2 1,4-3-47,-1-1 1,-1 3-22,1 0 0,-1 0-131,5-3 0,-5 0 12,1 0 1,-4 0 47,1 0 0,-3 0-91,0 0-66,-1 0 25,1 0 140,-5 0-145,-1 0 228,-4 0-109,0 4 26,0-2-26,-4 2 1,2-4-178,-4 0 1,3 1-4,0 2 0,-1 2 86,1 5 1,-1 0 58,0 3 0,3 5-25,-2 4 0,2 6 126,1 0 0,0 2 203,0 5 1,1-3 87,2 3 0,3-4-147,3 4 1,-2-7-135,-1 0 0,-1-5-140,2-1 1,0-6-248,-4-4 0,1-4 51,0-2-54,-3-4 47,3 2 1,-3-4-454,2 0-56,-2-4 106,3 3 682,-4-3-41,5 4 189,-4 0-125,3 0 629,-4 0-561,-4 0 0,0 0-68,-5 0 1,2 0 16,-6 0 0,-2 0-36,-1 0 0,-2 0 0,-1 0 1,3 0-1,0 0 1,2 0-4,-2 0 0,1 0-603,2 0-924,3 0 18,-4 0-446,4 0 494,5 0 0,1-1 557,4-2 846,0 2 0,25-16 0,7 1 0</inkml:trace>
  <inkml:trace contextRef="#ctx0" brushRef="#br0" timeOffset="3567">2200 647 7714,'0'-6'9830,"0"-2"0,0 3-8533,5-1-1297,-4-2 0,3 6 0,-4-5 0,0 5 0,0-6 0,0 3-3394,0-5 1,3 4-481,0-1 3874,1 5 0,-21 2 0,-5 6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3:07:30.31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134 95 7764,'0'-9'12,"0"-1"1280,0 5 0,0 6-168,0 8 0,0 9 110,0 8 0,3 5-478,1 0 0,3 5 153,-1-1 1,3 3-515,0 4 1,0-4-157,-3 0 1,3-1-779,-3-6 0,1-3 415,0-6 1,0-6-822,-4-3-1024,0-7-76,-3-2 1,0-5 2044,0-2 0,-16-11 0,-6-6 0</inkml:trace>
  <inkml:trace contextRef="#ctx0" brushRef="#br0" timeOffset="207">1 371 7815,'4'-5'2629,"-2"0"-1527,5 2 1,-4 1 69,3-5 1,1 5-650,2-1 0,5-1-73,2 0 1,0 0-392,3 1 1,-4 2 35,4-2 0,1 1-1025,-5-1 0,3 1 631,1-1 0,-1 2-2870,-2 1 3169,-2-4 0,-17-5 0,-3-6 0</inkml:trace>
  <inkml:trace contextRef="#ctx0" brushRef="#br0" timeOffset="807">287 0 11097,'0'11'1038,"0"1"1,0 3-478,0 4 0,4 5-159,2 5 0,3 1-57,0 5 0,1 0-33,-1 3 0,4 3 63,0 0 0,-4 3-123,-3-6 1,0 1-1,0-8 1,-1 0-206,-1-5 258,-3-7-345,3-10 1,-4-10-189,0-8 0,0-9-198,0-8 1,0-5 169,0 0 1,4-5-167,2 1 0,3 5 121,0 2 0,2 9-85,2 0 1,-2 7 168,5 2 0,-3 5 246,3 5 1,-3 9 688,2 3 1,-2 6-110,3 4 0,-8-1 211,2 1 0,-3-2-381,3-1 1,-1-3-27,1 0 1,-1-5-315,1 2 1,-1-7-252,1-2 0,3-3-123,-1-1 0,4-1-434,-3-3 0,1-1-337,-2-4 1,-1-2 401,2-2 1,-4 0 66,-2-3 0,0-2 260,-4 2 1,0 1 157,-3-1 0,-1 4-33,-2 0 1,-3 2-1,-7 4 0,-1-1 15,-2 3 0,-1 5 136,5 6 0,-4 5 270,3 4 1,1 8-128,2 4 1,5 1 825,2 2 1,1 2-130,2-1 0,2-1 188,1-6 0,3-2-324,7-4 1,2-4 78,4-2 1,1-7-296,2-3 1,-1-6-66,4-3 0,-2-6-499,2 0 1,-4-5 166,1 1 0,-5 1-1739,-1-1 1,-5 3 1688,-2-2 0,-12-6 0,-7-3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6:35:03.455"/>
    </inkml:context>
    <inkml:brush xml:id="br0">
      <inkml:brushProperty name="width" value="0.09086" units="cm"/>
      <inkml:brushProperty name="height" value="0.09086" units="cm"/>
      <inkml:brushProperty name="color" value="#FF0000"/>
    </inkml:brush>
    <inkml:brush xml:id="br1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11703 8516 7826,'7'0'119,"4"0"0,-8 0 188,5 0 0,-4 0 0,3-1 1,0-2-1,-2-3 1045,1-1-766,3 5 0,-7-5 1,3 4-1,1-2 1,0-2 2820,1-3-2331,-1 5-609,-6-1 0,0 1 0,-2-2 106,-2 0-555,3 2 1,-10 3 0,3 0 0,-3-2-1,-2 1 1,0 1 0,-2 4-539,-2 2 405,-5-3 0,7 10 1,-5-4-1,-2 3 0,0 1 1,0 2-1,2 1-113,-2 0 1,-1 3 124,-2 4 66,0-3 1,5 5 0,1-4-1,1 2 1,3-1-138,1 2 162,2 1 0,5-4 0,3-1 0,3-1 0,1-1 12,0-1 0,2-3 1,5-2-1,6-3 108,0-2 0,6 1 149,2-2 0,2-3-58,2 3-98,-1-2 0,1-2 1,0 0-1,-2 0 0,-3 0-82,-3 0 0,-4 0-72,0 0 258,-1 0-138,0 0 171,-5 0 452,-1 0-778,-6 0 9,-6 0 1,3-5 0,-5 1 0,-1 0-187,-2-1 1,-2 3 0,1-2 151,0 3 1,-2 2 54,-2 3 0,2-2-198,-2 2 346,2 3 1,2-5-1,-1 7 1,1-1 0,0 0-13,-1 0 1,-3 0 0,0 5 0,-1 0-95,-1 4 0,3-2-121,-5 5 0,3-3 135,-3 3-33,5 1 0,-3 3 0,6 0 1,-1-2-1,3-3-2,1-2 1,0 4-1,5-5 1,1-1-7,2-1 0,2-6 229,3 1 0,7-7 61,5 2 189,6-2 1,-1-2 0,7 0 0,4 0 0,1-2 449,0-2 1,-2 2 0,2-5 0,-4 0-318,-3 0 0,-3 3-389,-3-4 64,-2 5-972,-6-2-3437,-5 5 108,-1 0 1300,-6 0 1778,0 0 0,0-11 0,0-3 0</inkml:trace>
  <inkml:trace contextRef="#ctx0" brushRef="#br0" timeOffset="1">12269 8897 7858,'2'7'5435,"2"-3"-4652,-3-2 0,5-4 538,-6-2-1060,0 3 0,1-6 0,2 3 1,2-3-1,1-1 0,0 0 319,1-2 0,0 3-254,1-1-236,3 0 1,-4-4-1,7-1 1,1 0-1,1-2 1,1-2-1,-1 2-89,0 1 1,5 6-1,-5 0 1,-1 0-236,-1 1 1,-2 1-182,1 6 303,-1 0 0,-4 0 0,0 0 1,1 2-1,-1 2 0,-1 4 1,-2 3-29,-2 1 1,2 1 0,1-1-1,-1 0 84,1 1 1,-1-1 86,-1 0 0,-1-4 1,4 1-1,0-1 43,0-1-45,1 4 0,4-6 1,0 3 109,1-4 1,-5 2-84,0-2 1,-4 0 242,4-4-191,1 0 0,-1 4 0,0 0 1,2-1 38,1-2 1,1-1-1,0 0-76,0 0 1,-3 0 9,-1 0 0,0-4 100,4 0-154,-5-5 0,4 6 0,-3-4 0,3 0 0,2 2-8,-1-1 1,0-2-1,1 4 1,-1 0 29,0-2 1,-4 4 14,1-7 31,-1 7-46,4-9 0,-1 8 0,-1-5 0,-2-2 34,1-1 1,2-1 0,0 0 0,-1-1-39,-2 1 0,-1 0 28,1-1 1,-1 3 38,-3 1-1255,-3-2 0,5 9-4810,-6-7 4844,0 7 0,0-2 1109,0 8 0,0-8 0,0 2 0</inkml:trace>
  <inkml:trace contextRef="#ctx0" brushRef="#br0" timeOffset="2">13697 9156 7821,'0'12'-296,"-6"0"0,-1 1 1,-1-2 295,0-3 1293,5-3 1,-3-1-1,1 1 2297,-3-3-3224,3 0-213,-1-8 0,6 3 1,0-5-1,0-1 0,0-2 1,2-2-1,2 0 209,4-4 0,2-2 1,-1-5-1,1-1 8,3 0 1,0-5-34,3-3-260,3 3 1,-4-9 0,6 0-1,1-3 1,2-4 0,4-2-1,0 0 170,0 3 0,-2 8-413,-2 8 60,-5 3 0,-1 7 1,-7 5-298,-3 9 1,-2 6 185,-6 12 0,-2 0 0,0 4 1,-2 3-291,1 3 1,0 3 320,-1 3 1,3-2 0,-3 6 0,2 1-75,2 2 1,0-5 275,0-2 1,2-3-237,2-1 222,-3-6 1,10 3-1,-3-6 1,3-1-1,1-3 186,1-3-92,-1-4 1,0-5-1,1 0 1,-2-1 795,-3-3-729,3-3 1,-6-5-1,5-2 1,-2-1 0,2-3 559,0-1-577,3-2 1,0-7-1,2-1 1,2 0 0,-2-1-62,-1-3 1,-1-2-1,2-2 1,3 0-143,1 0 1,-2 0 66,3 0 1,2-1 0,5-2-1,3-1-285,2 2 1,-1 0 122,2 2 1,7 0 0,-3 2-1,0 1-59,-3 1 1,-4 7 185,-5 1 0,-5 1 1,-1 5-1,-1-1-12,-3 4 0,-3 6-953,-3 2-939,1 6-646,-8-4 2575,3 6 0,-21 11 0,-5 3 0</inkml:trace>
  <inkml:trace contextRef="#ctx0" brushRef="#br0" timeOffset="3">15149 8368 7322,'0'-8'349,"0"0"2037,0-2-1828,0-1 1,0 3 0,-1 1 0,-4 2-1,-3 2 1,-4 2 612,-4 1 1,1 7-927,-6 5-139,0 6 1,-3 9 0,-1 6 0,1 8 0,-1 7-1,0 6 1,1 8 103,11-28 0,1 0 1,4 3-1,1 0 1,1 0-1,1 0 1,2-2-1,1 0 1,3 22-1,9-12-67,9-12 1,3-11 0,11-7-1,1-5-242,1-6 0,-2-8 0,-1-5 0,-2 0-380,-3 1 0,-8-3-3557,-7 2 4036,1 4 0,-34-44 0,-1-6 0</inkml:trace>
  <inkml:trace contextRef="#ctx0" brushRef="#br0" timeOffset="4">15592 8639 7838,'4'-8'130,"0"0"0,-1-2 568,-2-1-389,-1-1 0,0 4 0,-1 1 0,-3 1 1,-4 3-1,-5 2 0,-2 1 0,-1 1 558,1 4 0,-3 1-606,2 7-147,-6 5 1,7 1 0,-4 7 0,1 2-1,3 4 1,2 1 0,4-1 1065,1 3-1097,5 0 0,-3 2 0,8-1 0,2-4 0,5-4 1,7-6-1,5-6 382,7-2-501,3-7 0,6-2 0,1-8 0,3-5 1,5-8-1,0-8 0,-2-4-151,-7-5 203,0-8 1,-13 3 0,1-5 0,-9 2 0,-6 2-1,-6 2 1,-4 4 108,-4 3 0,-8 0 1,-10 4-1,-6 1 399,-5 6 1,-3 4-11,-5 3-407,-3 5 1,-3 1-1,5 6 1,6 0-1,5 0-732,4 0 0,6 6 1,6 2-1,5 3-1131,6 1 1,4 5 1755,4-1 0,29 5 0,12 2 0,6 0 0,0 0 0</inkml:trace>
  <inkml:trace contextRef="#ctx0" brushRef="#br0" timeOffset="5">16133 8873 7835,'13'0'577,"-5"0"0,0 1 42,2 3 1,1 2 0,2 5 0,2 0 314,2 2 0,3 4-218,-3-1-563,5 3 0,-13 6 0,2 1 0,-4 1 0,-6 3 0,-5 0 0,-8 2 60,-7-1 1,-14-3 0,-5 0 0,-3-3-85,-2-5-531,-3 4 1,9-16-1,-1 1 1,5-3-1,4-3 1,6-6 401,5-8 0,25-21 0,11-9 0,-1-5 0,1 0 0</inkml:trace>
  <inkml:trace contextRef="#ctx0" brushRef="#br0" timeOffset="6">16761 8614 7827,'7'-1'781,"-3"-3"-330,-3 3 0,-6-6 1,-3 4-1,-3-1 860,-2 1-1106,1 2 1,0 1 0,-2 1 0,-2 3 0,-3 4 0,-2 3 0,2 2 285,1-1 1,-4 6-165,2 2-242,2 3 1,-1 6 0,5 1 0,1 0 0,2 2 0,1-2 0,3-1 25,3-6 0,4 0 0,4-5 0,4 0 0,3-2 0,2-4-46,-1-2 0,4-7 0,2 1 0,0-3 172,0-1 0,2 0 0,-3-1 0,-2-2 159,-2-1 1,1-4-38,2 4-322,-2-6 0,0 5 0,-6-5 0,1 2 0,4-2 1,2 1-1,1-1-28,-1 2 0,-2 0-673,-5-5 351,3 1 0,-4 0 1,4-1-402,-3 1 653,-3 0 0,-5 0 1,0-1-1,0 0 1,-1-2 5,-3-2 1,-2-1 0,-3 3-1,0-2 30,0-3 1,-6 5 27,-2-1 1,0 2 127,0 2-114,-2 5 1,-1 2 0,-1 5 0,1 0-1,-1 0-101,1 0 134,5 0 1,-3 0 0,7 1 0,1 2-1,3 2-152,2 2 0,1-3 56,4 4 1,1-4 145,3 5 1,-1-7 0,5 3-1,3-4 485,4-1 0,4 0-268,6 0 0,0-6 915,-1-2-873,6-3 0,-2-1 0,3 0 0,1-1 0,-4 1 873,-2 0-1684,2 5 0,-15-4-441,4 3 1,-11 2 0,-6 2-557,-6 3 1,-4 6 1448,2 3 0,-14 3 0,1 2 0</inkml:trace>
  <inkml:trace contextRef="#ctx0" brushRef="#br0" timeOffset="7">17056 8405 7827,'-6'0'4923,"0"-1"-4694,6-3 1,1 2-1,2-3 1,4 1 315,4 0-377,-1-6 1,7 7 0,-4-4 0,-1 1 0,0 0 0,1 1-1,-1 2 11,0 2 1,-4 1-530,1 0 224,-7 0 0,4 1 0,-6 3 0,-2 4 1,0 3-1,-4 2-919,-1-1 1026,-1 0 0,-4 2 0,0 1 0,1 1 1,1-1-1,3-1 0,2-2 393,2 1-68,2-1 1,1 0-1,1-1 1,4-3-1,6-4 1,6-2 380,2-2 1,-3 0-1,3-2 1,1 0-873,-1-2 1,-4-5 33,1 5-2012,-8 0 1,3 0 2162,-2 0 0,-9 0 0,-2 4 0</inkml:trace>
  <inkml:trace contextRef="#ctx0" brushRef="#br0" timeOffset="8">17586 8356 7822,'-9'-7'134,"3"2"1,-1 1 501,0-1 0,3-3 0,-4 3 0,-2-1 2526,-1 1-2102,4-5 1,-2 7 0,3-3 1338,-1 0-2086,5 2-195,-4 4 1,12 6 0,2 2 0,4 4 0,6 4 0,5 6 0,4 6 297,1 5-533,3 2 0,-6 2 1,1 1-1,-7 3 0,-4 6 1,-5 3-1,-6 4-151,-10-2 0,-7-3 1,-16-4-1,-4-3 298,-3 1 0,5-12 446,2-2-342,3-9 1,7-7 0,3-1 0,2-1-1301,2-3 254,5-2 1,6-8 0,6 0 0,2-4-855,2-1 0,-2-1-711,2-4 2477,-1-1 0,10-10 0,1-3 0</inkml:trace>
  <inkml:trace contextRef="#ctx0" brushRef="#br0" timeOffset="9">18041 9045 7727,'8'-1'2043,"0"-3"264,2-5-2033,1-2 1,-3 5 0,0 2-1,0 1 1,1 0 0,-1-1 0,1 3-1,2 2 330,2 3 1,-1 6-294,0-2-223,-5 8 1,3-1 0,-5 6 0,1 1-1,-1 1 1,-2 2 0,-2-1-162,-1 1 1,-5 3 0,-3 1 0,-3-1-696,-2-3 1,1-5 0,1-4 0,1-2-551,2-2 1,4-5 1317,-4-3 0,5-19 0,-2-6 0</inkml:trace>
  <inkml:trace contextRef="#ctx0" brushRef="#br0" timeOffset="10">20010 8344 7220,'7'-2'53,"-2"0"1,-1-4-1,2 1 1377,1-1 1,-3-2-640,4 4 1,-5-2 166,1 2-648,-3 3 741,-1-5 0,0 5 511,0-3-1482,0 3 0,-5-5 1,-4 6-1,-2 0 0,-2 0 1,-4 0-1,-3 1 1,-3 4-1,-3 3 20,-3 3 0,-1 5 1,-4 2-1,2 1-403,2 3 0,1-3 100,5 2 70,-1-6 0,6 6 0,3-4 0,3-2 1,5 0-1,4 0-473,3 1 431,1 1 170,5-10 0,2 2 1,7-5-1,2-1 1,3-2 117,0-1-31,5 0 0,-5 0 0,4 0 0,-2 0 0,-4 0 192,1 0-27,-4 0 1,2-1 0,-6-2 923,-2-1-99,-5 0-845,2 4 1,-6 0-176,-3 0 0,1 0-114,-5 0 1,4 0-165,-5 0 105,1 0 0,0 0-216,0 0 57,5 0 0,-4 0-150,3 0 415,-3 0 0,-5 0-5,0 0 1,-1 0 132,1 0 1,-2 6-50,-2 2 1,2 3-1,-3 1 1,0 2 96,1 2 1,-5-1-116,5 6 0,-2-1-117,2 5 93,2-1 0,-4 0 0,6-2 0,0-2 0,1 1 92,2-2 1,3 0 11,1-3 1,4-2 0,-3 2 0,4-3 145,4-5 1,-1 3-23,5-3 1,4 2-7,5-2 0,5-3 1,0-5-1,6 0 503,9 0 0,3-1 159,9-3 1,-1-3-1260,9-5 655,1-1 0,-4 1 0,-6 0 1,-9 1-1,-11 1 428,-6 2 1,-8 5-699,-6-1-273,-5 3 1,1 1 0,-8 0-2662,-4 0-2075,2 0 208,1 0 5066,5 0 1,5-22-1,2-5 1</inkml:trace>
  <inkml:trace contextRef="#ctx0" brushRef="#br0" timeOffset="11">20416 8873 7732,'8'0'-353,"-1"-2"1,0 0 352,0-2 570,-5-6 0,5 9 0,-4-5 0,1 1 0,0-2 2439,2 0-2419,-5-4-280,5 10 0,-6-3 0,-2 8 75,-2 4 0,-1 4-424,-4 5 15,-2 2 0,5 1 0,-7 1 0,2 1 0,3 1 1,4 2-1,3-2-399,1-3 0,1-2 346,3-6 1,8-3-1,9-3 1,2 0 67,2-3 1,-1-7-140,1-5 1,0-3-1,-2-3 1,-3-3-491,-3-1 1,-5 4 637,-4-1 0,-30-31 0,-12-6 0</inkml:trace>
  <inkml:trace contextRef="#ctx0" brushRef="#br0" timeOffset="12">20514 8676 7758,'-1'-8'618,"-3"-1"0,1 1 514,-5-4 0,4 0-835,-4-1 1,5 5-1,-2 1-897,-1 2 600,5 1 0,17 20 0,11 5 0</inkml:trace>
  <inkml:trace contextRef="#ctx0" brushRef="#br1" timeOffset="13">24514 6756 7871,'-12'-5'2,"-5"2"614,1-5 0,-1 5 0,5-1 0,0 2 0,0 2 0,-2 3 2576,-3 5-3051,4 6 0,-10 16 1,2 4-1,-2 7 1,-2 9-1,-1 7 1,12-25-1,1 2 0,-1 1 1,0 1-1,3 0 1,1 0 215,-4 33 1,8-8 0,12-8-1,6-7-91,7-7 0,10-13 0,4-7 0,2-8 92,2-7 0,0-2 0,-1-2 0,-3 0-443,-5 0 1,-2 0 0,-2 0 0,-3-2-868,0-2 0,-6 3 0,1-3 952,-2 2 0,-13-3 0,-2-2 0</inkml:trace>
  <inkml:trace contextRef="#ctx0" brushRef="#br1" timeOffset="14">24760 6990 7902,'-12'-6'214,"-1"4"0,1-5 1,0 0 3111,0 0-2393,5 4 0,3-1 1,8 8-1,4 6 1,4 4 253,5 2 0,-2 10 1,5-1-1,2 2-499,1 3 0,2 0-323,0 3-354,-1 3 0,-1-10 0,-1 4 0,-1-3 0,-1-1 0,-1-4 0,-2-3-289,-3-4-838,-2-1 1,-4-7 0,-1-5-3294,-2-4 3464,-1-5 1,-4-1 944,0-1 0,-16-15 0,-4-9 0</inkml:trace>
  <inkml:trace contextRef="#ctx0" brushRef="#br1" timeOffset="15">25080 6904 7902,'0'-7'1522,"0"1"1,-5 12-434,-4 2 0,-7 9-90,-5 3-771,-2 9 0,-1 4 1,-1 8-1,-1 4 1,-1 3-1,-2-1 1,2-1 43,1-5 1,6-9-823,4-3-238,2-3 0,8-7 0,3-2 788,6-4 0,20-11 0,10-4 0</inkml:trace>
  <inkml:trace contextRef="#ctx0" brushRef="#br1" timeOffset="16">25289 7421 7891,'-12'4'1635,"0"1"913,-1 2-2196,1 1 1,5 5 0,3-1 0,3 0 0,2-1 0,3-1-1,4-3 1,3-1 981,2 1 1,-1-4-998,0 1-445,1-3 0,-1-1 0,0 0 1,0 0-1,1-1-5518,-1-3 5626,0-3 0,-16-22 0,-4-3 0</inkml:trace>
  <inkml:trace contextRef="#ctx0" brushRef="#br1" timeOffset="17">25289 7261 7882,'-12'-2'734,"0"-2"1,-5 1 548,1-5 0,4 6-774,3-3 1,8 4 0,1 1-510,7 0 0,53 11 0,-23-4 0,0 0 0</inkml:trace>
  <inkml:trace contextRef="#ctx0" brushRef="#br1" timeOffset="18">25794 7310 7852,'-7'-6'1733,"-4"5"1590,3-3-2879,2 3 0,1 2 0,6 3 1,3 4-1,5 3 0,1 3 1,3 2-1,-1 5 190,0 2 1,-3 2 0,-3-1 0,1 1-618,0-1 0,-6 2 0,-1 2 0,-8 1-362,-7-2 1,-9 3 0,-9-3-1,-3-2-653,-1-3 1,0-9 0,2 0 0,3-8-2374,8-3 3371,5-2 0,23-33 0,4-8 0</inkml:trace>
  <inkml:trace contextRef="#ctx0" brushRef="#br1" timeOffset="19">26188 7027 7852,'-13'0'403,"1"0"0,2 0 288,-2 0 0,7 1 0,-6 3 0,2 5 177,3 1 1,2 4-1,-3 4 1,1 5-396,4 4 1,-4 6 0,2-3-1,1 2-178,2 2 0,6-5 1,4-3-1,3-6-155,4-2 0,-1-7 0,6-7 0,1-3 287,1-1-423,7-5 1,-4-3-1,4-10 1,-1-5-1,-1-6 1,-2-2 0,-2-5-302,-4-4 1,-3 1-1,0-5 1,-2 2 544,-4 2 1,-7 3-1,1 6 1,-4 5 499,-1 4 1,-1 12-1,-4 2-230,-3 5 0,3 5 0,1 3 1,2 6-311,2 4 1,0 8 0,0 2-1,2 6-17,2 5 1,3 5 0,5 1-1,0 2-139,1 2 1,-1 4-369,0 3 1,0-6 0,-1 0 0,-2-3-960,-5-4 1,-8-1 1247,-5 2 1,-8-4 0,-9 0 0,-10-7 24,-8-4 1,-5-2 2,-4-4 1,2-6-928,-2-6 763,2-5 1,13 2 0,7-5 0,7 0 0,9-1-1064,6-3-24,3 2 1,13-4-1,7 1 1,9-3-1,8-3-3847,5-1 5097,6-6 0,-2-1 0,5-6 0,0 1 0</inkml:trace>
  <inkml:trace contextRef="#ctx0" brushRef="#br1" timeOffset="20">26938 7408 7815,'0'-5'4991,"0"5"-4463,-5 5 1,3 8 473,-2-1-796,-2 6 0,4-5 1,-2 4-1,3-4 0,1 0 1,0-1-1,0 0 258,0 1 0,1-2 0,2-2 1,2-2-574,2-1 0,1-2 0,5-4 0,-1-2-869,0-2 0,-4-1 0,1-5 0,0 3-745,2 2 0,-4-5 0,-2 2 1723,1-3 0,-16-23 0,2-6 0</inkml:trace>
  <inkml:trace contextRef="#ctx0" brushRef="#br1" timeOffset="21">26926 7298 7811,'-12'0'380,"3"0"379,1 0-965,6 0 206,-4 0 0,50-6 0,11-1 0</inkml:trace>
  <inkml:trace contextRef="#ctx0" brushRef="#br1" timeOffset="22">27258 6744 7810,'0'-36'134,"0"10"0,0-4 1,2 8 821,2 5 1,-3 4 0,5 6 0,-1 3-14,3 6 0,3 4 1,3 11-1,2 5-258,5 5 1,3 9-1,4 7 1,0 4-291,0 4 0,-2 11 1,-3 4-1,-12-31 0,-1 1-415,-1 1 1,-2 0 0,-2 2-1,-2 0 1,-1-1 0,-1 0 0,-2-1-1,-1-1-118,-6 31 0,-8-16 0,-5-10 0,-2-11-103,-2-8 1,-4-6-1,-1-8 1,2-4-989,2-2 1,0-6 0,9-3 0,4-3 1228,3-4 0,15-33 0,9-7 0</inkml:trace>
  <inkml:trace contextRef="#ctx0" brushRef="#br1" timeOffset="23">28661 6584 7881,'0'8'-264,"-1"-1"0,-2 0 57,-1 0-164,0-5-82,4 4 453,0-6 0,0 0 0,5 0 0,-3 0 0,3-6 0,-5-1 0</inkml:trace>
  <inkml:trace contextRef="#ctx0" brushRef="#br1" timeOffset="24">28649 6645 6645,'5'-6'2674,"-5"0"-1028,0 6-1414,0 0 0,-7 0 0,3 0 0,-4 1 0,-3 5 1,-2 6-1,-4 7 0,-3 6 0,-4 4 628,0 3 0,-2 15-231,-3 6-435,-2 6 0,1 3 1,5 1-1,9-1 1,6 1-1,9-5 1,9-8 259,12-10 1,9-13-1,8-10 1,1-5-310,3-4 0,-7-2 1,2-6-1,-5 0-716,-3 0 1,-6-4 0,-3 0-1033,-1 1 1,-3 0-1,-6 0 1603,-1-1 0,-16-11 0,0 1 0</inkml:trace>
  <inkml:trace contextRef="#ctx0" brushRef="#br1" timeOffset="25">28956 6965 7881,'-8'-4'1001,"1"-1"1,1-1 1940,-1 1-2346,4 1 1,-1 4 0,8 1 0,6 3 0,3 6-1,5 5 1546,1 5 0,0 9-1424,2 4-547,2-3 1,-5 5-1,4-2 1,-3 3-1,-1-1 1,-3-2 0,-3-5-540,-4-7 1,-1-1 194,-3-4-882,-2-8 0,2 3 1,-7-12-1,-3-3 1,1-5-2427,-1-2 0,-2-2 3481,4-4 0,-5-29 0,2-13 0</inkml:trace>
  <inkml:trace contextRef="#ctx0" brushRef="#br1" timeOffset="26">29252 6805 7880,'5'-12'0,"-3"4"0,2 0 561,-8 5 1,1-3 0,-5 6-1,-2 2 1,-2 3 3249,-5 8-3552,4 4 1,-10 9 0,3 3 0,-1 4 0,-3 4 0,-2 4 0,-1 4 216,-3 3 1,4-4-902,-3-3 1,5-3-1,3-3 1,6-3-1134,5-8 658,5-4 1,8-12-1752,5 0 2105,0-5 0,17 2 1,-2-5 545,4 0 0,35-5 0,3-2 0</inkml:trace>
  <inkml:trace contextRef="#ctx0" brushRef="#br1" timeOffset="27">29449 7310 7865,'8'0'1768,"0"0"-641,0 5 1,5 1-393,-1 2-383,0 3 0,-1 0 0,-1 5 1,-3 1-1,-2 0 0,-2 4 1,-2 4 583,-1 3 1,-11 0-604,-5 4-357,-12-4 0,-4 2 1,-8-7-1,-1-2 0,0-5 1,1-4-1,2-3-961,2-5 0,9-4 0,3-6 0,6-5-769,4-4 0,7-5 813,3 3 567,8-5 374,3 3 0,15-8 0,7-3 0,1-3 0,0 0 0</inkml:trace>
  <inkml:trace contextRef="#ctx0" brushRef="#br1" timeOffset="28">29830 7273 7862,'8'0'885,"1"0"990,0 0-1386,-3 0 0,1 1 0,-5 5 1,2 5-1,-1 4 0,-2 1 0,-2 2 1,-2 2 465,-1 4 1,-9 0-1529,0 1 379,-2-6 0,-1 3 0,-2-4 0,0-2 0,1-1 1,1-5-1122,3-3 1,5-3 0,1-7 0,1-4 1314,4-5 0,24-26 0,14-10 0,2-3 0,0 0 0</inkml:trace>
  <inkml:trace contextRef="#ctx0" brushRef="#br1" timeOffset="29">30224 6891 7336,'-7'0'2464,"-4"0"0,10 6-1973,-3 2 1,2 7 0,2 3 0,0 0-239,0 0 0,0 2 1,2-2-1,2 0-5,4-1 1,3-4 0,1-7 0,2 0 153,2-3 1,2-9-320,3-6-5,2-6 1,-4-6 0,6-2-1,-1-3 1,1-4 0,0-1-1,-2 1 187,-3 4 0,2 9 0,-5 5 0,-2 5-159,-2 6-9,-6 3 1,4 12 0,-4 8-1,1 11 1,0 12 0,1 9 0,-1 6 79,0 3 1,-4 7-1,3 2 1,-4-34-1,-1 0-409,0 0 1,-1-1-1,-1 24-1893,-4-5 1782,-3-8 0,-12-15 0,-7-4 1,-8-7-1,-7-5-1071,-3-7 1309,-1-4 0,-3-3 0,3-2 1,5-2-1,6-4-314,5-3 0,10-1 0,6-1-1792,3 1 985,7-6 1,3 1 446,8-4-38,9 3 1,1 2 816,2-1 0,9 1 0,-3 4 0</inkml:trace>
  <inkml:trace contextRef="#ctx0" brushRef="#br1" timeOffset="30">30815 7248 7851,'8'0'0,"0"0"411,2 0 522,1 0-222,1 0 1,-4 2 0,0 2-1,1 4 1,-1 3 0,0 3-1,2 2 1345,0 5 0,-1 2-1391,-1 1-637,-5 1 0,1 0 1,-8-1-1,-6 1 0,-5-1 1,-7 0-1,-4-4-736,-3-3 274,-5-9 1,3 1 0,-6-4 0,1-3 0,2-2 0,4-4 0,3-4-3344,3-3 3013,14-7 0,-5 0 1,12-3-1,4-1 0,7-3 764,7-2 0,37-18 0,-19 22 0,0 0 0</inkml:trace>
  <inkml:trace contextRef="#ctx0" brushRef="#br1" timeOffset="31">31159 6510 7802,'-12'-5'281,"-4"-2"1,-1-6 0,2 1 0,1 0 0,4-1 2331,1 1-1877,4 0 1,5 4 0,0-1 0,1 0 0,3-1-1,6 2 1,5 4 0,5 3 583,4 1 1,0 2-1184,1 7 1,4 0-1,1 12 1,0 2 0,1 4-1,-1 7-14,0 6 1,-5 5 0,-7 10-1,-5 6-322,-6 8 1,-5-33 0,-2 0 0,-2 1 0,-2-1-1,-2-1 1,-1-1-95,-17 32 1,-2-3 0,-5-4 0,1-7 28,2-11 1,7-10 0,1-10 0,3-5-977,2-2-698,1-7 631,7-2 810,2-5 1,10-4-1,2-1 1,1-1 0,-1-1-1,0 2 497,0-1 0,-16-14 0,1-1 0</inkml:trace>
  <inkml:trace contextRef="#ctx0" brushRef="#br1" timeOffset="32">21536 8541 6718,'0'-9'550,"0"1"0,0 4-189,0-4 0,0 4 0,0-5 1,0 0 447,0-2 1,0 3 0,1 0-1,2-2 504,1-1 0,0-1 0,-4-1 309,0 1 1,0 4-329,0 0-1070,0 5 0,0-1 0,2 9 0,0 8 0,4 7 0,-1 6 0,2 6 1613,0 3-1838,-4-1 0,6 9 0,-3-6 0,-1-2 0,2-1 1,-2-2-1,2-2-1218,0-3 0,-4-6 0,1-5 1,-3-2-5685,-1-2 6903,0 0 0,-16-10 0,-5-4 0</inkml:trace>
  <inkml:trace contextRef="#ctx0" brushRef="#br1" timeOffset="33">21253 8959 7848,'0'-8'999,"1"1"1,3 1-123,4 4 0,10 0 0,8 2 0,10 0 0,10 2 1,9 0-160,7 3 0,6-1 0,-4-4 0,-2 0-322,-4 0 1,-8-2 0,-1-2 0,-5-3-310,-10 0 1,-7-3-216,-6 1-451,-9 4 0,-8-1 1,-8 6-1,-4 0 579,-3 0 0,-18-5 0,-4-2 0</inkml:trace>
  <inkml:trace contextRef="#ctx0" brushRef="#br1" timeOffset="34">22828 8381 7822,'0'-9'575,"0"1"1,0-1 0,0-2 732,0-2 0,0 5 0,-1 1 0,-3 2-959,-5 2 1,-6 7-1,-1 4 1,-1 5-122,0 3 1,2-1 0,-6 6 0,1 1 29,0 1 1,-3 3 0,5 0 0,2 0 18,4-3 0,8-5 1,0 1-1,4-1-128,4-3 0,4-7 0,8-4 1,5-3 349,2-1-587,7 0 1,-4-1 0,3-3 0,-3-3 0,-3-1 0,-2 0 0,-5-2-942,-2-1 880,-2 4 0,-5-4 0,-5 5 0,-4-1-7,-6 3 0,-7 2 0,-2 2 0,1 0 168,-2 0 1,3 2-1,-4 2 1,0 4 4,-1 3 0,4 2 0,-4 3 0,-1 1-97,2 2 1,-4 2 0,2 4 0,-1 1-35,2 2 1,-2-2 0,7 3 0,3-3 127,2-1 1,7-5 0,0-1 0,6-2 318,5-6 1,9-1 0,5-5-1,5-3 537,6 0 0,-2-2 1,1-2-1,-1 0-273,1-3 1,-5-4 0,2 2-1,-5-1-538,-3 0 1,-5 4 0,-6-3-1928,-2 1 0,-5 4-1732,1 6 0,-3-2 3600,-1 7 0,28-1 0,6 4 0</inkml:trace>
  <inkml:trace contextRef="#ctx0" brushRef="#br1" timeOffset="35">23320 8811 7816,'0'-12'599,"4"4"0,0 0 1466,-1-2 0,0 4-914,1 2 0,2 4 0,3 4 1,-1 6-534,2 5 0,-1 4 0,1 6 1,-2-1-316,2 1 0,-1 0 0,1-1 1,-3 1-416,-2 0-54,-6 5 1,-7-4 0,-9 2 0,-3-2-1,-5-1 1,-4-2 0,-3-2-3469,-4-5 3072,-1-2 0,0-7 0,0-3 1,0-4-1,2-4 0,2-5 1,7-2-4520,8-1 5081,2-6 0,27-10 0,9-7 0,-2-4 0,0-1 0</inkml:trace>
  <inkml:trace contextRef="#ctx0" brushRef="#br1" timeOffset="36">23320 8504 7816,'-12'-2'0,"0"-1"0,-1-2 948,1-2 1,4 4 0,1-2-290,2 0-659,0 3 0,27 8 0,6 7 0</inkml:trace>
  <inkml:trace contextRef="#ctx0" brushRef="#br1" timeOffset="37">14226 15063 7257,'0'8'-1143,"0"0"3161,0-5-312,0 2 1,0-3-614,0 2 0,1-3-248,3 3 0,-2-1-191,2 1 0,-3-1 38,-1 5-1,2-5-170,2 1 1,-2-3 12,7-1-454,-7-5 0,8 1 0,-5-7 0,2-4 0,3-3 1,1-4-1,1-1-117,0-2 1,1-5-1,-1-3 1,2-2-132,2-2 0,-2 1 1,2 2-1,-2 3 60,-2 1 0,0 0 1,1 2-1,-2-1 87,-3 2 0,3 1 0,-3 2 0,3-1 21,1 0 1,-3 6 0,-3 3 0,0 2 14,-3 2 1,2 4 0,1 1 6,0 1 1,-2 2-217,5 4 44,-7 0 0,4 6 193,-6 2 0,4 3 0,0 1 86,-1 0 0,-2 1 0,-1-1 0,0 0 30,0 1 0,0 0 0,0 2 0,2 2-60,2-2 0,-3 3 1,3-1-1,-1 2-66,1 3 0,-1-2 0,4 0 0,-1 2-56,1 1 0,-3-2 0,4-1 1,2 2-25,1 1 1,-3-2 0,0-2-1,2 0-31,1 0 1,1-4 0,1 2 0,-1-5 85,0-4 0,0 3 0,1-4 1,-1 0 68,0-3 1,-3 1-1,-1-1 15,1-1 0,2-1 0,0-4 71,-3-2 0,2 1 0,-5-5-12,2-1 1,-4-2 0,1-2 0,-1 0-44,1-4 1,-1 2 0,4-4-1,-1-1-63,1-4 1,-3 1-1,5-8 1,0-1-56,2 1 0,5-8 0,2-6 0,1-4-14,3-4 0,1 2 1,2-2-1,0 4-1,-1 4 0,2-2 1,0 7-1,-1 5 61,-6 5 0,-8 9 0,-4 5-1058,-2 2-299,-1 2 0,-4 4 0,0-1 346,0 0 0,6 2 1,1-1-1,1 0 180,0 1 795,-5-4 0,2 4 0,-5-5 0</inkml:trace>
  <inkml:trace contextRef="#ctx0" brushRef="#br1" timeOffset="38">16121 13832 10117,'-8'-4'1991,"1"-1"1,0-1 1453,0 1-3256,5 1 0,-9-1 1,3 1-1,-5 3 1,-2 2-1,-3 6 1,-1 4 738,-3 7-845,-6 4 0,0 13 0,-4 8 0,-3 7 0,-2 9 0,18-27 0,-1 0 0,-1 3 1,1 1 3,0 3 0,0-1 0,1 0 0,0-1-301,0 2 1,1 0 127,2-1 1,0-1 0,1-2-1,2-1 1,-6 30 0,6-5-1,8-6 1,3-5 0,5-6-724,5-5 771,1-8 0,10 5 0,-3-4 0,5 0 0,1 0 0,-1-2 1,-1-2 258,-3-2 1,0-3-91,-5-1-358,0-5 0,-1 3 0,-1-7 0,-2-3 0,2-4-1118,1-2 1,-3-4 173,0-2 1,-4-2 0,4-8 1170,2-3 0,6-29 0,3-13 0</inkml:trace>
  <inkml:trace contextRef="#ctx0" brushRef="#br1" timeOffset="39">16207 14915 13623,'0'-7'535,"0"0"1,0 3-1,0-4 1,0-3-1,0-1-179,0 0 0,0-1 0,0 0 0,2-2 0,0-5 1,4-1-182,1-5 1,-3-7 0,4 0 0,0-3 262,-1-1-382,4 1 1,-4-4 0,4 2 0,-2 3 0,-2 4 0,0 5 0,0 3 0,1 2 0,0 1 34,0 1 1,-1-3 0,3 5 0,-2 1 0,2-2 0,1-1-279,1 0 0,0-4 0,0 3 0,1 0-403,-1-1 521,0 1 0,1-5 1,0 2-1,2 1 1,2 3-1,-2 0 1,-1 1 50,-2 0 75,0 7 1,0 0 0,1 5-1,-1-1 1,0 1-97,1 1 1,-1 3-184,0-2 0,1 3 10,-1 1 0,-4 1 140,0 3 0,-5-1 0,1 5 110,-2 2 1,-4 2 0,-2 3-1,-4 4-34,-3 5 0,-1-5 1,-2 8-1,-1 1-51,-2-2 1,-4 1 0,1 0 0,0 2 44,-1-2 1,6-1 0,-1-2-1,1-3-6,-1 0 1,6-6 0,-1 1 0,3-3-96,1-5 128,4-3 1,-1-5 0,8 0-1,3-1 250,0-3 1,4 1-1,-3-4 1,3 0 67,1 1 0,2 2 0,1-3 1,1 1-161,-1 3 0,-1 2 1,-2 1-1,1 0-80,-1 0 0,0 0 0,1 0 0,-1 0-152,0 0 0,2 0 1,1 1-1,1 2-60,-1 1 0,-4 6 0,2-2 66,4 3 0,-4 1 1,-1 1-1,-2-1 28,-4 0 0,5 1 1,-4-1-1,0 0-2,-3 0 0,-2 1 1,-2 0-1,0 3-25,0 0 1,0 2 0,0-3 0,0 1-25,0-1 0,-2 3 1,-1-2-1,-2-1 111,-2-1 1,3-2 0,-4 1 79,-2-1 1,-1 0 0,-1-1 4,0-3 0,-1-2 1,1-6-1,0 1 9,0 3 1,-2-2 0,-1 2 0,-3-3 64,-1-1 0,-2 0 0,-3 2 1,-1 0 363,1 2 1,-1 1-1,0-7 1,1-1 4,-1-1 1,6-5 0,1 1 0,2-3-238,-1-2 0,1 1 0,4 0-618,-1-1 0,2 1-5716,3 0 2170,3-1 0,6 5 3828,3 0 0,30 5 0,13-2 0</inkml:trace>
  <inkml:trace contextRef="#ctx0" brushRef="#br1" timeOffset="40">17044 14755 8019,'8'0'2780,"1"0"-2013,0 0 0,-2 4 0,1 2 0,0 1 0,1 2 0,-1 3-212,1 5 0,-3-2 1,-2 4-1,-3 0-336,-1 0 0,0 3 1,-1 6-1,-3 0-561,-4 0 1,-9-2 0,-2-2 0,-1 1 0,-1-2 0,0-2-548,2-5 0,2-1 0,4-1 0,1-1 889,0-2 0,5-18 0,1-1 0</inkml:trace>
  <inkml:trace contextRef="#ctx0" brushRef="#br1" timeOffset="41">17770 14447 6136,'-7'2'0,"3"2"0,3-3 0,1 5 0,5-6 0,2 0 0</inkml:trace>
  <inkml:trace contextRef="#ctx0" brushRef="#br1" timeOffset="42">17819 14435 6308,'7'-1'2438,"-3"-3"-2061,3 2 89,-5-9 1,4 9 526,-2-7 42,-2 7-619,3-4 0,-5 5-27,0-3-131,0 2 0,0-4 550,0 1-747,0 4 0,-1-4 0,-3 5 1,-4 0-79,-3 0 22,-2 0 1,5 0-1,0 1 1,-2 2-1,-1 2 1,-1 1 0,0 1-86,0-1 1,-1 3 0,1 3 0,0 2 41,-1 2 0,1-2 0,0 3 0,-1 1 44,1 3 1,4-2 0,1 0 0,2 0 93,2 0 0,1-2 1,2 2-1,0-1 36,0-3 0,6-2 1,2 0-1,3-1 48,1 0 0,2-1 0,1-1 0,2-3-90,-2-2 1,2 3 0,1-4 0,1-1-72,3-2 0,-3-1 1,0 0-1,1 0-13,-1 0 1,-3 0-1,3 0 1,-1-1 9,-3-3 1,-1 1 0,-2-4-1,0 1 5,1-1 1,-1 3 0,-1-5-1,-2 0 94,0-2 0,-1-1 0,3-1-132,-3 1 1,2 0 0,-6-1-1,0 1-69,1 0 0,-3-1 0,2 1 0,-3 0 31,-1 0 0,4-1 1,0 1 41,-1 0 1,-2-1 0,-1 1 78,0 0 0,-5 4 24,-3-1 1,1 7 0,0-4 0,0 2 66,0 0 0,3-2 1,-4 4-104,-1-2 1,2-2-1,-2 3-33,0-1 1,2-1 0,-1 2-154,-2-1 1,3-1-1,-1 2 7,-1-1 0,2-5 0,-1 5 158,-2 2 1,-1-4-1,-1 2 123,0 1 1,-1 2-1,1 0 1,0-2-25,-1-1 0,5 0 0,0 4 1,-2 0 2,-1 0 1,-1 0-109,0 0 0,1-2-211,3-2 334,-3 3 1,15-5-1,0 6 152,5 0 0,5 0 1,1 0-1,3-1 65,1-3 1,2-4-1,3-7 1,1-3-127,-1-1 0,2-2 0,0-2 0,0 1-625,-2 2 1,-8 5 0,0-2-1,-2 3-3961,-2 2 4341,-5 0 0,-18 21 0,-9 6 0</inkml:trace>
  <inkml:trace contextRef="#ctx0" brushRef="#br1" timeOffset="43">18312 14017 6142,'-4'-8'2767,"-1"-1"0,3 0-2074,0-2 0,8-1 0,2-1 0,4 1 0,5-2 0,3-2 601,3-5-1090,2 4 0,0-3 1,-1 5-1,1-1 1,0 1-1,-2 1 1,-3 3-31,-3 3 0,-4 3 0,-2 6 0,-2 3-233,-5 4 0,-3 3 0,-2 3 0,-3 2 0,-5 3 0,-2 2-327,-1-1 0,0 1 1,-1 4-1,1 1 0,-2 1 1,-1 3 101,-1 1 0,0-2 0,3 3 0,1-2 794,0-3-352,-1-1 0,5-7 1,1-2-1,2-4 1,4-2-1,3-3 1,8-3-1,3-4 0,5-2 606,1-4 0,2-1 1,2-7-1,-1 1 1,-3 0-1,0-1 1169,0 1-2753,-3 0 1,1 1 0,-4 3 819,-1 4 0,0 2 0</inkml:trace>
  <inkml:trace contextRef="#ctx0" brushRef="#br1" timeOffset="44">19628 13697 7914,'0'-13'38,"2"1"0,0 0 1,3 0-1,-3-1 765,0 1 1,-2 0 0,0-1 0,0 1 417,0 0 0,-2 5-560,-2 3-323,3 2 0,-6 2 0,3 2 0,-4 2 0,-3 5 0,-3 8 482,-2 7 1,1 4-438,-6 9-298,1-3 1,-5 19 0,-1 1-1,-1 6 1,13-28 0,0 1 0,2 3-1,0 0 1,1 1 0,1 2 167,1 2 1,0 0-247,1-4 1,0 0-1,4-1 1,1-1-1,0 21 1,8-7 0,8-8-1,9-8 1,5-8-126,1-7 0,-2-6 0,-2-4 1,1-2 97,0-1 1,-6-4-103,-3 3 0,-8-1 0,-2 0-1692,-1 1-420,-3 6 1432,3-4 0,-5 7 802,0-1 0,-5 0 0,-2 1 0</inkml:trace>
  <inkml:trace contextRef="#ctx0" brushRef="#br1" timeOffset="45">19875 13955 7914,'0'-8'3774,"-2"0"-1012,-2-2-1968,3 5 0,-5 1 0,8 9 0,3 7 0,7 8 0,7 4 0,6 5 0,2 5 1545,2 6 0,4-2-1634,-4 3-648,5 3 1,-4-7-1,1 1 1,-5-5-1,-5-4 1,-3-5 0,-3-3-281,-2-4-244,-6 0 0,3-5 0,-7-1-3425,-5-3 2477,2-2 0,-11-8 0,3 0 1415,-3-2 0,-18-33 0,-3-4 0</inkml:trace>
  <inkml:trace contextRef="#ctx0" brushRef="#br1" timeOffset="46">20231 13808 7914,'0'12'873,"0"0"1,-4 0-488,0 1 1,-4-4 0,3 2 0,-2 4 773,-3 3-971,5 3 1,-8 9-1,2 4 1,-5 6-1,-3 5 1,-3 4-1,-1 3 386,-2 1 1,-4-1-382,1-7-208,-1-2 1,6-8-1,1-3 1,3-8-1,2-6 1,5-4-3217,2-2 3230,8-5 0,13-7 0,9-7 0</inkml:trace>
  <inkml:trace contextRef="#ctx0" brushRef="#br1" timeOffset="47">20367 13672 7918,'-15'0'638,"2"0"0,2 0 843,1 0 0,4 0 1,6-1 435,7-3-1810,15 2 0,0-9 0,10 3 0,4-4 0,2-3 0,3-3 0,-1 0-427,-2 1 1,-5-4 0,-1 5 0,-4 1-1517,-4 1 0,-4 2-416,-4-1 0,-9 6 2252,-3 3 0,-35 30 0,-16 9 0</inkml:trace>
  <inkml:trace contextRef="#ctx0" brushRef="#br1" timeOffset="48">20576 13611 7918,'-1'-7'-69,"-2"1"2934,-1 1-1505,0 4-853,4-5 1,-4 7 0,-1 4-1,3 4 1,0 5 0,2 4 1836,0 1-2421,0 1 1,-4 3 0,0-1 0,1-1-1,2-1 1,1 1 0,0-2-2323,0-1 1194,0-2 0,0-4 1,0 1 1204,0-1 0,16-32 0,5-9 0</inkml:trace>
  <inkml:trace contextRef="#ctx0" brushRef="#br1" timeOffset="49">20797 13857 7918,'-5'-8'0,"-2"-1"0,-1 1 2585,0 1-119,5-4 1,-4 10 1546,3-3-3671,8 8 0,-2 3 1,11 5-1,2 2 1,3 2-1,1 5 1,3 2 56,1 2 0,2-1 0,0 1 1,-1-1-512,1 1 0,-1 0 1,1-1-1,-2 1 0,-2 0 1,1-5-1,-6 1 1,-1 0-260,-1 3 1,-7-4 0,-3-1-1,-3-1-1876,-1-3 1453,0-1-203,0-2 0,-1-5 1,-2-4-1,-3-6 0,1-5-3655,0-3 4652,-5-1 0,-8-28 0,-8-7 0</inkml:trace>
  <inkml:trace contextRef="#ctx0" brushRef="#br1" timeOffset="50">21179 13746 7893,'-8'0'1472,"0"0"-635,-2 0 1,0 3-500,2 5 230,-8 0 0,6 21 0,-12 1 0,-4 8 0,-5 9 1638,-5 5-2078,-1 4 1,18-26-1,-1 0 1,-18 27 0,3-5-1,4-7 1,6-9 0,6-9-439,7-5 0,4-11-1835,-1 1 913,4-7 0,5 1 1232,0-1 0,22-31 0,5-3 0</inkml:trace>
  <inkml:trace contextRef="#ctx0" brushRef="#br1" timeOffset="51">21364 13451 7893,'-13'-6'132,"1"-1"0,0-5 1,-1 0 1417,1-1 0,4 7 0,1 0 3355,2 1-3077,0 3-1527,5-3 1,6 9 0,2 1 0,4 2-1,5 3 1,3 1 0,5 2 135,4 4 1,-2-2 0,6 5 0,0 2-302,-2 2 1,3 4 0,-5 2 0,0 3-121,1 5 0,-10 2 0,1 8 0,-8 5-271,-4 6 0,-4 3 1,-5-27-1,-3 1 0,0-1 1,-2 1-92,-11 31 0,-12-4 1,-4-6-1,-5-5-64,-4-5 1,-2-6-965,-2-9 1205,-3-2 1,11-10-1,-1-4 1,7-2-1,5-3-1155,7-3 516,9-3 0,6-5 1,9-1 807,8-3 0,0-2 0,8-2 0,-1 3 0</inkml:trace>
  <inkml:trace contextRef="#ctx0" brushRef="#br1" timeOffset="52">21807 13389 7893,'-2'11'5483,"-2"-3"-4351,3-2 0,-3-6 1,9 0 718,7 0-1796,1-6 0,11 1 0,1-5 0,6 2 1,5-2-1,0 0 0,-4-3-899,-3 1 1,-7 5 0,-3 2-561,-1-1 1,-3 6 0,-8-1-283,-7 4 1,-6 6 1685,-6-1 0,-28 3 0,-6 2 0</inkml:trace>
  <inkml:trace contextRef="#ctx0" brushRef="#br1" timeOffset="53">22287 13106 7885,'0'-8'1441,"0"0"0,0 6-11,0 2 1,0 6-202,0 6-1039,0 0 1,-5 5 0,1 1 0,2-1-1,0 3 1,2-3 0,0 1-906,0-3 1,-1 3-1,-2-2 1,-1-1-652,1-1 0,1-2 1366,-3 1 0,-18-17 0,-10-5 0</inkml:trace>
  <inkml:trace contextRef="#ctx0" brushRef="#br1" timeOffset="54">22791 13438 7544,'-8'-8'984,"0"1"0,-1 0 0,1 2 0,1-2 375,2 0 0,-3 3 1,2-3-1,1 1-693,-1-1 1,4 5-1,6 2 1,5 7 0,5 4 25,2 1 1,12 8 0,0 4-1,8 8 369,5 3-1042,8 13 1,-23-23-1,0 2 1,2 5-1,-1 2 1,-1 1-1,-2 1 1,-1 1 0,-3 2-1,-2 2 1,-3 0-1,-4 2 1,-2 1 59,-3 1 0,-2 0-110,-4-4 1,-3 0 0,-4-1 0,-4-2 0,-19 23 0,-8-6 0,-7-4 0,-2-4 0,2-3-593,4-7 474,8-5 0,5-8 0,7 1 0,5-3 0,3-5 0,5-4-5030,4-2 3785,3-6 0,6 1 0,3-6-2571,3 0 3965,2 0 0,15-33 0,5-8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6:35:03.510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4652 5919 7831,'-8'4'1769,"1"2"1161,1 1-1785,2-5-48,4 4 0,-1-6 739,-3 0 0,1-1-1617,-5-4 0,5-3 0,-1-8 1,3-5-253,1-2 1,0-7 0,0-4 0,1-9 14,3-10 1,3-4-1,-1 22 1,1-1-1,1-1 1,0 0-41,-1-1 0,2-1 0,2-1 0,1 1 0,0 1 0,-1 1 0,3-1 0,0 2-197,-1 1 0,1 1 0,13-24 261,2 4-31,-3 9 1,4 4 0,-6 10 0,-3 6-1,-1 9 1,-3 6 0,-2 6-381,-1 3 0,-3 2-800,-3 3 882,3 3 0,-10 11 0,4 2 1,-7 5-1,-6 5-965,-8 7 1225,-6 5 1,-3 3-1,-1 0 1,-1 1 0,-2-3 123,2-2 0,2-4 1017,5-4-758,2-3 0,3-7 0,2-2 0,7-5 132,3-2 1,12-7 0,5-3 0,5-3 148,7-1 0,4-1-412,7-3 0,7 1-4,5-5 1,6 1-1,5-2 1,-2 2 244,-5 1 0,-8 2-236,-4 4 1,-10 6-235,-6 2 2,-11 14 1,-9 0 0,-5 10 0,0 3-1,-1 0-86,-3 2 1,-4-4-1,-8-2 1,-3-1 37,-4-2 1,-4-2 121,-10-2 0,-7-5 1145,-5-2-858,-6-3 1,-5-4-1,3-1 1,3-5-1,6-3-225,7-1 1,6-5 0,12-4-1,3-1-1238,8-3 1,1 1-872,7 0 0,0-6 884,4-3 1127,5-2 0,3-23 0,2-9 0,3-5 0,0 0 0</inkml:trace>
  <inkml:trace contextRef="#ctx0" brushRef="#br0" timeOffset="1">4750 4738 7939,'-12'4'-909,"0"0"3771,-1-1-2301,6-2 1,3-1-1,7-3 1,4-3-1,2-8 1291,5-4-1657,1-2 0,-1-10 0,2-3 0,3-3 1,2-2-1,-2-3 0,-1-3 550,-3 0 1,-1 2-330,-2 5-221,0 0 0,0 6 0,-1 3 0,-1 6 0,-3 6 286,-2 2-537,5 8 1,-9 7 0,3 11 0,-2 9 0,-2 6-1,0 6 1,0 2-1246,0 2 1,1-1 434,3-3-548,3-3 1,1-1-1,0-1 1414,2 0 0,23-19 0,6-5 0</inkml:trace>
  <inkml:trace contextRef="#ctx0" brushRef="#br0" timeOffset="2">6744 5378 7920,'-8'0'2124,"-1"0"549,0 0-2473,3 5 1,1-2 0,4 5-1,-2 3 1,-1 4 0,1 6-1,3 3 1,3 4 0,2 2 348,2 1 1,1 1-214,4 0-197,6-7 1,-3-4-1,6-8 1,1-3-1,1-3 1,2-7-1,-2-7 1,-1-11-1,-2-8 450,2-7 0,0-2 1,-3-2-1,-5 0-536,-5 0 0,-6 6 0,1 2 0,-2 4-507,-2 5 0,-6 3 0,-2 9-2519,-3 4 2973,4 3 0,-9 22 0,2 7 0</inkml:trace>
  <inkml:trace contextRef="#ctx0" brushRef="#br0" timeOffset="3">7224 5353 8244,'-4'8'1556,"0"2"-971,1 4 0,1-2 1,2 6-1,0 0 44,0 2 1,0 5-294,0 3-76,0-2 1,0 4-1,0-5 1,0-2-1,0-2 414,0-5 1,2-10 0,1-12-429,1-13 1,9-11 0,1-11 0,4-4-69,4-3 0,5 3 1,2 2-1,-2 4 17,-1 3 1,-1 9-1,-1 4 1,1 9-165,-1 9 0,-4 6 0,-4 8 0,-4 11-124,-3 6 0,-4 12-9,-5-1-212,0 2 0,0 1 0,0-2 0,0-3 0,0-4 0,0-4 0,0-1-4346,0-1 2261,0-6 2399,0-7 0,5-66 0,-1 16 0,-1 0 0</inkml:trace>
  <inkml:trace contextRef="#ctx0" brushRef="#br0" timeOffset="4">7876 4849 7883,'-5'-13'518,"3"5"1,-3 0 0,1-2 2347,-1-1-2317,1 5 1,4 1-1,0 10 1,2 4 0,0 6-1,3 7 1,-1 5-1,0 8 818,0 4 0,1 5-763,-1 5-490,-2 0 0,3 2 1,-5 1-1,0 1 1,0-1-1,-1-2 1,-2-5 89,-1-4 0,-4-9 0,2-4 1,1-6-323,-1-6 1,-2-9 129,4-7 0,0-11 1,4-11-1,0-4 43,0-3 0,4-1 0,2 3 0,0-2 61,4 2 0,1 2 10,1 5-30,1-3 0,0 9 1,4-4-1,2 3 1,1 3-1,1 5 1,2 4-319,4 3 0,1 3-154,5 5 0,-6 6 0,0 10 0,-5 2-159,-5 3 1,-9-2 246,-4 6 0,-5-4 29,-8 4 89,-4 0 1,-17-2 0,-3-2 0,-3-5 0,-1-4-101,0-8 0,2-1 1,2-7-1,4-1-630,3-2 1,9-2-819,4-3-530,1-3 2248,11-6 0,44-37 0,-12 20 0,0 0 0</inkml:trace>
  <inkml:trace contextRef="#ctx0" brushRef="#br0" timeOffset="5">8405 5242 7869,'-12'2'524,"0"2"0,-1 1 752,1 4 1,5 2-475,3-3 37,-3 3 1,6 5 0,-3 2 0,2 0 0,2-1 1452,0-2-2363,0-1 0,2 0 0,0 1 1,4 1-1,-1-1-1464,1-1 1,-2-6-1586,-4 0 2255,0-5 865,0 3 0,-6-34 0,0-6 0</inkml:trace>
  <inkml:trace contextRef="#ctx0" brushRef="#br0" timeOffset="6">8368 4984 7869,'-18'0'0,"5"-4"1181,-4 0 0,4 0-905,0 4 0,8 1-276,5 3 0,44 30 0,-14-10 0,0-1 0</inkml:trace>
  <inkml:trace contextRef="#ctx0" brushRef="#br0" timeOffset="7">8688 5267 7869,'4'-8'2726,"0"0"-1741,0-1 0,-4-3 0,0 0-156,0 0 0,-5 5-192,-3 3-580,-3 2 0,-1 2 0,-2 3 1,-1 4-1,-2 6 0,1 5 0,0 3 379,-1-2-255,1 4 0,4-5 0,-1 2 0,2-3 0,3-2 1631,4 1-1489,8-8 1,4 2-1,7-14 1,3-6-1,1-3 1,2-2 0,-1 2 884,1 4-1426,-6 6 0,3-2 1,-6 7-1,-1 5 0,-3 7 1,-4 2-3317,-3 2 2419,-1 4 1,5-7-1,0 3 1,2-3-1,2-6 1115,2-2 0,17-30 0,6-15 0,3-3 0,0 0 0</inkml:trace>
  <inkml:trace contextRef="#ctx0" brushRef="#br0" timeOffset="8">9070 5230 7854,'0'-7'3334,"0"2"-2263,0 5 0,-6 0-145,-2 0-237,3 0 1,-6 1 0,2 3 0,0 5 220,1 1 1,-2-1 0,6-1-614,1 1 1,6-2 0,2 0 0,2 0-210,3 0 1,-3-3-1,1 4 1,0 2-204,-1 1 1,-2 5 0,-5 0 0,0 1-724,0 1 0,-1-1 0,-3 4 0,-4-5-1362,-3-2 0,0-2 1213,3 1-667,-3-7 1,8 0 1653,-5-6 0,15-26 0,10-14 0,-2-1 0,-1 0 0</inkml:trace>
  <inkml:trace contextRef="#ctx0" brushRef="#br0" timeOffset="9">9254 5279 7854,'-1'13'715,"-3"-1"0,-2 0-72,-2 1 1750,-3-1 1,10 0-1116,-3 1 1,9-7-1047,7-2 1,6-4 0,7-4 0,1-5-122,3-6 1,-5-3-359,1-3 0,-2-2-746,-7 3 767,1 2 0,-10-4 0,-3 6 0,-4 1 0,-4 2-1451,-5 5 1538,-7 3 0,-3 6 1,-7 4-1,-1 8 1,-2 6 502,2 4 1,-1 2-1,2-1 1,2 1 293,4 0 0,7-5 235,5 1 1,2-6 19,6 1-923,0-2 1,10-7 0,5-3 0,5-3 0,8-1-851,2 0 1,-2-5-1,4-2 1,-1-1-4606,1-1 5465,-5 1 0,3-21 0,-5-3 0</inkml:trace>
  <inkml:trace contextRef="#ctx0" brushRef="#br0" timeOffset="10">9599 5304 7847,'-19'0'0,"2"0"0,4 0 1688,0 0 0,0 5 1,-1 4-1,0 2-190,3 1 1,7 4-791,0 1-560,3 5 1,1-5 0,0 4 0,1-5 0,3-3 0,4-4 0,5-2 53,3-2 0,-1-6 44,6-7 0,1-9 1,5-3-1,3-5 116,1-3 0,2 0 182,4-5-405,-5 1 1,7-11-1,-2-2 1,2-4-1,-3-4-26,-3-5 0,-17 26 1,-2-1-1,-2-2 0,-2 0 1,0-1-1,-2 1-143,-1-1 1,-2 2-1,-2-25-396,-3 14 0,-10 15 118,-6 18 0,-6 8 0,0 13 0,-4 13-260,-2 12 1,-1 10 424,4 9 0,5 5-1126,-1 7 1328,12 4 1,2-33 0,3 0 0,5 34 0,5-4 0,6-4 93,7 0 0,10-17 0,2-8 0,1-11-622,-4-10 0,-2-5 215,-1-11 1,-6-1-2229,-3-3 1439,-7-3 1,0-7-1,-5-1 1,0-1 1042,2 1 0,-10-4 0,2 0 0</inkml:trace>
  <inkml:trace contextRef="#ctx0" brushRef="#br0" timeOffset="11">4356 9562 7846,'-8'-21'638,"0"1"0,-2-1 0,1 1 0,1-1 1,2 1-1,2 1 2426,0 2 0,0 4 1,5 2-1755,3 2-736,3 4 1,7 6-1,1 5 1,3 6-1,1 9 1872,3 6-2302,1 4 0,2 6 0,-1 2 0,1 3 0,-2 6 0,-1 5 0,-3 2-103,-1 0 1,-2 2 0,-3-4 0,-3-1-42,-1-1 0,0-9-382,-5-5-18,0-5 1,1-12-1,-1-1-465,-2-1 1,0-14 433,-2-12 694,0-8 1,0-20-1,0-8 1,0-12 0,0 22-1,1-3 1,1-4-1,0-1 1,2-5 0,0-1 12,1-2 0,1-1 0,3-4 1,0-1-277,1-3 0,1-1 0,2 2 0,1 0-1187,0 0 0,1 1 1187,-1 8 0,0 3 0,-4 8 0,-2 3 0,5-9-2483,-8 16 1,-2 15 2482,2 13 0,-1 5 0</inkml:trace>
  <inkml:trace contextRef="#ctx0" brushRef="#br0" timeOffset="12">5316 9722 7819,'7'-1'2013,"-3"-4"0,-2 3-468,-2-7 1,-2 5-243,-2-4-1162,3 5 0,-10-2 0,3 5 1,-3 0-1,-2 0 0,1 1 153,0 3 1,-6 9-1,-1 7 1,-2 5-30,1 4 0,1 3 1,-3 8-1,3 2-4,1 2 0,3-4 0,7 0 0,4-8-31,2-7 1,9-7 0,5-10 0,7-7 145,5-8 1,2-8 0,1-15 0,2-5 53,-2-5 1,-5-5-1,-3 4 1,-2 3 653,-7 4-560,3 9-568,-12 13 0,9 7 0,-6 12 0,-1 8 0,-2 10 0,-1 5 0,1 4-1097,3 2 0,-1-6-682,5-6 1,1 0 0,3-8 0,0-2 1822,0-5 0,17-69 0,-12 19 0,-1 0 0</inkml:trace>
  <inkml:trace contextRef="#ctx0" brushRef="#br0" timeOffset="13">5587 9747 13027,'0'8'1411,"0"0"0,0 3-693,0 4 1,4 0 0,2 4-1,0 0 1,3-1 0,-1 1 346,0 0-1037,-5-4 188,2 3 0,-5-14 0,0-9 0,0-14 0,0-11 137,0-6 0,4-5 0,2 0 0,1 1 81,2 2 0,2 1 0,3 3 0,1 5-126,1 9 1,2 6-1,-3 6 1,2 4-1095,-2 2 0,0 12 1,0 2-1,1 3-5733,-1 3 6519,-1-4 0,4 9 0,1-4 0</inkml:trace>
  <inkml:trace contextRef="#ctx0" brushRef="#br0" timeOffset="14">6522 8984 7813,'8'0'1972,"1"0"641,-7 0 1,4-2 78,-6-2-2473,-6 3 1,-2-5-1,-7 6 1,-3 0-1,-1 0 1,-3 0 0,-1 0-147,-1 0 1,-5 0-297,0 0 184,0 0 0,5 0 1,-1 0-1,1 2 1,-1 0-1,2 4 1,1-1 38,1 1 0,6 2 1,-3-3-1,2 2 574,0 3 1,1-3 0,5 1 406,2 1 1,4 1 52,-4-2-494,5-2 1,-1-1-1,8 2 301,4 0 1,3 2-557,1-5 0,1 2 0,-1-3 157,0 1 0,0 4-437,1-4 1,0 6-6,4-2 0,-9 3 0,8 5 0,-7 2 0,2 3 0,1 3-223,0 3 0,-4 12 0,-1-1 1,-1 3-377,-4 1 0,0 9 331,-2-2 1,0 3-869,0-3 1077,-6 6 1,4-8-1,-7 2 1,1-3 0,0-2 11,0-3 1,4-8 351,-4-4-211,5-9 1,-3 2-1,6-6 1,0-1 0,-1-2 325,-3-5 1,2 3-252,-2-3-149,3 3 1,1-3 1072,0 0-1225,0-5 0,0 4-365,0-3 674,0-2 0,1 3 0,3-5-29,5 0 0,-2 0 21,1 0 0,0 0 0,4 0 1,1 0 3,-1 0 0,0 0-106,0 0 0,5-1-67,-1-3 0,6 2 0,-4-3 0,4 3 0,-2 0 0,2-3 0,1 3 0,3 0 0,3 2 0,-3 0 0,4 0 0,-5 0 0,-1 0 0,1 0-290,0 0 1,-5 4 0,-1 1-984,-1-3 1,-2 0 99,-3-2 98,-6 0-1403,-2 0 911,-5 0 1,-4 1-1,-1 2-2715,-2 1 4282,4 0 0,-35-9 0,-3-2 0</inkml:trace>
  <inkml:trace contextRef="#ctx0" brushRef="#br0" timeOffset="15">6867 9931 8642,'0'7'7197,"0"-2"-6850,0-5 1,0-5 0,0-3 0,0-5 88,0-3 1,-4-3 0,0-7 0,0-3 226,-2-4 0,5-4 112,-3-4-611,2 3 1,2-10-1,0 3 1,0-1-1,2-2 1,2 1-1,5-1-48,6 2 0,0-1 1,6 0-1,1 0-82,1 2 1,2 9 0,-1 2-1,1 6-537,-1 4 0,1 12 0,-2 1-147,-2 4 0,-5 9 1,-8 7-1,-3 5-289,-4 2 1,-1 6 289,0-1 610,-6 2 0,0 6 0,-8-1 0,-1 0 0,-2-2 0,4-3 0,2-1 262,3-2 0,1-3 76,-1 3 1,-2-5 0,6 2 476,1-4 1,7-6-299,5-3 1,7-2 87,4-2-328,4 0 1,4-4 0,2-2 0,2 1 0,1-1-215,-2 3 1,-1 2 0,-5 2 0,-1 5-305,1 6 1,-6 2 71,-2 6 0,-5 5 43,-4 4-2,-2 5 0,-6-7 0,0 5 0,0-2 0,-2-3-55,-2-1 1,-3-5 0,-5-1-1,-2 1 272,-2-2 1,-3-1 275,-6-6 0,-6-1-21,-6-3-18,0-3 0,-11-5 1,3-1-1,-3-3 1,-1-6 404,0-5 1,10 0-179,7-5-741,4 5 1,9 1 0,4 6-1613,5-2 0,6 1-3054,8 1 4893,9-3 0,33-18 0,-16 9 0,-1 0 0</inkml:trace>
  <inkml:trace contextRef="#ctx0" brushRef="#br0" timeOffset="16">6904 8799 7842,'0'12'-825,"0"1"3792,0-1-1835,-6-5 1,6-3-1,0-10 1,9-6 631,6-7 1,2-6-1364,4-3-370,8 2 0,-9-13 1,9 5-1,-3 1 1,-2 0-1,1 3 1,-2 2 233,-2 4 1,-3 5-7,-6 7-253,0 5 0,-4 2 0,-1 7 1,-1 7-1,-4 7 0,0 6 1,-1 3 22,3-1 1,-2 5-1,2 1 1,-3 0-455,-1 0 1,0-3-1611,0-6 1606,6 2 0,-4-9 429,6 2 0,6-13 0,5-4 0</inkml:trace>
  <inkml:trace contextRef="#ctx0" brushRef="#br0" timeOffset="17">7618 8848 7851,'-18'0'0,"-1"0"0,-1 2 0,4 2 1689,2-3 0,2 10 1,1-3-1,4 3 0,9 1 1946,9 1-3309,1-6 1,17-2 0,-1-5-1,8 0 1,4-1 0,2-3 0,2-5 47,2-2 1,-3-1-136,-2 0-305,-9-1 0,-1 1 0,-7 0 0,-1 0 0,-2-1 1,-6 1 105,-6 0 1,-4 5 0,-10 3-1,-3 4 344,-3 4 1,-1 7-144,0 5 0,-1 5 0,2-4 0,2 1 216,1 0 0,1 2-201,-1-3 0,-2 5 0,6-3 0,1 1 111,2 1 1,1-1-145,0 5 1,0 1 107,0 3-233,5 2 0,1 7 0,3 4 1,0 3-1,-1 2-93,-1 3 1,4-1-1,-5 0 1,3 0-6,-1 1 0,-1-5 0,1 0 0,7-10 0,-3 2-271,3-2 0,-2 0 1,0-1-1,2-2 0,2-2-322,-2-3 1,-3-6 0,-2-5 0,-4-2-684,0-2 1232,-2-5 446,-4-2 1,-1-5-273,-3 0 1,1 0-629,-5 0 1,-1 0 26,-3 0 226,0 6 1,-5 1 0,0 5 0,-3 2 0,-1 1-29,-3 1 1,-4 5 0,-2-5 0,-2-1 334,-2-1 0,2 1-123,0-3 0,0 2 151,-1-10-201,9 0 1,2-4 0,5 0 0,4-1 0,3-4-2916,6-3 2052,3-3 0,12-5 974,5-1 0,21-24 0,8-10 0,-12 15 0,1 0 0,-1-1 0</inkml:trace>
  <inkml:trace contextRef="#ctx0" brushRef="#br0" timeOffset="18">8897 9353 7760,'-12'0'371,"0"0"-82,-1 0 5619,1 0-1117,5 0-4359,7 0 1,11 0 0,6-2 0,-2 0 0,-2-2 0,1 1-307,2 1 0,-2 2 0,4-1 1,-2-2-1345,1-1 0,-1 0 994,-4 4-843,1 0 1,-5 0-1,0 0 1,0 1-1,-1 4 1,-3 3 1066,-2 3 0,-22 16 0,-10 7 0,0 3 0,-1 0 0</inkml:trace>
  <inkml:trace contextRef="#ctx0" brushRef="#br0" timeOffset="19">8848 9648 7759,'-7'6'0,"0"-5"811,3 3 0,3-1 1,-2-1-1,6 3 2812,5-3 1,3-4-1088,1-3-2675,6-4 1,1 2 0,5-4-1,-2 2 1,-2 0-7896,2 0 8034,-4 3 0,10-21 0,-2 0 0</inkml:trace>
  <inkml:trace contextRef="#ctx0" brushRef="#br0" timeOffset="20">10571 9340 7751,'0'-12'869,"0"0"481,0-1-1046,-5 7 1,2 0-1,-5 6 1,-2 2-1,-1 2 1,-1 4-1,-1 3 965,1 1 1,-1 0-637,-4 1-304,3 4 1,-5-1 0,4 5 0,-1 4 0,-1 2 0,2 2 0,2 0 1899,2 0-2053,7 5 0,-2 0 1,9 4-1,5-2 0,9-3 1,6-5-1,6-5 534,3-3-763,4-9 1,2-6 0,2-8 0,1-5 0,0-8-1,0-8 1,0-3-128,-1-2 1,-6-3 225,-1 3 30,-12-5 1,7 9 0,-13-1 0,-4 6-1,-6 0 1,-5 3 0,-4-1 358,-4 3 1,-8-3-495,-5 2 0,-2-1 0,-2 5 1,-1 0-458,-3-1 0,3 1-385,-2 0 0,2 4 57,1-1 525,1 1 1,0-4-1,2 1 1,3 3 0,3 2-220,5 1 322,-1 3 733,5-3 1,0 6 0,3 3 285,2 5 0,2-3 313,0 3-62,0-7-585,6 4 0,2-6 1,9 0-1,3-2 0,3-2 416,2-4 0,5-8 0,3-5 1,4-2-271,4-2 0,-3 1-615,3-1 0,-4 5 0,-4-1-679,-9 6 1,-6 1 0,-7 6-1019,-3-1 1,-4 3-1,-8 2 1,-4 4-1203,-3 4 0,-1-1 2899,0 5 0,-6 0 0,-1 5 0</inkml:trace>
  <inkml:trace contextRef="#ctx0" brushRef="#br0" timeOffset="21">11113 8836 6508,'-7'-12'2241,"3"-1"1,2 5-1346,2 0 1,0 4 0,0-4 581,0-2-1289,6 4 1,1-3 0,6 3 0,4 0 0,3-3 460,3 3-580,-4 0 0,5 2 1,-4 0-1,2 1 0,-1 2 1,-5 1-1,-4 1-114,-3 3 0,-4 7 0,-5 7 1,-1 2-245,-3 6 1,-3 0-258,-6 7 459,-4-5 0,3 6 0,-2-4 0,2 0 1,2 1-1,1-1 0,2-1 500,5-6 0,3 1 0,2-9 1,3-3 849,5-2 1,3-8-514,4 2-402,3-2 0,10-4 0,1-2 0,0-4 0,0-3-968,-2-1 1,-2 4 0,-3-1 0,-1 1-1620,-2 1 1,-5 1 2237,2 2 0,-9 2 0,-2-3 0</inkml:trace>
  <inkml:trace contextRef="#ctx0" brushRef="#br0" timeOffset="22">12540 8590 7780,'0'-13'612,"0"1"0,-1 0 0,-3 1 395,-5 3 0,-2 4 0,-2 8 1,-4 4-1,-5 6 0,-5 6-777,-6 9 0,-2 10 1,-2 9-1,0 7 1,18-24-1,1 1 1,0 2-1,0 0-65,2 4 1,0-1 0,1 0-1,1 0 1,3 3 0,1 0 0,2-1-1,1 0 43,2 0 1,1-1-1,0-1 1,2-1-1,5 28 1,4-6 488,5-9-626,9-11 0,-6-13 1,5-7-1,2-3 1,1-2-1,1-3 1,-3-3-1084,0-5 452,-6 5 1,7-5 0,-7 3 0,-3-1 0,-2 0 0,-1-1 0,2-2-5546,2-1 6105,-7 0 0,16-43 0,-1-12 0</inkml:trace>
  <inkml:trace contextRef="#ctx0" brushRef="#br0" timeOffset="23">12638 9045 7816,'-5'-8'5513,"-3"0"-4596,2 5 0,1-1 0,6 8 0,3 5-222,5 7 0,6 3 0,2 5 1,2 1-1,5 1 0,2 3-64,2 3 0,7 4 0,-4 1 1,2 1-1,-2 2 0,-1 1 991,-2-2-1992,-8 0 1,2-8 0,-7-2 0,-3-4 0,-3-5 0,-4-4 0,-2-2-1561,-2-2 1,-6-6 0,-3-5-1,-3-5 1,0-3 1929,3-2 0,-25-35 0,-1-9 0</inkml:trace>
  <inkml:trace contextRef="#ctx0" brushRef="#br0" timeOffset="24">12995 8971 7816,'-12'2'158,"0"0"1,-1 4-1,1 1 1,-2 4 536,-2 4 0,1 5 0,-6 10 0,0 7 0,-3 8 0,0 9-138,-1 7 1,1 1 0,0 2 0,2-7 0,3-7-1,1-9 174,3-7 1,7-10-1882,4-7 347,3-14 1,6-6-1,3-14 803,3-3 0,13-20 0,2-5 0</inkml:trace>
  <inkml:trace contextRef="#ctx0" brushRef="#br0" timeOffset="25">13168 8737 7815,'-13'0'2206,"5"0"-227,0 0-1198,5 0 0,-2-1 0,6-2 0,5-2 0,4-2-231,6-3 1,5-1 0,0-1-1,2 0-26,2 0-599,-1-1 0,1 1 0,0 0 1,-2-1-1,-1 2 0,-2 2 0,1 1-1349,-2-2 1,3 0 0,-6 1 0,-1 2-3040,-1 2 4463,-7 1 0,-29 14 0,-12 4 0</inkml:trace>
  <inkml:trace contextRef="#ctx0" brushRef="#br0" timeOffset="26">13291 8688 7815,'0'12'0,"0"-3"0,0-1 0,0 1 760,0 2 0,-2 2 0,0-1 0,-3 0 0,1 2 0,0 2 3280,0 5-3868,-5 8 1,6-3-1,-4 4 1,0 0-1,2 1 1,-2 1-1,1-4-871,1-2 166,1-6 1,4-3 0,0-4 532,0-1 0,11-33 0,2-7 0</inkml:trace>
  <inkml:trace contextRef="#ctx0" brushRef="#br0" timeOffset="27">13635 8934 7793,'-12'0'2038,"1"2"1609,3 2-2990,2 3 1,8 6 0,2 4 0,5 3 0,5 5 0,4 4 0,1 3 0,4 4 0,3 1 56,3 0 0,0 1 0,-6 0 0,-1-1-521,-2-5 0,-5-5 0,2-4 1,-5-1-236,-4-1 0,-2-10 0,-6 1-1698,0-1 0,-2-4 1,-2 0-1650,-4-2 0,1-1 3389,-1-4 0,-6-16 0,-5-5 0</inkml:trace>
  <inkml:trace contextRef="#ctx0" brushRef="#br0" timeOffset="28">13894 8897 7765,'-13'6'266,"1"-3"0,0 5 0,-2 3 256,-2 4 1,2 5 0,-4 10 0,2 7 0,-2 8 0,0 7 1536,1 6-1782,-5 2 1,7 0-1,-5-4 1,1-7-1,2-6 1,-1-8 0,4-6 670,5-8-1202,-2-12 1,9-5 0,-1-8 0,8-5-3257,7-6 1447,0-5 1,11-4 2062,-2-1 0,-4-4 0,0-5 0,2-2 0,0 0 0</inkml:trace>
  <inkml:trace contextRef="#ctx0" brushRef="#br0" timeOffset="29">14029 8504 7765,'-8'-15'283,"1"2"0,0 2 2651,0 0 1,3 3-1519,-4 0 1,7 5 0,1 0-1,8 6-817,7 5 1,0 7 0,7 3 0,2 1 438,4 3-923,1 2 1,-1 0 0,2 2 0,0 4 0,2 8 0,-3 9 0,-2 8 134,-4 5-314,-6 4 0,-10-27 1,-2 0-1,-2 1 0,-2 0 1,0 2-1,-2 0 0,-1 1 1,-1 0-1,-3-2 1,-1 0-1,-2-3 0,-2-1-1103,-17 26 1104,-3-5 1,-6-13-1,1-6 1,2-9-1,3-7 1,1-9-1,2-6-794,2-5 0,11-1 0,4-1-694,5-3 0,1-3 0,7-7 1,3-2 1550,8-5 0,11-14 0,8-8 0,4-3 0,0-1 0</inkml:trace>
  <inkml:trace contextRef="#ctx0" brushRef="#br0" timeOffset="30">14644 8405 7257,'-8'0'4403,"0"0"1,7 0-3793,1 0 0,5-1 0,9-2 0,2-1 740,5 1-872,-4 2-366,7 1 0,-5-4 1,4 0-1,-1 1-237,-2 2-499,-4-5 0,1 5 0,-4-3 0,-1 2 0,-1 1 0,-2-2-5468,0-1 4379,-7 0 1152,4 4 560,-6 0 0,0-22 0,0-5 0</inkml:trace>
  <inkml:trace contextRef="#ctx0" brushRef="#br0" timeOffset="31">15124 7999 7765,'0'-12'3918,"0"-1"-3258,0 1 0,0 7 0,0 5 1,0 8 388,0 7 0,0 5 0,0 10 0,0 6 514,0 4 1,0 5-871,0-4-666,6 5 1,-5-7 0,5 0-1,-2-5 1,0-5 0,0-4-1,0-5-1387,0-3 430,0-4 0,-4-4 1,0-4-5465,0-4 5155,0-3 1239,0-5 0,6-10 0,1 4 0</inkml:trace>
  <inkml:trace contextRef="#ctx0" brushRef="#br0" timeOffset="32">4529 14767 7765,'-9'0'4492,"1"0"740,-1 0-3646,3 0 0,-3-1-636,5-3 1,-2 1-313,2-5-491,3 0 0,-6-6 0,4-2 0,-1-6 0,0-5 0,0-8 0,0-4-10,1-6 1,2-9-1,1-3 1,1-3 200,3-2-509,3 6 0,5 1 0,2 6 0,2 0 0,5 0 1,2-1-1,2 3-93,-1 1 1,5 5 0,1 7 0,0 3 49,0 1 1,3 1 147,-4 4-4,5 1 1,-3 5 0,5 2-1,-3 5 1,-5 4-369,-2 4 214,-6 2 1,-8 4 0,-8 3-1,-3 7 1,-3 9-62,-7 6 1,-6 5 0,-13 5 0,-5 1 153,-3 3 1,3-1 84,1 5 0,4-6 165,0 2 0,2-2 0,1-4 1,2-1 325,2-1 1,5-10-239,8 2 0,2-13-128,6 1 0,7-9 1,5 0-1,7-3-148,5-1 0,4-4 93,1 0 1,5-4 119,-1 4 0,4-4 0,5 2 1,6 1 195,4-1 0,6-2 7,-5 4 1,-5 5-271,-7 7-42,-3 3 1,-6 7 0,-6 3 0,-7 2 0,-8 2 68,-5-1 0,-1 2-84,-5 3-19,0-3 1,-7 8-1,-4-4 1,-6 0 0,-3 2 50,-6-1 0,-1-4 413,-10 2-93,-3-3 0,-11-7 1,-2-2-1,-4-5 1,-2-4 400,1-4 0,4-4-764,5-4 0,5-3 0,4-5 1,7 0-715,9-1 1,0 1-921,8 0 1,5-5-1684,7 1 0,3-7 3308,1-2 0,27-16 0,7-10 0</inkml:trace>
  <inkml:trace contextRef="#ctx0" brushRef="#br0" timeOffset="33">4627 13475 7804,'-12'0'137,"0"0"462,-1 0-49,6 0 1,2-1 0,6-3 0,3-6 0,6-3 0,4-5 0,3-3 0,1-3-1,1-5 895,0-2 0,-2-2-863,3-4-386,-5 0 0,7 0 0,-5 0 0,-2 0 0,-3 0 1,-2 0-1,-2-1 242,1-3 0,1 7 0,0 0 0,-4 5-155,0 6 1,-1 8 0,-1 2-294,5 8 1,-3 10-1,3 8 1,0 6-243,2 4 0,1 7 0,-1 3 1,-1 1-400,-2-1 0,0-2 0,5-3 0,-1-1-771,0-4 0,1 1-1517,-1-8 2066,-5 6 873,4-9 0,-32 0 0,-1-8 0</inkml:trace>
  <inkml:trace contextRef="#ctx0" brushRef="#br0" timeOffset="34">5895 14337 7800,'0'8'246,"0"0"571,0-5-130,0 2 0,0-3 900,0 2-903,0-3 1610,-6 5-888,5-6 1,-5-2-1023,6-2 1,0 1-245,0-5 0,0 4 1,0-4-1,2-2-64,2-1 1,-1-2-1,5-2 1,1-2-129,2 2 1,6-4-35,-1-1 80,1 2 0,-1-4 0,0 4 0,1 0 0,-1 1 0,1 2 0,-2 1-97,-2 2 0,0 5-9,-1 3 0,0 1 0,0 0-175,1-1-153,-1 5 361,0 6 0,-1 6 0,-1-1 178,-2 0 0,-5 1-52,1-1 97,3 0 1,-4 0-1,3 1 1,1-1 480,0 0-393,-4 1 1,6-1-73,-5 0 0,6 1 0,-2-1 232,3 0 1,-3-4-142,1 1 1,-3-5-131,3 4 1,2-5-1,-3 2-156,3 1 1,1-5 97,0 3 1,1-3-31,-1-1 1,0 0 0,1 0 0,-1 0 28,0 0 0,0 0-5,1 0 0,-1-4-32,0 0 0,1-5 0,-1 0 0,2 0 226,2 1 0,-2-3-205,2 3 0,2-8-144,-2 0 1,6 0 0,-3 2-1,2-1-190,-1-1 0,-3-2 12,3 1 1,-5 2-323,2-5 0,-4 5 0,-2-2-914,-2 4-848,-4 6 804,-5 1 0,0 8 1556,0 2 0,-16 8 0,-5 7 0</inkml:trace>
  <inkml:trace contextRef="#ctx0" brushRef="#br0" timeOffset="35">7298 14657 7747,'-9'4'469,"1"1"1220,-1 2-1093,3-4 1,1 1 0,5-8-1,1-6 1,2-5 0,2-5 0,1-4 235,-1 0 1,5-1 0,-3-1 0,1-1-424,0-2 0,-1-5-85,1 1-245,3-2 1,-4-2-1,4 0 1,-2 0-1,0 0 1,-1 3-1,0 4 207,0 5 1,-4 5 0,3-1-478,-1 5 0,-2 9 0,-3 7 0,2 8 35,1 7 1,1 0 0,-2 6-1,3 1-270,0 1 1,1 3 180,1 2 71,3-2 1,-8 9 0,5-5 0,0 0-1,1 0 1,-1-3 0,1-2 161,2-5 0,2 2 145,-1-5 0,0-1 1,1-5-1,0-3 395,4-4 1,-4-2-150,4-2 0,1-10-11,-2-2 199,0-9 1,1 1 0,1-9 0,-1-5-1,2-4-10,1-3 0,-1-7 1,3-2-1,-2-8-340,-9 24 1,0-1 0,1-2 0,1-1-180,1-4 1,0-2 0,0-2 0,1 0-1101,3-1 0,1 0 1119,3-2 0,1 1 0,4-3 0,2 1 0,2 1 0,0 1 0,-1 3 0,0 2 1,-1 4-1,-1 2 70,-1 2 1,0 3 0,14-22-1,-7 6 1,-7 6-329,-8 6 0,-1 5-770,-6 6 0,3 1 168,-6-1-193,2 11 1,0-2 0,-2 9-1,-1-1 1,2 1-991,1 2 1,1 1 0,0 4 0,1 0 1985,-1 0 0,-11-6 0,-2-1 0</inkml:trace>
  <inkml:trace contextRef="#ctx0" brushRef="#br0" timeOffset="36">9070 13377 7819,'0'-12'524,"-4"3"0,-2 2 0,-1 1 0,-2 0 3289,-2 1-3548,-2 1 1,-3 5 0,-2 4 0,-1 9 0,-4 11 0,-4 12-1,-6 12 514,15-20 0,0 2-662,-1 4 0,1 3 0,0 1 0,1 2 0,-1 3 1,2 0-1,0 0 0,1 1 0,2-1 0,0 0 1,4-1-1,1-2 0,1-3 0,3-1 347,0 30 1,12-15 0,6-10 0,3-11-463,5-15 1,3-4 0,2-8 0,2-1-600,-2-2 1,-5-1-1,-3 0 1,-1 0-4417,-3 0 5013,-1 0 0,3-16 0,3-4 0</inkml:trace>
  <inkml:trace contextRef="#ctx0" brushRef="#br0" timeOffset="37">9439 14226 7882,'-8'0'1244,"1"-1"1,0-2 2191,0-1-3152,4-6 0,-6 3 0,5-5 1,1-2-1,2-2 0,1-6 0,0-7 1,0-8-1,1-6 412,3-5 0,3-1-481,5-1-33,1 1 1,-1 1 0,0 2 0,0 3 0,-1 4 0,-1 5 0,-2 2 299,2 5 1,1 5 0,1 3-1,0 2-326,1 6 0,-1 0 0,0 7 0,2 2-210,2 0 1,-2 8-1,1 2 1,-4 3-592,-3 1 1,-1 6-1,1 2 1,-4 4 42,-2 0 1,-4 1 0,-2 0-1,-5 1 122,-6 2 1,0-2 156,-6 3 316,6-9 0,-3 2 0,5-5 1,-1-2-1,0-3 697,3-4 0,6 2-201,-3-6 0,6 0-198,2-4 1,7-4-1,9-1 1,5-1 248,2 1 0,2 0-370,-1 5 1,1 0-13,0 0-150,5 0 0,-4 0 0,2 2 0,-2 2 0,-2 6 0,-4 3 0,-3 5-313,-4 1 1,-6-2-38,-3 3 0,-2-1 43,-2 2 106,0 2 0,-6-5 0,-2 4 0,-3-3 0,-3-1 168,-2-3 0,1-6 1,-6-2-1,-2-2 232,-4-2 1,-1-1 12,-4-2 0,-1 0-7,-4 0 26,5 0 0,-2-5 0,4 0 0,0-1 0,0 0 928,3-1-1242,1 4 0,6-4 0,4 5 1,4-4-943,4-1 1,3 3-1,10-4 1,4-2-4917,6-1 5933,-1-1 0,16-13 0,7-6 0,0-2 0,0-1 0</inkml:trace>
  <inkml:trace contextRef="#ctx0" brushRef="#br0" timeOffset="38">10251 14115 7756,'0'-12'606,"0"0"1257,0-1-1520,0 1 0,0 4 0,1 1 0,4 1 0,3 4 1,3 0 2424,1 2-2504,6 0 1,-3 10 0,5 2 0,1 3 0,-1 4 0,-1 5 0,-2 3 93,-6 0 0,-4 5 0,-9 1 1,-3 4-493,-7 4 1,-9-3-1,-10 3 1,-8-4-811,-3-4 1,1 1 0,-3-7 0,3-4-1514,6-5 2457,-2-10 0,0-29 0,-7-14 0</inkml:trace>
  <inkml:trace contextRef="#ctx0" brushRef="#br0" timeOffset="39">11100 13721 7759,'-1'-11'370,"-3"3"1,-4 4-1,-3 3 1,-2 1 0,1 1 359,0 3 0,-1 3 0,1 7 0,-2 2 1,-1 6-1,-1 5-504,1 6 1,1 3-1,2 1 1,1 0-1,3 1 1,4 2 6,2 1 0,5-2 0,4-6 0,8-6-68,7-5 0,0-5 1,8-9-1,-2-5 69,1-6 0,4-11 0,-3-10 0,2-8 1,0-3-1,0-4 765,-3-2-953,-9 3 1,-2 0-1,-7 6 1,-3 4-1,-4 3 1,-5 4 0,-8 5 18,-7 5 0,-6-1 1,-4 5-1,-1-1-117,-2 0 1,-4 5 0,3-3 0,-1 2-595,-3 0 1,4-4-1,2 2 1,5 1 34,2 0 1,6-1 716,-1 2 0,9 3 103,7-4 0,7 0 0,9 0 0,5-2 184,2-3 0,7-1 0,3-2 0,3-3 323,1 0 1,-1-4 0,0 3 0,-2 2-779,-1 1 0,-11 3 0,-2 3-5497,-5 4 5559,-2 3 0,-12-37 0,-2-10 0</inkml:trace>
  <inkml:trace contextRef="#ctx0" brushRef="#br0" timeOffset="40">11531 13254 7803,'-18'-6'440,"9"4"1,-2-7 710,4 0 1,3 2 0,5-1 0,3-2 0,6-1 0,6-1-322,9 0 0,1-1 1,7 1-1,-1 0-672,0-1 1,3 1-1,-3 1 1,1 3-360,-1 4 66,-10 2 0,2 5 0,-13 5 0,-5 10 0,-6 10 0,-9 7 0,-9 6-1423,-7 3 1537,-2 1 0,2 0 0,2 0 0,1 0 0,5-2 0,3-6 0,7-7 1257,4-4-1018,3-7 0,2-1 1,2-7-1,5-3 1,6-5-1,7-6 1,4-7-1397,3-5 0,5 0 0,-2-4 1178,-1 1 0,-12-11 0,-2-7 0,-2-1 0,1 0 0</inkml:trace>
  <inkml:trace contextRef="#ctx0" brushRef="#br0" timeOffset="41">12626 13155 7765,'0'-17'323,"0"3"1,-1-3-1,-2 4 1,-2 0 0,-2 3-1,-3 1 580,-1 5 0,-2 14 1,-5 8-1,-5 9 1,-6 10-1,-1 8-607,0 7 0,-3 7 0,17-26 0,2 2 0,-1 2 0,0 1-123,-1 2 0,2 0 0,1-1 0,2 1 0,3 0 0,0-1 0,1-2 0,2-1 205,-4 32 1,4-8 0,6-9 0,5-9 183,6-9-653,6-6 0,2-7 0,2-4 1,3-2-1,2-3 0,1-2 0,-2-2-1830,-2-2 1661,1 0 1,4-1 259,-1 0 0,23-33 0,1-12 0</inkml:trace>
  <inkml:trace contextRef="#ctx0" brushRef="#br0" timeOffset="42">12762 13549 7797,'0'-12'0,"-2"0"0,-1-1 2069,-1 1 1,-4 4 441,4 8-1816,0 2 0,9 26 1,5-2-1,5 4 1,6 3-1,2-1 1,1 1 2161,1 1-2694,0-3 0,3 4 0,1-3 0,-2-1 0,-1-4 0,-2-3 0,-3-5-1947,0-1 743,-6-2 1,-1-9-1,-7-5 1,-2-4-1541,-2-6 0,-3-5 0,-3-3 2581,-1-5 0,-12-12 0,-5-6 0,0-4 0,1 0 0</inkml:trace>
  <inkml:trace contextRef="#ctx0" brushRef="#br0" timeOffset="43">13069 13500 7797,'-13'0'86,"-4"1"0,-5 5 770,-5 6-420,-5 6 1,-4 16 0,-1 4 0,0 6 0,0 5 0,1 3-1,3 2 2474,5 0-2862,2-9 1,7-1-1,4-14 1,5-2 0,4-7-1121,1-1 1,9-9 0,2-10-1056,7-8 2127,1-1 0,14-32 0,5-15 0,1 1 0,-1 0 0</inkml:trace>
  <inkml:trace contextRef="#ctx0" brushRef="#br0" timeOffset="44">13192 13266 7797,'-8'0'5737,"0"0"-5072,5 0 0,-2-1 0,6-3-158,3-5 1,7-2 0,8-1-1,3 0-345,4 0 1,7-5 0,1 1 0,4 1-831,3 1 0,-1 2 1,-7-1-1,-4 2 0,-3 2 1,-3 2-5436,-3 2 6103,-2 0 0,-49 11 0,-12 1 0</inkml:trace>
  <inkml:trace contextRef="#ctx0" brushRef="#br0" timeOffset="45">13414 13168 7797,'-14'1'248,"-1"3"0,-1 4 513,1 3 1,1 3-1,2 1 1,-1 3 0,2 1-1,2 3 2302,1 1-3000,5 2 1,-7-2 0,6-1 0,1-3 0,2-1 0,1-3 0,0-2-3184,0 0 2257,6-1 1,-4-4 862,6 0 0,12-21 0,6-2 0</inkml:trace>
  <inkml:trace contextRef="#ctx0" brushRef="#br0" timeOffset="46">13648 13475 7797,'-6'-7'1038,"3"-2"0,-3 3 0,-1 1 758,0-1 1,4 4 0,-1 6-1010,3 4 0,1 4 0,1 6 1,3 5-85,4 5 0,5 2 1,2-1-1,2 2 43,3 0-801,-5 5 0,4-10 0,-4 1 0,3-3 0,-1-4 0,1 1 0,-3-2-2515,-1-3 1475,-7-2 0,2-6 0,-5 0 0,-2 0-4239,-5-1 4543,-4-1 791,0-6 0,-20-39 0,0-8 0</inkml:trace>
  <inkml:trace contextRef="#ctx0" brushRef="#br0" timeOffset="47">13857 13401 7794,'-18'13'112,"0"6"0,-4 4 1,2 7 538,-2 6 0,-1-1 0,-2 10 0,0 1-65,1-3 0,3 4 0,1-8 0,-1-3-387,2-6 0,6-5 0,6-5-247,1-3 1,3-9 0,8-4-863,3-3 0,4-3 0,3-5 0,3-7 910,1-4 0,6-20 0,3-10 0,5-5 0,0-1 0</inkml:trace>
  <inkml:trace contextRef="#ctx0" brushRef="#br0" timeOffset="48">13992 13118 7794,'-11'-12'764,"3"0"0,-10-3 0,6 0 4515,0 0-4732,5 4 1,7-2 0,9 11 0,5 3 449,2 3-802,12 6 1,-8-3 0,10 6 0,0 2 0,2 3 0,1 3-1,0 3 852,1 4-1022,-4 6 1,-1-3-1,-8 7 1,-3 5 0,-3 7-1,-5 9 1,-5 5-1,-9 2 1,-10 0-87,-9-1 1,5-32-1,-2-1 1,-21 24-1,-4-7 1,-2-8-1,4-7-1463,0-5 1069,2-9 1,6-3 0,3-9 0,8-4 0,7-4 0,8-4 0,4-4-1184,4-3 1,2-1 0,5-2 0,6-3 1637,7-3 0,17-11 0,6-5 0,5-4 0,-1 1 0</inkml:trace>
  <inkml:trace contextRef="#ctx0" brushRef="#br0" timeOffset="49">14435 13081 7780,'-8'0'1035,"0"0"1194,-2 0 0,3 0-1442,-1 0 1,7 0 0,1 0-1,7 0-389,4 0 0,6-1 0,4-2 0,2-2-783,2-2 1,-1 3-1,1-3 1,0 0-1,-2 2 1,-3-1-4249,-3 4 3583,2-5 1,-5 5 0,2-3 1049,-2-1 0,-8-6 0,0-7 0</inkml:trace>
  <inkml:trace contextRef="#ctx0" brushRef="#br0" timeOffset="50">14817 12848 7780,'-6'7'2195,"-1"3"1,-1-1-1322,0 7 1,4-1 910,-4 6-1552,5-1 0,-3 9 0,6 0 0,0-2 0,0-1 0,0-2 0,0 0-1176,0-4 1,0 2 0,2-5-1337,2-2 1,-3-6 2278,3-1 0,14-43 0,3-8 0</inkml:trace>
  <inkml:trace contextRef="#ctx0" brushRef="#br0" timeOffset="51">15247 12762 6498,'0'-9'999,"0"1"1,-1-1 2686,-3-2-2924,3 4 0,-6-3 1,4 5-1,-2-1 0,-1-1 1,-1 2 3485,0-1-3566,5 2-402,-4 10 0,12 2 0,3 8 0,5 6 0,4 7 0,2 9 0,5 12-193,2 10 0,-12-25 0,0 1 1,-1 4-1,0 1 0,0 0 1,0 1-1,0 1 0,-2 0 1,0-1-1,-2 1-245,-1-1 0,-1-1 0,-3-3 0,-2-1 0,-2 0 0,-1-1 0,-7 25-73,-9-10 1,-11-2 0,-6-5 0,-3 1-296,-1 0 0,0-6-316,0-3 351,0 1 0,2-7 0,3 2 0,8-6 0,7-4 0,8-2 0,5-1-2639,2-2 0,4-9 3130,2-4 0,14-19 0,8-5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6:35:03.562"/>
    </inkml:context>
    <inkml:brush xml:id="br0">
      <inkml:brushProperty name="width" value="0.09071" units="cm"/>
      <inkml:brushProperty name="height" value="0.09071" units="cm"/>
      <inkml:brushProperty name="color" value="#3165BB"/>
    </inkml:brush>
  </inkml:definitions>
  <inkml:trace contextRef="#ctx0" brushRef="#br0">13168 9993 7969,'-6'-7'279,"5"-4"1,-5 3-1,2-3 1,0-2 1220,1 1 1,2 0-420,1-1-93,0 7-488,0-5 1,1 23-1,2 2-53,1 5 1,4 4-77,-3 6-289,4-3 1,-2 8-1,5-5 1,1-2 0,-1 0-1,0-1 1,2 2-4,2-1 0,-1-9 1,6 2-1,1-5-58,1-2 1,7-6-17,3-3 46,2-3 1,-2-6 0,-1-5-1,-1-5 1,1-6 0,0 0-1,-2-3 386,-5 0 1,-2 2-275,-6-7 0,-1-2 0,-4-1 0,-1-1-139,-2 1 1,-4 3-265,-5-4 0,0 6 0,0-2 0,-1 4-948,-3 5-94,-3 2 752,-6 6-2314,7 5 2844,0 1 0,12 23 0,0 3 0</inkml:trace>
  <inkml:trace contextRef="#ctx0" brushRef="#br0" timeOffset="1">13414 10423 8028,'0'-8'376,"0"0"1024,0-2-535,0 5 0,-2-5 0,-2 5 948,-4-2-1672,3 4-38,-1-2 0,6 6 0,-1 2 1,-2 2-1,-1 2 0,1 3 0,2 2 742,1 5-862,0-4 1,0 10 0,1-3 0,2 0 0,2 1 0,1 0 0,1 3-5,0 0 1,2 1 0,6 0 0,3-1 4,1 1 0,2-1 1,3 1-1,1-2 74,-1-2 1,5 2-5,0-2-48,0-4 0,-6 7 1,-1-5-1,-2 1 0,1-1-163,-2-1 169,-1-1 0,-2-5 1,2 0-1,1 0 0,1 1 40,0-1 1,4-4-1,-1 0 1,6 1 28,3-2 0,-4 3-28,5-1 1,0-3 0,3 1 0,-2 0 106,-1 0 0,-6-4-64,2 1 1,-8 1 0,0 1 0,0-1 88,-2 1 0,3 2-120,-6-4 1,6 1-36,-2 0-57,4-4 0,0 6 1,1-4-1,-1 1 1,2-2-78,3 0 93,3-2 1,0 4 0,0 0 0,-1-1 0,-1-2-21,0-1 1,-1 0 0,-4 0 0,-1-1 81,1-3 1,0 2 45,-1-2 0,1-1 46,-1 1-108,1-6 0,1 9 0,3-5 0,2 2 0,2-1 58,0-2 0,-2 4 0,3-2 0,-1 0 42,1 1 1,-3-1-83,-3 1 0,-2 1 1,-1-4-1,-1 0 64,1 0 1,0 3-191,-1-4 0,1 4 158,0-4-97,-1 5 1,5-8-1,1 4 1,0-1-1,1 0 113,1-2-87,-5 5 1,7-5 0,-6 5 0,-4-1-1,-3 0 113,-3-1 1,-1 3-1,-2-3 1,2 1 50,-2 4 1,-1-5 38,-2-1-197,0 2 1,2-5 0,1 3 0,3-3-1,-1-1-9,1-1 1,6 4 88,0-4-107,1 4 1,5-5 0,-6 6 0,1-2 0,1 0 29,3-3 1,-7 5 0,1 0 0,-3 0 62,0 1 0,-4 0 271,4 3-315,-5 2 0,3-7 0,-5 3 0,-1 1 0,2-2 134,2 0 0,-6 3 12,2-4-178,-3 0 1,4 0 0,0-1 0,2 1 0,2 0-67,-2 0 63,-1 5 1,-2-8-1,2 4 1,1-1 0,1 1-31,-1 2 0,-1-3 0,-2 3 0,0 1 37,1-1 1,-1 3 98,0-2 1,-4-1-1,1-1 438,0 0-586,2 3 1,1-7-1,1 5 1,-1-1-115,0 1 0,2-3 74,2 4 0,-2-6 1,3 3-1,-4-1-239,0 0 1,-1 1 66,0-1 224,-5 2 1,4 1 159,-3-3 0,2 1 312,-2-1-211,-3 5 1,-1-4 0,2 4 0,-1-2 225,1-2-404,3 4 0,-6-4 1,5 5-1,1-4 1,-1 1 225,0-1-300,0-3 0,0 6 0,1-4 0,-1 0 0,0 2 140,0-1-91,0-3 0,3 6 0,-1-5 0,-2 0 58,2 1 0,-3-3 0,-1 5 0,1-1 107,0 1-266,-4-5 1,8 3-171,-3-5 0,3 0 129,1-1 1,-1 5 0,-1 1 0,-2 1-84,1-1 0,1 3-110,-2-5 1,3 5-1,-3-3-1777,3 2-213,-4-5-2780,4 9 5070,-10-4 0,-6 10 0,-9 2 0</inkml:trace>
  <inkml:trace contextRef="#ctx0" brushRef="#br0" timeOffset="2">16933 10190 8028,'-11'8'-208,"2"-1"0,1-1 2646,-2 1-807,-1-4 1,3 2 1116,0-5-1819,5 0-635,-3 0 1,8 0-1,1-1 1,2-2-1,2-1 1,2 0 787,2-1-981,-4 3 1,4-9 0,-3 5 0,3-3 0,2 1 0,-1-1 0,0-2-1,1 0 1,-1 1-7,0 2 0,0 0 1,1-3-1,-1 1-221,0 2 1,1 0 0,-1-5 0,0 3-42,1 1 0,-1-2 71,0 3 36,1 3 0,-1-6 1,0 4-1,-1-1 0,-1 1-158,-2 1 192,-5 2 67,8 4 0,-9-1 1,6-2 507,2-1 59,-4 0 117,-1 4-858,-5 0-707,0 0 755,0 5 333,0-3-182,0 3 389,0-5 777,0 0-1343,-5 0 155,3 0-275,-3 0 205,5 0-9805,0 0 9526,0 6 0,5 1 1,2 5-1</inkml:trace>
  <inkml:trace contextRef="#ctx0" brushRef="#br0" timeOffset="3">17106 10042 7968,'-9'0'344,"1"0"1,-1 0 1575,-2 0-497,4 0 1,-1-2-453,8-2 0,7-1-489,9-3-331,6-3 1,-4 4 0,3-4-1,0 1 1,1 2 0,0 0 0,-2 0 1149,-3 0-984,-4 5 1,0-7 0,-1 6 0,0 1 663,1 2-838,-7 1 0,0 1 0,-8 4 1,0 3-1,-2 3 513,1 1-577,2 0 0,1 1 0,0-1 0,0 0 0,0 2 1,0 1-1,0 3 710,0 1 0,0 1-573,0 5 1,0 0 0,0-1 0,0 1-294,0-1 0,-5 1-111,1 0 1,-5-1 0,2 1 0,-1-2-557,0-2 0,3 1-613,-3-6 0,1 0 40,-1-3-651,3-7 0,1 5 1968,-1-2 0,12-26 0,7-5 0</inkml:trace>
  <inkml:trace contextRef="#ctx0" brushRef="#br0" timeOffset="4">20010 8676 7913,'-12'0'286,"3"-4"0,1-2 1,-1 1-1,-1-2 1,0 2-1,2-2 1145,-1 0 1,-1 3-1,1-3 1489,0 1-2678,7 2 1,-4 10 0,7 3-1,4 6-70,3 6 1,7 8 0,3 5 0,1 5-401,3 7 75,1 7 0,0 7 0,-2 6 0,-5-2 1,-4-2-1,-3-4 0,-5 0 0,-3-1 1,-4-2-682,-5-6 0,-1-9 1,-12-9-1,0 1 1,2-2-1,2 0-14,-1-3 0,8-6 848,-2-5 0,13-13 0,1-5 0</inkml:trace>
  <inkml:trace contextRef="#ctx0" brushRef="#br0" timeOffset="5">16970 8713 7962,'7'-2'4530,"-3"-2"-4229,-2 3 0,-4-5 1,-1 8-1,-2 2 0,-2 4 563,-2 3-761,-2 7 1,1 1 0,-1 7-1,-3 3 1,-1 5 0,-2 6-1,-4 7-37,-2 9 1,-7 7-1,14-26 1,0 2 0,0-1-1,0 2-55,-1 0 0,1 2 0,2-3 1,2 1-1,-1-2 0,2-1 1,-2 29-156,7-13 0,10-12 1,7-11-1,7-3 1,8-3-1,3-2-131,1-3 1,1 0-1,-5-4 1,-2 1-533,-1-1 259,0-1 0,-4-2 1,-2 1-1,-4-1 548,0 0 0,10-32 0,3-9 0</inkml:trace>
  <inkml:trace contextRef="#ctx0" brushRef="#br0" timeOffset="6">14804 8688 8005,'0'6'766,"0"-6"1,2-7-356,2-4 1,3-1-1,5-2 1,2-1-1,3-3 1,8-2-145,6-6 0,11 1 0,4-4 0,6 3-104,5 2 1,5 6 0,1 6 0,-3 6-128,-8 5 1,-8 17 0,-11 9 0,-6 9 0,-5 6 0,-6 2-174,-2 2 1,-7-3-1,-3 3 1,-3-2-1,-1-4 1,3-4 136,5-5 0,60-41 0,-21 0 0,-1 1 0</inkml:trace>
  <inkml:trace contextRef="#ctx0" brushRef="#br0" timeOffset="7">15469 8577 8090,'-1'7'1037,"-4"-3"1,0-4-708,-3-4 1,2 2 0,6-7 0,2 0 0,0-2-1,5-1 40,4-1 1,0 1 0,10-2-1,0-1-167,3-1 1,7-6 0,6 0 0,8-5-113,7-6 1,4-3 0,-24 17 0,1 0 0,1-1 0,1-1-170,3-2 1,2 1 34,6-2 0,3 0 0,2-2 0,1 0 0,5 1 1,0 1-1,-2 1 0,-1 2 0,0 1 0,-1 0 1,0 2-1,1 0 0,1 0 0,2 0 0,-1 1 1,0 0-1,-2 1 0,0 0-14,-5 1 0,-1 0 1,0 1-1,1 0 0,0 1 1,1 1-1,1-1 0,1 0 1,1 0-1,0 0 1,-1 0-1,0 0-42,-1 1 0,2 1 1,1 0-1,2 1 1,3-1-1,0 0 1,2 1-1,0 0 0,1-1 1,0 1-1,2 0 1,-1 1 54,-1 1 1,-1 0 0,-3 1 0,-2 0 0,-5 1 0,0 0 0,0 0 0,-1 1 0,1 0 0,-2 2 0,0 0-1,-1 2-4,-3 0 0,-1 0 49,-5 1 1,-1 0 0,-2 1 0,0 0 0,0 0 0,1 2-1,2 1 1,1 1 0,2 2 0,1 0 0,-2 1 0,0 2 0,-2-2-1,-2 1-48,-1 0 1,0 0-1,29 14 1,-30-12-1,0 0 1,1 2 0,0 0 9,3 1 1,-1 0 0,0-3 0,-1 1-1,2 2 1,-1 1 0,-2-2 0,-1 1 79,-2 0 1,-1 1 0,26 11 0,-3 2 0,-1-2 59,4-1 0,2 1 0,-1 0 1,-6 0 96,-8-3 1,-5-5-1,-2 2 1,3 1 154,4-2 0,4 4 0,3-4 1,3 2-17,1 0 1,-4-5-1,0 4 1,-7 2-118,-8 2 0,-5-4 0,-8-1 0,1 0-26,-1 0 1,-3-3-1,-1 0 1,2-2 189,2-2 1,2 4 0,1 1 0,3-2 45,1-2 1,-3 0 0,0-2 0,-3-2-48,-4-1 1,-4 1-1,-6 3 180,-2 0 0,-3-4 1,-3 1-267,1 0 1,4-2-302,-3 1-608,-1-5-995,-4 3 1,0-8-1804,0-2 3408,0-3 0,-6-27 0,-1-6 0</inkml:trace>
  <inkml:trace contextRef="#ctx0" brushRef="#br0" timeOffset="8">21241 8442 7933,'0'-12'640,"0"-1"1,-2 1 0,-1 0 4766,-1 0-3472,0 5-1537,4 7 0,6 8 0,2 7 0,4 3 0,5-1 0,2 3 0,3-1 66,2 3 1,-1-3-1,9 0 1,-1-1-1,-1-3 1,1-2 433,-4 0-838,-1-6 1,-7 2-1,-3-5 1,-2-1-1,-2-2 1,-1-2-93,-2-3 1,0-4 0,-5-7 0,-1-3 0,-2-1 0,-1-3-290,0-1 1,0-3 0,0-3-1,-1-4 1,-3-2 0,-4-1-819,-3 3 952,-2-2 0,1 5 0,0-3 0,-2 5 0,-1 6 0,0 6 0,3 4-2266,2 4 1,2-2 2452,-4 6 0,38 22 0,9 9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6:35:03.571"/>
    </inkml:context>
    <inkml:brush xml:id="br0">
      <inkml:brushProperty name="width" value="0.09071" units="cm"/>
      <inkml:brushProperty name="height" value="0.09071" units="cm"/>
      <inkml:brushProperty name="color" value="#3165BB"/>
    </inkml:brush>
    <inkml:brush xml:id="br1">
      <inkml:brushProperty name="width" value="0.09071" units="cm"/>
      <inkml:brushProperty name="height" value="0.09071" units="cm"/>
      <inkml:brushProperty name="color" value="#57D200"/>
    </inkml:brush>
  </inkml:definitions>
  <inkml:trace contextRef="#ctx0" brushRef="#br0">15112 7790 13147,'7'-6'92,"4"1"0,-2-5 0,5 1 0,4-4 0,1-3 0,3-3 0,1-4-37,2-5 1,1 1 0,1-6-1,3-1-163,2-2 155,-5 5 0,4-5 1,-3 5-1,2-2 0,0 2 1,1 1-1,-1 2 197,0 2 1,3 2-106,-4-1 0,-4 5 0,-6 2 0,-1 4 0,-5 6 0,-2 2 382,-3 2 1,-4 0-284,5 4 0,-5 4 25,4 0-251,0 6 0,4-7 1,1 5-1,-1 1 1,0 4-1,2 2 1,2 3-90,5 1 1,4-3-1,3 5 1,5-1 14,3-1 1,2 5-21,3-4 0,-1-1 0,3 0 0,0-1 28,-4-3 0,-4 0 34,-3 2 1,-10-4-307,-1 4 0,-12-4 0,-5 1 0,-2 1-1463,-2 2 1,-2-1 1788,-2-4 0,-24-16 0,-12-4 0</inkml:trace>
  <inkml:trace contextRef="#ctx0" brushRef="#br0" timeOffset="1">15383 6498 7877,'0'-9'2416,"0"1"1,0 12-1922,0 5 0,0 12 0,0 14 0,0 4 549,0 6-976,5 3 0,-2 1 1,4-1-1,0-3 0,-2-4 1,2-2-1,-2-2-695,1 0 0,-2-7-1924,-4-6 1594,0 1 1,0-11 956,0 2 0,0-2 0,0-2 0</inkml:trace>
  <inkml:trace contextRef="#ctx0" brushRef="#br0" timeOffset="2">15223 6953 7877,'-8'0'950,"-1"0"-10,7 0 0,-4-1 0,9-3 0,4-5 490,5-2 0,10-2-506,3-4-813,-1 4 0,12-11 1,-3 4-1,1-2 1,0 0-1,-1 2 0,0-1-679,-2 2 0,-2 1 0,-9 7 568,-3 3 0,-9 14 0,-3 7 0</inkml:trace>
  <inkml:trace contextRef="#ctx0" brushRef="#br0" timeOffset="3">15740 6744 7877,'-7'5'320,"-3"-2"1,6 5 434,1 2 0,-2 1 0,1 1 0,1 2 127,2 2 0,1-1-469,0 6-264,5-6 0,-3 7 0,3-6 0,-1-1 1,2-3-1,-1-2 422,1-2-354,-2-5 0,0 0 1,1-12-1,1-7 1,1-7-1,-2-6 0,2-4 1,-2-2-1,2-2 34,0 0 0,-3 4 0,4 3 0,0 3-1360,-1 3 1,0 9 0,-3 3-925,4 6 1,3 6 2032,2 5 0,10 34 0,3 15 0</inkml:trace>
  <inkml:trace contextRef="#ctx0" brushRef="#br0" timeOffset="4">15998 6719 7877,'-1'7'551,"-2"-2"646,-1 1-881,0-5 0,4 10 1,0-3-1,0 3 0,0 2 1,0-1-1,0 0 1128,0 1 1,0-1-713,0 0-543,5 1 1,-2-1 0,5-1-1,3-3 1,3-4 0,2-3-1,1-1 1102,0 0-1208,-3-5 1,8-3 0,-6-9 0,-1-3 0,-1-3-1,-3-2 1,-3 0-437,-4 1 55,-2 5 1,-4 1 0,-2 6-1,-4 1 1,-3 2 0,-1 5-1,-1 3-4788,1 1 3141,5 5 1945,-4 2 0,26 17 0,0 1 0</inkml:trace>
  <inkml:trace contextRef="#ctx0" brushRef="#br0" timeOffset="5">16343 6362 7877,'0'-12'0,"0"0"727,0-1 234,5 1 0,-4 4 0,5 2 746,-1 5 0,-3 5-271,2 13-1134,-3 7 0,1 4 1,0 6-1,2 3 1,-1 4-1,-1 1 1,-1 0 1056,3-2-1498,-3-2 0,9-2 0,-6-3 1,0-6-1,0-4 0,0-4 1,-1-1-2074,-2-3 0,-1-5-1336,0-2 3548,0-5 0,-21-31 0,-7-13 0</inkml:trace>
  <inkml:trace contextRef="#ctx0" brushRef="#br0" timeOffset="6">16256 6633 7844,'-6'-12'411,"-4"4"411,6-1-130,0 7 0,5-9 0,3 2 0,5 0 2539,1 1-3088,8-3 0,1 8 0,6-5 0,0 0 0,-1-1-1765,1 1-1934,-1 5 3556,1-7 0,11-3 0,2-6 0</inkml:trace>
  <inkml:trace contextRef="#ctx0" brushRef="#br0" timeOffset="7">16576 6215 7855,'0'-13'277,"0"1"1,0 4 443,0 0 1,0 4-57,0-5-87,0 7 0,0-3 0,2 11 1,1 6-1,2 7 0,0 6 0,1 4 1168,-3 4 0,2 3-991,-1 5-524,0-2 0,-4 7 1,2-6-1,0-3 0,3-3 1,-1-3-1,0-3-38,0-8 0,5-6 0,1-6-157,5-4 1,-1-11-16,2-9-139,9-9 0,-3-11 0,12-1 0,1 1 0,2 3-65,-1 5 1,-9 8 0,-2 8 0,-6 7 261,-1 3 1,-10 13-88,0 6 1,-5 10-152,-3 6 1,0 2 0,0 1 0,0-3-1346,0-5 0,0-3 1504,0-5 0,5-29 0,2-13 0</inkml:trace>
  <inkml:trace contextRef="#ctx0" brushRef="#br0" timeOffset="8">17746 7482 7914,'-2'7'233,"-1"-2"0,-2 0 0,-2-1 1039,-2-2 1,2 0 559,-1-2-1381,5 0 1,7 0-1,8 0 1,3 0-1,3-2 55,3-2 0,7-3 1,5-6-1,3-4-241,1-3 1,6-5 0,7-3 0,7-7-224,-25 16 1,0-1 0,5-2 0,0-1 0,4-3 0,0 0 0,1-1 0,-1 0-99,1 1 1,-1 0 0,-4 1 0,-1 0 0,-3 1 0,-1 1 0,-2 2 0,0 0-110,27-16 0,-6 10 1,-1 2-1,-6 7-50,-6 5 1,-3 4-1,-12 3 188,-3 0 1,-6 2 0,-6 4 104,2 0 0,-3 4 247,1 0-202,-5 6 1,8-8 0,-2 7 0,5 0 0,2 2 0,1 3-1,2 1 262,5 1 0,4 6-193,9-1 1,2 6 0,12 3 0,2 2-121,5 2 1,-29-15 0,0 1-76,0 1 1,0-1 0,24 21-1572,-8-4 1386,-2 0 1,-6-5 0,1-4 0,2-2 0,-1-2-2129,-3-4 1994,1 3 0,-13-8 1,1 6-1,-9-1 1,-6 1-661,-6-1 0,-8 2-606,-4 7 1047,-9-3 0,2 10 1,-4-5 540,1 1 0,1 2 0,0-6 0,-2 1 0</inkml:trace>
  <inkml:trace contextRef="#ctx0" brushRef="#br0" timeOffset="9">19161 6584 7943,'-8'0'1217,"-1"0"1657,0 0-2469,3-6 0,1 4 0,6-7 0,3 0 1,6-2-1,5-1 0,7-2 948,5-2 1,5 0-1017,5-4-364,-1-1 1,0-5 0,-2-1 0,-4-2 0,-4 3 0,-8 3 0,-7 4-504,-7 1 0,-15 7 0,-11 7 0,-12 4-6,-10 4 0,-4 13 0,-1 10 0,0 6 228,0 5 1,10 3 0,8-1-1,8 1 899,6-1 1,9-2-187,4-1-31,14-6 1,5-6-1,13-10 1,7-6-1,4-6 1,6-6-1,2-6 923,-2-6 1,1 0-1241,-5-6-460,6 1 0,-10-5 1,0 1-1,-7 0 0,-6 4-2158,-3 3 2561,2-2 0,-15-16 0,3-10 0</inkml:trace>
  <inkml:trace contextRef="#ctx0" brushRef="#br0" timeOffset="10">19678 6473 7855,'5'12'-1305,"-4"-3"4044,4-1 1141,-4-5-1597,-1 2-1882,0-5 0,-1-5 0,-2-4 0,-1-3 0,1-3 1350,2-1-1542,1-12 0,0 6 0,1-10 0,2-1 0,2 0 599,2 0-859,1 6 1,5-6 0,-1 7-1,2 4 1,1 4-807,1 7 0,6 4 1,0 7-1,4 3-1655,2 5 1,5 2 397,-4 11 0,5-5 2114,-1 4 0,2 6 0,2 6 0</inkml:trace>
  <inkml:trace contextRef="#ctx0" brushRef="#br0" timeOffset="11">20121 6252 7855,'0'8'-355,"0"0"0,0 2 2167,0 0-1251,0-3 1,0 4 0,0-3 0,0 3 0,0 2 2190,0-1-2349,0-5-179,-6-2 0,5-10 0,-3-5 1,4-6-1,2-7 0,4-6 0,1-3 858,2-2 1,2-1-765,2-2-350,-1 5 1,0 2 0,0 7 0,1 4 0,0 5-1037,4 5-75,-3 6 1,9-1-1,-4 8 1,1 5 0,1 5-3635,1 3 4777,-4-1 0,27 7 0,1 3 0</inkml:trace>
  <inkml:trace contextRef="#ctx0" brushRef="#br0" timeOffset="12">20601 6079 7855,'-20'13'360,"3"-5"27,4 0 1,0 2-1,-2 5 1,-2 2 533,2 3 1,6-4 326,0 4-953,7 1 0,-2-2 0,8-3 0,5-3 1,6-5 768,6-4-908,8-3 0,1-7 0,2-7 0,-3-6 1,-4-4-1,-5-2 0,-3 1 279,-4-1 1,-6 0-204,-3 1-356,-2 5 0,-13 0 0,-6 4 0,-5 0 0,-4 4 0,-2 5 0,-4 5-1905,1 1 0,1 5 746,5 3 0,7 5 1,6 2 1282,7 1 0,58 6 0,-19-12 0,0-1 0</inkml:trace>
  <inkml:trace contextRef="#ctx0" brushRef="#br0" timeOffset="13">20933 6153 7855,'1'7'433,"3"-3"-433,-2 3 0,3-4 2438,-5 5 1,-1-5-289,-3 1-1731,-3-3 0,-5-1 1,-1-3-1,1-5 0,1-8 1,1-8-1,4-6 441,0-7 0,5-5-537,9-7-187,6 5 0,16-2 0,3 5 0,3 1 0,5 4 0,3 8 0,-1 8 54,-6 10 1,-6 5-2727,-6 10 1429,-1 7 0,-3 6 0,-2 4 0,-1-2 1107,-3 2 0,-2-4 0,0-1 0</inkml:trace>
  <inkml:trace contextRef="#ctx0" brushRef="#br0" timeOffset="14">18521 9094 7933,'-6'-7'856,"4"-2"1,-5 3 3209,1 0-3508,2 3 1,8 7 0,2 8-1,-1 2 1,1 1 168,-4 1 0,0 5-266,-2 8-434,0-3 0,-2 13 0,-3 1 1,-7 5-1,-9 6 0,-5-1 0,-4 1-765,-1-2 1,3-4 0,1-2-1,5-7 1,7-8-4051,5-9 4788,5-11 0,27-35 0,5-14 0</inkml:trace>
  <inkml:trace contextRef="#ctx0" brushRef="#br0" timeOffset="15">18250 9451 7933,'-19'0'1666,"1"0"-934,6 0 0,5 2 0,3 2 0,3 5 732,1 6-1236,0 4 1,0 11-1,0 3 1,1 3-1,2 3 439,1 7-578,0-7 1,-3 9 0,3-12 0,5-5 0,3-8-1,4-9 1,6-10 799,5-7 1,5-14 0,5-12-1,1-7-366,3-5 0,-4 3 0,1-3 0,-5 3-926,-3 1 0,0 5 86,-1 4 317,-3 7 0,4-8 0,-5 3 0</inkml:trace>
  <inkml:trace contextRef="#ctx0" brushRef="#br1" timeOffset="16">13746 12035 8278,'0'-12'493,"-1"-4"1,-2-1-1,-3 4 20,0 3 0,3 7 0,-1 12 0,2 7 0,2 7 0,0 6 161,0 4 0,2-2-306,2 2-244,3 0 1,6-2 0,4-1 0,3-1 0,6-2 0,7-2 0,8-6 114,6-5 0,11 0 0,4-10 0,1-2-179,0 0 0,-7-8 0,-4-3 0,-6-5-86,-5-2 1,-4-8 0,-4 1 0,-4-4 173,-3-1 0,-3 1 0,-3 0 0,-3-2-189,-3 2 0,-6 1-76,0 1-296,-5 0 0,2 2 0,-5 1 0,0 3 0,-1 3 0,-2 3-4125,-1 4 2426,0 6 2112,4-2 0,5 16 0,2 2 0</inkml:trace>
  <inkml:trace contextRef="#ctx0" brushRef="#br1" timeOffset="17">14374 11999 8261,'-13'0'230,"1"0"-192,0 0 0,-1 0 1449,1 0 1,7 0-60,5 0-1202,5 0 1,13-6-1,4-3 1,5-5-1,7-4 1,6-1-1,6-3 9,6-1 1,-5-2 0,1 2-1,-4 1-69,-5 2 0,-5 6 0,-4 2-24,-4 6 1,-9 12 0,-13 6 0,-4 8 462,-4 8-822,-3 3 1,-1 5-1,0-2 1,-1-3-1,3 1 1,1-3-1,5-2-2859,5-4 2461,1-6 615,12 0 0,40-26 0,-22 1 0,0 1 0</inkml:trace>
  <inkml:trace contextRef="#ctx0" brushRef="#br1" timeOffset="18">13525 12085 8254,'-18'7'57,"4"2"1,-2-3 0,2 0-1,3 4 1,1 2 664,2 5-606,6-4 1,-4 9 0,6-4 0,1 1 0,4 4-1,4 3 1,6 3 0,7 0 0,5 0 292,6-1 0,0 6-207,4-1-166,-8-3 1,12 5 0,-9-5-1,3 0 1,-1 1 0,-1-1-1,1-1 64,1-6 0,4 2 0,0-6 0,5 1 66,4 1 0,-2-6 1,8 1-1,-5-2-57,-4-2 1,-2-3-1,-7-1 1,0 1-5,-3 2 1,4-4 0,0-3 0,8-2 70,7-2 1,0 0 0,4 0-1,0-2 177,0-2 0,-1-3 34,6-5-329,-2 0 0,-23 5 1,0 1-1,33-6 1,-1 0-1,-1-1 1,-4 3-1,-4 0 116,-7 2 0,-9 1-165,3-1 1,-4-2-371,7 6 262,-2-6 1,7 8 0,-4-6 0,-3-2 0,-1 0-6,-5 2 0,-4-3 1,-3 3-1,-1-3 190,1-1 0,3-1-19,4 1 1,1 0 0,3 0-49,3 5 1,-10-4 0,5 3-1,-4-2 1,-2 0-59,-5 2 0,-1 0 1,-2-4-1,1-2-7,4-2 1,-1 2 33,8-2 0,3-2-13,1 1 39,3 1 0,0 0 0,-5-1 0,-4 2 0,-5 1 44,0 2 1,-3 4 0,1 0 0,-1 0-5,1 1 1,-5-4-26,2 3 1,4 1-81,4-2 63,0 1 1,9-4 0,-5 0 0,-1-1 0,-3 1 46,-5 0 1,-1-1 0,-7 1-1,-1 0-22,-2 0 0,3 1-39,1 2 1,-4-2-673,3 3 470,-7 3 0,0-5 0,-3 5 0,1-2 0,2-1-585,-2 1 0,-2-4 0,0 4 0,-1-1-1087,0 0 1876,-5 5 0,-23-19 0,-12 2 0</inkml:trace>
  <inkml:trace contextRef="#ctx0" brushRef="#br1" timeOffset="19">17278 11937 8219,'-16'0'43,"-1"0"0,1 0 855,-2 0 1,8-4 471,-2 0 0,11-4-343,5 4-774,3-1 1,20 5-1,-1-1 1,4-2-1,4-2 593,2-2-811,6 4 0,-4-4 0,3 3 1,-1-3-1,1-1 0,4 1 0,3 2-277,1 2 91,1-4 1,-3 6 0,-1-3 0,-7 4-1,-6 5 1,-10 6 0,-9 7-47,-9 5 0,-14 1 247,-8 8 314,-10 1 0,-4 3 1,-6-2-1,0-1 1,0 0-1069,0-2 295,11-1 1,8-5-1,14-2 1,5-1 408,8-2 0,54-21 0,-20 0 0,0-1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6:35:03.591"/>
    </inkml:context>
    <inkml:brush xml:id="br0">
      <inkml:brushProperty name="width" value="0.09071" units="cm"/>
      <inkml:brushProperty name="height" value="0.09071" units="cm"/>
      <inkml:brushProperty name="color" value="#57D200"/>
    </inkml:brush>
  </inkml:definitions>
  <inkml:trace contextRef="#ctx0" brushRef="#br0">11076 14804 8169,'-17'-5'368,"1"-3"0,-1-3 0,1-2 0,0 1 2195,1 0 1,6 0-1191,5-1-1166,8 1 0,9 0 1,7-3-1,5-5 1,3-6-1,8-5 1,8-9 192,-18 17 0,1-2 0,7-2 0,2-2-60,2-3 1,2-1-324,4-4 1,1 0 0,1-3 0,1-2-1,2-3 1,1-2 0,-16 15 0,1 0 0,-1-1-1,2 0 1,0-1 0,0 1 0,0 1 0,1 0-1,-1 1 1,17-13 0,-2 3-208,-5 5 1,-3 1 0,-6 2 0,-4 0-1,-8 7 1,-1 0 0,19-23-779,-5 2 1,-11 15-1,-4 3 1,-3 10-1615,-5 5 2582,-2 2 0,0-6 0,-1-1 0</inkml:trace>
  <inkml:trace contextRef="#ctx0" brushRef="#br0" timeOffset="1">12331 13303 8169,'-18'-7'747,"0"-2"0,-2 4 1,5 1 920,5-1 0,12 4 0,10-5 0,10 1 146,9-4-1805,7-2 0,17-5 0,1 0 0,-1 1 0,-6 2 0,-8 5 0,-7 4-612,-5 3 1,-14 7 0,-7 7 0,-8 7 15,-8 8 0,-6-1 1,-12 6-1,-1 0-239,-2-2 1,6-2 0,7-9 0,2-3 825,2-4 0,43-66 0,-10 18 0,1 0 0</inkml:trace>
  <inkml:trace contextRef="#ctx0" brushRef="#br0" timeOffset="2">12774 12897 8169,'-23'5'0,"2"6"0,-8 6 528,9 10 1,-2-5 0,6 11 0,2 1 0,4 0 0,6 0 0,3-2 2359,1-2-2693,11-7 1,4-11-1,15-9 1,8-7 0,10-10-1,8-9 1,4-10 0,-29 15-1,0-2 1,-1-1-1,0 0 107,-1-1 0,-1 0 0,22-19 1,-12-2-1,-9 5-362,-13 7 1,-21 6-1,-21 7 1,-18 7-748,-15 5 0,-4 8 0,-5 11 807,1 6 0,21 8 0,-1 7 0,-1 3 0,0-1 0</inkml:trace>
  <inkml:trace contextRef="#ctx0" brushRef="#br0" timeOffset="3">13401 14817 8169,'35'-36'96,"3"-4"0,6-5 0,-19 21 1,0-1-1,3-2 0,0-1 0,3-1 1,0-2-1,2-1 0,2 0 277,4-1 0,0 0 0,2 0 1,2 1-1,4 1 0,3 0 1,-2 1-1,1-1 39,-3 0 0,-1 0-524,-3 1 0,-3-1 0,-4-1 0,-2 1 0,-3 1 0,-1 2 1,22-18-1,-6 9 0,-7 10 0,-4 5-3088,-5 5 3200,-8-2 0,7 0 0,-2-6 0</inkml:trace>
  <inkml:trace contextRef="#ctx0" brushRef="#br0" timeOffset="4">14620 13931 8207,'-34'4'84,"-5"0"0,-3 0 0,-3 3 0,0 5 0,0 7 0,-2 6 179,-1 4 0,-2 3 1,-4 9-1,26-19 1,-1 0 63,-1 0 1,0 0-281,-1-1 1,0 0-1,-24 16 1,5 0 0,6 0-1,6-1-335,6-4 139,10-2 1,3-5 0,4 0-1,-1-1 1,-1 1 0,1-2 0,0-2-338,1-5 0,-3 2 1,1-2-1,2-2-136,2-4 627,0 0 1,8-14 319,5 0-191,11-11 1,14-9 0,9-11 0,4-4 0,6-6 0,4-3 0,-21 23 0,2 1 346,2-1 0,1 0 0,2-2 1,3 0-349,3-2 1,2 0 0,-2-1 0,2 0 0,3-1 0,1 1 0,0-1 0,0 1-355,1 2 1,0-1 0,-1-1 0,0 1 238,0 2 1,-2 1 0,-8 4 0,-3 1-437,20-11 315,-24 10 0,-23 9 1,-18 9-1,-14 6 0,-11 5-633,-8 5 736,-8 8 0,-1-5 0,-7 6 0,-3-1 0</inkml:trace>
  <inkml:trace contextRef="#ctx0" brushRef="#br0" timeOffset="5">23382 14891 8090,'0'-13'185,"0"1"1,0 0 0,0-1 0,0 0 0,0-2 0,1-2 0,3 1 1222,4-2 0,3 3 0,0-4 1,-1 1 1008,-2 3-2054,0 7 1,1-2 0,-3 7 0,0 5 0,-3 6-41,-2 7 1,-4 6-78,-5 7-260,0-2 1,-15 10 0,2-3-1,-2 4 1,-3 4 0,-3 2-1,-5 2-54,-6 1 1,-9 0 0,20-20 0,-2 0-1,-3 2 1,-1-1 0,-2 0 0,-2-1 0,-1 0-1,-1 0 70,0-1 0,0-2 1,0-2-1,-1 0 1,-3 1-1,-2 0 0,-2 0 1,-2-2-360,-3 0 1,-1 0-1,2 1 1,1 0 331,-1 0 0,-1-1 17,-2 4 0,0-1 0,-2-3 0,-2 0 0,17-6 0,-2 1 0,1-1 0,-2 1 0,0-1 0,0 0 0,-2-1 1,-1 0-1,1 0 0,-2 0 0,0 0 0,-1 0 0,0-1 0,-1 0 0,-1 1-41,1-1 0,-1 1 1,0-1-1,-4-1 1,0 0-1,0-1 0,-1 1 1,0 0-1,0 0 1,-1 0-1,0 0 1,-1 0-27,0 0 1,0-1 0,0 0 0,0 1 0,1 0 0,-1-1-62,-4 0 0,0-1 0,-1 1 1,-1-1-1,0 0 0,0 0 1,-2 1-1,1 0 0,-1 0 1,1-1-1,0 0 0,0-1 136,2-1 1,-1-1-1,0 0 1,3 0 0,-1-1-1,0-1-333,-1 1 0,-1-1 0,0-1 1,2 1-1,1 0 0,-1-1 333,-3 0 0,-1 0 0,2 0 3,2-1 0,1 0 1,0-1-1,-1 0 1,0-2-1,0 1 1,3 0-1,1 0 1,-1 0-1,1 0 1,-1-1-1,1 1 0,-1-1 1,0-1-1,1 1-54,0-2 1,0 1 0,1-2 0,2 1 0,1-1 0,0-1 0,1 0 0,0 0 0,0-1 0,3-1 0,1 0 0,-1-1-200,1-1 0,1 0 0,0-1 0,2 2 1,1-1-1,1-1 272,-1 0 0,0-1 1,1-1-1,-16-4 1,1 0 198,3-3 1,1 1-190,0-1 1,0 1-1,1-2 1,1-1 0,2 0-1,2-1 1,3 1 0,0 0-1,2-1 1,1 0 15,0 0 1,1 0 0,1 2-1,1-1 1,3-1 0,1-1 0,4 0-1,1 0 194,3-1 0,0 0 1,-23-16-143,-5 3 1,2 13-825,-1-1 304,2 3 0,13-1 0,5 2 0,8 5 0,9 2-1118,7 2 1,2 0-211,7-1 1748,0 7 0,-1 0 0,-2 6 0</inkml:trace>
  <inkml:trace contextRef="#ctx0" brushRef="#br0" timeOffset="6">14644 15826 8090,'-13'-2'355,"-2"0"0,-2-4 190,2-1 0,3 3 1,4-4-1,4-3 512,2-4 1,4-4 233,2-6-1037,3-5 1,6-7-1,4-8 1,2-3-1,0-1 1,-3 0-1,-1-2 87,2-2 0,-8-3 1,4-6-1,-4 1-380,-2-1 1,0 8-1,-4 4 1,1 9-125,-2 7 0,5 15 1,3 11 103,5 5 1,1 10 18,9 5 162,-3 1 1,15 10 0,1-4 0,11 0 0,13-2 0,-28-10-1,2-1 1,0 0 0,0-1 1725,32 3 0,-5 2-3459,-5-6 734,-9 0 1,-4-3 0,-8 2 0,-6 3 876,-3 1 0,-4 1 0,1 4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6:35:03.598"/>
    </inkml:context>
    <inkml:brush xml:id="br0">
      <inkml:brushProperty name="width" value="0.09071" units="cm"/>
      <inkml:brushProperty name="height" value="0.09071" units="cm"/>
      <inkml:brushProperty name="color" value="#57D200"/>
    </inkml:brush>
  </inkml:definitions>
  <inkml:trace contextRef="#ctx0" brushRef="#br0">15149 14829 8112,'-12'-12'196,"-1"1"1,1 1 0,0 3 0,-1 0-1,1 2 925,0 0 0,5 2 0,3 7 0,4 3-574,4 0 1,3 8-324,5-3-105,-5 3 0,4 1 0,-3 2 0,3 1 0,1 2 0,1-1 0,-1-1 49,0-1 0,1 3-279,-1-5 118,0 6 0,0-7 1,2 6-1,1-1 0,3 1 1,0-2-1,1 0 195,0 0 0,-3-4 0,4 1 0,-1-2 222,0-2 0,1-5-200,5-3-107,0 3 0,3-5 0,1 2 0,0-3 0,-1-1 387,1 0-487,5-5 1,-2 3-1,5-3 1,-2 1 0,-1 0-13,-1 1 1,-4-3 0,2 1-1,0-1 63,-4 1 0,0-5-39,2 2 0,4-3-8,8-1 1,-2-6 0,7-2-1,0-4 67,2 0 0,1-1-79,0 1 1,-5 3 43,-3 1 0,-4 3 0,-3-2 1,-2 1 106,-2 3 0,-2 2-35,-3 0 1,0 5-51,-1 0 0,5 1 0,0-3 0,-2 4 38,-1 0 0,-1-2-157,-1 4 0,1-4 27,-1 3 0,0-3 1,-2 3-1,-2-1-157,2 1 1,1-1 67,2 2 1,-2 3 92,-2-3 0,2-2 0,-3 2 0,5 0 56,4-1 1,-3 3 271,2-2 0,-3-1-168,-4 1 1,2-5-1,-3 5 1,2 2 68,-1 0 0,-4 2-85,-4 0 1,-1 0-178,0 0 0,1 0 0,-1 0 0,0 0-140,1 0 0,-1 0 205,0 0 1,-1 2-62,-3 2 1,3-2 0,-3 5-1,3 0 133,2 0 0,-1-3-11,0 4 0,-3-4-8,-1 5 0,0-3 1,3 4-1,-2-2 145,0 2 0,-1 1-110,4 1 1,-1 0-4,-3 1 0,3-1 0,-3 0 1,2 2 68,-2 2 0,3-2-78,-3 2 0,3-2-77,2-2 0,-5-1 0,0-1 0,0-2 30,-1 2 0,4-4 13,-3 3 1,-1-5-25,1 4 0,-4-4 0,3 4 0,0 0 38,0-1 1,-3 4-20,4-3 0,-4-1-119,4 2 0,-5-1 0,1 4 3,-2 0 128,3 1 133,-3-1 675,3-5-475,-5-2 64,0-5 0,0-1 59,0-3 0,0 1-546,0-5 0,1 4-11,3-4 0,-2-1 1,3-3-207,1 0 0,-5-2-143,3-2 1,2 2 151,-2-2 1,4 2 0,-3 2 0,2-1-307,3 1 1,-3 0 286,1-1 1,0 1 64,4 0 0,1 4 1,-1-1-1,0 0 89,1-2 1,-1 0 40,0 3 1,2-3 158,2 3 0,-1-2 0,5 0 0,-1 2 65,0-1 0,-3 3-35,5 2 0,-5 1-83,5-1 0,-6 3 0,2-3 1,0 4-65,-1 4 0,1-1-48,-5 5 0,0-1 7,1 1 1,0 3 0,2-4 0,2 1 22,-2 0 0,-2-1 54,0 1 0,-1 2 149,0-6 1,2 1-1,1-2 1,2 2 143,-2 2 0,0-4-185,1 1 0,-2 2-21,2-2 0,-2 4 0,-1-4 1,2 0 19,2 2 0,-1-4-80,-3 6 0,3-5-119,0 1 1,2 2 0,-3-2 0,3 0 20,1 1 1,-2-3-124,3 2 0,1-1-11,3 1 1,1-3-1,-2 5 1,-1-2-15,-2 0 1,1 1 163,4-1 0,-5-2-30,1 2 0,-5 1 1,3-1-1,-1-1 212,-3-2 0,3-1-18,-2 0 1,2 0-17,-2 0 1,-1 0 0,4-1-1,1-2-13,-1-1 0,1-1-171,5 1 0,0 1-20,-1-5 0,1 5 1,-1-2-1,1 0 152,0 1 0,-1-4 30,1 4 1,-2-4-68,-2 4 0,0-4 0,-4 2 0,-2 1 63,-1-1 1,-2-2-61,0 4 0,0-4-114,1 4 1,-1-1-1,0 5-509,1 0 549,-1-5 0,0 4-2,1-4 1,-1 4 0,0 0 0,1-2 118,-1-1 0,0-4 68,0 4 1,2-5 67,3 5 1,-4-5-1,5 2 1,-2-1 0,1-1 0,3 3-163,-3-3 1,3 0-161,-3 5 1,5-4 0,-3 2 0,0 1-7,-3-1 0,-1 2-305,2 4 1,-4-4 257,4 0 1,-4-6 0,0 2 0,-2-3 4,-3-1 1,3 2 237,-3-2 1,2 6-730,-2-6 1,3 3-2808,-3-4 2267,-3 6 1,2 2-101,-3 5 0,-1 1 1291,5 3 0,0-19 0,5 0 0</inkml:trace>
  <inkml:trace contextRef="#ctx0" brushRef="#br0" timeOffset="1">17364 15666 8069,'-5'-7'332,"2"1"0,-4 5 2226,2-3-1952,0 3 1,5-3-1,0 8 1,0 5 0,0 6-1,2 6 1,1 2 3767,1 2-4163,0 5 0,0 1 0,0 6 0,-1 0 0,-2 0 1,-1 0-1,0 0-248,0 0 1,0-6 0,0-2 0,0-3-531,0-2 1,-4 1-2838,0 0 2052,0-6 1,4-1 1351,0-6 0,0-5 0,0-2 0</inkml:trace>
  <inkml:trace contextRef="#ctx0" brushRef="#br0" timeOffset="2">17364 16010 8602,'-5'-6'2017,"3"-5"-1125,-3 4 1,6-4 1016,3 3-1618,3-3 0,9 8 0,2-5 0,1 0 0,5-1 0,2 1 0,4 0-47,1 1 1,1-4 0,2 4 0,-3-1-356,-1 0 1,0 4 0,-4-3 0,0 1-814,-2 4 0,-8 0-158,0 2 0,-7 2 1,-5 2-953,-3 4 2034,-1-2 0,-16 10 0,-5-2 0</inkml:trace>
  <inkml:trace contextRef="#ctx0" brushRef="#br0" timeOffset="3">17832 15592 8026,'-2'-11'0,"0"1"0,-4 2 534,-1-1 0,3 5 0,-3 5 1145,2 10 0,1 8-88,4 10-1180,0 2 1,1 7-1,2 2 1,1 3-1,-1-1 1,-1 0-1,1-2 67,1-2 1,4-6 0,-3-4 0,-3-2-625,0-1 1,2-6 0,0-2-643,-1-4 1,-2 0-3094,-1-1 1533,0 0 1858,0 0 1,1-1 489,3-2 0,-8-20 0,3-10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6:35:03.602"/>
    </inkml:context>
    <inkml:brush xml:id="br0">
      <inkml:brushProperty name="width" value="0.09071" units="cm"/>
      <inkml:brushProperty name="height" value="0.09071" units="cm"/>
      <inkml:brushProperty name="color" value="#57D200"/>
    </inkml:brush>
  </inkml:definitions>
  <inkml:trace contextRef="#ctx0" brushRef="#br0">14964 15087 8306,'6'-8'91,"2"1"1,2 1 0,-1-1 0,-1-2 0,1 1 0,-1 1 0,-1 1 1305,-2-1 1,3 3 0,-4-5 705,-1 0 1,-2 2-1,1 0-1371,2 2 1,-1-1 0,6 4 0,5-3 0,5 3-1,4 0-1257,2 2 1,5 0 0,3 2-1,2 0 1,2 3 0,0-1-2079,0 1 1,-5-2 0,-4 5 2602,-2 2 0,-39 6 0,-11 3 0</inkml:trace>
  <inkml:trace contextRef="#ctx0" brushRef="#br0" timeOffset="1">14891 15370 9067,'-7'-12'1344,"4"0"0,13-2 0,11-1-661,14-1 1,8-2-1,11 4 1,3 1-1,3 3 1,0 3-684,-2 4 0,-16 7 0,3 2 0,0 1 0,1 0 0</inkml:trace>
  <inkml:trace contextRef="#ctx0" brushRef="#br0" timeOffset="2">16330 14718 8229,'0'-12'108,"4"-4"0,2-2 0,1 0 0,1-1 0,0 1 1,-1-1-1,0 1 1045,0 0 1,-5-2-1,4 3 1,-2 2 1831,0 2-2822,0 6 1,-5 3 0,-5 9 0,-6 8 0,-8 8 0,-8 11 0,-6 9 0,-6 7 0,18-22 0,-1 1-43,-1 2 1,0 0-1,-1 1 1,0 1-1,-1 1 1,1 2-1,1 0 1,0 1 0,3 1-1,3 0 1,2-1-1,2 1-40,2-1 0,2-1-10,-3 25 0,11 4 1,10-15-1,8-10 0,6-9 1,4-9-1,3-2 1,2-3-1,1-2-490,-4-5 1,-2 1 0,-1-3 0,0-1-1,-1 1 1,1-4-2222,-1 0 0,0-2 2640,-4 0 0,14-44 0,-1-11 0</inkml:trace>
  <inkml:trace contextRef="#ctx0" brushRef="#br0" timeOffset="3">16601 14940 8260,'0'-13'160,"0"5"0,0 0 1,1 0-1,2 0 1,1-1-1,0 1 1,0 0 1476,1 0 1,-1 4 0,-3-3-974,3 1 1,-2 8 0,2 7 0,-3 6 0,-1 7 0,0 6-145,0 4 0,-4 5 0,0 3 0,1 0-494,2-5 0,-1 2 0,0-5 0,-3 0-425,3 1 1,0-5-1,1-1 1,-2-4-2821,-1-2 2351,-5-6 0,7 2 0,-3-4 868,-1-1 0,16-22 0,-2-5 0</inkml:trace>
  <inkml:trace contextRef="#ctx0" brushRef="#br0" timeOffset="4">16958 15124 8260,'-8'-11'410,"1"2"1,0 2 0,0 0 652,-2 0 0,5 5 0,4-3 0,8 4 0,8 1-462,9 0 1,6-1 0,10-2 0,4-2 0,5-1 0,2-1-754,1 0 1,-1 3 0,-7-3 0,-4 2-1984,-3 2 2135,-6 2 0,-30 6 0,-11 2 0</inkml:trace>
  <inkml:trace contextRef="#ctx0" brushRef="#br0" timeOffset="5">17709 14829 8299,'0'-8'278,"0"0"1,-2-1 0,0 1 979,-3 0 0,1 7 1,4 2-1,0 10 0,0 8-826,0 4 0,4 2 1,2 1-1,-1 1 1,2 3-1,0 0-786,3 0 1,-5 1 0,-1-4 0,-2 3-1,-2 0 1,0 0-1017,0-3 0,-2-5 0,-2-2 1370,-4-3 0,-19-17 0,-6-8 0</inkml:trace>
  <inkml:trace contextRef="#ctx0" brushRef="#br0" timeOffset="6">17622 15063 8299,'0'-13'150,"0"1"1,0 0 0,2 0 0,2-1 849,4 1 1,10 4 0,7 1 0,7 0 0,8 2-1,4-1-714,0 3 1,-2 2 0,-5 1 0,-2 0 0,-3 1 0,-6 2-1225,-4 1 1,-11 4 0,1-2 937,-1 1 0,-17-5 0,-2 4 0</inkml:trace>
  <inkml:trace contextRef="#ctx0" brushRef="#br0" timeOffset="7">18066 14817 8299,'0'-13'1305,"1"5"-555,3 0 1,-3 11 0,3 2 0,-4 9 0,-4 6-1,-2 5 2187,-1 4-2772,-4-3 0,8 9 1,-4-3-1,2 0 1,2 0-1,2-1 1,1-1-562,0 1 1,0-3-1,0-3 1,0-2-1,0-2 1,-2-5-3719,-2-2 4114,3-2 0,-5-16 0,6-4 0</inkml:trace>
  <inkml:trace contextRef="#ctx0" brushRef="#br0" timeOffset="8">18361 14583 8299,'-14'-18'477,"-1"-1"0,0 0 0,3 2 4286,2 4-4505,13 6 0,5 1 0,17 8 0,6 3 0,5 6 0,1 7 0,0 4 0,0 5 0,-2 5-32,-2 6 1,2 2 0,-4 6 0,-4 2-314,-7-2 1,-11 1 0,-11 2-1,-9 0-166,-8 1 1,-11-7 0,-5-2 0,-5-4-388,0-4 262,-4 3 0,6-10 1,-1 1-1,3-5 1,6-6 377,4-2 0,4-7 0,10-2 0</inkml:trace>
  <inkml:trace contextRef="#ctx0" brushRef="#br0" timeOffset="9">19210 14706 7860,'-7'0'-436,"-4"0"1197,3 0 0,1 0 0,-1 0 0,-2 0-118,-1 0 1,3 0-268,0 0 1,4 0-590,-4 0 0,4 1 1,-3 3-1,0 5 0,0 2 1,-1-1 0,-3 1-1,1 0 433,2 3 1,1 1 0,-2-3 0,1 1-21,-2-1-167,5 0 0,-1 1 0,6-1 0,0 0 0,0 1-126,0-1 214,0-5 1,1 2 0,2-3 0,3-1 0,0 2 0,4-2 283,1 1 1,-3-2 0,-1-3 0,0 2-84,0 1 1,1 0 0,4-2-177,1 2 0,-1-3 1,0 3-1,0-2-77,1-2 0,-1 0 1,0 0-1,1 0-46,-1 0 0,0 0 0,1 0 0,-1 0-36,0 0 1,-4 0 0,1 0-55,0 0 1,-2 0 204,1 0 131,-5 0-207,2 0-117,-5 0 0,-5-4-210,-3-1 1,-3 1 0,-1 4 60,-1 0 0,1 0 0,0 0 0,-1 0 42,1 0 1,0 4 0,-2 2 0,-1-1 38,-1 1 0,-1 3 0,5 0 0,-2 2 177,-2 1 0,2 0 0,-2 0 1,2 1-2,2-1 0,1 2 1,1 1-1,3 1 0,2-1 0,-3-1 0,4-2 1,1 1-30,1-1 1,4 0 0,2 0-1,3 1 22,0-1 1,4-1 0,-2-1 0,5-2 159,2 1 1,1-3-1,-4-2 1,2-1 228,2 1 1,5-3-1,-3 3 1,1-2 51,1-2 0,-1 0 1,4 0-1,-3 0-267,0 0 0,-5 0 0,3 0 1,-1 0-680,-3 0 1,-1 0 0,-3 1 0,-2 2-2467,0 1 2925,-1 0 0,-1 1 0,-2 2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6:35:03.612"/>
    </inkml:context>
    <inkml:brush xml:id="br0">
      <inkml:brushProperty name="width" value="0.09071" units="cm"/>
      <inkml:brushProperty name="height" value="0.09071" units="cm"/>
      <inkml:brushProperty name="color" value="#57D200"/>
    </inkml:brush>
  </inkml:definitions>
  <inkml:trace contextRef="#ctx0" brushRef="#br0">23013 10583 7895,'1'-8'529,"2"0"1,2-2 1591,2-1-1551,-4 5 0,8-5 0,-3 2 0,3-2 0,1-1 1,-1 0 3957,-3 0-3883,3-1 0,-9 1 0,0 1 0,-4 3 0,-7 2-194,-2 1 0,-2 4 0,-4-2 1,-3 6-685,-3 5 0,-3 4 1,-2 3-1,0 1-15,0 0 1,2 1 0,3 1 0,1 0-254,2 0 0,5 2 247,-2-3 253,3-1 0,4-4 0,1 1 0,5-1 0,3 0 0,2-1 126,3-3 1,7 3 376,6-3-316,5-2 1,-3-1-1,7-5 1,1 2 0,3 0 1152,2 3-1173,0-1 0,4 0 0,-2 1 0,-2 1 0,-1 1 63,0-1 1,-5 3 142,-1 3-449,0 0 1,-13 5 0,2 0 0,-6 1-1,-3 1-17,-2 0 0,-4-2 0,-6 3 0,-5 2 154,-2 2 0,-7-4-110,-3 1 0,-2-5 98,-7 4 1,-5-4 0,-6-1 0,0-6 146,3-5 0,3-2 151,1-2 0,0-7-318,0-6-112,6-4 1,5-7 0,7 3 0,1 1 0,3 3-1000,1 2-1604,7 6 1455,2 4 1,5 6 0,0 3 0,2 5 1231,7 2 0,43 23 0,-16-14 0,0-1 0</inkml:trace>
  <inkml:trace contextRef="#ctx0" brushRef="#br0" timeOffset="1">23345 10780 7943,'0'-8'525,"-2"1"1,0 0 3434,-2 1-3353,0 3 0,4-1 1,0 8-1,0 4 1,0 3 1585,0 1-1889,0 6 0,0 0 0,0 4 0,0-3 0,1 0 0,2-1 0,2 0 296,2-3 0,1-2 1,4 0-1,1-3-452,-1-1 1,2-4 0,2-5 0,3-1-210,0-3 1,5-5 0,-4-8 0,3-7-136,2-3 0,-2-2 0,-2 5 0,-6-1 82,-6 1 1,1-1-1,-6 2 1,-1 2 812,-2 5 1,-1 2 2932,0 2-3420,0 5-256,0 1 0,2 16 0,0 4 1,4 3-42,1 5-86,1 2 0,6 6 0,1 4 1,2 4-1,1 3-17,0-1 0,0 4 1,-5-1-1,1 2 219,-3 1 0,-7-3 731,0 2 0,-9-2 27,-8-6-572,-10-6 1,-10 3 0,-9-6 0,-7-5 0,-9-5-218,-6-5 0,1-6 0,-1-3 0,5-4 0,6-4 0,9-3-399,7-5 1,10 0-442,6 0-1117,6 5 0,4-4 1,13 3-1117,8-3 1,12-2 1933,7 1 1139,11-6 0,-7-3 0,7-8 0,2 0 0,6-4 0,0-1 0,1 1 0</inkml:trace>
  <inkml:trace contextRef="#ctx0" brushRef="#br0" timeOffset="2">23923 10780 7943,'0'-12'0,"0"0"725,0-1 0,0 1 1,0 0 3714,0-1-2606,0 1-798,0 5 0,2 2 0,2 6 211,4 3 0,-3 3 0,0 7 0,-4 1-510,-1 1 0,0 6 0,0-3 0,0 2-429,0-1 1,0 1-1,0 3 1,0 1-309,0 0 0,0-5 0,0-1 0,-1 0-63,-4 1 1,4-5-1,-3 1 1,3-2-722,1-2 430,0 0 188,0 1 1,0-5 137,0 0 228,0-5 0,0 1 0,-2-8-5,-2-4 0,3-3 0,-3-2 0,2 1-248,2 0 0,0-2 63,0-2 0,0 1-336,0-6 204,0 6 0,0-8 0,0 2 1,2-1-1,2-1-409,4-2 1,-1 4 60,1-8 293,0 3 0,4 1 0,2 1 0,1-1 0,2 2-264,-2 2 438,4 4 0,-6 4 0,4 2 0,-3 3 0,-2 4 160,0 3-120,-5 1 1,3 6 0,-6 7 0,-2 5 0,0 2 198,-2 1 1,0-2-235,0 1-6,0 3 0,0-9 1,0 3-1,0-4-234,0 0 375,0-1 0,5-12-163,3-8 1,1-5 19,3-7-158,-2-1 1,7-3-1,-3-1 1,1 2-1,1 1-11,-1 1 1,-1 8-1,-2-1 243,1 5-45,-1 6 0,-5 4 367,-3 11-83,-3 6 0,-1 3 0,0 1 0,0 2 0,0 2 151,0-3 1,0 2 0,0-6 0,0 2-730,0-1 0,-1-6-170,-3-2 1,3 1-1216,-4-5 843,4-3 0,0 1 1,-2-5-1416,-1 3 1,0-1-1,4 5-2830,0 2 5058,0-5 0,16-16 0,5-9 0</inkml:trace>
  <inkml:trace contextRef="#ctx0" brushRef="#br0" timeOffset="3">24489 10694 7941,'0'-7'4763,"0"2"-2146,0 5-1793,0 0-331,0 5 1,0 2 0,0 7 0,0 2 0,0 5 1268,0 2-1492,0-4 0,0 4 0,0-2 0,0 2 0,0 0 0,0-1 0,0-3 439,0-1 1,0 3-300,0-5-426,0 0 1,-1-3 0,-2-1-1,-1 0-609,1 1 418,-3-6 1,3-2-1,-5-5 301,-2 0 1,5-1 0,-1-3 240,1-5 0,3-2-120,-2-1 1,3-4-231,1-1-3,0-5 1,0 2 0,0-7 0,1-2 0,3 1-307,4 2 1,-1 2 0,2-1 0,0 1-252,2-1 1,1 2 519,1 2 0,-1-1-105,0 6 569,1 0 0,-1 5 0,-1 1 1,-2 3-32,0 2 1,-1 1-1,3 5-187,-3 3 0,2 7-329,-6 5 1,0 2-72,-4-1 346,0-4 1,4 5 0,0-6 0,-1 1 0,-2-1 155,-1 0 1,5-5 91,4-3 0,2-4-382,1-4 0,4-4 0,2-8 0,1-5-78,3-2 0,-3-2 18,2 1 1,-2 0-110,1 4 191,-2 2 0,-5 10 1,-1 1-1,-1 3 1,-3 5 191,-4 6 1,-3 9 0,-2 6-1,-3 4 100,-4 3 1,1 0-162,-1-5 0,5 0-1880,-1-4 417,-3-2 1,6-2-3942,-3 1 844,2-1 4404,2-9 0,22-18 0,5-9 0</inkml:trace>
  <inkml:trace contextRef="#ctx0" brushRef="#br0" timeOffset="4">24994 10780 8852,'0'7'9618,"1"-1"-8997,3-6 0,5 0-22,7 0-609,3-6 1,7 3-1,1-5 1,4-1-1,0-2 1,2-3-1,0-1-169,-1-2 1,-4-3 0,-1 2 0,-5-1 54,-6-3 1,-6 3 0,-3 0-1,-3 1-121,-5 3 1,-6 7 0,-11 4 0,-7 2-257,-6 2 1,-5 6-1,-1 3 1,-1 6-5,-3 6 0,3 4-15,-3 3 734,8-2 1,3 10 0,5-3 0,2 2-1,3 2 1,4 0 0,7-1 2012,5-4 1,9-7 706,8-9-2235,4-7 0,18-4 0,3-5 0,4-1 0,5-5 1057,1-6-1756,1 0 0,0-6 0,-2 6 0,-5-1 0,-7 2 0,-3 3 0,-7-3 0,-6 4-4888,-2 1 954,0 0 0,-9 2 3934,0 0 0,-16-22 0,0-1 0</inkml:trace>
  <inkml:trace contextRef="#ctx0" brushRef="#br0" timeOffset="5">25720 10042 7913,'0'-18'135,"0"-1"1,0-4 0,0 2 1083,0 5 0,0 6 1515,0 2-1733,0 5 1,0 1 0,0 8-1,0 9 1407,0 7 0,0 2-1954,0 8 0,0 3 0,0 6 1,0 6-1,0 8 0,0 7 1154,0 1 0,0-1-1192,0 0-416,0-1 0,0 0 0,0-4 0,0-5 0,0-5 0,0-8 0,0-3-380,0-3 1,0-6 42,0 2-2985,0-9 0,0-6-307,0-6 2479,0-5 0,-1 2 0,-4-5 0,-3 0 1150,-3 0 0,-17-11 0,-5-2 0</inkml:trace>
  <inkml:trace contextRef="#ctx0" brushRef="#br0" timeOffset="6">25498 10682 7886,'-8'-11'0,"0"3"0,4-3 2694,-4 2 0,4 3 0,-3-3 82,1 0 1,12 3-1164,6 2-1340,9-3 1,3 5 0,9-5-1,3 1 1,2 2 0,2 0 0,1 0-1222,-2 1 0,-5 2 0,-2 1 0,-2 1-5377,-3 3 6325,-6 3 0,-14 11 0,-9 1 0</inkml:trace>
  <inkml:trace contextRef="#ctx0" brushRef="#br0" timeOffset="7">26040 10706 7886,'8'0'1206,"0"0"1,-4 2-37,5 2 0,-5-1-121,4 5-471,-5 0 1,2 8-1,-3 2 1,0 1 0,2 3-1,-1 1 1,-2 1 1331,-1-4 0,0 2-1603,0-5 0,-4-1 0,-1-4 1,-2 1-1,-3-3-171,0-1 1,-3-5 0,2-8 0,2-5-329,1-1 1,1-10 0,-2-3-1,5-6-584,3-2 0,1-2-102,0-4 913,5 0 0,8 0 0,7 0 0,4 1 0,0 0 0,1 3 0,-1 6 1425,1 5 0,0 6-533,-1 7-657,-5 4 1,-1 6-1,-7 3 1,-1 5 0,-2 3-1007,1 4 1,1-1-1,0 4 1,-2 1-3341,1-1 1,2-4 4075,2 1 0,4-8 0,2-2 0</inkml:trace>
  <inkml:trace contextRef="#ctx0" brushRef="#br0" timeOffset="8">26495 10682 11759,'7'0'4985,"-1"1"-4284,-6 3 0,4 3 721,0 5-1172,0 1 1,-3 3 0,2 2-1,1 1 1,0 2 0,0-1 0,0-1-309,-1-1 1,-2-2 0,1-3-3623,2-1 2011,-3-5 1,5-3 0,-6-8 0,0-6 1668,0-5 0,2-20 0,1-9 0,1-6 0,-1 0 0</inkml:trace>
  <inkml:trace contextRef="#ctx0" brushRef="#br0" timeOffset="9">26618 10288 7886,'-12'-12'0,"1"3"2252,3 1-1383,-3 0 1,5 0 0,-3 1 917,1 2-2748,5 0 0,-1 7 0,7 3 961,1 8 0,33 37 0,-17-17 0,1 0 0</inkml:trace>
  <inkml:trace contextRef="#ctx0" brushRef="#br0" timeOffset="10">27184 10571 7880,'9'-15'415,"-3"3"1,0 1 1282,-3 0-1229,-2 4 0,-2-3 0,-3 6 0,-5 2 0,-2 0 1,-1 2-1,-2 0 439,-2 0 1,1 6 0,-4 3 0,0 5-152,0 2 1,-2 6-69,-4-1-423,1 2 0,3 7 0,2 3 0,1 1 0,3 2 0,3-2 0,4 1 604,4-1 0,4-5 1,5 0-1,8-3-67,6-1 0,4-8-150,2-4-346,-1-7 0,2-6 1,1 0-1,2 0 1,-3 0-308,-4 0-221,1 0 1,-9 0-1,4 0 1,-2-1 0,1-2-8838,-2-1 7799,-2 0 0,-5 4 0,1 0 0,0 0 1259,2 0 0,1-44 0,1-10 0</inkml:trace>
  <inkml:trace contextRef="#ctx0" brushRef="#br0" timeOffset="11">5107 12023 7826,'-12'0'583,"-1"-4"0,3-1 0,0-1 0,3 2 1,3 5-1,5 8 1023,6 6 1,3 4-1,-1 5 1,0 1-1,-1 1 1,0 1-813,0 2 0,-4 1 0,3-3 0,-1 2-371,-4-1 1,0-2-1,-2-3 1,0-3-648,0-3 1,0 0 0,0 0-7533,0-2 7756,0-7 0,0-35 0,0-14 0</inkml:trace>
  <inkml:trace contextRef="#ctx0" brushRef="#br0" timeOffset="12">5033 11679 7904,'-1'-13'536,"-2"1"0,-2 0 1,-1-1-1,-1 1 0,2 0 1752,-1-1 0,2 5 0,6 1-3218,2 2 1,-1 2-1,5 7 1,1 3 929,2 0 0,23 20 0,6 1 0</inkml:trace>
  <inkml:trace contextRef="#ctx0" brushRef="#br0" timeOffset="13">5685 12097 11497,'0'-8'1115,"0"0"1,0-2 0,0-1-597,0-1 1,0 4-1,0-1 1,-1 1-1,-3 0 1,-4 1-268,-3 2 0,-3 1 0,-1 4 1,-3 1-154,-1 3 1,-3 7 0,-5 7 0,-2 1-95,2 3 0,1 6 0,3 4 1,2 1-228,5 0 119,2-1 1,3 5-1,3 0 1,4-1 0,5-3-1,6-6 1,5-4-296,2-2 739,5-6 0,2-2 0,6-6 1,3-1-1,0-5 0,2-4 1,-1-5 2543,3-3-2692,-4-7 1,0-1 0,-5-5 0,-2-2 0,-1-2 0,-3-2 0,-1 0-112,-3 0 1,-1 0 0,-2 3 0,-1-3-399,-3-2 0,2 1 1,-5-4-1,1 3-269,-1-3 1,-1-1-1,-5-4 1,-2-1 163,-1 1 0,-5 2 0,0 1 0,-3 0 239,-4 0 1,2 6 0,-4 3 0,2 5 186,-1 3 1,1 5 0,4-2 0,-1 5 396,1 4 1,4 2-300,0 6 0,5 6 1,-1 3-1,2 6 82,2 6 0,0 3 0,2 5 0,1 4 162,1 3 0,5 0 1,-1 3-1,3 2 339,2 4 0,-5-3 0,0-1 0,0-2-179,-1-3 0,4 1 1,-4 0-1,1-1-288,0-3 0,-4-5 0,3-7 0,0-3-3817,0-1 1,-3-3-969,4 3 4566,0-9 0,27-19 0,4-10 0</inkml:trace>
  <inkml:trace contextRef="#ctx0" brushRef="#br0" timeOffset="14">6079 12122 7870,'-8'0'3554,"0"0"-1028,5 0-1606,-8 0 1,11 0 0,0 0-1,7 0-335,4 0 0,7 0 0,2-2 1,3-2-49,2-4 1,0-3 0,-1-1 0,1-2-342,0-2 0,-1-4 0,-1-3 0,-2 1-437,-5 2 62,-2-1 1,-7-2-1,-3 3 1,-4 5 0,-6 5-1,-6 6-2152,-7 2 1986,-4 13 0,-3 4 0,-3 14 0,-4 4 0,-1 3 0,0 2 0,2 1-63,2 3 0,7-1 1,7-6-1,2-1 847,2-1 1,5-6-1,4 1 1,6-6 849,5-6 0,9-6 0,2-4 0,3 0-393,2-3 1,-1-7-1,9-5 1,-1-2-625,1-1 1,-5-2 0,2-1 0,-3-1-1879,-2 1 0,-3 1 1,-1 2 1605,2 0 0,-4-6 0,0-1 0</inkml:trace>
  <inkml:trace contextRef="#ctx0" brushRef="#br0" timeOffset="15">6473 12072 7858,'-4'-8'3839,"0"0"-1978,0 0 0,5 1 719,3 3-2180,-2 2 1,4 4 0,-3 2-1,1 4 1,0 3 0,0 1-1,1 2 2711,-3 2-2829,5-2 0,-5 8 1,2-6-1,-3 1 0,-1-1 1,0 1-1,0-1 1206,0 2-1528,0-4 0,0 3 0,0-4 0,0-1 0,0 0-616,0 1 289,0-7 1,-1 4 790,-3-6 1,2-1-73,-2-7 1,-1 1 0,0-5-222,3-2 1,0-1-1,2-1 1,0 0-411,0-1 0,0 0 0,0-2 1,0-2-48,0 2 0,0-3 0,2 2 0,0 1 13,3 1 0,3-2 0,-3-1 0,1 2 205,-1 2 1,3 4-1,-2 1 1,1 0 71,2 1 0,-2-2 0,1 5 0,2 1 28,1 1 0,1 4 1,0 1 117,1 1 0,-2 9 0,-2 0 1,-2 0 259,-1 1 0,2-2 1,-3 1-96,2-1 1,-3-1-89,4-3 1,1-5 0,3-10-96,0-5 1,0-7-1,2-1 1,1-2-119,2-3 1,0-1-1,-2 4 1,2 3 169,-2 1 1,-1 5 0,-2 7 0,0 0 156,0 3 0,-3 12 0,-2 4 0,-1 6-301,1 7 0,-4-1 0,1 4 0,-3-3 0,-1-2 0,2 0 0,0-3 0,3 0 0,-1-6 0,-4 1-3103,0-2-4030,0-7 4332,0-2 0,-2-3 2801,-2 2 0,14-8 0,-2 2 0</inkml:trace>
  <inkml:trace contextRef="#ctx0" brushRef="#br0" timeOffset="16">7113 12134 7827,'0'-8'6347,"0"0"-5239,0 5 1,0-1 0,1 8-1,2 5-161,1 6 0,6 5 1,-3 6-1,1 4-231,0 7 0,-4 5 1,3 7-1,-2 2 904,-2 2-1450,-1 3 1,-2 2 0,0-4-1,-2-2 1,-1-5 0,-2-5 0,-2-8-340,-2-8 145,3-7 1,-5-8-1,3-4 1,-3-7-1,0-8 1,0-7-965,-1-6 737,2-7 0,-8-4 1,8-6-1,1-3 1,4-4-1,1-3 1,0-3-1507,1-2 1659,7 2 1,3 1-1,7 6 1,2 2-1,6 2 1,4 2-1,4 2 269,1 3 1,-2 7 0,4 7 0,1 1 456,2 3 0,-5 7 0,-4 4 0,-3 3-526,-4 1 0,-3 5 0,0 5 1,-2 3-575,-4 4 0,-7 6 1,0 0-1,-4 6-107,-4 3 0,-7-5 0,-6 2 0,-2-3 362,-3-2 0,-6 1 1,-2-3-1,0-5 176,0-4 1,1-9-1,5 0 1,-1-3-539,1-1 0,6-1 0,5-3-1206,8-4 0,6-3 1,8-2-1,8 0 1785,9-4 0,11-6 0,7-6 0,5-3 0,0-1 0</inkml:trace>
  <inkml:trace contextRef="#ctx0" brushRef="#br0" timeOffset="17">7814 12122 7821,'-8'-4'0,"0"-1"0,-2 3 0,0 0 1223,-3 2 1,5 0 0,0 0 0,-2 2 0,-1 2 0,-1 4 0,0 4 124,-1 5 0,7 2 0,1 5 0,4 1-1023,1 0 1,7-1 0,5 0-1,7-3-370,5 0 1,2-7 0,2-2-1,4-7 1,1-5 0,-1-4-518,3-4 414,0-8 1,-3-3 0,-5-6 0,-5 0 0,-7 1 0,-6-1 0,-6 0 185,-6 1 1,-6 3-1,-10 2 1,-7 1-142,-4 3 1,-3 6-1,-3 2 1,3 1-570,5 4 0,2 4 0,2 4 1,4 1-440,4 2 1,3 2 0,5 2-1,5-2-3001,6-3 4112,4 3 0,49-21 0,11 2 0</inkml:trace>
  <inkml:trace contextRef="#ctx0" brushRef="#br0" timeOffset="18">8381 11617 7772,'-2'-12'382,"-1"-1"1,-1 1 0,2 0 0,0 0 0,1-1 2705,-3 1 0,2 8 0,0 7-1981,4 7 1,1 12 0,5 4-1,1 10-35,-3 8 0,4 6 0,-5 5 0,1 4-822,-1 0 1,4-1 0,-5 2 0,0-2-251,1-5 0,-3-8 0,3-4 0,-5-9 0,0-6 0,0-6 0,0-2-5079,0-3 2354,0-7 0,-4-1 0,-2-4 2725,0 1 0,-3-16 0,-3-9 0</inkml:trace>
  <inkml:trace contextRef="#ctx0" brushRef="#br0" timeOffset="19">8307 12072 7754,'0'-12'8267,"0"0"-6941,0-1 0,5 1 1,3 1 1058,3 3-2979,2 3 0,-1 5 1,2 0-1,1 0 1,1 0-1,0 0 1,1 0 593,-1 0 0,17-17 0,0-3 0</inkml:trace>
  <inkml:trace contextRef="#ctx0" brushRef="#br0" timeOffset="20">8700 12195 14153,'13'0'571,"0"0"1,3 0 0,1-1-1,2-2 1,3-2 0,2-2-219,0-3 1,1 2 0,-2-3 0,-1-2 0,-3-2 0,-1-2-385,-3 1 1,-6-5-1,-2 5 1,-1-1-123,-4 0 0,-4 3 0,-5-1 1,-3 5-548,-3 6 0,-6 3 0,-1 2 1,-2 5-1255,-3 6 1886,-3 11 0,4 5 0,-1 3 0,2 1 0,1-2 0,4 1 0,4-1 414,8 0 301,3-6 0,4-3 0,3-4 0,6-4 0,5-3 1,5-6-1,4-2 260,0-2 1,5-5 0,0-1 0,-2-4-1475,-1-4 0,-1-1 0,-1 3 0,2 0-5303,3-1 5870,-9 1 0,26-17 0,-7-3 0</inkml:trace>
  <inkml:trace contextRef="#ctx0" brushRef="#br0" timeOffset="21">9180 12134 8151,'-6'5'3476,"1"4"0,4-3-1740,1 3 0,0-5 0,0 4-722,0 2 1,6-5 0,2-1-592,3-3 0,5-2 0,2-4 0,1-8-374,3-6 1,3-5 0,2-4-1,2-1 33,-2 2 1,-1 3 0,-1 3-1,-2 5 149,-3 2 1,2 8-1,-5 8-49,-2 9 1,-7 7 0,-4 6 0,-3 2-320,-1 3 1,0-5 0,0 2 0,0-5-2531,0-3 0,0-2-309,0-4 0,0-6 0,0-7 2976,0-10 0,2-37 0,2-15 0,-2 16 0,0 0 0,1 0 0</inkml:trace>
  <inkml:trace contextRef="#ctx0" brushRef="#br0" timeOffset="22">9771 11580 7746,'0'-12'6003,"0"0"-4690,0 5 0,4 8 1,2 13-1,-1 10 1106,1 12-1766,-2 6 1,0 13-1,0 4 1,-1 5-1,-2 4 1,0 1 0,2-5-306,1-5 0,0-6 0,-4-9 0,0-9 0,0-9 1,0-8-2570,0-4 0,0-6-448,0 0 0,-1-4 1,-3 3 432,-4-1 1,-3-4 2235,-2-6 0,-4-30 0,-2-12 0</inkml:trace>
  <inkml:trace contextRef="#ctx0" brushRef="#br0" timeOffset="23">9660 11962 7746,'-6'0'9214,"1"0"-7853,10 0 0,7-4 0,10-2 0,4 1-1080,2-1 1,7-2 0,-3 4 0,4 1-2485,1 2 876,-6 1 0,-1 0 0,-5 1 1327,0 3 0,-23-2 0,-4 3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6:35:03.636"/>
    </inkml:context>
    <inkml:brush xml:id="br0">
      <inkml:brushProperty name="width" value="0.09071" units="cm"/>
      <inkml:brushProperty name="height" value="0.09071" units="cm"/>
      <inkml:brushProperty name="color" value="#3165BB"/>
    </inkml:brush>
  </inkml:definitions>
  <inkml:trace contextRef="#ctx0" brushRef="#br0">1735 7162 8549,'-7'0'2034,"1"0"-1095,1 0-651,4 0-171,-10 0 0,8 0 0,-3 2 0,-1 0 713,0 2-492,-1 1 0,-5 0 368,1 3-464,0 3 1,-1 1-171,1 1 1,1-5 27,3 0 1,-2 0-175,6 5-302,0-7 0,4 5 0,2-4-1411,2 0 1230,3-1 287,5-6 0,0 4 187,0 0 1,1 0-1,-1-4 406,0 0 1,1 1-161,-1 3 0,-5-1 401,-3 5 1,-3-4-17,-1 5-85,0-1-178,0-1-39,0 4 0,-1-6-199,-3 3 0,-3 3 179,-5-3-685,-1-2 0,1 3 148,0-4 40,-1-1-999,1 1 190,5-4-2627,2 5 2326,5-1 1022,0-3 359,0 3 0,0-5 0,0 6 0,16-10 0,5 2 0</inkml:trace>
  <inkml:trace contextRef="#ctx0" brushRef="#br0" timeOffset="1">1957 7261 9662,'-7'5'976,"-3"2"1,5 7-436,-2 2-413,4 3 1,-8 6-1,4 1-78,1 2 0,-5 0 0,2 3 1,-1 1-1,-1-1 0,1 2-88,2-2-251,0 0-50,1-7 227,1 1 1,2-2-455,0-2 1,0-4-882,4-4 1067,0-7 0,1 0-305,3-6 0,-1-6 25,5-2 509,-5-8 0,7 1 0,-5-6 151,2-1-101,-4-1 0,2-1 1,-5-2 100,0-3 477,0 3 1,0-4-1,0 5 870,0 1 0,-1-1-164,-3 0-527,2 1-547,-9-1 1,6 6 0,-5 3 0,2 3-352,-1 5-347,-2 3 494,4 5 1,1 5-1,6 3-2462,0 3 1685,0-4 0,0 4 872,0-3 0,50-2 0,11-1 0</inkml:trace>
  <inkml:trace contextRef="#ctx0" brushRef="#br0" timeOffset="2">2092 7334 7581,'0'-6'2538,"0"-5"-1842,0 9-442,0-3 0,0 10 0,0 4 401,0 1-462,-5 3-78,3 5 1,-5-5-1,5 5 1,-2-2-1,1 1 6,1-2 1,2-6-92,0 0-199,0-1 76,0-1 42,0-2-681,0-5 1,2 0 0,1-1-63,1-3 697,0-3 0,0-5 179,0-1-55,6 1 0,-8 0 0,5-1 152,-1 1 1,-1 1 0,-2 2 194,1 0-236,0 7 0,0-5 91,0 3-111,0 2 12,2-3-520,-5 5 0,10-4-548,-3 0 452,-2-1 607,5 0 12,-10 4 1,10-5-19,-3 6 1188,-2 0-680,5 0-90,-5 0-9,1 6-597,4-5 79,-4 10 0,0-8 0,-2 4-474,1-2 1,-3 3 68,5-4-445,-6 0 0,5 2 72,-3 2-60,-2-2 480,9-1 1,-9-5-239,7 0 160,-7 0 0,9 0 430,-2 0 0,-3 0 0,3 0 0,-1 0 0,15-5 0,3-2 0</inkml:trace>
  <inkml:trace contextRef="#ctx0" brushRef="#br0" timeOffset="3">2498 7359 6658,'0'7'-714,"2"-2"946,2-5 337,-3 0 1,4-1-1,-3-2 590,2-1-26,-3 0-471,5 4-234,-6 0-1051,0 0-793,5 0 843,-3-5-157,3 3 1,-5-5-78,0 3 376,0 3 1401,0-5 1,0 5 2555,0-3-2040,0 3-1339,0-5 0,0 8 0,0 2 0,0 4-349,0 3 150,0-4 1,0-1 105,0-1-431,0-4 0,0 6-1117,0-3 689,0-3 504,0 5-268,0-6 1,0-2 194,0-2 356,0 3 0,4-6 287,0 3 0,2 3 0,-4-5-42,3 1-145,-1 3 0,-3-5 978,3 3-356,-2 3-461,3-5-308,0 6 1,-3 2-1,3 1-399,1 1-13,-5 0 0,6-4-27,-3 0 238,-3 0 32,10-6 606,-9 5-173,3-5 130,1 1-176,1 4 128,-1-5 0,1 6 214,-3 0-1073,-2 0 290,3 0 164,1 0-1173,-5 0 1,10 4-63,-3 0 1359,-2 6 0,26 13 0,3 10 0</inkml:trace>
  <inkml:trace contextRef="#ctx0" brushRef="#br0" timeOffset="4">2806 7396 10501,'0'7'2549,"0"-2"-2533,0-5 562,0 0-792,5 0 206,-3-5 1,4 2 57,-1-5 73,-4 5 1,4-8 269,-5 3 1,0 1-1,0-1 252,0-2-387,0 5-527,-5-1 1,2 6 60,-5 0 1,1 6-745,-1 2 1,3 3 0,6 1-669,3 1 1,3-1 515,5 0 665,0-5 1,1 4 0,-1-4 438,0 0 0,1-2 0,-1-5 0,4 0 0,1 0 0,-1 0 0,29-27 0,9-7 0</inkml:trace>
  <inkml:trace contextRef="#ctx0" brushRef="#br0" timeOffset="5">3113 7162 7581,'0'-18'786,"0"-2"0,-1-2 176,-3 2-349,3 2 0,-5 10 1234,6-1-1251,0 7 0,0 11-715,0 12 48,0 5 1,0 0 102,0 2-898,0 4 139,0 5 706,0 0 0,0-2-536,0-2 1,0 1 0,0-5-569,0-2 0,0-1 1,0-3-561,0-2 1685,0-3 0,2-13 0,2-5 0,8-54 0,-2 17 0,-1 0 0</inkml:trace>
  <inkml:trace contextRef="#ctx0" brushRef="#br0" timeOffset="6">3126 7334 7581,'-13'0'668,"1"0"0,0-1-368,0-3 0,-1 3 2960,1-3-2178,5 2 0,0 2-248,3 0 1,4 0-116,0 0-599,6 0 0,7-1 1,4-2-1,3-1-315,3 1 128,-3 2 0,1-3-2751,-4 0 0,5 0 0,-3 2 2818,0-2 0,15-3 0,-1-5 0</inkml:trace>
  <inkml:trace contextRef="#ctx0" brushRef="#br0" timeOffset="7">3360 7285 7581,'0'7'2247,"0"4"-1614,0-4 0,0 5 531,0 0 0,0-3-557,0-1 1,0 0-268,0 4 0,4-3 0,0-1 1,-1 1 27,-2 2 1,0-2-80,3-1-1056,-2-6 480,3 9 240,-5-9-222,0 3-867,0 1 739,0-5 1,0 3 0,0-8 0,2-4-1,0-3-1382,2-1 916,6-1 336,-9 1 257,10 0 0,-5-1 97,2 1 0,3 1 1,-4 2 56,0 0 1,4 5 0,-3-3-626,3 2 382,1 1-302,0 4 331,1 0 330,-1 0 0,17 11 0,3 2 0</inkml:trace>
  <inkml:trace contextRef="#ctx0" brushRef="#br0" timeOffset="8">3704 7298 7576,'-5'6'2988,"3"5"-2283,-9-4 1,10 5 0,-3 1 2953,3-1-2588,1 0 1,0 1-783,0-1 0,0 0 1,0 1-1808,0-1 1,1-1 368,3-3-661,-3-2 833,10-1 240,-9-4-110,9 5 1,-9-12 0,5-2-178,-1-3 499,3-1 0,-7 0 1,2-2 301,-3-2 0,3 2 131,0-3 1,0 0 1629,-4 0-1009,0-5 1,0 9 0,0-4 0,0 2 3057,0-1-2735,0 2-330,0-4 13,0 12-1332,0-5 1,0 11-1217,0 0 0,0 5 2013,0 7 0,22 34 0,6 7 0</inkml:trace>
  <inkml:trace contextRef="#ctx0" brushRef="#br0" timeOffset="9">4147 7310 7574,'0'-12'2240,"0"-1"-1323,0 6 0,-1-4 661,-3 3-758,2 3-212,-9-6-382,5 10 1,-7-5 0,0 6 1,-4 0 0,2 6 0,-4 2 0,0 3 548,0 1 0,0 2-97,-2 2-245,3-2 1,11 8-1,3-5-591,3 3 1,8-5 0,5 2-1,7 0-1953,5-1 0,6 1 313,2-5 1308,-2 0 489,6-5 0,28-23 0,-25 2 0,0 0 0</inkml:trace>
  <inkml:trace contextRef="#ctx0" brushRef="#br0" timeOffset="10">1317 12503 7575,'-11'12'0,"1"1"1047,2-1 1,4-4-1,-3 0 254,2 2 0,-1 1-778,2 1 0,3-4-505,-3 1 0,4-1 1,2 4-20,2 0 0,5-3-216,-5-1 196,0 0 0,0 0-1317,0 0 323,0-5-2279,-4 3 3294,0-6 0,6-44 0,0-11 0</inkml:trace>
  <inkml:trace contextRef="#ctx0" brushRef="#br0" timeOffset="11">1280 12245 7573,'-12'0'0,"-1"0"0,1 0 1136,0 0 1,5 1-1163,3 3-178,2-2 0,9 3 0,4-4 204,4 3 0,45 3 0,7 6 0</inkml:trace>
  <inkml:trace contextRef="#ctx0" brushRef="#br0" timeOffset="12">1588 12478 7573,'0'-8'0,"0"0"849,0-1 0,0-2 826,0-2 0,0 1-1002,0 0 1,0 3-1,-2 3 57,-2 0-406,3-3 1,-9 6-1,5-4 554,-2 2-672,-1-5 1,-1 9 0,1-4 76,-1 4 0,2 7 1,-1 3-469,-2 6 171,5 4 0,-6 10 0,4 1-195,0 2 0,0-1 0,4 3 0,-1-2 0,1-2 0,3-3-1476,5-1 1252,-4-7 1,10-2 0,-3-8-1,3-2-538,1-1 629,1-2 150,4-10 30,-3-6 0,4-3 0,-7-7 0,-2-3-25,0-2 1,-3-6-34,3 4 28,-4-5 560,-5 3 1,0-5 0,0 3-169,0 5 0,0-2 0,-1 1 30,-3 2-758,2 6 0,-7 3-1347,5 6 1,-2 5 1874,2 3 0,19 25 0,0 6 0</inkml:trace>
  <inkml:trace contextRef="#ctx0" brushRef="#br0" timeOffset="13">1723 12540 7573,'7'-1'1657,"-2"-2"-458,1-1 0,0-6 0,7 2 170,-1-3-1077,0-1 0,-1-1 0,-1 1 23,-2 0-258,0 0 0,1-1-88,-1 1 1,-6 0 106,3-1 0,-4 1-20,-1 0 0,-1 4 0,-4 1 345,-3 1-415,-3 2 1,-1 4 0,0 1 280,-1 4 0,1 1 0,0 8 260,-1 3-489,1-4 1,5 10 0,3-2-901,3 2 654,1 2 1,0-2 0,0-1-496,0-2 0,1-5 0,5 2 0,5-3-3299,4-2 3449,1 0 0,1-1-314,-1-3 0,0-2 867,-3-6 0,26-22 0,8-5 0</inkml:trace>
  <inkml:trace contextRef="#ctx0" brushRef="#br0" timeOffset="14">1981 12429 7573,'0'7'391,"0"0"1,0-3 754,0 4 0,0 3-189,0 1-578,0 1 0,0-1 0,-1 0 0,-2 1 875,-1-1-959,0 0 1,4 1-226,0-1 0,0 0-842,0 1 0,4-8-714,0-5 1,6-5-100,-2-8 1240,-3-5 0,2 5 0,-4-4 35,1 4 119,0 0-1,2 1 415,-5 0 1,6-1 0,-4 1 109,1 0 1,1 1-87,-1 3 411,-2-3 0,9 9-278,-3-2 0,-1 3-107,1 1-488,-5 0 1,3 0 151,-1 0 1,-3 4 269,6 0 0,-3 4 1,1-2 186,0 1 0,-1 0 0,-2 2 23,1-1-284,0 0 1,-2 5 0,0-1-568,2 0 281,1 1 0,-5-1-178,0 0 1,4 1 154,0-1 0,0 0-1690,-4 1 838,5-1-714,-3 0 920,9-5 822,-10-2 0,10-5 0,18-49 0,-9 18 0,-1 1 0</inkml:trace>
  <inkml:trace contextRef="#ctx0" brushRef="#br0" timeOffset="15">2289 12552 7573,'0'13'0,"0"-1"0,0 0 1925,0 1-1388,0 4 0,0-2 0,1 6-76,3 1 1,-1 1-1,5 2-113,2-1-290,-5 6 1,5-4-1,-6 4-351,-1 0 1,-2-4-1,-1 2-39,0-6 187,0 1-63,0-9 1,-5 2-1,-2-9-263,0-7 1,0-6 0,4-7 0,-1-4-286,2-3 0,0-3 0,2-2-74,0 0 830,0 1 0,2-6 0,2-2 0,4 1 0,3-5 0,-3 9 0,0-6 0,0 4 0,5-4 0,0 7-93,4 2 1,-3 1 59,2 6 964,-2 1 0,-2 5 1,0 3 226,1 4-319,-1 2 0,-4 8 0,-1 3 234,-2 6-867,-1-1 1,-4 8-1,-1-4-312,-3 1 0,-3-3 0,-5 3 0,0-1-353,-1-3 0,1-1 1,0-2-1,-1 0-456,1 1 0,0-5 1,-1-1-223,1-2 485,5-1-305,-4-4 779,10 0 1,-5-1 177,6-3 0,11-3 0,15-11 0,6-4 0,8-1 0,-1 0 0</inkml:trace>
  <inkml:trace contextRef="#ctx0" brushRef="#br0" timeOffset="16">2732 12491 7573,'0'-8'1079,"1"-1"2190,3 0 1,-2 2-629,2-1-2073,-3 5 1,-2-7 0,-3 6-110,-4 2 1,-5 4-943,-3 2 0,1 10 231,-6-2 409,6 9 1,-7-2 0,6 6 225,1-1-336,1-5 0,2 5 0,1-4 1,3 2-420,4-1 0,2 0 0,2-4 145,0-2-1047,6-1 1,-2-8 0,7-1 33,3-4 0,1-1 0,-3-1 0,0-4 574,1-3 0,-1-3 1,0-1-1,-1 0 700,-3-1 0,2 0 1,-6-2-1,-1-2 0,-2 2 0,0 0 0,2 0 0,1-1-240,-1 1 0,-2 1 0,-1 2-1044,0-1 1250,0 7 0,11-5 0,3 4 0</inkml:trace>
  <inkml:trace contextRef="#ctx0" brushRef="#br0" timeOffset="17">2880 12331 8293,'-2'12'3083,"-2"0"0,3 1-2709,-3-1 1,2-4-1,2 0 1,0 2-605,0 1 0,0 3 0,2 1 0,0 1 0,3 0 0,-3 1-1818,0-1 1390,3 6 0,-4-4 0,4 2 0,-4-3 0,-1-3 0,-1-2 0,-2 0 658,-1 0 0,-2-3 0,2-2 0,-4-2 0,1-5 0,-1-5 0,0-2 0,1-3 0,-3-1 0,6-1 0,0 0 0,-1-1 0,3 1 0,-2 0-47,3-1 1,1 5 459,0 0 0,1 4 0,3-3 0,4 2-21,3 2 0,3 1 0,1 1 0,3-2-494,1-1 1,-3-1 0,5 2 0,-1-1 180,0 1 0,2-2 0,-5 1 0,1-1-79,0 0 0,4 4 0,-3-5 0</inkml:trace>
  <inkml:trace contextRef="#ctx0" brushRef="#br0" timeOffset="18">3126 12540 12615,'8'-4'706,"-1"-2"1,-2 0-457,-2-4 1,2 3 0,0-1-1,-1-2-96,1-1-157,-3-1 0,3 0 0,-6 1 0,-3 3 35,-5 4 1,2 2 0,-1 4 0,-1 2-1,-1 4 1,1 4-329,0 5 1,7-2-1,-2 4 1,1-1-1,0-2 1,-1 0-864,1 1 0,3-1 0,3-3 0,2-1 0,2 0 1159,3 0 0,28-16 0,9-4 0</inkml:trace>
  <inkml:trace contextRef="#ctx0" brushRef="#br0" timeOffset="19">3347 12515 11950,'0'9'916,"0"-1"-970,0 1 1,-4 2-1,0 2 1,0-1-1,0 0-170,0 1 1,0-5-1,4 0-1889,0 2 1764,0-5 0,0-1 0,0-8 1,0-4-1,1-3 0,2-1 1,2 1 340,2 2 0,0-2 0,2 5 0,0-1 0,-1 1 0,0 2 299,0 0 139,1 0 1,-1 4-1,0 1 1,0 3-1,0 5 1,1 2-1,-1 2 217,-1 4-1102,4-4 0,-5 9 0,5-5 1,-1-2-1,-2-2 0,2 0 0,1-2 455,1-3 0,0-19 0,0-10 0</inkml:trace>
  <inkml:trace contextRef="#ctx0" brushRef="#br0" timeOffset="20">3655 12294 7573,'5'-7'2395,"4"3"1,-3 3-1898,3 1 1,-3 1 0,4 4-1,-3 9-651,-2 9 26,5 7 1,-9 13 0,3 2 0,-2 3 0,-2 2 0,0 2-1,0 2-1573,0-2 523,0-7 0,-4-8 1,0-10 1176,1-5 0,18-64 0,5-21 0</inkml:trace>
  <inkml:trace contextRef="#ctx0" brushRef="#br0" timeOffset="21">3692 12565 7573,'-18'0'407,"4"0"1,-2 1-1,2 2 1559,2 1 0,4 1 0,2-2 0,5 1 0,9-1-746,10-2 0,8-2 1,12-3-1,2-4-4007,1-3 1,5-2 2009,0 1 777,1-6 0,-14 2 0,0-3 0,2-4 0,0 1 0</inkml:trace>
  <inkml:trace contextRef="#ctx0" brushRef="#br0" timeOffset="22">541 7187 7594,'0'-7'370,"0"0"3220,0 3-1773,0 3-773,0-5-456,0 6-392,0 0 0,0 6 0,0 3 192,0 6-338,0 4 0,-4 6 0,0 0 290,2-1-671,0 6 0,-2-4 0,0 3-731,1-3 1,2-3 0,2-2 0,3-6-947,5-6 0,6-3 2008,1-6 0,22-49 0,-18 18 0,0 0 0</inkml:trace>
  <inkml:trace contextRef="#ctx0" brushRef="#br0" timeOffset="23">751 7002 7599,'0'13'604,"0"-1"1,0 0 0,1 0-1,3 1 2499,4-1-2506,9 0 0,2 2-47,6 2 0,-1 4 0,1 6 0,-1 1-444,1 2 1,0 5 0,-4-1 0,-3 2 0,-7 2 0,-4 0 479,-4 0-1949,-7 0 0,-9 0 0,-9 0 0,-5-2 97,-6-2 1,-2 1 0,-4-5 0,1-2-45,1-1 1310,-2-7 0,7-12 0,-5-8 0</inkml:trace>
  <inkml:trace contextRef="#ctx0" brushRef="#br0" timeOffset="24">468 12343 8533,'5'-7'4150,"2"-4"-4129,5 10 86,-5-4 0,0 5 252,-3 0-362,3-6-187,5 5 0,-5 1 1,-3 8-51,-3 3 35,-1 1 1,-4 5 0,-1 0 85,-2 2 1,3 2 0,-3 2-1,0-1 173,0-1 1,3-5 0,-2 3 0,0-1 211,3-3-30,2-1 1,-3-1 0,0 2 95,1 2-388,2-1 1,6-9-149,2-2 0,1-5 1,0 0-1,2 0-193,1 0 1,1-1 166,0-3 1,-3 1-42,-1-5 0,-1 4 11,1-4 0,1 4-359,-4-5 0,4 3-23,-1-3-60,-2-2 1,5 6 701,-3-3 0,8-30 0,4-4 0</inkml:trace>
  <inkml:trace contextRef="#ctx0" brushRef="#br0" timeOffset="25">714 12195 7599,'7'0'0,"4"0"1395,-3 0-874,3 0 0,-3 7 814,0 6 1,-5 10-662,1 10 0,-3 8 168,-1 4 0,-1 8-600,-3 5 1,1 3 0,-5 2 0,-2-3 214,-1-8-824,-1-1 1,4-17 0,0 1-1,-2-3-936,-1-5 818,-1-6 485,0-3 0,-23-12 0,-4 0 0</inkml:trace>
  <inkml:trace contextRef="#ctx0" brushRef="#br0" timeOffset="26">4627 7027 7576,'-7'-6'6583,"2"4"-4293,5-7-3018,0 7 0,1-4 443,3 6 0,-1 0-1859,5 0 729,-5 0-905,2 0 2320,1 6 0,-10 39 0,2 15 0</inkml:trace>
  <inkml:trace contextRef="#ctx0" brushRef="#br0" timeOffset="27">4639 7298 7576,'-6'0'2470,"-5"0"-1848,4 0 1,0-2-719,3-2 0,4 1 96,4-5 0,36-11 0,13-7 0</inkml:trace>
  <inkml:trace contextRef="#ctx0" brushRef="#br0" timeOffset="28">6141 7150 7584,'0'-8'2458,"0"-1"-690,0 7-983,0-4-671,0 6 1,0 2-1,0 3 1,0 6-100,0 4 0,0 7 0,0-3 1,0 3-33,0 3 0,0-8 0,-2 9-98,-2 2 83,3-4-61,-5 6 0,6-1-101,0 0 0,-1 1 0,-2-3-783,-1 2 0,0 1 131,4-1 492,0-3-725,0 4 0,0-7 1079,0-2 0,22-20 0,5-9 0</inkml:trace>
  <inkml:trace contextRef="#ctx0" brushRef="#br0" timeOffset="29">6375 7396 9880,'-7'0'1480,"1"0"1,16 0-1150,2 0-457,3 0 0,-1 0 0,1 0-281,1 0 0,2 0 0,-3 0 1,3 0-501,1 0 0,-3 0 1,4 0-911,-3 0 1817,5 0 0,36-11 0,-22 4 0,0 0 0</inkml:trace>
  <inkml:trace contextRef="#ctx0" brushRef="#br0" timeOffset="30">7051 7113 7580,'7'1'360,"-3"3"644,-2 5 1,-1-1 0,2 3-485,1 2 1,0 8-1,-4-1 1,0 5-365,0 4 1,-4 2-114,0 6 1,-4 0-601,4 0 1,-5 0 399,5 0 1,-1-4-551,1-1 0,2-8-99,-2 0-522,3-7 1,2-5 1327,3-8 0,14-30 0,8-8 0</inkml:trace>
  <inkml:trace contextRef="#ctx0" brushRef="#br0" timeOffset="31">7064 7396 7580,'-13'0'0,"5"0"0,1-1 511,2-3 1,2 2 1347,7-2 0,9 3-313,7 1-1506,3 0 0,2-4 1,1 0-1,1 1-401,2 1 0,-2-2 1,-5 0-665,-1 1 1,-2 2 0,3 1 0,-3 0-1257,-1 0 2281,-2-5 0,-9-2 0,-2-6 0</inkml:trace>
  <inkml:trace contextRef="#ctx0" brushRef="#br0" timeOffset="32">7396 7064 7580,'-8'5'598,"1"3"647,2 3 1,0 3 0,5 4 577,0 6-1442,0 1 1,0 12-1,0-1-25,0 3-316,0 2 1,0-4-372,0 0 0,0 0 201,0 0 113,0-6-172,0-1 0,0-6 1,0-2-1733,0-2 0,6-5 1921,2 1 0,8-29 0,4-9 0</inkml:trace>
  <inkml:trace contextRef="#ctx0" brushRef="#br0" timeOffset="33">7962 7458 8795,'8'0'1512,"1"0"-987,0 0 0,2 0 1,1 0 81,1 0-434,-1 0 1,6-5 0,2 1-49,3 2 1,2-4 0,1 1 257,3-2-442,2 4 0,6-4 0,0 5-93,0-3 0,0 0 1,0 2-495,0-1 521,-6 0 1,-1 3 0,-5-2 0,1-3 0,1 1 0,1 0-588,-5 2 587,1 1 1,-9-2 0,5 0 80,-3 1 1,0 2-107,-5 1 24,-5 0 253,4 0 0,-8 0 1,3 1 88,0 4 0,-1-4 31,-1 3-184,-2-3 1,5-1-305,-3 0 223,-3 0-115,5 0 268,-6 0 1,0-1 178,0-3 0,-2 3 0,-2-4 612,-4 4-413,-3-4-158,-1 3 0,-1-5 0,1 5 419,0-2-487,5-1-54,-4 5 1,8 0 149,-5 0-295,5-5 118,-2 4-1396,5-5 689,5 6-144,2 0 0,5 4 0,1 2-307,-1 1 606,-5-5 1,3 9 766,-6-3 1,0 3 0,-6 0 0,-2-1 41,-4-2 1,-4 0-1,-3 5 1,-3-1 236,-1 0 1,0 1-1,-2-3-1256,5-1 70,8 2 486,-3-5 0,47-4 0,7-4 0</inkml:trace>
  <inkml:trace contextRef="#ctx0" brushRef="#br0" timeOffset="34">9550 7150 7926,'-7'-6'4437,"1"5"-4075,6-4 1,-1 5-1,-2 1 1,-1 3-1,1 6 946,2 5-1248,-4-2 0,3 16 84,-3-8 0,3 10-267,-2-2 1,3 2-1,-3 6-745,2 0 1,4 1 414,2 3 0,3-2-859,5 2 1,2-3 589,2-1 0,5-2 22,7-2 1,-2-4 699,3-9 0,24-18 0,6-10 0</inkml:trace>
  <inkml:trace contextRef="#ctx0" brushRef="#br0" timeOffset="35">10042 7224 7578,'-7'5'912,"-3"-2"0,6 5 0,2 2 417,0 1-1057,2 1 1,-1 6-153,-3 2 0,2 8 0,-2 2 0,3 1 168,1 3 0,0 0 0,0-1-427,0 3 0,0-6 1,0 4-1,0-2-1215,0-2 1,1-6 0,2-3-568,1 1 1194,0-5 727,-4-4 0,6-19 0,1-7 0</inkml:trace>
  <inkml:trace contextRef="#ctx0" brushRef="#br0" timeOffset="36">9931 7248 7578,'-12'-5'2289,"-1"4"-691,7-5-840,0 1 0,8 3-349,2-2 1,7 3-493,5 1 1,5 0 116,-5 0-210,6 0 1,-7-2 0,5 0 84,2-2 0,-3-1 0,1 5 0,-3-1-91,-2-3-306,4 3 0,-5-5 0,4 6-633,0 0 0,-9 6 0,4 2 1121,-2 3 0,-22 34 0,-4 8 0</inkml:trace>
  <inkml:trace contextRef="#ctx0" brushRef="#br0" timeOffset="37">9968 7741 7578,'-18'12'0,"5"0"0,-4 1 3370,9-7-2574,2 0 0,16-6 0,4-2 0,4-2-225,3-4 0,3-3-283,0-1-521,1 0 0,-2-1 0,-1 1 0,-2 0-883,2-1 0,-2 1 0,-1 1 104,-2 3-1352,0-3 2364,-5 10 0,0-5 0,1 6 0</inkml:trace>
  <inkml:trace contextRef="#ctx0" brushRef="#br0" timeOffset="38">10497 7470 7573,'-8'0'2228,"0"0"0,6 0-273,2 0-1346,11 0-354,3 0 0,5 0 1,-2 0-681,3 0 0,2 0 0,0-2 0,-3 0-3661,-1-2 4086,4 0 0,13-7 0,10-3 0</inkml:trace>
  <inkml:trace contextRef="#ctx0" brushRef="#br0" timeOffset="39">11051 7211 7573,'-5'7'246,"3"4"0,-9-4 0,4 5 0,-1 2 1805,0 2-1068,5 4-395,-8 4-155,10 1 1,-6 1-1,4 2 1,-1 5-211,2 3 1,0-3-1,2-1 1,0 3-507,0 0 0,0-3 0,0-4-1877,0-2 1662,0-1 1,0-5-1,2-2-1836,2-4 1698,-3-4 0,6-10 273,-3 0 1,-3-6 362,3-2 0,2-4 0,-2-5 0,0-2 0,-4-6 0,1 1 0,2-1 0,1 2 0,-1 2 0,-2-2 0,-1 9 0,0-2 0,0 2 981,0 2 1,-4 0 1385,0-1 1,0 1-1696,4 0 1,1 5-1,4 3 1,3 3-700,3 1 1,1 0-63,0 0-146,1 0 1,-1 0-1,2 0-898,2 0 1,-2-5 65,2 1 290,-2 0-300,-2-1 0,4 2 0,1-5 759,-2-2 1,-3-1 0,-4-1-1,-2 0 318,-1-1 0,-2 1 0,5 0 0,-5-1 0,1 1 0,-1 0 0,0 0 0,1-1 0,0 1 0,-4 4 543,0 0-112,0 5-271,-6-3 892,5 6 0,-9 6 0,6 2 0,0 3-185,-1 1 1,3 5 0,-2 0-427,3 3-297,1 0 0,0 5 143,0-1-293,0 1 197,0 0 1,0-1-154,0 1 0,0-1 0,0 1 0,0 1-510,0 3 1,1-3 0,2 1 0,2-4-1369,2-2 1,-3-2 860,5 1-676,-7-7 827,9-2 828,-4-10 0,22-28 0,4-14 0</inkml:trace>
  <inkml:trace contextRef="#ctx0" brushRef="#br0" timeOffset="40">11580 7101 7573,'0'12'4171,"6"2"-3473,2 2 0,3 9 1,1 7-1,2 5 606,2 4-1068,-2 3 0,8 5 1,-6 2-169,-1 2 0,-7-3 1,-4 0-325,-2-3 1,-4-8 0,0 2 146,-2-2-307,-11-8-29,6-6 247,-8-2-691,-1-9 0,4 3 1,-2-6-1,2-1-2510,2-2 3399,-1-5 0,-10-31 0,-3-13 0</inkml:trace>
  <inkml:trace contextRef="#ctx0" brushRef="#br0" timeOffset="41">11937 6941 7573,'1'8'2991,"2"0"-488,1 2-1930,0 1 1,-4 1 0,-1 2-335,-3 2 1,1 3-143,-5 6 1,5-1-490,-1 1 350,-3 0 0,6 2 0,-3-1-1125,2-3 1,2-6 0,0-1-2310,0-2 2262,0-8 1214,6 0 0,6-50 0,7-10 0</inkml:trace>
  <inkml:trace contextRef="#ctx0" brushRef="#br0" timeOffset="42">11789 6941 7573,'-6'-6'0,"-5"-1"0,9-1 2208,-2 0 0,3 4-1248,1-4 1,7 5 0,4-1 0,5 2-388,3 2 0,2 2 0,5 1-574,2 1-14,-2 5 0,6-3 1,-5 3-1711,2-1 1253,-1 1 1,1-2 471,0-3 0,32-25 0,-28 7 0,0 1 0</inkml:trace>
  <inkml:trace contextRef="#ctx0" brushRef="#br0" timeOffset="43">12466 7507 7573,'-7'0'667,"2"1"-348,5 3-194,0-2 105,0 3-263,0-5 3465,0 0-2963,5 0-250,-3 0 1,5 0-175,-3 0 1,2 0 0,7-1-83,-1-3 0,2 2 0,1-2 1,1 3-131,-1 1 1,3-4 0,0 0-534,1 1 524,-4-4 0,8 4 0,-2-4-626,2 2 571,2-5 1,1 8-182,2-7 1,-2 5 68,3-4 1,-7 5 102,-2-1 1,0-1 37,0 1 1,-2 0 301,-6 4 0,0 0-24,1 0 40,-1 0 0,0 0 254,1 0-172,-1 0-127,0 0 36,1 0-38,-7 0 1,5 0 0,-2 0 0,1 0-180,3 0 0,-1 0 0,0 0 0,-3 0 17,-1 0 0,0 0 142,4 0-117,-5 0-5,4 0 205,-10 0-4,5 0 361,-6 0 425,0 0-461,0-6-117,0 5 1,0-6-73,0 3 0,-6 1 194,-2-5 0,1 5 77,-1-1-205,-5 3 154,-1 1 1,-4 0-1,6 0 442,-1 0-589,1 0-178,0 0 0,0 0-76,-1 0-1222,6 0 307,2 0-273,16 0 1,-3 0 430,9 0 0,-2 0 136,1 0 0,-2 0 18,2 0 559,-2 0 0,-2 0-269,0 0 1555,-5 0-642,4 0-348,-10 5-185,5-3 1,-6 8 1837,0-1-1454,-6 2 1,0 1-1421,-7 0 1,5 2 203,0 2-1277,0-2 1959,1 4 0,-26 21 0,-1 8 0</inkml:trace>
  <inkml:trace contextRef="#ctx0" brushRef="#br0" timeOffset="44">14078 7125 7573,'0'-8'0,"0"0"1976,0-2-1014,0 5-601,0-1 757,-5 1 0,2 4-306,-5-4 0,-2 5 1,-3 5 249,0 3-813,-7 3 1,12 6 346,-9 4-383,-2 2 1,4 7-1,-4 2-127,1-1 0,2 9 0,5-3 1,3 2-457,3 4 1,5-5 0,6 4-3026,6 1 2479,6-5 1,12 2 0,2-6-2435,-1 0 3350,5-6 0,1-18 0,6-3 0,6-1 0,1 1 0</inkml:trace>
  <inkml:trace contextRef="#ctx0" brushRef="#br0" timeOffset="45">14706 7224 7573,'-8'0'798,"0"0"1,1 1-1,-3 2 237,2 1-642,5 6 0,-2-8 1,5 6-252,0 2 1,0 6-1,0 5 1,0 2-180,0 2 0,4 1 76,0 2 1,4 4-922,-4 5 569,0-6 0,0 3-465,1-5 1,-1 1 0,-3-2-1,2-1-1014,1-4 1389,0-4 403,-4-6 0,0-6 0,5-2 0,2-32 0,6-8 0</inkml:trace>
  <inkml:trace contextRef="#ctx0" brushRef="#br0" timeOffset="46">14497 7211 7573,'-13'0'2178,"5"5"65,0-1-959,5 0-823,3-4-135,7 0-115,11 0 1,1 0-288,6 0 0,5 0 0,1 0-453,1 0 1,3-4 377,-2 0 0,1-5-746,-1 5 1,-4 0 306,-9 4 1,2 0-1788,-6 0 1374,1 0 499,-10 6 504,-2 6 0,-21 14 0,-12 5 0,1 6 0,0-1 0</inkml:trace>
  <inkml:trace contextRef="#ctx0" brushRef="#br0" timeOffset="47">14435 7704 7573,'-7'5'2163,"2"-3"0,10 3-1646,4-5 1,8-5 85,8-4-450,5 4 1,7-6-1,1 3 1,2-3-283,1-2 1,-1 5 0,-8 1-300,-3 2 0,-4-3 281,-5 4 122,-2 0-1991,-6 4 1,-4 0 2015,1 0 0,-12 0 0,2 0 0</inkml:trace>
  <inkml:trace contextRef="#ctx0" brushRef="#br0" timeOffset="48">15161 6965 7573,'-7'0'720,"2"6"1,1-3-1,0 5 774,1 1-1317,2 2 1,5 2-1,1-1 1,1 0-1,1 0 1,-1 2-4,4 3-156,-5-4 38,6 10 1,-9-5-436,2 3 0,1-3 0,-1-6-1185,-1 0 1,-2 0 261,-1 1 1302,0-6 0,6-40 0,1-15 0</inkml:trace>
  <inkml:trace contextRef="#ctx0" brushRef="#br0" timeOffset="49">15050 6941 7573,'-12'0'0,"0"0"0,0 0 0,-1 0 1709,6 0 1,5 0-1255,10 0 0,6 0 0,12 0 1,1 0-271,2 0 0,5 0 0,-3 0 0,1-2-1171,-4-2 1,-2 3-1,-1-3 1,0 1-1545,-1-1 2530,-5 3 0,-6-10 0,-8 4 0</inkml:trace>
  <inkml:trace contextRef="#ctx0" brushRef="#br0" timeOffset="50">15370 7470 7573,'9'0'1849,"-1"0"1,1 0-73,2 0-2029,7 0 1,-3 0 0,7 0 0,3 0 0,2 0 251,0 0 0,8-7 0,6-3 0,2 0 0,0 0 0</inkml:trace>
  <inkml:trace contextRef="#ctx0" brushRef="#br0" timeOffset="51">15924 7273 7573,'-1'-7'2653,"-2"2"-1977,-1-1 0,0 6 0,4 0 0,0 7-398,0 4 1,0 3-79,0 2-394,0 3 1,4 2-1,1-1 1,1 2 0,1 1-1,-2 2 1,2 0-1277,0-1 1,-3-1-1,3-1 1470,-2-1 0,10 10 0,-1 8 0</inkml:trace>
  <inkml:trace contextRef="#ctx0" brushRef="#br0" timeOffset="52">15949 7482 7573,'0'-12'2877,"5"0"-2661,2-1 1,5 5 0,1 1 0,-1 2 50,0 2 0,1 2 0,-1 1 0,0 0-216,1 0 0,-1 0 1,0 0-1,1 0-563,-1 0 1,4 1 0,1 2-1,-2 1-714,-2-1 1,0-2 0,-1-1 1225,0 0 0,12-22 0,1-5 0</inkml:trace>
  <inkml:trace contextRef="#ctx0" brushRef="#br0" timeOffset="53">16269 7187 7573,'-13'0'190,"5"0"0,0 1 788,-1 3 1,3-1 0,2 5-556,3 2 1,1-3 0,1 2 0,3 4-224,4 2 0,-1 6 0,1 0 0,0 2-52,-1 2 1,3 1 0,-6 1 0,0 3-250,2 2 1,-5-5 0,4 2 0,0-3-732,-1-2 1,4-3 0,-3-2 0,1-1-1957,-1-3 2788,5-7 0,8-24 0,8-12 0</inkml:trace>
  <inkml:trace contextRef="#ctx0" brushRef="#br0" timeOffset="54">16441 6941 7573,'0'12'240,"0"0"0,0 1 0,0-1 2236,0 0-2192,0 1 0,0-1 0,0 0 0,0 0 0,0 2 0,1 1 0,2 2 880,1-2-1427,6-2 0,-7 0 0,3-1 0,1 0 0,-1 1 1,-1-1-1,-1-1-3807,2-3 2836,-5-3 1234,5-5 0,-1-43 0,2-12 0</inkml:trace>
  <inkml:trace contextRef="#ctx0" brushRef="#br0" timeOffset="55">16392 6928 7573,'-12'0'1057,"3"0"108,1 0 0,4 0 0,-1 0-716,3 0 1,5-1 0,9-2 0,2-1-590,2 1 1,-1 2-1,6 1 1,1 0-358,1 0 0,2 0 1,-1 0-1,-1 0-1160,-2 0 1,2-4 1656,-2 0 0,7-6 0,4 3 0</inkml:trace>
  <inkml:trace contextRef="#ctx0" brushRef="#br0" timeOffset="56">16958 6990 7573,'8'0'989,"-1"1"0,0 2 0,-2 2 1961,1 2-2669,3 2 1,0 4 0,6 4 0,2 4 0,3 7 0,1 6 0,3 4 639,0 3-933,1 6 1,-2-8 0,-2 5 0,-6-1-1,-6-4 1,-5-2 0,-4-3 161,-4-1 0,-8-5 0,-9 0 1,-3-2-201,-5-1 0,3-2 0,-3-1 0,3-3-137,2-1 1,5-2 0,2-5-3175,4-3 1,4-2 3360,1-6 0,5-11 0,-2-3 0</inkml:trace>
  <inkml:trace contextRef="#ctx0" brushRef="#br0" timeOffset="57">17586 7458 7576,'6'0'910,"5"0"-424,-4 0-294,5 0 211,-5 0 1,4 0-1,-3 0-21,3 0 1,3-5 0,1 1 76,2 2-333,4-5 1,-1 4 0,4-4-1,1 2-39,-1 2 0,1-2 0,0 0-84,-1 3 0,1-4 1,-1 2-1,1 1 1,0 2 1,1-3-55,2 0 92,-2 0 1,6 2-1,-5 0 1,2-2-249,-2 1 0,3 1 0,-1 2-81,-2 0-65,-1 0 147,-1 0-1,-6 0 165,4 0 1,-9 0 0,2 2 25,-2 2 1,-6-3-29,0 3-48,1-2 139,-2-2 0,-1 0 59,-2 0-109,-2 0 635,3 0 410,-5 0 1050,0 0-1777,-5 0-242,3-6 83,-8 5 1,3-9-1,-4 5 654,3-2 1,-3 3-30,2-4-637,4 5-5,-6-3 1,8 2-1,-5-1 86,-2-2 3,5 4-378,-6-2 163,10-1-19,-5 5-704,6-4 1,2 0-178,2 1 0,3 0 170,5 4 364,-5 0 1,4 0-1,-3 2 538,3 2 0,0 3 80,-3 5-2,-3 0 0,-5 0 1,0 1-1,0-1 268,0 0-391,-5 1 0,-1-1-2,-2 0 1,-3 5-2,3-1 1,-1 1-1001,0-5 1,0 0 94,5 0 440,-6 1 327,9-1 0,-10 0 0,4 1 0</inkml:trace>
  <inkml:trace contextRef="#ctx0" brushRef="#br0" timeOffset="58">19087 7064 7573,'0'-7'-243,"0"0"1470,0 3 0,0 1 894,0-5-889,0 5-393,0-8 0,-1 6-135,-4-3 1,0 4 0,-5 8 107,2 4-426,0 3 0,-4 7-194,-1 1-252,1 11 0,0 1 0,1 8 0,3 2-660,4 4 0,2 3 128,2 1 1,2 1 0,2 2 0,5 2-2743,6-2 1899,4-2-234,1-6 1166,3-2 503,-4-5 0,27-27 0,6-7 0</inkml:trace>
  <inkml:trace contextRef="#ctx0" brushRef="#br0" timeOffset="59">19665 7211 7573,'0'14'0,"-1"1"0,-2 2 0,-2-1 1604,-2 2-1019,4 1 1,-2 5-87,5 1 0,0 0 0,0-1 0,0 1-257,0 0 0,1-1-218,3 1-411,-2-1 0,4 1 1,-3 0-1,1-2-1795,-1-3 1175,-2-2 503,-1-6-143,0-5 1,0 0 646,0-3 0,6-30 0,1-2 0</inkml:trace>
  <inkml:trace contextRef="#ctx0" brushRef="#br0" timeOffset="60">19542 7273 7573,'-12'-10'495,"0"-2"0,-1-3-99,1 3 208,5-1 1,2 5 0,5 0 242,0-2-145,0 5 1,7-2-1,3 4-423,6-1 0,5 0 0,0 4 0,4 0-398,3 0 1,-2 0 0,4 0 0,0 0-538,3 0 0,-3 0 274,-1 0-604,-3 6 0,-3-5 0,-2 5 0,-5-1-232,-2 3 0,-6-1 1218,0 1 0,-27 11 0,-3 7 0</inkml:trace>
  <inkml:trace contextRef="#ctx0" brushRef="#br0" timeOffset="61">19579 7618 7573,'-12'5'2647,"5"2"-1228,-4 0-364,10 4-394,-5-5 0,8 7 1,2-2-488,4-3 1,4-1-118,5-3 1,-2-3-365,5 3 285,-5-2 1,8-2 0,-2 0-451,2 0 1,-2 0-1,-2-2-2161,-1-2 1516,4 3 0,-7-6 51,5 3 1066,1-3 0,20-16 0,4-3 0</inkml:trace>
  <inkml:trace contextRef="#ctx0" brushRef="#br0" timeOffset="62">20342 7371 11980,'8'-1'988,"1"-2"0,0-1 1,3 0 845,5-1-1882,2 3 1,6-5 0,1 5-1,1-4 1,3 1 0,0-2-1,0 1 1,-2 1 0,-2 2-6590,-2 2 6637,-5 1 0,-23 0 0,-11 0 0</inkml:trace>
  <inkml:trace contextRef="#ctx0" brushRef="#br0" timeOffset="63">21130 7211 7573,'-7'0'2848,"1"0"-2089,6 0 69,0 0 1,0 6-462,0 2-224,0 3 1,0 5-346,0 1 207,0 5 0,0-3 1,0 5-37,0 1 1,0 0 0,0-1 0,0 2-588,0 3 0,0-7 1,0 3-1264,0-2 1179,6 0 1,-5-2-778,3-1 966,3-5 513,-5 3 0,9-11 0,-5-24 0,7-10 0</inkml:trace>
  <inkml:trace contextRef="#ctx0" brushRef="#br0" timeOffset="64">21191 7445 7573,'0'7'1062,"6"4"0,-4-10-542,7 3 1,-7-1 103,3 1-592,1-2 1,1 3-1,6-5 294,-1 0-428,0 0 146,0 0 1,6 0-484,-4-5 0,8 2 0,-4-5 0,-1 0-921,1 1 1,0-3 930,-2 6 1,-2-6-1,2 4 429,-2-1 0,-7-10 0,-2 4 0</inkml:trace>
  <inkml:trace contextRef="#ctx0" brushRef="#br0" timeOffset="65">21474 7175 7573,'0'-7'1393,"0"1"-931,0 6 28,0 0 34,-5 0-341,3 6 1,-3-4 0,5 7 78,0 0 1,0 6 0,1 2 221,3-2-357,-2 4 1,7 1 0,-3 9-34,1 4-59,-5-3 1,8 10-431,-6-3 0,6 8 246,-2 0 0,1-1-801,0 1 1,2-7 458,-3-1 1,3-4 0,1-7-1,0-3 491,1-8 0,10-34 0,3-15 0</inkml:trace>
  <inkml:trace contextRef="#ctx0" brushRef="#br0" timeOffset="66">21117 7273 9147,'-6'-7'935,"0"2"1,6 6-834,0 3 0,0 3 1,0 5-1,0 1-53,0-1 1,4 4-1,0 2 1,-1 1-60,-2 3 1,-1 5-16,0 2-175,6 0 1,-5-5 0,5 2 0,-2 2-1,0 1 1,0-2 0,0-1-370,0-2 1,2-3 0,-4-2 0,4-1-203,1-3 1,-3-3 770,4-4 0,0-13 0,5-9 0</inkml:trace>
  <inkml:trace contextRef="#ctx0" brushRef="#br0" timeOffset="67">21782 6941 12775,'12'0'338,"1"1"1,-1 3-1,2 4 1,2 3-204,4 2 0,5 6 1,4 5-1,2 9 1,2 7-1,0 5-132,1 3 1,-4 1-125,-1 0 58,-9-5 0,-2 3 0,-6-5 0,-1 0 1,-2 1-1,-5-4 0,-3 0-24,-1-2 1,-5-1-1,-2 1 1,-1 0-388,-1 0 1,-3-4-1,-6-2 1,-1 0-62,-3-4 0,3-2 0,0-5 1,0-4-703,0-2 1,4-6 1236,-2 1 0,4-29 0,0-1 0</inkml:trace>
  <inkml:trace contextRef="#ctx0" brushRef="#br0" timeOffset="68">9660 9180 7575,'13'-5'-652,"-6"4"0,-1-6 1888,-2 3 0,-1 2 947,5-2-1096,-5 3-532,3 1-244,-6 0 0,0 1 0,0 3 501,0 4-558,0 3 1,0 2 98,0-1 0,0 4-120,0 1 1,0 5-210,0-2 1,0 3-82,0 2 1,-2 1 0,-1 1 0,-1 2-630,2-2-76,0-1 1,2-1-1,0-2-165,0-2 321,0-3 0,0-6 0,2-1-1783,2-3 1488,-3-2 555,5-6-116,-6 0 462,0-6 0,-6-45 0,-1-16 0</inkml:trace>
  <inkml:trace contextRef="#ctx0" brushRef="#br0" timeOffset="69">9525 9205 7575,'-12'-5'5244,"5"2"-4368,3-5 1,2 4-104,2-5-136,0 7 0,2-8 1,2 5-1,5-1 650,6 1-924,5-5-134,4 3 1,6-4-346,3 3 0,7-2 0,1 5-1258,-2-2 0,1 4 797,1-1 0,-8 3-1609,0 1 1,-7 1 1097,-6 3 0,-2-1-421,-6 5 807,-5 1 702,-1 3 0,-23 11 0,-3 3 0</inkml:trace>
  <inkml:trace contextRef="#ctx0" brushRef="#br0" timeOffset="70">9623 9525 7575,'-13'12'0,"-4"1"0,4-1 1604,-4 0 1,5-4-149,4 1-783,2-1 0,8 0 0,2-1-298,4-2 1,8-1 0,6-5-110,6-3-417,3 3-252,6-10 423,0 4-319,0-5 0,0-1 1,0 1-1,-2 1-1238,-2 3 1,1-2 620,-5 6 1,-4-1-1137,-5 1 1128,-5 2 924,3-3 0,-17 10 0,-2 2 0</inkml:trace>
  <inkml:trace contextRef="#ctx0" brushRef="#br0" timeOffset="71">10411 9353 7573,'0'-8'-1129,"0"-1"2538,0 0-270,0 3-260,0 1-364,6-1 1,0 5-1,7-3-180,-1 2 0,0 2 1,1 0-1,-1 0-88,0 0 0,5 0-21,-1 0-35,6 0-377,-8 0 1,9-4 0,-4 0-265,0 2 1,0-4 0,-4 1-2833,2-2 3282,-1 4 0,-9-19 0,-2 2 0</inkml:trace>
  <inkml:trace contextRef="#ctx0" brushRef="#br0" timeOffset="72">10977 9082 7573,'-7'12'0,"3"2"1232,3 2 0,-3-1 0,0 6 598,1 1-1305,2 1-257,1 7 1,0 6-512,0 5 1,4 0-1,0-6-814,-2-2 0,1 1 679,1-5 0,-2-2-968,2-6-261,3-3 199,-6-12 1408,10 0 0,-15-44 0,2-10 0</inkml:trace>
  <inkml:trace contextRef="#ctx0" brushRef="#br0" timeOffset="73">11002 9340 9498,'0'-6'1714,"0"-5"0,1 8-1549,3-5 0,4 4 1,7-5-1,3 0 58,1-2 1,2-1 0,4-2-4307,-1-3 3005,1 4 1,-1-10-1,1 3 1078,0 1 0,-6-4 0,-2 8 0,-6-4 0,-2 1 0,2 2 0,-10 3 0,-7 1 0,-7 0 0</inkml:trace>
  <inkml:trace contextRef="#ctx0" brushRef="#br0" timeOffset="74">11285 9008 7573,'-8'2'0,"-1"2"2231,7-3-1451,-9 10 1,9-4 455,-2 5 1,3 2-633,1 2 1,0 3 11,0 6-423,0 5 1,0 1-1,1 6-328,3 0 0,-1 0 107,5 0-496,-5 0 1,8-1 0,-4-2 0,1-3-2929,0-1 1775,-5-6 743,2-1 934,1-10 0,-5-6 0,5-8 0</inkml:trace>
  <inkml:trace contextRef="#ctx0" brushRef="#br0" timeOffset="75">11851 9353 7573,'-12'0'2683,"-1"0"-547,1 0-1350,0 0 92,5 0 1,8 0 0,10 0-687,4 0 0,7 0 1,0 0-1666,5 0 1190,-1 0 1,4-4 0,-5 0-590,0 1 1,-2-3-1,-1 1 1,-2-1-916,2 1 1,-4-5 1786,-2 2 0,-24-14 0,-7-4 0</inkml:trace>
  <inkml:trace contextRef="#ctx0" brushRef="#br0" timeOffset="76">11912 9205 7573,'-12'0'0,"0"0"2886,-1 0-915,7 0-1244,0 0 0,16 0-673,2 0 0,10 0 1,1 0-1,5 0-916,-1 0-559,4 0 1,-5 0 0,3 0 1420,-3 0 0,20-11 0,6-3 0</inkml:trace>
  <inkml:trace contextRef="#ctx0" brushRef="#br0" timeOffset="77">12922 9057 9722,'-6'13'580,"5"-1"1,-9 10-1,6 4 1,0 4-437,-2 4 0,4 6 0,-5 1-424,1-2 1,2 0-1,4-4 1,2-3-181,2-8 0,3-2 297,5-9 0,0 0-992,1-9 1,-5 0 1154,0-4 0,0-28 0,-2-15 0,3-1 0,1-1 0</inkml:trace>
  <inkml:trace contextRef="#ctx0" brushRef="#br0" timeOffset="78">12749 9045 7574,'-5'-7'0,"2"-4"1119,-5 3 1,5 1-489,-1-1 0,4 5-27,4-1 0,3-1 1,5 1-1,2 1 158,2 2 0,5 1 1,6 0-277,2 0 1,5 0-1,-1 0 96,2 0-632,2 0 0,-4 1 0,-1 2 0,-2 2 0,-2 1 0,0 0 1,-4 1-5708,-4 3 5757,-5 1 0,-25 7 0,-5 1 0</inkml:trace>
  <inkml:trace contextRef="#ctx0" brushRef="#br0" timeOffset="79">12872 9525 7574,'-7'0'5793,"2"0"-5519,21 0 0,4-4 0,14 0 0,0 0-187,4-2 1,-1 3 0,4-3-984,-3 0 1,-6 2 0,-2 4-1224,0 0 1,-8 0 2118,3 0 0,-15 6 0,1 0 0</inkml:trace>
  <inkml:trace contextRef="#ctx0" brushRef="#br0" timeOffset="80">13660 9328 7573,'-8'0'1671,"-1"0"574,1 0-1465,1 0 1,5 0-415,10 0 0,1 0 1,12 0-1904,1 0 693,1-5 277,2 3 0,-1-5 0,2 5 0,0-4 567,-1-1 0,19-6 0,-5-6 0</inkml:trace>
  <inkml:trace contextRef="#ctx0" brushRef="#br0" timeOffset="81">14324 9033 13913,'0'9'525,"0"2"0,0 4 0,0 4 1,0 7-1,0 6 0,0 5-568,0 4 1,0 3 0,0 3 0,0-1 0,0-5 0,2-3-3248,2-1 2084,-3-6 0,5-2 0,-6-9 1206,0-3 0,11-69 0,-4 17 0,-1 0 0</inkml:trace>
  <inkml:trace contextRef="#ctx0" brushRef="#br0" timeOffset="82">14337 9303 7573,'-6'-6'612,"5"-5"0,-5 3 1765,1-3-2113,4 4 1,-4-3-1,10 5 1,4-1-1,6-1 1,6 2-1,3-1-354,5 4 1,2-4 0,8 2 0,0 0-421,2-1-180,0 3 0,-9-3 1,-5 5-1,-3 0 1,-5-2 689,-2-2 0,-22-3 0,-10-5 0</inkml:trace>
  <inkml:trace contextRef="#ctx0" brushRef="#br0" timeOffset="83">14706 9020 7573,'-14'13'598,"1"-1"1,-1 2 181,3 2 1,7 1 0,0 6 0,4 4-338,4 3 1,3 3 0,6 5 0,2 2-434,2 1 1,1 5-1,-3-2 1,0 0-812,-4-3 0,0-4 1,-6-4-1,0-5-1941,1-2 2742,-2-6 0,-9-14 0,-2-7 0</inkml:trace>
  <inkml:trace contextRef="#ctx0" brushRef="#br0" timeOffset="84">4418 12319 7595,'7'-7'1682,"-2"0"0,-3 4-34,2-1 1,-3-1-609,3 0 115,-2 4-498,-2-4-270,0 5-636,5 0 0,2 1 1,5 2-1579,0 1 1,-1 5-2476,-2 0 4302,2-4 0,-27 28 0,1 1 0</inkml:trace>
  <inkml:trace contextRef="#ctx0" brushRef="#br0" timeOffset="85">4393 12700 11186,'-7'0'3318,"2"-1"-3971,5-3-43,0-3 317,0 0 379,5-4 0,24-1 0,11-8 0</inkml:trace>
  <inkml:trace contextRef="#ctx0" brushRef="#br0" timeOffset="86">5685 12319 7579,'0'-13'320,"0"1"0,-1 1 0,-2 1 1949,-1 2 0,2 1-188,6-1-1926,-3 8 1,9 7-1,-5 8 1,1 6 0,-1 7-1,-2 8 1,-2 5-258,-1 4 1,0 3-1,0 0 1,0-2 0,0-1-1,0 0-2007,0-1 1405,0-1 0,1-12 1,2-2-1,3-5 0,0-5 704,4-6 0,6-50 0,4-18 0</inkml:trace>
  <inkml:trace contextRef="#ctx0" brushRef="#br0" timeOffset="87">5513 12319 7573,'-20'-2'0,"1"-1"0,-1-2 956,1-2 0,8 0 1,0-2-1,6 2 1,6 1-1,9 4 1623,9 0-2473,1 2 0,20 0 1,-2 0-1,3 0 0,3 0 1,-1 0-1,0 0-648,1 0 0,-8 0 1,1 0-1,-3 0 0,-3 0 1,-2 0-1799,-3 0 1,-8 2 2339,-6 2 0,-22 8 0,-10 7 0</inkml:trace>
  <inkml:trace contextRef="#ctx0" brushRef="#br0" timeOffset="88">5612 12811 7573,'-33'18'0,"1"1"0,4 0 1107,4-3 1,11-6-1,11-3 1,9-1 0,11 0-1,9-1-713,10-2 0,4-3 1,6-4-1,-2-4 0,0-3 1,0-1-4398,0-1 4003,-5 1 0,-4-6 0,3-4 0,0-1 0,0 0 0</inkml:trace>
  <inkml:trace contextRef="#ctx0" brushRef="#br0" timeOffset="89">6362 12638 12538,'0'-8'421,"2"1"0,3 2 1,7 1-1,8 0 1,3 0-1,3 1-2423,3 2 2002,-3 1 0,36 5 0,4 2 0</inkml:trace>
  <inkml:trace contextRef="#ctx0" brushRef="#br0" timeOffset="90">6941 12319 7573,'0'12'474,"0"0"0,0 0 0,0 1 0,0 0 3371,0 4-3713,0-4 0,0 12 0,0-2 1,1 6-1,2 4 0,1 4 1,-1 4-1,-1 1 0,1-1-1229,1-5 0,2-1 1,-4-6-1,4-2-2589,1-1 3686,-5-6 0,9-25 0,-4-10 0</inkml:trace>
  <inkml:trace contextRef="#ctx0" brushRef="#br0" timeOffset="91">6965 12663 7573,'-12'0'2476,"1"-1"-1860,3-3 1,5-2 0,11-3 0,9 0 0,6 0 0,7-2-971,7-1 0,1-2 0,6-1 0,-2-2 0,-2 1 354,-2-2 0,10-28 0,-22 16 0,-1 1 0</inkml:trace>
  <inkml:trace contextRef="#ctx0" brushRef="#br0" timeOffset="92">7261 12257 7573,'0'12'492,"0"1"1,0 0 0,0 4 0,1 3 522,3 3 0,4 8 0,7 1 0,2 5 0,-1 3 1,1 2-1322,-1 2 0,0-3 1,-3 3-1,-2-2 0,-2-4 1,-2-2 305,-1-3 0,-2-6 0,-4 3 0</inkml:trace>
  <inkml:trace contextRef="#ctx0" brushRef="#br0" timeOffset="93">5242 12245 7573,'-12'0'532,"0"0"1,0 0 173,-1 0 0,1 1 0,0 3 0,-1 4 0,1 6 0,0 7 293,-1 7 0,1 8-30,0 5-916,5 3 1,1 10 0,6 2-1,3 2 1,5-1 0,10 1-1,8-1-717,7 0 0,3-3-2002,0 3 2119,7-5 1,-20-22-1,2-1 1,1-2 0,2-2 546,-1 0 0,2-2 0,19-2 0,6-4 0,4-2 0,0 0 0</inkml:trace>
  <inkml:trace contextRef="#ctx0" brushRef="#br0" timeOffset="94">7482 11974 7573,'0'12'95,"0"1"1,0 0 0,2 4 0,2 5 0,5 5 3830,6 6-3613,4 2 0,11 6 0,3 2 0,4 0 1,3 5-1,1 3 0,-3 1 0,-5-3 1,-8-2-1214,-8-1 1,-8-2-22,-5 1 193,-8-5 1,-10 2 0,-9-5 0,-6 0 0,-4-2 727,-5-2 0,0-7 0,-5 0 0,-5 0 0,-1 0 0</inkml:trace>
  <inkml:trace contextRef="#ctx0" brushRef="#br0" timeOffset="95">7814 11839 10918,'14'0'288,"1"-2"0,2-1 1,-1-1-1,0 2-390,1 0 1,-1 2 0,-3 0 0,-1 0-488,0 0 512,0 0 1,-5 2 0,-3 2-1,-2 4 1,-2 3 0,-2 3 0,-2 1 343,-4 1 1,-3 0-86,-1-3 272,0-1 0,-1 0 0,1 1 1,0-1-1,1 0 0,1 1 0,3-1-220,2 0 1,1 0 0,4 1-933,0-1 0,1-1 530,3-3-374,3 3 0,9-5 0,2 2 0,1-4 0,3-3 0,1-1 0,2 0-2520,0 0 3062,-1 0 0,17-22 0,4-5 0</inkml:trace>
  <inkml:trace contextRef="#ctx0" brushRef="#br0" timeOffset="96">8553 12626 7578,'7'-7'3252,"-2"2"1,1 5-2484,2 0 1,3 0-1,1 0 1,2 0-1,2 0 1,5 0-105,2 0-473,1 0-1591,7 0 1046,-5 0 0,8 0-390,-6 0 0,1-2 0,-6 0-1892,-2-2 0,-3-6 1487,-6 2 1,-5 1 1147,-3-1 0,-57-11 0,18 6 0,1 0 0</inkml:trace>
  <inkml:trace contextRef="#ctx0" brushRef="#br0" timeOffset="97">8762 12503 7578,'-22'-1'0,"-2"-3"1148,-4 2 1,5-5-1,1 5-67,2-2 0,6-6 1015,2 2-1790,10 2 1,16-5-1,10 3 1,8-3 0,3-1-243,2 0-986,0 5 1,0-3 0,0 5 921,0-2 0,5 10 0,2-2 0</inkml:trace>
  <inkml:trace contextRef="#ctx0" brushRef="#br0" timeOffset="98">10583 12355 9333,'0'9'3457,"0"-1"-691,0 1-2679,0 8 1,0 2 0,0 7 0,0 3 0,0 3 0,0 4 0,0 1 0,2 0 0,0 0-735,3 0 0,3-6-865,-4-2 858,5-3 1,-3-3 0,3-4 0,-2-5 653,-1-5 0,-2-22 0,-4-2 0</inkml:trace>
  <inkml:trace contextRef="#ctx0" brushRef="#br0" timeOffset="99">10473 12319 7576,'-7'-6'568,"0"-1"1,4-5 236,-1 0 0,1 1 0,7 2 0,6 4-136,5 0 0,0 3 0,4-2 0,0 3-234,1 1 1,0 1 0,5 2 0,1 1-115,2-1 1,0-2 0,3 0 0,1 2-841,-1 1 0,2 0 1,1-4-1,-4 0-788,-5 0 1,-5 0-1,1 2 1,-5 0 1306,-2 2 0,-51 33 0,-12 4 0</inkml:trace>
  <inkml:trace contextRef="#ctx0" brushRef="#br0" timeOffset="100">10522 12835 7576,'-18'13'0,"0"-1"0,-2 0 1002,7-5 1,5-1 0,8-6 0,7 0 0,7 0-1,6 0 98,3 0 0,6-6 0,1-1 0,0-1-1595,0 0 1,5 1 0,-4-3 0,1 4-367,-4 0 1,2-2 0,-1 2 0,-2 1 860,-1 0 0,15-16 0,5 1 0</inkml:trace>
  <inkml:trace contextRef="#ctx0" brushRef="#br0" timeOffset="101">11125 12011 7573,'-7'1'1227,"2"2"1563,-1 1-2491,5 0 1,-3-4-1,8 0 1,5 0-1,5 0 1,2-1 986,-1-3-1247,5 2 1,-5-5 0,5 5 0,1-2 0,-1 1 0,-1 2 0,0-1-636,1-2 1,-5 3-328,1-3 802,-8 2 1,2 4 0,-6 2 0,-3 4 0,-4 3 0,-5 1 394,-3 0 0,-2 5 0,-2-1 0,-3-1 88,-1-1 0,4 1-149,-2-3-95,4 9 1,4-17-1,3 8 1,0-1-1,3 0 1,2 1-344,1 1 1,5-5-77,4 0 0,3-5 0,3 1 1,3-3-679,1-1 0,3 0-79,6 0 0,-2-1 111,3-3 322,-3-3 0,-1-1 1,-1 0 624,1-2 0,-6-6 0,-1-3 0</inkml:trace>
  <inkml:trace contextRef="#ctx0" brushRef="#br0" timeOffset="102">11568 12663 7573,'-12'0'1772,"-1"0"0,1 0 3578,0 0-2878,-1 0-2495,6 0 0,18-1 0,13-3 1,6-3-1,3-1 0,1-1-2572,1 0 1,2-1-2749,0 2 5343,-5-3 0,25-1 0,-47 9 0</inkml:trace>
  <inkml:trace contextRef="#ctx0" brushRef="#br0" timeOffset="103">12503 12368 8124,'7'0'3772,"-2"0"-3190,1 0 7,-5 0-462,5 5 0,-2 2 0,0 5 1,-1 1-90,-2-1 1,0 2 0,2 2-213,1 5 0,0 2 0,-2 3-20,2 2-285,-3-2 0,6 5 0,-4-7-230,1 1 221,0-6 1,0 0 0,0-4 24,-1 2 0,-2-5 0,-1-4 0,2 0-796,2-1 1259,-3-1 0,5-34 0,-6-6 0</inkml:trace>
  <inkml:trace contextRef="#ctx0" brushRef="#br0" timeOffset="104">12380 12380 8600,'-7'-5'2889,"2"3"1,12-7-2467,5 5 1,2-1-34,6 5 0,2 0 1,5 0-568,2 0 115,0 0 0,-5 5 0,1 0-302,0 2 352,-1-4 0,-3 3 1,-2-3-1897,-1 1 1212,3 0 1,-7-4-651,3 0 0,-8 4 0,-1 1-531,2-3 1877,-5 0 0,-10 3 0,-9 2 0</inkml:trace>
  <inkml:trace contextRef="#ctx0" brushRef="#br0" timeOffset="105">12515 12774 7579,'0'8'4890,"0"0"-3289,0-5-1140,6 2 0,1-5 0,5 0 13,0 0 0,6-4 0,1-1-315,0-2 0,5 3 1,-4-4-1,2 0-649,-1 1 1,0 0 168,-4 3-667,5 2 0,-9-4 1,4 3-1,-2-1-3024,1 1 2658,-8 2 1354,9 1 0,-10 0 0,5 0 0</inkml:trace>
  <inkml:trace contextRef="#ctx0" brushRef="#br0" timeOffset="106">13094 12380 7576,'-13'6'1254,"3"-4"1,1 6 0,5 2-604,3 1 0,1 3 0,0 1-491,0 1 0,0 6 0,0 0 180,0 5-801,0-1 1,0 8 0,0-5-554,0-2 1,0 1 591,0 0 0,0-7-414,0-1 1,4-4-685,0-4 1379,6-5 0,-4-3 0,5-8 0,-1-5 141,-2-1 0,-5-47 0,2-10 0</inkml:trace>
  <inkml:trace contextRef="#ctx0" brushRef="#br0" timeOffset="107">13118 12602 7576,'-8'0'1988,"0"0"-1281,5 0 0,-4 0 630,3 0-595,3 0-735,-5 0 1,12 0 52,2 0 1,3-2-669,1-2 0,1 3 256,-1-3-252,0 2 0,1-2 0,-1 0 138,0 1 1,1-2 0,-1-1-1,0 1-438,0-1 0,-3-2 904,-1 4 0,-5-5 0,8 7 0,-10-9 0,21-39 0,-12 16 0,0 1 0</inkml:trace>
  <inkml:trace contextRef="#ctx0" brushRef="#br0" timeOffset="108">13340 12282 7576,'0'12'918,"0"-5"1512,0 4-1587,0-4 1,0 1 4,0 0-495,0 0 1,0 6 0,0 2-433,0 5 1,4 2 48,0 2 63,0 5-463,2 1 1,-5 6-1,3-1 1,-1-4-663,1-3 1,-3 0 298,3-5 1,-1 4 47,1-8 1,-2-2 744,2-2 0,8-24 0,2-7 0</inkml:trace>
  <inkml:trace contextRef="#ctx0" brushRef="#br0" timeOffset="109">13820 12503 11103,'0'7'2333,"5"-2"-2314,4-5-44,1 0 1,8-1-1,3-2 1,2-2-483,2-2 0,-1 4 0,1-2-1259,-1-1 0,-3 5 171,-1-3 1595,-4 2 0,7-8 0,-4-4 0</inkml:trace>
  <inkml:trace contextRef="#ctx0" brushRef="#br0" timeOffset="110">14398 12245 7575,'7'5'4702,"-3"3"-3969,-2 3-271,-2-4-312,0 10 0,0-8 0,0 12 1,0 2-300,0 4 0,-2 5 0,-1 5 0,-2-1-80,-2 1 1,4-1 255,-1-3-654,3-3 0,-3-7 0,0-2-979,1-5 1,3-8 60,4-4 1545,-3-2 0,21-35 0,-1-8 0</inkml:trace>
  <inkml:trace contextRef="#ctx0" brushRef="#br0" timeOffset="111">14411 12478 10304,'-7'0'3043,"1"-1"-2334,6-3-970,6 3 0,1-5 1,5 6 163,0 0-122,6 0 1,-3 0 0,6-1-528,0-3 1,1 2 0,0-3 0,-1 1-14,1 0 1,-3-6-1,0 3 1,-1-1 758,-3 0 0,-2 0 0,-2-5 0,-3 1 0,3-33 0,-4-8 0</inkml:trace>
  <inkml:trace contextRef="#ctx0" brushRef="#br0" timeOffset="112">14743 12195 7575,'-8'2'2487,"-1"2"-1801,7-3 1,-8 10 446,6-3-822,0 3 0,4 2 1,0-1 262,0 0 0,1 5 4,3-1-589,-2 11 0,7-6 0,-3 9 1,-1-1-306,1-1 0,-2 3 0,-3-4-755,3 2 1,-2-2 500,2-7 0,-3 2-1152,-1-5 1,4-1 1721,0-4 0,17-32 0,-1-9 0</inkml:trace>
  <inkml:trace contextRef="#ctx0" brushRef="#br0" timeOffset="113">15272 12245 5964,'7'0'3235,"-2"0"-2458,-5 0 1368,0 0 390,6 0-1932,-5 0 1,5 1-131,-6 3-492,0 3 1,0 1-1,0 2 1,0 2-184,0 3 1,0 7-1,0-2-64,0 4 0,0 2 1,0 1-1,-2 2-1307,-2-2 1,3-1 162,-3-1 910,2-1-749,2 1 0,-4-6 1249,0-3 0,11-24 0,7-7 0</inkml:trace>
  <inkml:trace contextRef="#ctx0" brushRef="#br0" timeOffset="114">15100 12232 12375,'12'-6'683,"0"1"0,2 4 23,2 1-653,-2 0 1,11 0 0,-2-1 0,4-2 0,1-1 0,-2 1 0,-3 2-1,-1 1 1,-2 0-675,2 0 1,-4 0-1334,-2 0 1,-3 1-862,-5 3 2815,-3 3 0,-38 16 0,-8 3 0</inkml:trace>
  <inkml:trace contextRef="#ctx0" brushRef="#br0" timeOffset="115">15050 12675 8142,'7'0'6470,"-1"0"-4516,-1 0-339,2 0-1365,5-5 1,1 4 0,-1-4 0,2 4 0,1 0 620,1-3-1112,6 2 0,-3-3 0,6 5 1,-1 0-1,1 0 0,0 0 1,-1 0-2316,1 0 0,-5 0 2556,1 0 0,21-11 0,10-3 0</inkml:trace>
  <inkml:trace contextRef="#ctx0" brushRef="#br0" timeOffset="116">15937 12466 8939,'0'7'5011,"1"-2"-5391,3-5 1,4 0-1,7 0 1,2 0-271,-2 0 0,4 0 0,0 0 0,1 0-555,1 0 0,-5-1 485,5-3 568,-6 3 1,7-5 0,-6 6 0,-2-1 151,-5-3 0,-9-3 0,-6-5 0</inkml:trace>
  <inkml:trace contextRef="#ctx0" brushRef="#br0" timeOffset="117">16097 12368 7575,'8'0'1624,"0"0"-518,-5 0 0,2 1 93,-5 3-1071,0 3 1,0 1 0,0 2-1,0 2 1,0 5 0,0 0-1,0 2-163,0 1 0,0 0 105,0 5-696,0-1 1,0-3 0,0-2 0,0-1-1,1-3 626,4-2 0,34-39 0,15-9 0</inkml:trace>
  <inkml:trace contextRef="#ctx0" brushRef="#br0" timeOffset="118">16527 12232 14127,'0'13'69,"0"3"0,0 2 1,0 1-1,0 4 1,0 5-244,0 4 1,0 4 0,0 0-1,0-2 1,0-3 0,0-1-1023,0-2 1,0-7 78,0 0-1054,0-11 2171,0 6 0,6-58 0,1-8 0</inkml:trace>
  <inkml:trace contextRef="#ctx0" brushRef="#br0" timeOffset="119">16527 12466 7573,'-7'0'4195,"2"0"-4100,5 6 0,5-5 1,4 3-1,3-3-553,4-1 0,3-1 0,6-2 0,0-2-56,-1-2 1,1-1 0,0-4 0,-2-1 30,-3 1 0,2 0 1,-5-1-1,-2 1 483,-2 0 0,-5-2 0,-1-1 0,0-1 0,0 1 0,-4 1 0,1 2 0,-3-1 0,-1 1 0,0-6 0,0 5 0,0-5 0,0 5 0,0 1 0,0 0 0,0 5 0,-1 3 0,-3 8 1091,2-3 0,-3 6 0,5-3-49,0 5 0,0 1 0,0 3 1,0-1-27,0 0 1,0 6-623,0 3 1,1 7 68,3 5-598,-2 3 1,3 2 0,-5 3 0,0 3 0,2 1-564,2 0 0,-3-7 1,3-1-1,-3-8-956,-1-7 1,5-4-1214,-1-6 1694,5 0 1173,-2-5 0,16-45 0,3-17 0</inkml:trace>
  <inkml:trace contextRef="#ctx0" brushRef="#br0" timeOffset="120">17118 12011 7379,'4'-8'513,"2"1"0,-1 0 2309,0 0-2478,0 4 1,0-2 0,2 4-1,1-2 1,0-1 0,2 1 0,2 2 426,5 1-851,-4-6 0,5 5 0,-6-3 0,1 2 0,-1 2 0,-1 2 0,-2 0-381,0 3 1,-7 4 0,2-1 199,-2 3 0,-2 2 0,-2-1 0,-2 0 218,-4 0 1,-1 1-1,-1-2 1,2-2 457,-2-1 1,-1 1 0,-1 3 12,0 0 0,1 1 0,1-2-164,2-3 0,5 3-209,-1-3 0,4-3 150,4-1-287,3 3 1,5-5-1,2 2 1,1-3 0,3-1-1,1 0 1,3 0-436,1 0 1,2 0-297,-1 0 422,1 0 0,-5-4 0,0 0 0,-3 0 0,-2 0-2528,-1 0 2919,-7 0 0,-13-7 0,-7-3 0</inkml:trace>
  <inkml:trace contextRef="#ctx0" brushRef="#br0" timeOffset="121">17967 12589 7574,'-7'0'1543,"-4"0"1,9 0-550,-7 0-802,7 0 0,-2 0-397,8 0 1,-2 4 0,7 0-1,0-1-264,2-1 1,1-2-1,2 0 1,1 0-1,1 0 1,0 0 468,-3 0 0,21-11 0,6-3 0</inkml:trace>
  <inkml:trace contextRef="#ctx0" brushRef="#br0" timeOffset="122">18066 12417 7574,'-13'0'1132,"1"0"0,0 1 342,-1 3 1,8-2-1449,5 2 0,12-3-179,13-1-1595,5 0 1,7-1 1747,0-3 0,-2 1 0,5-1 0,2-2 0,1 0 0</inkml:trace>
  <inkml:trace contextRef="#ctx0" brushRef="#br0" timeOffset="123">19296 12183 7576,'7'0'3420,"-2"2"-2487,-5 2 0,0-2 0,0 7-735,0 0 0,0 8 1,0 4-1,-1 7-612,-3 5 0,1 3 297,-5 6 0,4 1-307,-4 6 1,4-3 235,-5-1-820,7-11 1,-4 8 0,6-12 0,0-5-1293,0-4 2300,0-11 0,11-26 0,3-11 0</inkml:trace>
  <inkml:trace contextRef="#ctx0" brushRef="#br0" timeOffset="124">19112 12171 11694,'6'0'3386,"5"0"-2597,-2 0-657,1 0 1,8 4-1,3 0 255,2-1-549,7 4 0,2-6 0,6 3-151,3-3 1,-4 1 0,1 1 0,-5 1-1542,-3-2 1,-3 5 0,-6 0 1853,-5 0 0,-19 9 0,-5-2 0</inkml:trace>
  <inkml:trace contextRef="#ctx0" brushRef="#br0" timeOffset="125">19161 12786 7573,'-7'0'4912,"3"0"-1710,8 0-2667,8 0 1,13-1 0,9-2 546,6-1-685,3-6-315,7 4 0,0-1-603,4 3 0,-7-2 1,0 2-4860,-9 1 5380,-15 2 0,-10 6 0,-15 2 0</inkml:trace>
  <inkml:trace contextRef="#ctx0" brushRef="#br0" timeOffset="126">20158 12540 8416,'6'-1'3038,"-2"-3"-531,-2 2-1972,3-3 0,2 3 1,5 0 130,1-2-1204,-1-1 365,0 5 180,6-5 0,-3 4-321,6-4 1,-5 4-1,5 1 314,1 0 0,23 11 0,7 3 0</inkml:trace>
  <inkml:trace contextRef="#ctx0" brushRef="#br0" timeOffset="127">20896 12183 7573,'7'-5'749,"-2"3"1,-3-3 1540,2 5-1383,-3 0-560,5 0 2,-6 0 0,4 7 0,0 4-300,-2 4 0,0 8 0,-2 2 117,0 6-426,0 10 1,-2 1 0,0 5-1,-2-2-79,1 1 1,2-5-1,1-2-322,0-5 1,0-12 0,0-2 0,1-6-1455,3-6 1378,3-2 737,0-6 0,15-33 0,-2-8 0</inkml:trace>
  <inkml:trace contextRef="#ctx0" brushRef="#br0" timeOffset="128">20957 12429 7573,'-17'0'0,"3"6"0,-8-5 0,6 3 2682,5-2 0,8-2-590,11 0-1633,6 0-133,16 0-1,-4 0-1313,10 0 1,-5 0-1,5-2 1,-4-1-1,-3-1 1,-3 0-1840,-1-1 1905,-6 3 768,-1-3 0,-2 1 0,-1-2 154,-4 0 0,1-3 0,-10 3 0,-8-27 0,-7-1 0</inkml:trace>
  <inkml:trace contextRef="#ctx0" brushRef="#br0" timeOffset="129">21265 12159 7573,'-12'0'2997,"0"0"-1768,5 0-566,1 5-231,6 2 0,0 5 1,0 2-1,0 2-133,0 5 1,4 7 0,2 5-159,1 3 0,-3 6 80,4 3-890,-5 3 427,2 1 0,-5-5 1,1-4-540,4-6 1,-4-5-1,3-7-122,-3-2-675,5-10 707,-5 1 871,10-11 0,23-44 0,-10 17 0,-1-1 0</inkml:trace>
  <inkml:trace contextRef="#ctx0" brushRef="#br0" timeOffset="130">21684 12392 7573,'-7'0'0,"0"0"4973,3 0-2094,2 0-2638,-3 0 1,6 0 0,3 0-1,6 0 1,5 0 0,6 0-1,3 0 414,5 0-463,-3 0-1654,4 0 1,-5-4 1461,-1 0 0,6-11 0,2 1 0</inkml:trace>
  <inkml:trace contextRef="#ctx0" brushRef="#br0" timeOffset="131">22299 12109 7573,'7'0'5348,"-2"6"-4300,-5 2-490,0 8 1,0-1-1,0 6-203,0 1 1,-1 7 0,-2 3-1,-1 4-1047,1 1 504,2 5 0,1-4 0,0 4 0,0-4 0,0-3 0,1-2-3774,3-4 2739,-2-9 1,3-2-765,-5-6 1987,0-5 0,17-34 0,3-14 0</inkml:trace>
  <inkml:trace contextRef="#ctx0" brushRef="#br0" timeOffset="132">22299 12380 12736,'8'0'861,"0"0"-523,2 0-278,1 0 0,-3 0 0,2 0-283,3 0 177,0 0 0,4 0-980,-4 0 0,0-4 353,4 0 0,-4-2-757,4 2 0,-4 3 177,0-3 1128,-1-3 1,0 4 0,1-5 124,-1-2 0,17-28 0,3-8 0</inkml:trace>
  <inkml:trace contextRef="#ctx0" brushRef="#br0" timeOffset="133">22643 12085 7573,'-12'0'1000,"0"0"1,4 0 153,-1 0 191,7 0-707,-4 0-285,12 5 0,0 3 0,5 9 309,-2 3-324,2 4 1,-5 2 0,5 2 256,-2 5-506,1 8 1,-8 3 0,2 5-203,-3 0 0,-1-1 0,2-3 1,0-4 230,3-2 1,-1-8 0,-3-4-4951,3-5 2225,3-9 2607,0-3 0,15-41 0,-2-5 0</inkml:trace>
  <inkml:trace contextRef="#ctx0" brushRef="#br0" timeOffset="134">23246 12294 7687,'0'7'9140,"0"-2"-9191,6-5 0,1 0 1,5 0-1,-1-1-1053,-3-3 765,3 2 1,0-3-1,5 4 1,-1-2-1,-1-1-2320,-2 1 1958,-5-4 0,4 6 1,-3-3-1,3 1-1638,2-1 2339,-6 2 0,-7-14 0,-7 2 0</inkml:trace>
  <inkml:trace contextRef="#ctx0" brushRef="#br0" timeOffset="135">23369 12171 10196,'0'8'2621,"2"-1"-699,2-2-1929,-3 5 0,5-3 0,-6 6 1,0 2-1,0 2 0,0-1 1,0 1-1,0 0-2309,0 3 2316,0-5 0,0 30 0,0 1 0</inkml:trace>
  <inkml:trace contextRef="#ctx0" brushRef="#br0" timeOffset="136">23886 12023 6079,'9'0'5748,"-1"0"-5524,-6 0 1,5 0 0,-4 2 0,1 2-35,-1 4 0,-2 3 1,-1 2-1,0 4-26,0 3 0,0 8-316,0 0-1,0 7 1,0-4-1,0 6 1,-1 0 0,-2 0-1,-1 0 1,1-2-1966,2-2 1504,1-3 1,0-7 0,0-2-1,0-5-1206,0-2 1629,5-7 191,-3-7 0,20-40 0,-2-13 0</inkml:trace>
  <inkml:trace contextRef="#ctx0" brushRef="#br0" timeOffset="137">23997 12257 7573,'12'0'3421,"1"0"-2915,-1 0 0,0 0-713,1 0 154,-1 0 1,0 0 0,1-1 0,-1-2 0,0-1 0,0 0 0,2 0-1321,3-1 0,-4-3-165,4 4 1035,-4 0 1,0 0 502,-1 0 0,6-17 0,1 1 0</inkml:trace>
  <inkml:trace contextRef="#ctx0" brushRef="#br0" timeOffset="138">24280 11986 7573,'-8'0'4222,"0"0"-3899,5 0 1,-2 6 0,5 2 0,0 4 521,0 5-870,0 2 0,0 7 0,0 2 0,1 5 0,2 3 0,1 1 0,-2 0-727,0 0 1,2 0-1248,0-1 1284,0-4 1,0-2 0,2-7 0,-1-2 714,1-5 0,9-24 0,-2-7 0</inkml:trace>
  <inkml:trace contextRef="#ctx0" brushRef="#br0" timeOffset="139">24452 11839 7573,'0'6'4880,"0"0"-4492,0-6 0,2 0-260,2 0-40,3 0 1,5 0-1,0 0 1,1 0-1,0 0 618,4 0-631,-4 0 0,7 0 0,-5-1 0,2-2 0,3-1 0,0 1 0,1 2 478,-1 1 1,-5 4-186,1 0-873,-2 0 0,-3 1 0,-1 4 0,-3 1 0,-2 3 0,-4 0-354,-3 4 0,-5-3 0,-7 2 1,-2-2 733,-5-2 1,2 0-69,-1 1 446,4-1 0,-3-1 0,4-2 0,-1 0 1,1-1 1863,1-1-1193,7 4 1,-2-9-717,5 6 0,1-5 0,7 1 0,4-1-347,3 1 0,6-2-24,-1 2 0,5-3-630,-5-1 634,6 0 1,-7 0 0,5 0 0,1 0 0,-1 0-425,1 0 0,-6 0 1,1 0-1,-2 0-2644,-2 0 3227,1 0 0,-12-5 0,-2-2 0</inkml:trace>
  <inkml:trace contextRef="#ctx0" brushRef="#br0" timeOffset="140">20551 13045 7577,'-4'-9'5221,"0"1"-4518,0 0-400,4 1 1,1-8-3,4 3 0,3-9 0,10-1 0,6-6-31,8-9 1,6-6 0,7-7-145,-19 23 1,1 0 0,5-2 0,1-2-1058,1-1 1,1-1 1026,1-3 1,1 1-148,3-2 0,-1 0 0,-6 2 0,-2 1 1,-1 2-1,-1 0-1072,16-20 0,-9 10 1,-13 9-398,-2 4 1520,-9 9 0,-7 7 0,-5 8 0</inkml:trace>
  <inkml:trace contextRef="#ctx0" brushRef="#br0" timeOffset="141">21967 12848 7573,'6'-7'1762,"5"-4"1,-2 1-983,1-5 1,4-4 0,4-8 608,7-6-1097,5 0 0,8-15 1,3 0-230,-19 21 1,1-2-1,4 0 1,1 0 0,2-5-1,1-1-236,3 1 0,1 1 0,0 2 0,2 2 0,0 2 0,0 2 252,0 1 0,0 2-1518,-3 0 1,0 1 450,28-10 553,-19 6 435,-12 7 0,-8 1 0,-4-3 0</inkml:trace>
  <inkml:trace contextRef="#ctx0" brushRef="#br0" timeOffset="142">20859 12306 7578,'0'-7'-1306,"0"1"1827,0 1 0,0-1 355,0-7-946,0 6 35,0-3 0,0 3 95,0-6 0,0 5 0,0 0 1,1-2 314,3-1-262,-2 5 0,3-5 235,-5 2-155,0-1 1,4-3 434,1 1-161,-1 5 473,-4-4-250,0 10-401,0-5 1,0 8 64,0 2-150,0 3 0,0 10 1,-2 4 179,-2 2-290,3 7 1,-6 2 0,4 5 290,-1 0-307,0-1 0,3 7 1,-2 2-64,-1 3 0,-2-3 0,4 0 0,-2 0-88,1-1 0,-3-2 0,2-6 0,1-3-219,2-5 1,1-6-35,0-1 87,0-6 178,0-3 11,0-6 45,0-6 0,1 0-26,4 0 0,-4-6 269,3-2-110,-3-3-49,-1-1 0,5-1 0,-1 0 0,-2-4 59,0 4 0,-2-7 0,0 5-47,0-1 0,1-4 1,2 2-1,1-1 15,-1-3 0,-1-2 0,1 0-375,1-1 176,0-5 0,0 3 0,2-5-226,1 2 218,-5-4 0,8 5 0,-4-5-216,0 0 206,-3 1 0,4 9 1,-4 0 96,1 4 31,0 2 0,0 6 530,0-1-214,0 7 126,-4-5-178,0 9 27,0-3-80,0 5-222,0 5 0,0-2 196,0 5-239,0 0 1,0 5 0,-1 0 123,-3 4 1,2 2-1,-2 7 1,3 3-78,1 3 1,-4 5-1,0 3 1,0 2-113,-2 2 1,5-3 0,-5 4-208,1 2 238,3-5 0,-4-1 0,3-8-234,-1-4 178,0 2 1,0-6-35,-1-1-22,1-4 173,-1-8-90,3-5 103,-3-2 0,5-6-73,0-3-17,0 2 1,0-13 0,0 3-4,0-2 83,0-5 0,0 0 1,0-6 21,0 1 1,0-6 0,0-2 0,0-1 58,0 1 1,0-1-1,0-4 1,0-1 33,0-3 1,0 1 0,0-4-17,0 2-68,0 1 1,0 5-1,0 3 194,0 5-155,5 2 232,-3 7-113,3 1 89,-5 11 0,0 7 148,0 8-455,0 3 1,-1 7-1,-2 2 217,-1 4-36,0 6 0,3-2 1,-2 8 3,-1 2 1,0 7 0,2 1 0,0 0-91,-2-1 0,-2 2 1,3-5-1,-1 0-113,1 1 1,1-4-1,-1-6 1,-1-4-411,1-3 0,2-6-585,1 1 597,0-11 1,5 1-1215,3-11 1166,-2 0 0,4-6-753,-6-2 1,5-4 614,-1-5 1,-2 2 637,-2-5 0,8-28 0,2-11 0</inkml:trace>
  <inkml:trace contextRef="#ctx0" brushRef="#br0" timeOffset="143">20859 12663 7578,'-8'0'2554,"0"0"-1598,5 0 269,-3 0-495,6 0-567,6 0 0,2 0 1,7 0 220,2 0-249,4-5 0,-1 2 1,3-4-60,-3 2 0,4-4 1,-4 4-1,3-1 1,1 0-1,-3 0-37,0 1-342,-6-5 0,7 7 0,-6-3 0,-1 0-954,-1 3 674,-2-4 338,1 6 1,-5-6-341,0 3 1,0 1-214,5-5 0,-5 4 375,0-4 1,-5 4-271,1-4 1,-2 4 692,3-5 0,-4 7 0,4-9 0,-5 2 0,0-2 0,0 5 0,0-1 0,0 3 0,-4 1 0,0-5 0,0 0-521,4-5 534,0 1 1,0 0 0,0-1-14,0 1 0,0 0 0,0-2 839,0-2 1,0 2-402,0-2 0,0 2 127,0 2 0,-1-5-162,-3 1 0,2-2 318,-2 2 1,1 2-32,-1-2-430,3 2 0,-4 2 1,5-1 259,0 1-228,0 0 0,0 3 780,0 1-624,0 5 0,0 8 0,-2 8-161,-2 5 0,3 7 0,-3 5-137,2 1-87,2 2 0,0 9 0,0 2-82,0 0 36,0 4 0,0-5-238,0 7 0,0-5 128,0 0 1,0-5-57,0 1 0,4-4-47,0-5-14,1 4 1,-5-11 0,0-1-113,0-6-103,0-4 39,0-8 1,4-1 323,0-10 1,1-3-1,-2-7 1,1-1 49,-1 1 0,-2-3 1,-1 0-1,0-1-33,0-3 0,0 3 1,0-1-18,0-2 26,0-7 0,0 2 42,0-6 0,0 4-67,0-4 0,0-1 224,0-7 1,0-3-63,0-5 1,0 4 37,0 0 0,0 5 68,0-1-53,0 8 0,-1 3 13,-3 6 337,2 4-282,-3 8 1,5 12 0,0 10 0,-2 5-81,-2 5 0,3 4 0,-3 2 0,3 2 13,1 5 0,0 3 0,0 2-2,0 3-140,0 3 0,0-1 0,0 0 0,0-2-183,0 0 0,0-3 57,0-1 0,0-8-64,0 4 0,4-6-35,0-2 0,1-5-94,-1 1 91,-2-6 41,3-3-312,1-7 213,-5-5 115,4 0 1,-5-5 0,0-3 44,0-3 1,5-6-1,-1 0 1,-2-3 43,0-1 0,-2-3 1,0 0-1,0-2 115,0-3 1,0 2-1,0-6 1,0-1 41,0-2 0,0-1 0,0 0 371,0 0-326,0 0 1,0 6 0,0 4 519,0 5-233,0 9 194,0 3 1,0 10-192,0 0 1,0 10-16,0 11 0,0 9 79,0 7-402,0 0 1,0 11 0,0-5 298,0 1-516,0-1 1,0-8 0,0-1 194,0-1-812,0-5 1,0 2 0,0-7-882,0-3 1,1 0 0,2-5 1629,1 1 0,11-32 0,-1-13 0</inkml:trace>
  <inkml:trace contextRef="#ctx0" brushRef="#br0" timeOffset="144">22200 12097 7573,'0'-7'447,"0"0"1001,0 3-507,0 3-705,0-5 0,0 12 78,0 2 0,0 8 1,0 5-1,0 4 50,0 3 1,4 4-1,1 5 1,-3 0 31,0 0 1,2 5 0,0 3 177,-1 3-447,-2-4 1,0 3 0,2-4 192,1-3-177,0 1 1,-4-15-206,0 2 0,0-6 46,0-1 207,0-12-1153,0 8-980,0-16 1215,0 4 310,0-5 1,2 0-1,0-1 285,3-3 0,-1-3 0,-4-5 189,0 0-95,0-1 1,1 1 0,2 0 284,1-1 0,0-3 0,-4-2 0,0-1 74,0-3 0,0-1 0,0-2-59,0 1-197,0-6 0,0 2 0,0-5-210,0-1 69,0-7 0,0 3-33,0-3 0,0 3 105,0 1 0,0 1 114,0 3 0,-1-1-123,-4 5 0,4 1 0,-3 4 0,3 4-33,1 4 618,0 7 1,-2 4-12,-2 5-167,3 0 1,-5 7-269,6 5 0,0 2 1,0 6-1,0 2 41,0 1 0,0 3 0,0 3 0,0 4 8,0 2 0,0-2 0,0 0-80,0 1-75,6 2 0,-5 5 0,3 1-300,-2 2 191,-2-4 0,0 6-279,0-5 1,0 0 179,0-4 1,1-6 11,3-2 0,-3-8 65,4-5 442,-4-2-307,-1-2 122,0-5 0,0-3-64,0-8 1,0-3 0,0-5 0,0-2-229,0-2 0,0-3 1,0-6-1,1 0-215,3 1 0,-2-2 0,2-3-82,-3-4 376,-1-2 1,0-2 0,0-2 0,0-2 68,0-4 1,-4 0-1,0-3 3,1-2 40,2-2 1,-3 4 126,0 3 0,0 2-6,4 6 0,0 7-51,0 6-66,0 5 216,0 12 0,0 4-23,0 11 25,0 6 0,0 16 0,0 3 203,0 2-72,0 2 1,0-1 0,0-2-75,0-1 0,0 0 0,0 2 0,0-1 6,0-1 1,0-4 0,0 2-228,0-1-77,0 5 1,1-9-1,2 2 1,1-2-94,-1-1 0,-1 0 0,1-1-273,1 1 223,0-1 0,-4-4-47,0-4 1,0-2-105,0-2-747,0 0 527,0-5-1954,0-1 1367,6-6 89,1-6 1,-1-1 0,0-5-230,-1 0 1215,-3-1 0,25-48 0,-13 24 0,-1 0 0</inkml:trace>
  <inkml:trace contextRef="#ctx0" brushRef="#br0" timeOffset="145">22336 12417 7573,'-7'0'4183,"1"-6"-3689,6 5-50,0-4 0,0 3 346,0-2 1,6 3 239,2-3-730,3 2 0,-1 2-23,2 0 1,-2 0-87,6 0 1,-1 0-174,1 0 0,-1-1 1,6-2-202,1-1 192,1 0 1,0 3 0,-1-2-348,-1-1 0,-1-4 1,5 2-64,-1-1 60,-4 5 0,-3-5 1,-4 4-649,-1-1 1,-4 0 182,0 4 685,-5 0 0,1 1 0,-7 3 0,-2 3-105,-2 0 190,4 4-46,-2-10 312,-1 10 1,0-8 0,-7 4-59,1-2 0,0-1-20,-1-4-99,1 6 0,-2-5 0,-2 3 0,-3-2-40,0-2 1,-5 0 0,4 0 29,-3 0 482,4 0 0,-3 0 0,4 0 128,-1 0-7,4 0 1,-3-2 0,6 0 5,-1-3 1,5 1-462,0 4 0,7 0-195,1 0 0,5 0 1,7 0-1,2 0 64,2 0 0,-1 0 0,6 0-9,1 0-28,1 0 1,2 0 43,-1 0 0,5-4 24,0 0 0,-2-1-96,-6 1 0,1 1 133,-6-5-629,6 5 1,-9-4 130,4 3 70,-3 3 0,-8-6 0,0 4-245,-1-1-608,-3 0-898,3 4 832,-5 0 0,-4-6 702,0-2 0,0 1 0,4-1 304,0-1 0,0 2 0,0-2 545,0 0-253,0-2 1,-2-1 517,-2-1 0,3 1-268,-3 0 1,3-5 314,1 1 0,-5-2 25,1 2-395,0 2 0,0-8 1,0 4 276,1-1-465,2-1 1,0-1 0,-2 1 296,-1-2-268,0-1 0,4 3 0,0 4 235,0 2 1,0 2-1,0 0 94,0-1 0,0 8 0,-2 5-193,-2 7 1,3 9 0,-3 6-89,2 5-35,2 5 0,-1 6 0,-2 3 83,-1 4-154,0-2 1,4 3-344,0-5 1,0 6 160,0-2 0,4 3-425,0 1 0,2-5 59,-2-3 345,-3-3 1,6-4 0,-4-4-127,1-5 278,0-9 0,-3 1 0,2-8-190,1-1 131,0-5 0,-2 3-31,2-6 1,-3-6-1,5-2-107,-1-3 0,-4-1 1,3-2-437,-2-2 470,-2 2 0,0-5 0,0 4 1,0-3-55,0-1 1,0-2-1,0-5 274,0-2-18,0 2 1,0-6 254,0 4 1,0 0-229,0-5 0,0 1 0,0-5 1,0 0 131,0 0-94,0 5 1,0 0 0,0 6 279,0 2-189,0 8 0,0-2 856,0 6-612,0 5 1,-2 2-393,-2 5 1,2 5-108,-7 3 68,7 3 1,-4 1-1,5 2 1,-2 4-21,-1 7 0,-1 1 1,2 8 186,-1 4-98,0-1 0,2 11-249,-2-3 0,3 4 139,-3 4 1,2-2 0,2 1 0,0-4 201,0-3-546,0-5 1,0-3-1,0-10-142,0-5 405,0-4 0,2-8-249,2-1 300,3-4 0,1-5 0,-1-1 70,-2-3 0,1-3 1,-4-7-1,4-1 48,1-1 1,-5-5 0,2 3 0,-2-2-21,-2-6 0,0 1 0,0-5 3,0 0-40,0-1 0,0-8 0,0 0-137,0-2 82,0 0 0,0-2 0,0-2 0,0-3-45,0-1 1,-2 1 0,0 3 0,-2 4 94,1 3 0,2 6 1,1 5 181,0 5 0,-2 10 0,-1 9 0,-1 6 37,2 5 0,0 7 0,2 4 0,0 3 29,0 4 0,0 3 0,0-2 0,0 2-16,0-2 0,0 5 0,0-1 0,0 2-128,0 0 1,0 0 0,2 2 0,0-1-143,2-1 1,2 1 0,-3 6-1,1 0-95,-2-5 1,4 1 0,-2-8-1,-1 0-60,-2-2 1,-1-3 0,0-2-121,0-5 1,2-8 310,2-4 1,-3-8-1,3-4 1,-3-4 61,-1-5 0,0 2 0,0-5 0,0-2-39,0-1 0,0-3 0,0-2 0,0-2-45,0-1 1,0-2-1,0-4 1,0 0-25,0 0 0,-1-4 1,-2-1-1,-1-1-85,2 1 0,0-3 0,2 4 0,0 3 62,0 3 0,0 7 1,0 7-1,0 5 794,0 2-221,0 2 0,0 10-373,0 6 0,0 10 1,0 4-1,0 1-33,0 3 1,0 3-1,0 3 1,0 5 74,0 3 0,0 1 1,0 1-1,0 1-9,0 2 1,0 2 0,0-3 0,2 2-102,2 2 0,-3-5 0,3 1 0,-3-6-84,-1-5 0,0-3 1,0-3-1,2-2-555,2-5 421,-3-8 1,5-4 0,-6-8 0,0-4 34,0-3 0,0-3 1,0-2-1,0-5-48,0-2 1,0-7 0,0-3 0,0-4-8,0-4 1,0 3-1,0-3 1,0 3 98,0 1 0,0 0 0,0 1 0,0 4 212,0 3 54,0 8 0,0 20 0,0 16 0,0 12 70,0 10 0,0 8 0,0-1 0,0 1-197,0 0 0,0-5 0,0 0 0,0-5-760,0-2 1,0-7-1,0 0-1517,0-4 1,5-8-740,3-2 2956,-2-5 0,16-62 0,-12 21 0,0 0 0</inkml:trace>
  <inkml:trace contextRef="#ctx0" brushRef="#br0" timeOffset="146">5267 14694 7573,'-7'0'5200,"-4"0"-2586,4 0-1884,1 0-270,0 5-203,6-4 0,6 5 0,2-6 0,4 0-552,5 0 0,-2 0 0,5 0 1,1 0-766,-2 0 0,3 1 0,-6 2-2425,-1 1 2502,4 0 1,-9-4 982,2 0 0,-8 0 0,2 0 0</inkml:trace>
  <inkml:trace contextRef="#ctx0" brushRef="#br0" timeOffset="147">5366 14484 7574,'-13'0'0,"1"0"0,0 0 1959,-1 0 0,5 0-1106,0 0 0,5-1 0,2-3 1,6-3 754,8 0-1241,7-4-1,-1 4-762,11-5 0,-2 0 0,3 0 1,-1-1-1746,-2 1 0,-1 1 571,2 3 1570,-9-3 0,14 4 0,-8-5 0</inkml:trace>
  <inkml:trace contextRef="#ctx0" brushRef="#br0" timeOffset="148">6473 14374 7581,'8'0'1235,"0"0"287,-5 0-402,3 0-494,-6 0 1,0 1 0,0 3-1,0 4-242,0 3 0,-4 3 1,-2 4-306,-1 6 1,3 6 15,-4 7 97,5 0-172,-8 6 0,10-1 0,-3 3-128,2-4 0,2-7 1,0-2-126,0-2-784,0-7 375,0-5 310,0-6-474,0-5 1,6-3 0,1-8 0,1-6-719,0-5 0,-4-4 1524,4-5 0,-3-22 0,-1-10 0,2-4 0,0 0 0</inkml:trace>
  <inkml:trace contextRef="#ctx0" brushRef="#br0" timeOffset="149">6399 14447 7581,'-7'0'1122,"-9"0"-863,8 0 1123,-10 0-594,6 0-128,-1-5 799,7 4 1,-4-6-1062,6 3 1,5 2 0,7-2-1,5 3 161,3 1 0,3 0-220,6 0 0,5 0-453,3 0 0,2 0 0,2 0 1,-1 0-472,-3 0 0,2-1 413,-2-4-1202,-3 4 672,6-10 299,-16 10 0,8-9-1522,-12 6 0,0-1 1925,-3 0 0,-39 4 0,-10-4 0</inkml:trace>
  <inkml:trace contextRef="#ctx0" brushRef="#br0" timeOffset="150">6375 14792 7581,'-18'14'0,"-3"2"0,4-2 734,0 2 0,5-2 2300,4-2-2461,2-5 0,9 3-38,5-6 0,3 0 0,12-4 243,3 0-1208,7-6 1,3 0 0,6-8 24,2-3 0,-3 4 1,3-5-1,-1 2 405,1-1 0,12-16 0,-24 17 0,-1 0 0</inkml:trace>
  <inkml:trace contextRef="#ctx0" brushRef="#br0" timeOffset="151">7199 14657 7573,'-11'1'4443,"3"3"-2746,-3-2-1342,15 3 0,-1-5 0,13 0 309,5 0-502,8-5 1,1 2-1,4-4-381,-1 1 1,-6-3 0,3 2 0,-1-1-817,-1 0 1,1 1 0,-6-1-2495,-2 4 2088,-3-3 1441,-6 5 0,-16-9 0,-4 5 0</inkml:trace>
  <inkml:trace contextRef="#ctx0" brushRef="#br0" timeOffset="152">7888 14460 7573,'-8'7'908,"0"-3"1,4-3 890,-4-1-428,5 0-781,8-5-448,9-2 49,5-6-47,4 1 0,-8 4 62,6 0 0,-1 0 0,5-5 75,0 1 0,1 4-90,2 0 1,-2 3-92,3-3 0,-3 6-101,-1-3 1,-2 0 0,-3 1 0,-3 1-21,-4 2 23,-6 6 1,-1 2 0,-6 5 56,0 1-77,-11 4 0,-3 3 0,-10 6-125,-1 2 0,-4 4-66,1 5-498,-7-6 536,9 5 0,-4-6 0,7 3-16,3-5 1,2-3 0,7-3-48,3-2 178,2-5 0,6 3 1,1-6 92,4 1 1,1-6-21,7-3 0,-1 1-42,0-1 124,6 0 1,-4-4 0,4 0-1,-1-1 1,2-3-769,1-4 547,3 2 1,-4-5 0,6 3-1,-1-3 1,-1-1-365,-2-1 1,1 1-612,-6 0 1097,6 0 0,-8-28 0,4-7 0</inkml:trace>
  <inkml:trace contextRef="#ctx0" brushRef="#br0" timeOffset="153">8590 14374 7589,'4'-9'341,"0"1"0,0 0 0,0 0 652,0 0-457,6 5 1,-7-7 0,3 5 0,1-1 0,0 1 891,3 2 0,-1 5-906,-1 6-447,-2 5 1,-6 18 0,0 4 0,0 7 0,-1 9 0,-2 4 0,-3 4-592,-1 1 217,5-4 1,-4-3 0,6-8 0,0-4 0,0-4 0,0-5-687,0-8 0,6-10 1,2-10-1,3-4-234,1-4 0,0-4 1219,1-9 0,5-24 0,1-11 0</inkml:trace>
  <inkml:trace contextRef="#ctx0" brushRef="#br0" timeOffset="154">8688 14644 10234,'7'0'2005,"4"0"-1648,-3 0 0,3 0-234,1 0 1,6 0-1,3-1 1,2-3-280,2-4 0,-1 1-767,1-1 643,-1 5 1,-3-8 0,-1 4 0,1-1 0,-2 0-2453,-3-2 2512,-2 5 0,-2-5 0,1 5 0,-2-2 0,-2-1 0,-2-1 220,-1 1 0,3-11 0,-2-7 0</inkml:trace>
  <inkml:trace contextRef="#ctx0" brushRef="#br0" timeOffset="155">9082 14251 7589,'0'-13'700,"0"5"1531,0 0-709,0 5-296,0-2-1039,0 16 1,0-2 0,0 13 0,0 3 0,0 3 0,0 4-1,0 3-72,0 5-270,5-2 1,-2 6 0,4-3-1,0 3 1,-2 0 0,1-5-1,-2-3-1256,1-3 1,-3-6 213,2 2 766,3-9 0,-5-3 0,5-8 0,0-2-1415,0-2 1846,-4 0 0,2-11 0,1-17 0,0-10 0</inkml:trace>
  <inkml:trace contextRef="#ctx0" brushRef="#br0" timeOffset="156">9574 14607 7574,'8'0'4913,"1"0"1,-5 0-4736,4 0 0,-4-4 0,4 0 0,2 2-1167,1 0 774,-4-3 1,5 3 0,-1-3 0,4 1 0,0-2 0,-1 1 0,-2-1-1155,0 4 1,1-1 0,-1 0 0,0-1 13,0 1 1,-3 2 1354,-1 1 0,-11 0 0,2 0 0</inkml:trace>
  <inkml:trace contextRef="#ctx0" brushRef="#br0" timeOffset="157">9722 14472 7574,'-6'7'2971,"5"-2"-2337,-4-5 0,5 2-176,0 2 1,1-3 0,2 5 0,2-1 51,2 3 1,-4 3-39,1 2-470,-3-1 0,3 4 0,0 2 0,-1 1 0,-1 3 0,-2 0 0,1 0-1007,3-2 170,-3-5 1,6 7 0,-4-5 0,2-4 834,2-3 0,23-48 0,10-17 0</inkml:trace>
  <inkml:trace contextRef="#ctx0" brushRef="#br0" timeOffset="158">10300 14324 7113,'-8'-6'-1034,"0"1"1034,5 4 0,-2 0 0,5-3 0,0 2 0,-2-3 0,-2 5 0,3 0 0,-5 0 0,6 0 0,0 0 0,6 0 0,-5-6 1218,5 5 1,-5-4 0,2 3 3092,1-2-2898,0 3-1348,1-5 1,-3 12 0,2 2 0,-1 4-274,1 5 1,-3 2-230,3 5 1,-1 6 133,1 3 0,-3 4 0,4 3 0,-4 1-655,-1-2 0,1-4 511,3-3 1,-2-4-420,2 1 468,3-9 0,-6-6 0,5-7 0,-1-2-1091,3-2 1258,3-7 0,-4-5 231,-3-7 0,8-25 0,2-11 0</inkml:trace>
  <inkml:trace contextRef="#ctx0" brushRef="#br0" timeOffset="159">10362 14509 7573,'-7'0'3179,"2"0"-2733,5 0 1,1 4-57,3 0-501,3 0 1,6-4 0,3 0-1,1 0 1,1 0 0,0-1-1,-2-2-724,2-1 0,-4-1 384,2 1 142,3 2 1,-5-7-1,2 3 1,-2 1-1,-3-2 1,-1 1 308,-2 1 0,0-5 0,4-13 0,1-10 0</inkml:trace>
  <inkml:trace contextRef="#ctx0" brushRef="#br0" timeOffset="160">10645 14251 7573,'-7'5'901,"-3"2"196,6 5 1,0-2-409,4 2-337,0-2 0,0 13 0,0-3 0,2 4 1,0 2 859,2 2-1242,6-2 1,-5 14 0,5-4-1,-2-1 1,0-1 0,1-1 0,-2 0-425,-2 0 0,3-7-693,-4-2 436,0-5 1,0-6 0,2-2-2225,1-3 2270,-4-3 665,7-5 0,3-16 0,6-5 0</inkml:trace>
  <inkml:trace contextRef="#ctx0" brushRef="#br0" timeOffset="161">10916 14152 7573,'-13'0'1786,"1"0"-918,0 0 1,6 0-1,6-1 1,8-2-281,7-1 0,3-4-265,3 4-216,2-6 1,-4 5 0,4-5 0,-1 3-1,-3 2 1,1 1 0,-3 0-267,1-1 1,-1 1 0,-7 6-324,-1 2 0,0 3 1,-5 5-1,-1 0 14,-2 1 0,-5-1 1,-1 0-1,-1 0 262,1 1 1,-3-1 0,2 0 0,-1-1 759,-2-2 1,2 1-1,-1-1 679,-2 2 0,3-3-488,-1 0-486,5-5 1,-2 4-1,6-3 1,3 3-633,5-1 0,6 0 103,1-6 61,1 0 1,0 0 0,2 0-1,2 0 1,-1-2-1084,2-2 1,0 3 1291,-1-3 0,13-8 0,-1-2 0</inkml:trace>
  <inkml:trace contextRef="#ctx0" brushRef="#br0" timeOffset="162">11026 14484 8397,'-6'-1'1125,"1"-3"0,4 1 0,2-5-399,4-2-267,-4-6 1,10 1 0,-3-6-37,3 0 0,1-4 0,2-2 0,1-3 21,1-2 0,5 1-157,-5-2-871,1-3 1,-1 10 0,1-4 276,-2 0 307,-2 4 0,0-9 0,-1 3 0</inkml:trace>
  <inkml:trace contextRef="#ctx0" brushRef="#br0" timeOffset="163">12122 14694 7588,'-7'0'3416,"0"0"99,3 0-2870,2 0 0,-2 0-601,8 0 1,-1 0 0,7 0 192,3 0-556,0 0 1,10 0-1,-2 0 271,2 0-995,1 0 0,1 0 0,0 0-987,-1 0 1,5-4 2029,0-1 0,2-13 0,5-6 0,0 0 0,0 0 0</inkml:trace>
  <inkml:trace contextRef="#ctx0" brushRef="#br0" timeOffset="164">12392 14423 7588,'-17'0'0,"3"0"0,-8 4 0,6 0 0,5 0 0,15-5 1205,8-3 0,13 1 0,1-4 1,2 0-1024,2 0 0,5 3 0,-4-2-1382,1 0 0,-2 2 0,-6 4-169,1 0 1369,-1-6 0,1 11 0,0-4 0</inkml:trace>
  <inkml:trace contextRef="#ctx0" brushRef="#br0" timeOffset="165">13758 14288 9898,'-4'12'2588,"0"0"-2079,1 0 1,2 6 0,1 4-1,0 5 76,0 6-441,0 8 0,-4 3-224,0 5 1,0 0 0,4-1 0,0-3-881,0-4 650,0-2 1,1-12-576,3-2 0,-2-9 0,3-1-1218,0-5 1554,-3-5 0,9-6-176,-3-3 0,-3-7 725,0-6 0,7-32 0,2-4 0</inkml:trace>
  <inkml:trace contextRef="#ctx0" brushRef="#br0" timeOffset="166">13648 14312 7575,'-13'0'0,"1"6"0,0-5 1702,-1 3 0,1-1-1017,0 1 1,6-3 0,8 3-1,7-4-397,6-4 0,8 2 0,1-5-278,3 1-6,7 2 0,-6 0-195,4 0 1,1-4 210,4 4 4,0 0-419,0-2 1,0 5 0,-2-3 0,0 2-1294,-3 2 0,-6 0 910,-1 0 0,-7 6-443,-10 2 1221,-2 3 0,-34 14 0,-16 6 0,0 2 0,0 1 0</inkml:trace>
  <inkml:trace contextRef="#ctx0" brushRef="#br0" timeOffset="167">13598 14964 7575,'-17'7'0,"3"3"0,-3-6 1180,4-1 1,7-2-1,8-1 1,9-1 0,9-4-1,6-3-337,3-3 0,6-1 0,0 0 0,2-1-397,-2 1-607,-1 5 0,3-4 0,0 5 0,0-3 0,0 2 0,-2 2 0,0 2-4863,-3 2 4284,-4 1 1,2 0-1,-7 0 740,-2 0 0,-14 11 0,-9 3 0</inkml:trace>
  <inkml:trace contextRef="#ctx0" brushRef="#br0" timeOffset="168">14657 14620 7573,'-9'0'1324,"3"1"0,-1 2 1,1 2-555,1 2 0,4-4 0,7 1 0,8-3 0,4-1 1,4 0-791,1 0 1,2-1 0,-1-3 0,1-3-840,-1 0 0,1-2 0,0 3 0,-1 1-3257,1-1 4116,-6 2 0,4 4 0,-4 0 0</inkml:trace>
  <inkml:trace contextRef="#ctx0" brushRef="#br0" timeOffset="169">15457 14300 7573,'-9'5'465,"1"3"1,0 3 0,1 3 0,2 1 0,1 3-29,-1 1 1,1 6 0,4 5 0,2 3 0,0 5 0,4 4 0,-1 3 0,2 0-844,0 2 0,-3-3 1,3-1-1,-2-1-347,-2-7 0,-1-5 1,-2-9-1,0-5 237,0-2 0,0-5 0,0-5 0,0-8 516,0-5 0,0-4 0,0-4 0,0-2 0,0-1 0,5-47 0,-2 30 0,1 1 0</inkml:trace>
  <inkml:trace contextRef="#ctx0" brushRef="#br0" timeOffset="170">15469 14669 7573,'0'-8'944,"0"0"484,-6-1 1,6 3-1128,0 1 1,6 4-1,6 1 1,1 0-1,0 0 1,4 0-432,3 0 1,3 0 0,2 0 0,0 0-1,-1-1 1,1-2-1081,-1-1 0,1-6 0,-2 2 1,-1-3 829,-1-1 1,-6 0 0,1-1 0,-2 1 379,-2 0 0,-4-2 0,-1-1 0,-1-1 0,-8-17 0,-5 0 0</inkml:trace>
  <inkml:trace contextRef="#ctx0" brushRef="#br0" timeOffset="171">15863 14275 7573,'-13'2'2596,"1"2"-1970,5-3 0,2 10 0,5-3 0,0 4-43,0 5 0,0 3 0,1 9 0,2 5-256,1 6 1,6 5-1,-4 7 1,3 3-272,-1 1-201,-5-4 0,6 1 0,-5-6 0,0-5 0,0-4 1,1-6-1,-1-6-1102,1-6 1,-2-3-1,4-8 1247,-2-1 0,10-32 0,-1-5 0</inkml:trace>
  <inkml:trace contextRef="#ctx0" brushRef="#br0" timeOffset="172">11556 16453 7580,'-5'-12'747,"0"1"1,-1 2 0,1 0 0,1 1 553,-2 1 0,4 2 0,-6 5 0,-2 1-667,-1 3 1,-3 9 0,-2 9 0,-3 6-154,0 9 1,-5 7-1,4 9 1,-3 6-21,-2 5 0,6-1 0,4 3 0,5-3 82,6-2-1095,14-10 1,5 1 0,13-14 0,7-6-1,4-11 1,5-7 0,1-6 551,0-4 0,-12-25 0,1-11 0,5-2 0,-1 0 0</inkml:trace>
  <inkml:trace contextRef="#ctx0" brushRef="#br0" timeOffset="173">11949 16552 7580,'0'-6'1318,"0"6"0,0 7 0,0 7-465,0 6 0,2 6 0,0 13 1,3 2-1,-3 5 0,0 5-682,-2 2 0,0 0 0,1-5 0,2-4-693,1-7 1,0-6-1,-4-7 1,1-4-1132,3-3 1,-1-9 0,5-5 1652,2-6 0,1-48 0,1-16 0</inkml:trace>
  <inkml:trace contextRef="#ctx0" brushRef="#br0" timeOffset="174">11888 16773 7580,'-17'-12'179,"1"0"0,1-2 1612,1-2-1273,7 2 0,2-4 1,8 6-1,5 0 1,11-1-1,10 0 0,9-2-192,4-2 0,4-3 1,3 3-1,0 1 1,-1 1-1,-3 1-861,-4 3 1,-4 6 0,-6-2 0,-5 1-2232,-4 4 1,-12 2 2765,-2 4 0,-27 14 0,-8 8 0</inkml:trace>
  <inkml:trace contextRef="#ctx0" brushRef="#br0" timeOffset="175">11888 17155 7580,'-21'12'0,"2"-1"0,1-3 0,3-4 1449,7 3 1,5-7 0,12-1 0,10-10 0,11-8 0,11-4-830,5-2 1,-2 4-1,-3 2 1,-3 0-1567,-1 0 0,0 4 0,-1-1 0,-3 3-1972,-5 5 1,-7 3 2917,-5 5 0,-19 10 0,-5 4 0</inkml:trace>
  <inkml:trace contextRef="#ctx0" brushRef="#br0" timeOffset="176">12663 16847 7580,'-11'12'1865,"6"-1"-865,9-2 1,8-4 0,13-6 0,1-3 0,2-5 0,5-1-1901,3-3 1,-3 1 0,-2 1 0,-1 1 0,-3 2 899,-1-1 0,-12-2 0,-3-2 0</inkml:trace>
  <inkml:trace contextRef="#ctx0" brushRef="#br0" timeOffset="177">13229 16564 7580,'-7'8'330,"2"1"1,1 0-1,0 2 1,1 3 702,2 2 0,-4 3 0,1 7 1,2 3-1,0 4 0,2 4-1161,0 4 1,4-3 0,2 3 0,1-4-1,1-4 1,0-3-867,0 0 0,-1-10 0,3 1 0,-3-6-2365,-2-3 3359,5-5 0,-9-34 0,4-14 0</inkml:trace>
  <inkml:trace contextRef="#ctx0" brushRef="#br0" timeOffset="178">13254 16909 7580,'-8'0'4420,"-1"0"-4274,7 0 0,6-6 1,9-1-1,5-1 1,4 0-1116,1-2 1,3-2-1,2-3 1,0-1-400,0 1 0,-2 0 1368,-2-2 0,12-18 0,2-10 0</inkml:trace>
  <inkml:trace contextRef="#ctx0" brushRef="#br0" timeOffset="179">13586 16564 7580,'-11'8'0,"2"1"0,0 0 432,0 2 0,3 3 0,2 1 1,4 1-1,4 1 0,4 0 416,3 4 1,3 1-1,1 0 1,2 0-1,-1 2 1,0 5-1289,1 2 72,-1-3 0,-4 6 1,-1-4-1,-1 1 1,-3 4-1,0-1 1,-2-3 367,1-6 0,-2-17 0,-4-9 0</inkml:trace>
  <inkml:trace contextRef="#ctx0" brushRef="#br0" timeOffset="180">13955 16429 7578,'8'-8'283,"1"-1"0,-1 5 0,4-3 0,3 1 0,6 0 0,7 1 5323,7 2-4587,7 7 1,-4 8-1,3 10 1,-2 7-334,-2 8-730,-6 11 1,-2 4-638,-9 5 1,-2 5 723,-6 3-126,-5-5 1,-1-1-1,-8-7 257,-2-4-496,-3-10 0,-5-3 0,-2-5-295,-2 1 169,2-9 1,-8 5 0,6-10-1,1-2-919,1-2 0,-2-2-1198,-1-2 2035,1-4 1,9-10 0,3-4 529,3-2 0,-5-6 0,-1-3 0</inkml:trace>
  <inkml:trace contextRef="#ctx0" brushRef="#br0" timeOffset="181">14435 16306 7578,'-12'0'1479,"0"0"1,-1 0-1,2-2 1484,3-2-2416,3 3 0,11-14 0,8 1-29,9-4 1,7 2 0,9-3-566,2 1 0,-3 2 0,3 5 0,-4 1-765,-4 2 1,-4 5 0,-9 0 0,-5 6-1166,-5 5 1460,-5 9 1,-5 2 614,0 6 0,-7-5 0,-4 1 0,-5-1 862,-3-1-501,4-1-305,-3-6 222,6 1 1,3-2 0,1-2 0,0-1 905,1 2-730,2-5-360,5 6-202,0-9 0,0 5 1,1-5-174,3 2 0,3 5 69,5-5-267,6 5 1,-3-7 0,4 2-32,-1-3 1,4-1 0,-3 0 0,2 0 104,-1 0 0,-5 1 0,2 2 0,-4 1-302,0-1 1,-5 2 0,-1 1 608,-2 1 0,-1 17 0,-4 9 0</inkml:trace>
  <inkml:trace contextRef="#ctx0" brushRef="#br0" timeOffset="182">15321 16970 7578,'-5'0'3063,"6"0"1,9 0-2812,5 0 1,7 0 0,-2 0 0,5-1 0,2-2-1,2-1-252,-2 1 0,26-25 0,6-7 0</inkml:trace>
  <inkml:trace contextRef="#ctx0" brushRef="#br0" timeOffset="183">15506 16798 8457,'-8'0'5819,"-1"0"-5619,7 0 1,-2 0-1,8 0 1,5 0-1073,6 0 1,10-1 871,8-4 0,9-4 0,6-5 0,5-2 0,-1-1 0</inkml:trace>
  <inkml:trace contextRef="#ctx0" brushRef="#br0" timeOffset="184">16650 16663 7577,'-4'13'671,"0"2"0,0 2 0,0-1 0,0 3 266,1 6 0,2 1 0,1 7 1,0 0 235,0-2-1337,0 4 0,1-4 1,3 1-1,4-3 0,3-3 1,2-3-1,-1-2-2029,0-5 1,5-6-508,-1-2 1995,0-5 705,-3-3 0,-1-45 0,0-16 0</inkml:trace>
  <inkml:trace contextRef="#ctx0" brushRef="#br0" timeOffset="185">16576 16700 7577,'-12'0'0,"-4"-6"0,1-2 844,4-3 1,4 3-1,10-1 1,5 0 362,8-2 0,16-1 0,7-2 0,6-1-928,6-1 0,1-1 0,-3 5 0,0 0-767,1-1 0,-5 5 0,-4 1 0,-6 2-837,-7 2 1,-10 7-1,-3 4 1,-6 3-1132,-5 2 2456,-2 4 0,-20 12 0,-8 5 0,-1 6 0,-1 0 0</inkml:trace>
  <inkml:trace contextRef="#ctx0" brushRef="#br0" timeOffset="186">16650 17192 7577,'-17'12'983,"1"-1"574,-4-3 0,8-5 455,3-11 1,18-2-1525,19-10 1,5-2 0,12-4-1,2 0-2187,1 3 1,-5 6 224,-2 1 0,-1 2 1474,1 2 0,3 5 0,5 1 0</inkml:trace>
  <inkml:trace contextRef="#ctx0" brushRef="#br0" timeOffset="187">17499 16847 12703,'2'-7'609,"2"3"0,4 3 0,3 1-855,1 0 1,5 0 0,1 1-1,2 2-3031,6 1 2454,-1 0 0,5 0 823,-6 0 0,39-10 0,-27-1 0,1 0 0</inkml:trace>
  <inkml:trace contextRef="#ctx0" brushRef="#br0" timeOffset="188">18189 16503 7577,'0'13'0,"-2"4"0,-1 3 575,-1 3 0,-4 3 0,3 5 0,-2 4 1,-1 6-1,1 4 910,3 6 0,2-3-1625,2 1 0,0-3 1,0-7-1,2-4 1,2-2-1,4-6-791,3-6 0,1-7 1,1-6-169,-1-4 0,-1-4 0,-3-4 1099,-4-4 0,3-31 0,0-7 0</inkml:trace>
  <inkml:trace contextRef="#ctx0" brushRef="#br0" timeOffset="189">18250 16847 7577,'-12'0'0,"-1"-4"2696,1 0-1874,5 0 0,-1 0 0,10-2 0,8 1 287,12-1-1404,3 2 1,10 0 0,-3-1 0,1-1-1,-2-1 1,-1 2 0,-2-2-1358,-2 0 0,-3 0-285,-3-1 1556,4-3 0,-11 4 1,2-5 380,-5 0 0,1-39 0,-4-9 0</inkml:trace>
  <inkml:trace contextRef="#ctx0" brushRef="#br0" timeOffset="190">18619 16441 7577,'-5'8'0,"-3"0"0,-3 1 859,-2 3 0,5 4 2674,0 1-3037,5 5 0,-2-3 0,5 7 1,0 1-1,1 3-78,3 2 0,4 2 0,7 6 0,2 1-1102,-2-2 0,-1-1 493,-2-1 1,0-4-1106,1 0 714,-7 0 0,1 2 0,-4-2 0,1-4 1,-1-2-1846,-2 2 2427,-1-8 0,0-4 0,0-11 0</inkml:trace>
  <inkml:trace contextRef="#ctx0" brushRef="#br0" timeOffset="191">15481 9870 7577,'0'-9'3,"0"1"0,0 4 624,0-4 1,0 4 372,0-4-504,0 5 350,0-3-121,0 6-222,0 0 0,0 6-136,0 2-239,0-3 1,0 6 0,0-2 255,0 2-378,0 6 0,0-3 0,2 4 256,2 0-479,-3-5 1,5 9-1,-6-5-89,0-2 0,4-2 1,0 0-1,0-1 31,1 0 1,-2 0-1,5-1 168,2-2 0,-3 0-29,1-5 171,0 0 1,0-4-1,0 0 1,2 0 124,1 0 1,-3-1 0,0-2 159,2-1 1,-3-1 35,1 1-231,0 2 33,4-9 0,1 10 1,-1-5 215,0 1-272,1 4-4,-1-10 0,0 8-124,1-5 1,-1 4 0,0-3-8,1 1 1,-1-2 39,0 4 71,0 0-168,-5-2 0,4 5 0,-4-4 0,1 1-167,0-1 236,1-4 1,2 6 0,-2-4 0,-2 0 0,0 1-66,0-4-112,-5 5 83,9-6 0,-9 4 77,2-6-20,3 7 94,-6-5-137,5 9 478,-6-9-113,0 10-118,-6-10-115,5 10 1,-5-6 83,6 3-165,0 2 1,-1-3 0,-2 4-45,-1-4 23,0 4 0,4-6-57,0 3 85,0 3-156,0-5 124,0 1-134,0 4 98,0-5 0,0 5-5,0-3-6,0 2 292,0-3-11,-6-1-202,5 5 342,-4-5 0,3 1-29,-2-3 0,1 1 63,-5-1-183,0 0 1,0-1 7,0 1 358,-1 0-199,-3-4-125,0-1 1,-1 5 269,1 0 1,0 1 0,-2-3 432,-2 2-685,-3 6 0,-2-4 0,-1 6-124,-4 0 0,2 1-48,-5 4 0,7-3-31,2 6 137,-1 1 0,2-1-233,2 0 0,4-4-26,1 4-395,5-5 282,1 3 29,6-6-729,0 0 420,-5 0 389,-2 0-156,-5 0 0,3 4 0,1 1-566,-1 2 367,-2-4 59,4 8-1740,1-4 2155,6-1 0,44-17 0,11-9 0</inkml:trace>
  <inkml:trace contextRef="#ctx0" brushRef="#br0" timeOffset="192">19185 17389 7614,'-1'8'3929,"-3"0"0,1 0-3488,-5 5 0,5-5 0,-2 0 1,1 2 769,0 1-1262,-1 1 1,4 1-1,-2 3-275,-1 0 0,0 0 0,4-3-1557,0-1 1006,0 0 302,0 1-216,0-1 0,2-4 101,2 0 0,-2 0 134,7 5 442,-7-6 1,5 2 250,-3-5 0,-1 5 790,5-5 1,-4 0 596,4-4-931,-5 0-360,8 0 0,-9-2 0,3 0 63,0-2-214,-3-1 0,9 5-404,-3 0 186,-3 0 1,6 0-90,-2 0 0,-3 0-54,3 0 165,-1 0 2,4-5 1,5 4 0,-1-4-591,-1 4 365,-1 1 165,3 0 1,-3-4-148,3 0 0,-4 0 0,-1 4-233,1 0 509,-1 0-272,0 0 1297,1-6-805,-1 5 0,0-9 1252,1 6-602,-7 0 383,0 4-785,-1-5-353,-3 3 148,3-3-318,1 5-930,-5 0 541,5 0-532,-6 0 3231,0 0-1772,0-6-1180,0 5 464,0-10-229,0 10 0,0-10 1,0 3-289,0-3 641,0-2 0,0 1 1,0 0 374,0-1-129,0 1 0,0 0 496,0 0-339,0-1-104,0 1-26,0 0 0,0 3-317,0 1-6,0 5-190,0-7 37,0 8-103,0-3 153,0-1 102,0 5-268,0-5 71,0 6-249,0 0 918,0 6 0,-2-5-64,-2 3 472,3-2-329,-5-2-1,6 0-41,-5 0 0,-2 0 0,-5 0 257,-1 0-248,1 0-154,0 0 44,-1 0 1,-3 0 32,0 0 0,-6 0 0,1 0 118,-2 0 0,-2 0 1,1 0-1,-2 0 255,-3 0 1,7 0-443,-2 0 0,7 0-538,1 0 414,2 0-3629,2 0 2369,5 0-421,1 0 1,8 1 1635,2 3 0,25 3 0,10 5 0</inkml:trace>
  <inkml:trace contextRef="#ctx0" brushRef="#br0" timeOffset="193">16220 10030 7573,'0'-7'0,"0"0"1670,0 3-459,0 2 792,0-3-1142,-6 5-526,-1 0-107,0 5 1,-4 2-1,3 6-5,-3-1 1,0 2-1,2 1-63,1 1 1,-1 6-189,-3-2 93,5 4 0,-2 0-244,5 1 1,0-5 0,4 1-242,0 1 0,6-3 71,7 1 255,4-10-474,8 6 1,0-14 0,1 2-115,2-3 0,-2-8 0,3-4-165,-3-4 902,-7-6-124,-1 1-13,-6-4 0,-1-1 380,-3 1 0,-2-1 0,-6 0 584,0 1 0,-6-1-446,-2 0 0,-7 6-152,-1 3 1,-5 2-1,3 2 1,-1 1-360,-3 3 1,5 2-444,0 6 1,4 0-1526,0 0 1655,1 6 0,4 2-572,0 8 1,5-1-1,-1 5 960,2-3 0,41 27 0,8 3 0</inkml:trace>
  <inkml:trace contextRef="#ctx0" brushRef="#br0" timeOffset="194">16256 10177 7573,'-12'0'1343,"0"0"-924,0 0 1,-1 0 2127,1 0-893,5 0-1108,-4 0 1,10 2-1,-3 2-432,2 4 0,4 4 0,2 3 0,5 3-146,6 1-1560,-1-4 1156,9 3 1,-4-3-2452,6-3 2158,0 3 0,-2-9 0,-1 2-1106,-2-4 1835,-5-2 0,31-30 0,0-6 0</inkml:trace>
  <inkml:trace contextRef="#ctx0" brushRef="#br0" timeOffset="195">16453 10214 7573,'9'0'1304,"-1"0"1,-1-1-1218,1-3 0,3 1 0,-3-5 1,3-2 166,1-1-242,1-1 0,-5 0 1,0-1 193,2 1 1,-5 4-152,-1 0 80,-3-1 298,-1 3-374,0 0 1,-5 6 215,-3 0-482,-3 0 174,4 6 46,-4-5 0,8 6-480,-5-3-154,5-3 158,-8 10 313,10-9 20,-4 3 68,5-5 799,0 0 1280,0-5-753,0 3-854,0-3 0,0 6-277,0 3 1,0 3 79,0 5-21,0-5-547,0 10 1,1-9-1,2 10-1455,1-1 1365,5-3 1,-6 9 0,5-4-1041,2 1 956,1 3 0,-3-10-67,0 4-518,0-3 461,5-8 231,-6 0 422,-2-6 0,1 0 0,6-60 0,-3 22 0,1 0 0</inkml:trace>
  <inkml:trace contextRef="#ctx0" brushRef="#br0" timeOffset="196">16540 10103 7573,'0'-6'0,"0"-5"1361,0 4 1,0-1-622,0-1 0,1 3 392,3-3 1,3 2-141,5 3-620,0 3 0,6-10-538,1 10 0,5-9 0,-3 6 0,0 1 0,0 1-954,-2-3 48,-2 4 1,-4-4 0,-2 6-770,-3 3 0,-1-1 1841,-3 5 0,-19 11 0,0 7 0</inkml:trace>
  <inkml:trace contextRef="#ctx0" brushRef="#br0" timeOffset="197">16613 10202 7573,'-9'1'1187,"-4"3"231,4-2 1,-9 3-586,6-5-95,5 6 0,4-5-728,11 3 1,2-3-10,11-1 47,-1 0-792,5-5 1,-1 4 0,0-5-1,-3 2-1708,0 0 1466,-6 0 986,3 4 0,-11-11 0,-2-3 0</inkml:trace>
  <inkml:trace contextRef="#ctx0" brushRef="#br0" timeOffset="198">16613 10325 7573,'-12'7'900,"0"4"1,1-4-624,3 5 1628,2-5-1226,6-2 0,2-1-490,2 0 0,8 0-34,8-4 0,0 0-1434,0 0 1,1-1 211,3-3 19,1 3 1,-1-10 0,0 2 1047,-4-1 0,14-36 0,-1-7 0</inkml:trace>
  <inkml:trace contextRef="#ctx0" brushRef="#br0" timeOffset="199">16970 10079 7573,'-5'8'1517,"-3"0"0,1 0-708,-1 5 1,3-1-75,-3 0-521,5 1 0,-3 3 0,3 2-153,-1 1 0,0-3-19,4 5-803,0-1 1,4 0-1,1-4 1,1-2-1,1-3 1,-1-3 760,4-4 0,1-3 0,12-61 0,-10 22 0,0 1 0</inkml:trace>
  <inkml:trace contextRef="#ctx0" brushRef="#br0" timeOffset="200">16995 10066 7573,'-12'-5'1663,"5"4"-1060,-4-5 1,8 2 2318,-5 0-1478,5 0-1104,-2 4-196,10 5 0,2-2-295,5 5 0,6 0 0,3 3-255,2-2 0,6 3-165,-1 0 1,-3 1-1,-5 4-1265,2 1 918,-4 1 0,-6 6 428,-8-1 0,-2 7 499,-2 1-201,-6-2 168,-6 6 1,-7-10 0,-6 1 0,-1-3-237,-2-4 0,2-5-28,-3 2 288,3-9 0,-15-14 0,-4-7 0</inkml:trace>
  <inkml:trace contextRef="#ctx0" brushRef="#br0" timeOffset="201">19899 17770 7586,'-1'-8'57,"-2"0"1,-1-2-1,1-1 1,2-1 558,1 0-491,0-1 1,1-3-1,3 0 1,4 2 0,2 3-1,0 3 1,-4-2 0,1 1 2608,0 0-1389,-4-2-1122,2 10 0,-10-4 1,-3 5-1,-3 1 0,-2 3 1,0 4-1,-2 5 153,-2 3 0,-3 0-288,3 9-68,-4-3 0,7 9 0,-3-3 0,5 2 0,4 1 1,4 2-1,2 0-478,2 0 1,3-6 0,5 0-1,9-5-880,5-5 1,8-8 572,3-1 336,2-5 0,1-3 1,-2-8-1,-4-4 1,-3-5 51,-3-3 1,-9-4 0,-3 0 0,-7-2 179,-3-3 1,-4 3 197,-2-3 0,-4 8 517,-8 0 1,-4 2 0,-4-3-1,-1 3 396,1 1 1,3 2-416,1 3 0,3 5-680,-3 0-4,5 5 1,-2-1 0,9 8 0,4 4-1081,3 3 0,2 2-219,3-1 994,3 6 490,0-5 0,26 16 0,1-3 0</inkml:trace>
  <inkml:trace contextRef="#ctx0" brushRef="#br0" timeOffset="202">19911 17832 7583,'-12'0'1341,"0"0"1,0 4-135,-1 0-448,6 5 0,3-2 0,10 4 0,6-1-50,7-2 1,6-1-346,4 1-1112,2 3 1,0-6 0,-1 5 0,-2-2-1,-2 0-2373,-3-1 2529,-7 4 592,2-9 0,-11 3 0,-1-5 0</inkml:trace>
  <inkml:trace contextRef="#ctx0" brushRef="#br0" timeOffset="203">20207 17709 11170,'0'8'3372,"-2"0"-1261,-2 2-2281,3 1 0,-5 2 1,6 2-1,0 2 1,0-1-1,0 0 1,0 2-1,2 0 0,1 0-2523,1-3 1,1-1 1299,-1-2 672,-2 0 0,3-4 721,-5 1 0,6-18 0,0 1 0</inkml:trace>
  <inkml:trace contextRef="#ctx0" brushRef="#br0" timeOffset="204">20244 17709 7573,'-7'-9'482,"3"1"1,-2 4 232,2-4 0,0 4 0,4-4 0,1-2-325,4-1 1,1 3-1,8 0 1,2-2-428,5-1 0,2-1 0,0 1 0,-1 1-768,-1 2 1,-2 4 0,2-3-1,-5 2-382,-2 2 1,-8 3 67,-1 4 1119,-4 3 0,-23 38 0,-5 8 0</inkml:trace>
  <inkml:trace contextRef="#ctx0" brushRef="#br0" timeOffset="205">20256 17832 7573,'-18'0'0,"5"4"5167,-4 0-3959,3 5 0,10-7-977,8 2 1,10-3-415,15-1-379,2-5 0,2-2 0,0-4 0,0 1 1,-2 4-1747,-2 0 1,-4-2 660,-5 4 1236,3 0 411,-14 4 0,-20 5 0,-17 2 0</inkml:trace>
  <inkml:trace contextRef="#ctx0" brushRef="#br0" timeOffset="206">20244 17967 7573,'-17'10'992,"1"2"1,-1 3 154,5-3-732,5 1 1,3-2 0,8-3 0,6-4-66,5-3 1,8-1-641,6 0 0,5 0-1351,-1 0 1351,2-5 125,2 3 1,6-25 0,1 0 0</inkml:trace>
  <inkml:trace contextRef="#ctx0" brushRef="#br0" timeOffset="207">20625 17659 7573,'-1'9'18,"-2"-1"0,-2 1 106,-2 2 1,3 3 2238,-5 2-1960,7-2 1,-4 9 0,6-2-1,0 2 1,0 2 0,0-1 0,0 1-358,0 0 0,2-5-273,2 1-494,-3-6 1,9 2 0,-5-6 0,2-1-1,3-3 1,-1-3 720,-1-6 0,3 2 0,-4-43 0,5-5 0</inkml:trace>
  <inkml:trace contextRef="#ctx0" brushRef="#br0" timeOffset="208">20662 17696 7573,'-12'0'1304,"0"0"0,3 0 1167,1 0-1346,5 0-829,-2 0 1,6 0-1,5 0 1,6 2-1060,7 2 169,4 3 0,6 9 0,0 2 0,-2 1 0,-1 4-645,-1 5 1,-5-2 0,-1 4 0,-2-2 973,-6 1 1,-4 0 264,-7-5 0,-2 0 662,-2-4-350,-3 3 1,-6-10 0,-4 0-1,-3-4 1,-2-4 502,1-2 1,-1-2 0,6-1 0,1 0-153,1 0 1,2-4-472,0 0 0,5-6-821,3 2 142,-3 3 0,6-6 0,-5 3 487,1-3 0,9-7 0,-3-1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6:35:03.845"/>
    </inkml:context>
    <inkml:brush xml:id="br0">
      <inkml:brushProperty name="width" value="0.09071" units="cm"/>
      <inkml:brushProperty name="height" value="0.09071" units="cm"/>
      <inkml:brushProperty name="color" value="#3165BB"/>
    </inkml:brush>
  </inkml:definitions>
  <inkml:trace contextRef="#ctx0" brushRef="#br0">13549 8221 7773,'-8'-13'262,"1"1"1,2 0 615,2-1 1,2 1 0,1 0-1,0-1 185,0 1 1,1 1 0,2 2 0,2 0 523,2 0 1,-4 2 0,2 0 591,1 2-1904,-5 1 1,4 9 0,-3 3-1,1 3 1,1 3 0,-2 2 0,1 6 1345,1 5-1472,-2 5 1,3 5 0,-5 1 0,0 2 0,0 4 0,0 2-1,0 3-154,0-2 1,-1 6-1,-2-4 1,-1 3 0,1 0-1,2-1-442,1-3 1,-4-9 0,0-2 0,-1-5 0,1-5 0,-1-1-85,-2-3 1,4-10 0,-2-1 0,-1-3-658,-2-2 715,3-1 1,-2-6 0,3 0 0,-3-2 0,-1 0 0,1-4-2192,1-1 0,2-5 2664,4-4 0,0-34 0,0-3 0</inkml:trace>
  <inkml:trace contextRef="#ctx0" brushRef="#br0" timeOffset="1">13820 8171 7813,'0'-8'1127,"0"0"0,1-2 1346,3-1 0,-2 6-1616,2 5 0,-3 5 1,-1 9-1,0 2-212,0 5 0,0 8 0,0 4 1,0 3-197,0 5 1,0 3 0,0 5-1,-1 1-227,-3-1 0,2 1 1,-2 2-1,3 0-438,1-4 21,0 1 0,1-14 1,2 0-1,1-3 1,0-6-1,0-4 1,0-6-2110,-1-2 798,-2-8 1,-1 3-8,0-9 0,-1-3 0,-2-9 1513,-1-1 0,0-48 0,4 24 0,0 0 0</inkml:trace>
  <inkml:trace contextRef="#ctx0" brushRef="#br0" timeOffset="2">13672 8085 7802,'-12'0'972,"0"0"1,-1 0 173,1 0 1,6 0-1,8 0 1,9 0-1,8 0 1,6-1-405,3-3 0,4 1 0,7-4 0,6 0 0,9 0 0,6-3-736,6-6 1,-2 3-1,3-4 1,-3 4-361,-4 0 1,-12 2-1,-4 2 1,-10 2-1939,-9 2 1,-6-4 63,-7 5 1,-5-1 1177,-3 1 0,-8 2 0,-4-2 1050,-3 3 0,-40 23 0,-9 5 0</inkml:trace>
  <inkml:trace contextRef="#ctx0" brushRef="#br0" timeOffset="3">13844 8553 7813,'-12'0'2345,"1"-2"-784,3-2 0,4 3 0,9-3 0,6 3-1226,4 1 1,7 0 0,-1 0 0,2 0 0,2 0 0,-1 0-574,1 0 0,-2-2 0,-1-1 1,-2-1-624,2 2 1,0 0 0,-1 2-1,-5-1-1987,-2-3 0,-2 2 2848,0-2 0,-16-8 0,-4-2 0</inkml:trace>
  <inkml:trace contextRef="#ctx0" brushRef="#br0" timeOffset="4">13586 9020 7803,'-8'0'778,"0"0"0,-2 0 1343,-1 0 0,6 0-1482,5 0 0,6 2 0,10 1 0,3 1 0,3-2 1,5 0-110,3-2 0,3 0 1,5 0-1,6-2 401,9-2-847,9-8 1,-25 5-1,1-1 1,0-1 0,0-1-1,1 0 1,-1 1-1,-1 0 1,-1 0 0,28-9-1,-11 4 1,-13 5-704,-13 5 1,-13 4 0,-11 4 0,-6 4-1,-5 2-3090,-3-2 2904,-2 3 1,1-4 804,0 5 0,-17-5 0,-4-2 0</inkml:trace>
  <inkml:trace contextRef="#ctx0" brushRef="#br0" timeOffset="5">15186 8036 7740,'0'8'768,"0"0"260,0 2 1,-2-5 0,-2 0 0,-4-4-564,-3-1 0,-1 0 0,0 1 0,-1 2-189,1 1 0,-4 0 0,-2-4 1,-1 0-191,-3 0 0,-1 4 0,-1 2 0,2-1-140,2 1 0,1-1 1,-2-2-1,5 1-350,2-1 101,2-2 0,4 3 0,-1 0 158,0-1 1220,3 4-442,1-6 0,5 6-210,0-3 0,1-2 310,3 2 248,-2-3-491,3-1 0,-3 0 84,2 0-440,-3 0 1,6 0 0,-4 1 37,1 3 0,1-1-39,-1 5 0,-2-3 1,2 3-1,-1 0 48,1-1 1,-3 4-1,3-2 1,-2 5-110,-2 2 1,0 6 0,0-1-1,0 3-99,0 5 1,0 1-1,0 4 1,0-1-10,0 1 0,-5 2 0,1-1 0,0 0-63,-1-3 0,3-4 0,-2 1 0,2-4-16,-3 0 1,4 0-1,-3-1 1,3 1 11,1 0 0,-5-5 0,1-1 0,0 0 153,-1 0 0,2-2 1,-4 2-1,2-1 5,2-3 1,0-1-16,-1-2 62,3 0 1,-5-6 20,6-6 0,0-6 207,0-6 1,0 4 0,2 1 50,2 1 1,-1-2-1,5 3-164,1-2 0,2 3 0,2-3 0,-1 1-165,0 4 1,5-4 0,0 2 0,3 0-272,1-1 1,4 3-1,2-2 1,3 1 149,2-1 1,-1 3 0,4-3 0,-4 2 195,-1 2 0,-3 0 0,-5 0 0,-3 0-103,-1 0 0,-5 0-533,-5 0 0,-6 2-687,3 2 0,-5-3 0,-5 5-1525,-3-1 0,-3-3-1776,-1 2 4497,0 2 0,-12-10 0,-2 3 0</inkml:trace>
  <inkml:trace contextRef="#ctx0" brushRef="#br0" timeOffset="6">15604 8319 7232,'8'0'309,"1"0"0,0 0 1,1-1-1,-1-2 1035,0-1 0,-3-6 1,4 2-1,-3-3-576,-2-1 1,-1 4 0,-4-1-350,0 0 0,-1 2 0,-3 0 0,-4 2-255,-3 2 1,-7 2 0,-4 2 0,-4 3 0,-3 4 0,2 5-50,1 3 1,2-2-1,-1 3 1,2 0 31,2-1-151,-2 6 0,11-7 1,-2 4-1,6-1 1,2-2-1,4 1 1,0-1 50,2-1 0,6-5 1,2-3-1,4 0 1,3-2-1,2 0 179,-2-2 0,2 3 0,0-2 0,-2-1 0,-1-2 0,-2-1 399,0 0-531,0 0 0,-3 0 0,-1 0-364,1 0 115,-3 0 0,-6 0 0,-8 0 0,-3 0 0,-2 0 0,1 0-219,0 0 1,-2 4 0,-1 1 0,-3 2 285,-1 3 1,3 1 0,-3 1 0,1 0 28,3 1 1,1 3 0,2 2 0,0 1 117,-1 3 1,5 0-1,1 0 1,2-2 20,2 2 0,2-3 0,1 0 0,1-1 155,3-3 0,3-3 1,5-3-1,2-4 497,2 1 0,1-5 1,6 2-1,3-6-69,0-5 0,4-3 1,-1-1-1,-2-1-387,-1 1 0,-7 0 0,-2 1 1,-4 1-1335,0 2 1,-5 4-3421,0-4 1,0 4 4477,4-5 0,7-16 0,2-7 0,2-5 0,1 0 0</inkml:trace>
  <inkml:trace contextRef="#ctx0" brushRef="#br0" timeOffset="7">15961 8085 7763,'-12'0'267,"0"0"0,-1 0 0,2-1 0,2-2 2678,1-1 0,3 0-2120,-3 4 0,11 1 1,1 2-1,6 1-434,2-1 0,2-2 0,2-1 0,5 0-190,2 0 0,-3 0 1,1 0-1,1 0-62,1 0-56,2 0 1,-5-4-1,-1 0 1,-1 0 0,-3 0-1,-1-2 609,-2-1 0,-5 3 268,-3-4-784,-8 5 0,1-2 0,-5 5 0,-2 0 0,-1 0 0,-1 1 37,0 3 1,4-2-1,1 3 1,0-1-190,0 0 0,4 6 1,-1-2-1,3 3-27,1 1 0,0 1 0,0-1 0,0 2-12,0 2 1,0 3 0,0 7 0,1 2 32,3 0 1,-1 8 0,4-1 0,0 5-40,0 0 1,-1-2 0,4-2 0,-2-2-51,2-1 0,-1-2 0,1 2 0,-3-6 59,-2-5 0,5 0 1,-3-6-1,1-1 85,0-1 1,-5-2 0,2 1-1,-1-1 63,0 0 1,0-3-1,-2-3 1,1 1-192,1 0 1,0-3-444,-4 4 121,0-5 0,-2 3 152,-2-6 1,2-5 0,-8 1 42,-4 2 1,1 0 0,-8 2-1,-1 2 116,-1 2 1,-7 4-1,-3 7 1,-2 3 187,-2 1 1,0 1-1,3 4 1,3-4-405,7-3 0,7-5 0,2-3-1208,6 0 1,5-7-1,8 2 347,4-2 0,8-8 1,5-2-1,4-3 1143,3-1 0,26-22 0,-22 14 0,0 0 0</inkml:trace>
  <inkml:trace contextRef="#ctx0" brushRef="#br0" timeOffset="8">16823 8368 7734,'-13'0'352,"1"0"1,0 0 0,-1 0-1,1 0 2538,0 0 0,5 2 0,4 0-1824,6 2 0,9 1 1,9-5-1,2 0-53,2 0-1031,5-6 0,-3 3 0,6-5 0,1-1 0,0-2 0,0 0 0,-2 1-666,-2 2 1,1 1 0,-5-3 0,-4 2 0,-3 0 0,-4 1-4046,-1 3 3872,-7 3 0,-3 1 0,-9 1 0,-8 3 0,-6 4-2078,-4 3 2935,-2 2 0,-2 5 0,-3 3 0,-3 3 0,0-1 0</inkml:trace>
  <inkml:trace contextRef="#ctx0" brushRef="#br0" timeOffset="9">16823 8590 7734,'-13'7'0,"2"4"1184,3-3 1,4-3 0,8-1 0,6-2 0,5-4 0,5-2 3719,3-4-4713,2 3 1,0-5-1,-1 4 1,1 1-1,-2 0 1,-2 0 0,-4 1-1014,1 0 1,-4 0 0,2 4-1,-2 0 822,-2 0 0,-16-5 0,-4-2 0</inkml:trace>
  <inkml:trace contextRef="#ctx0" brushRef="#br0" timeOffset="10">18152 8344 7702,'12'-13'63,"-4"5"1,-1 0 0,0-2-1,-2-1 1,1-1 0,-3 0 488,-2-1 0,-5 1 0,-2 1 0,-1 2 0,-2 2 0,-2 1-5,-1 4 1,-2 0 0,-1 2 0,-3 2 0,0 2 0,-1 4 17,0 3 0,-1 1 0,-4 0 1,2 2 148,2 3-584,-1 2 0,-2 5 1,1 1-1,2 0 0,-1-1 1,2 2-1,3 3 745,2 4-739,7-3 0,-2 5 1,5-3-1,2 1 1,5-2-1,7-1 1,3-1 521,4 1-587,4-4 1,3-2-1,6-7 1,0-5 0,1-2-1,1-3 1,1-2 201,-2-2 0,9-3 0,-3-4 0,2-5-41,4-1 0,-4-3 1,5 1-1,-3-2-56,-5-2 1,-1 1 0,-6-4-1,-3 0 20,-4-1 0,0 4 0,-6-5 0,-1 1-236,-1 1 0,-2-3 0,0 4 0,1-1-215,-1-3 0,0 2 0,1-2 0,-2-1 16,-3 1 0,1 0 1,-5-1-1,-1 1 257,-1 1 1,-9 2 0,-4-2 0,-7 5 408,-5 2 0,-1 6 0,-8 1 0,-4 2 359,-4 2 1,1 2-1,-6 1 1,-3 0-586,-4 0 1,7 1 0,0 3 0,6 3-537,7 0 0,3 2 0,8-3-1276,5 1 1,8 1 0,5 4-1099,6 1 1,4-1 0,5 0 2708,0 1 0,17-7 0,4 0 0</inkml:trace>
  <inkml:trace contextRef="#ctx0" brushRef="#br0" timeOffset="11">10066 11014 7758,'-12'-5'581,"-4"2"1,-1-4 0,2 2 0,3 3 0,4 5 0,4 6-1,2 7 1303,2 4 1,0 5 0,2 3 0,0 7-1202,3 4 0,3 6 1,-3 7-1,1 3-195,-1 1 0,-1-3 1,-4 3-1,0-2 617,0-6-1011,0-10 1,0-8-1,-1-5 1,-2-2-1,-2-3-2350,-2-3-1127,4-9 0,-2-4 3383,5-8 0,22-47 0,-9 18 0,1-1 0</inkml:trace>
  <inkml:trace contextRef="#ctx0" brushRef="#br0" timeOffset="12">10337 11076 7784,'-1'-7'1444,"-3"3"-279,-4 2 1,1 4-1,0 3 1,1 7 0,2 9-1,0 6-324,0 6 1,-4 9-1,2 6 1,1 6 0,-1 2-1,2 1-452,-1-1 0,4-1 0,-4-9 1,4-5-240,1-8 0,0-11 0,0-5-617,0-4-1945,6-6 1,-4-8 2411,6-12 0,-5-21 0,3-11 0</inkml:trace>
  <inkml:trace contextRef="#ctx0" brushRef="#br0" timeOffset="13">10091 11137 7796,'-12'0'1352,"1"-1"1166,3-3-1853,2 2 1,6-5 0,2 5 0,3-2 0,7 0-1,9-1 1,6 0 0,7-2 295,6-2 0,5-4 0,8-2 0,4-1-688,-1 1 0,2-3 0,-4 2 0,-4 1-133,-3 1-840,-5 2 0,-16 5 0,-5 1 1,-6 2-6029,-3 0 6728,-5 0 0,-29 20 0,-12 5 0</inkml:trace>
  <inkml:trace contextRef="#ctx0" brushRef="#br0" timeOffset="14">10251 11432 7783,'-8'0'1871,"0"0"-364,-2 0 1,6 0 0,5 0 0,10 0-791,8 0 0,5 0 0,0 0 0,2 0-672,3 0 1,-2-1 0,5-3 0,-2-3-564,-3 0 1,-1-4-1,-3 5 1,-1-3-1091,-1 1 1,-10 5-1,1-1 1608,-1 3 0,-44 17 0,-9 5 0</inkml:trace>
  <inkml:trace contextRef="#ctx0" brushRef="#br0" timeOffset="15">10030 11777 10401,'0'8'4052,"1"0"-3387,3 2 0,3-5 0,7 1 1,3-2-1,8 0 0,9-1-132,10-2 0,8-1 0,13-1 1,4-3-200,-1-4 1,-33 4 0,0 1 0,26-4 0,-4 1-162,-6 4 0,-8 0 1,-6 2-1,-9 0-182,-6 0 0,-8 0-2320,-6 0 1593,-5 0 1,1 0 0,-7 2-1,-2 0 1,-2 3 735,-3-3 0,-28 5 0,-8 0 0</inkml:trace>
  <inkml:trace contextRef="#ctx0" brushRef="#br0" timeOffset="16">11605 10682 12750,'-2'8'2752,"-2"0"0,-4-1-2664,-8 1 0,-9 5 0,-9-3 0,-7 7 0,-8 1 0,-6-1-68,-1-2 0,1-1 0,7-2 1,3-1-1,7-2 0,8-5-369,9-3 0,6-1 359,3 0 1,7 0 281,5 0 1,5 0 55,7 0 0,-5 6 1,-1 2-1,-2 3 798,0 1-946,5 0 1,-6 1-1,4 0 1,0 2-1,-2 3 1,2 0 0,-1 1 464,-1 0-622,-1-4 0,2 8 0,0-2 1,1 2-1,-1 2 0,-2 1 0,1 3-12,2 3 0,-4 0 0,1 2 0,-3 3 21,-1 3 0,0 6 0,0-1 0,0 2-89,0-2 1,0 1 0,-1-3-1,-2-1-96,-1 0 0,-4-5 0,2-5 0,0-2-36,-4-3 0,3 1 0,-1-1 1,0 2-221,1-2 0,-4-7 0,4-3 1,-1-3-604,0-2 968,5 0 0,-2-6 254,5-6 1,1-2 0,3-5 0,4 1 201,3-1 0,3 3 0,2-5 1,6 1 82,6 1 1,0-2 0,8 3 0,2 1-207,0-1 0,5-2 0,-2 4 1,-3 1-346,-4 2 0,-5 1 1,-9 0-1,-3 0-1154,-3 0 0,-8 1-763,-2 3 0,-4 3-2625,-4 6 4578,3-7 0,-15 0 0,2-6 0</inkml:trace>
  <inkml:trace contextRef="#ctx0" brushRef="#br0" timeOffset="17">12245 10731 7770,'-13'-5'694,"1"-4"0,0 0 258,-1 1 1,1 2 0,0 7 0,0 4 0,-1 4-1,0 6 744,-4 6-1518,3 7 0,-13 5 1,3 8-1,-2 4 0,0 5 1,2 3-1,2 6 700,2 5-752,5-1 1,6-28-1,1 1 1,0 31 0,4-1-1,4-2 1,4-7 0,6-5 178,5-8 0,5-11 0,8-7 0,2-6 0,0-2 0,0-4 788,-3-5-1037,-6 2 0,1-9 0,-6 3 0,-2 1 0,-3 0 0,-4 3-692,-2-1 0,-1-4 0,-4 4-2433,0 2 1,-1-5 3068,-3-1 0,-3-30 0,-5-8 0</inkml:trace>
  <inkml:trace contextRef="#ctx0" brushRef="#br0" timeOffset="18">12552 11039 7755,'-8'-2'393,"0"0"1075,-2-3 1,4-3 0,-1 6-294,1 3 1,2 4 0,4 9 0,0 2-390,0 5 0,0 4 1,1 5-1,2 5 856,1 5-1416,0 6 1,-4 4 0,0 7 0,0 2 0,0-3 0,0-7 0,0-8 450,0-7-1175,-5-4 0,4-6 0,-4-4 0,3-5-4794,-2-5 4401,2-5 891,-3-5 0,27-38 0,5-10 0</inkml:trace>
  <inkml:trace contextRef="#ctx0" brushRef="#br0" timeOffset="19">12983 11346 7743,'-8'0'2047,"2"0"0,5 0-993,6 0 0,6 0 1,6 0-1,3 0 1,4 0-1,0-1-395,1-3 1,-1 2 0,0-2-1,-2 3-425,-2 1 1,-5-4 0,1 0 0,-2 1-387,-2 2 0,1 1-921,-1 0-6849,-5 0 7922,-2 0 0,1-17 0,1-3 0</inkml:trace>
  <inkml:trace contextRef="#ctx0" brushRef="#br0" timeOffset="20">13623 10965 7737,'-7'-12'1707,"2"5"1,3 1-756,-2 6 0,3 7 1,-3 5-1,2 8 1,2 3-1,0 4-103,0 6 1,0 0 0,0 9 0,0-1-292,0 0 0,0 6 0,0-4 0,0 1-288,0-3 1,0-4-1,0-5 1,0-6-477,0-5-1616,0-6 1,0-1-7573,0-6 9394,6-10 0,1-16 0,5-15 0</inkml:trace>
  <inkml:trace contextRef="#ctx0" brushRef="#br0" timeOffset="21">13598 11260 7728,'-5'-7'3076,"9"2"1,1 4-2709,12-4 0,5 4 0,-2-3 0,3 3-125,2 1 1,0-5-1,-1 0 1,2 0 0,2-1-1,-1 2 9,-4-2-679,-4 5 1,-4-6 0,-1 5-1,-3-3 1,-1 4-3413,-4 4 3355,0-2 1,-7 9 0,-4-6 0,-1 0 483,-1 1 0,-21-14 0,1 1 0</inkml:trace>
  <inkml:trace contextRef="#ctx0" brushRef="#br0" timeOffset="22">13955 10940 7726,'-8'0'3982,"0"0"1,5 2-3511,-1 2 1,8 3-1,3 6 1,1 5 0,0 7-1,2 6 238,1 5 0,-3 6 1,-1 3-1,-2 3 0,-2 1 1,-2 0-256,-1 1 1,0-11 0,0-2 0,0-3-506,0-2 0,0-6 0,0-7 0,0-1-787,0-3 0,0-6-1632,0 0 1,2-7-1483,2 2 2950,-3-2 1,6-5-1,-4-4 1001,1-5 0,6-31 0,-4-3 0</inkml:trace>
  <inkml:trace contextRef="#ctx0" brushRef="#br0" timeOffset="23">14226 10633 7710,'-12'0'673,"-1"0"1,1-2 0,0-1 2054,-1-1 1,7-1-1156,2 1 1,2 1-672,2-5 0,2 5 1,2-1-312,4 3 1,3 1 0,1 0 0,0 0 576,1 0-1054,-1 5 0,0 2 1,1 5-1,-1 1 1,2-1-1,1 2 0,2 2 268,3 4-432,-5 4 1,8 2-1,-3 4 1,4 7 0,0 6-1,1 5 1,-1 2-1558,1-1 1345,0 0 0,-2-1 0,-3-2 0,-3-2 0,-4-2 0,0-2 0,-2-2-43,-3-1 0,-3 0 1,-5 0-1,0 1 322,0 3 1,-5-4 0,-5 2 0,-5-5 91,-5 0 1,-3 0-1,-1-1 1,2-4 132,2-3 0,4-6 1,-4-1-1,3-2-116,2-6 1,1 0-785,2-7 0,3-1 0,3-8 0,0-3-2827,3-3 0,3-1 3485,4 0 0,9-44 0,6-11 0</inkml:trace>
  <inkml:trace contextRef="#ctx0" brushRef="#br0" timeOffset="24">15161 10965 7686,'8'-12'177,"-1"-1"1,0 1 0,-1 0-1,-1-1 1081,-2 1 0,-2 0 0,-1-1 57,0 1 1,-1 1-1013,-3 3 0,-3 2 0,-5 6 0,-2 2-145,-3 2 0,-2 3 1,-5 6-1,-1 2 78,0 2 0,1 5 0,1-2 0,1 5 577,1 4-705,1-3 1,2 0 0,4-6 0,6 2 0,3 0 0,2-2 0,3-3-61,4-4 0,4-6 1,9-3-1,3-2-183,3-2 1,2 0-1,0 0 1,-2 0 12,-3 0 1,2 0-1,-5 0 1,-4-2 228,-3-2 156,-5 3 0,-10-9 0,-3 6 1,-3 1-185,-2 2 0,0 1 1,-2 0-1,-3 0-274,-1 0 0,2 1 1,-2 4-1,0 3-35,0 3 1,3 2-1,-4 2 1,3 3 112,2 1 1,1 2 0,3 2 0,1-1 220,2-1 0,5-2 0,-1 3 0,4-3 305,4-2 0,5 3 1,7-7-1,5-3 184,2-3 0,3-3 1,3-4-1,2 0-111,0 0 1,4-4 0,-7-2 0,0-1-554,-2-2 1,-7 2 0,-3 0-1,-2 2-924,-2 2 0,-4-3 1,1 2-1,-1 0-1150,-1-1 1,4-1-1,-3-5 2145,3-1 0,1-30 0,0-17 0</inkml:trace>
  <inkml:trace contextRef="#ctx0" brushRef="#br0" timeOffset="25">15457 10546 7686,'-9'-1'442,"1"-2"0,-1-1 1,-1 0-1,0 0 2110,2 0 1,4 0-1795,-4 4 0,11 4 0,1 0 0,7 0-396,5 2 1,-1-5 0,7 3 0,3-3-210,2-1 1,3 0-1,-3 0 1,2-1 106,-1-3-314,-3-3 0,-1 0 0,-2 2 0,-3 1 0,-3-2 1,-4 1-667,-2-1 896,-7 2 1,1 4-1,-8 0 1,-4 0-1,-3 2 1,-2 2 1443,1 4-1464,0-3 1,4 6 0,-1-3-1,1 3 1,0 2 0,1-1 0,2 2-30,2 2 0,1-1 0,2 4 0,0 0-231,0 1 0,6 0 0,2 6 0,3 1-21,1 2 0,1 7 0,-1-1 0,0 6 138,1 3 1,-2-3 0,-2 4-1,-2 3 22,-2 4 0,0-6 1,-5 4-1,0-2-61,0-1 0,0-1 1,0-3-1,0 0-181,0-4 1,4-7 0,0-6 0,0-6-109,1-2 0,-2-2 471,5-3-17,-5-1 0,4-5 8,-3-3 40,-3-3-112,5-1 1,-8 0 0,-2 0 0,-4 0-59,-3 0 0,-3 0 1,-2 2-1,-4 2 126,-4 4 0,-2-1 0,-1 1 1,-2 2 19,2 1 1,1 1 0,3 0 0,2-1-1149,5-3-756,2 3 1,9-9 0,5 2-3360,6-3 5100,11-6 0,29-30 0,-16 12 0,-1 0 0</inkml:trace>
  <inkml:trace contextRef="#ctx0" brushRef="#br0" timeOffset="26">17056 11051 7772,'-8'0'1019,"0"0"0,0-1 2929,1-3-3329,1 2 0,12-3 1,4 5-1,5 0 0,5 0 1,3-2 243,2-2 1,5 1 0,3-3 0,2-1 238,2 0-1255,0-1 0,-1-5 0,-2 1 0,-3 1 0,-1 2 0,-4 0 0,-2 1-2979,-4 1-2103,-10-4 5235,6 10 0,-58 34 0,-7 15 0</inkml:trace>
  <inkml:trace contextRef="#ctx0" brushRef="#br0" timeOffset="27">17204 11236 7795,'-8'0'2413,"0"0"-1518,5 0 0,0 0 0,11 0-120,9 0 1,5-6-1,4-1 1,1-1-1,3 0 1,0 0-1019,0 1 1,-1-3 0,-4 6-1,-1 1 243,1 2 0,21-4 0,6-2 0</inkml:trace>
  <inkml:trace contextRef="#ctx0" brushRef="#br0" timeOffset="28">18509 10989 7797,'0'-8'511,"-2"1"1,-1 1 0,-2 0 0,-2-1 165,-2 0 1,2 5 0,-1-2 0,-2 2-1,-1 2 1,-1 0-262,-1 0 1,0 2 0,-4 3 0,-5 6 0,-4 5 0,-4 4 161,-1 1 0,2 3 1,-2 2-1,-1 1-185,1 2 0,5 4 0,1-3 0,7 0-155,5 0 1,2 4 0,3-1 0,4 1-80,2-1 0,8 1 1,3-4-1,5 0-160,2 0 0,6-2 0,0-8 0,4-4-83,3-2 0,6-2 1,1 1-1,4-2 27,-1-3 0,-1 1 0,-1-4 0,0-3 41,0 0 1,-5-2 0,-2-2 0,-2-3 27,1-7 0,1-1 0,-1-5 0,4 1-230,2-4 1,-2-2-1,0-2 1,1 1-162,2-1 0,-3-4 0,-2-1 0,-2 0 257,-6 0 0,0-4 0,-6 2 1,-4 1 272,-3 2 1,-1 5 0,-4 2 0,-3 1 273,0-1 0,-4 3 1,-2 0-1,-5 1 133,-6 3 0,-5 2 0,-6 2 0,-2 1 56,-5 2 1,-4 5 0,-3-2-1,-2 1-290,-2 0 0,5-1 0,-3 5 1,6 2-625,3 2 1,3 1-1,6 5 1,4-2-662,4 2 0,3 1 0,4 1 1,2 0-351,1 1 0,2-1 0,4 0-1221,0 1 0,2-1 2532,2 0 0,30-21 0,12-6 0</inkml:trace>
  <inkml:trace contextRef="#ctx0" brushRef="#br0" timeOffset="29">12319 13968 7753,'-13'-6'594,"1"-1"0,1-5 1,1 1-1,4 1 0,-1 4 1044,0 0 0,4 5 1,-1 9-1,4 8 0,4 8 1,3 6 2438,0 7-3647,4 5 0,-10 11 1,3 2-1,-2 1 0,-2 4 1,-2 3-1,-2 1 598,-4-3-1028,-3 0 0,3-12 0,0 2 0,-2-7 0,0-6 0,2-8 0,3-8-1988,-1-10 0,5-2 0,-3-10-2928,2-6 1,8-5 4874,2-5 0,5-15 0,1-6 0,3-6 1,-1-1-1</inkml:trace>
  <inkml:trace contextRef="#ctx0" brushRef="#br0" timeOffset="30">12602 13943 7757,'-13'0'3446,"1"0"-2600,0 0 1,5 7 0,3 4 0,2 5 0,2 3-165,0 3 1,0 8 0,0 7 0,-1 7 0,-2 4 0,-2 1 116,-2 0 1,-1-1 0,-3-3 0,1-4-635,2-3 0,5-6 1,-1-5-1,3-5-581,1-5 82,0-9 1,1 1 0,2-3 0,2-1 0,2 1-3077,3-4 0,-3 0 3410,1-2 0,0-22 0,4-5 0</inkml:trace>
  <inkml:trace contextRef="#ctx0" brushRef="#br0" timeOffset="31">12442 13931 7743,'-13'0'398,"1"-2"0,0 0 0,-1-3 0,2 1 1872,3-1 1,1 2-1,6-4-1127,1 2 1,8-1-1,13 4 1,3-2-409,5 1 1,2-3 0,6 1 0,2-2-384,2-3 0,-2-1 1,5-1-1,1-2-335,3-2 0,-3 1 1,4-4-1,-8 1-580,-6 3-572,-5 7 1,-7-2 0,-4 5 0,-8-1-2832,-10 1 2582,-6 6 1,-9 2 0,-1 7 1383,-1 3 0,-39 27 0,25-14 0,0 0 0</inkml:trace>
  <inkml:trace contextRef="#ctx0" brushRef="#br0" timeOffset="32">12577 14263 7742,'-8'0'0,"0"0"0,-2-1 2412,-1-4 1,1 4-1,6-3-1279,8 3 0,6 1 1,4 0-1,2-2-388,5-2 0,2 1 0,1-3 0,1-1-517,0 0 0,-5 0 0,1-3 0,1 4-805,1 0 1,-3-2 0,-1 4 0,-1 0-1492,-3-2-1598,-6 5 3666,1-5 0,-46 34 0,-7 6 0</inkml:trace>
  <inkml:trace contextRef="#ctx0" brushRef="#br0" timeOffset="33">12319 14644 7742,'-7'6'644,"-4"-5"0,5 6 1,-3-4-1,0 1 389,0-1 0,3-1 0,4 1 0,4 1 0,7-1-189,2-2 1,8-1 0,4 0 0,7 0-17,6 0 0,3-5 1,10-3-1,1-3-212,-1-2 1,2 2 0,0 2 0,3 1-404,-2-2 1,-3 5-1,-4 1 1,-4 2-644,-3 2 166,-6 0 1,-3 2-1,-9 0 1,-5 4-1531,-5 1 832,-5-5 0,-6 4 0,-3-6 0,-4 0 0,-3 0 962,-2 0 0,-26-17 0,-8-3 0</inkml:trace>
  <inkml:trace contextRef="#ctx0" brushRef="#br0" timeOffset="34">13709 13721 8085,'7'0'6960,"-3"0"-6586,-8 0 0,-3 2 0,-5 1 1,-2 2-1,-2 2 0,-5 1 581,-2-1-1009,-7 4 1,3-6-1,-6 3 1,0-3-1,0-4 1,2-1-1,1 0-227,2 0 1,4 0-1,2 0-52,1 0 0,6 0 618,-1 0 160,8 0 0,3 0 1,10 0-1,3 0 260,3 0 1,-3 4-1,0 0 1,2-1-390,1-2 0,-3 3 1,0 2-1,0 1-185,-1 2 1,3-2-1,-5 1 1,1 2-83,-1 1 0,3-2 0,-4 2 0,0 3-25,2 0 1,-5 3 0,3 1-1,-2 3-24,-2 5 0,0 0 0,0 6 0,0 3 43,0 0 0,0 2 0,0 0 0,0 1 32,0 3 0,0-6 1,0 0-1,0-2-22,0-2 0,-4-2 0,0 3 0,-1-1-25,0 0 1,4-3 0,-5 0 0,1 0-112,-4 1 0,0-5 0,-1 2 0,3-5-47,2-4 1,-3 0 0,2-6 330,0-3-43,3-3 1,-1-5 0,8-1-1,4-2 264,3-1 1,7-5-1,4 0 1,5-1 147,6-3 0,4-3 0,2-1 0,4 1-458,0-2 1,-7 5 0,-2-2 0,-5 4-1570,-6 2 23,-6 7 0,-5-2 1,-9 6-525,-6 2 0,0 0 1958,-5-4 0,-11-16 0,-7-4 0</inkml:trace>
  <inkml:trace contextRef="#ctx0" brushRef="#br0" timeOffset="35">13918 14312 7728,'-12'-7'4124,"4"-2"-60,0 5-2995,5 0 1,-1 4 0,8 0 0,4 0-65,3 0 0,5 0 1,2 0-1,0 0-697,0 0 0,4 0 0,-3 0 0,1-2-272,1-2-160,-1 3 1,1-9 0,-2 5 0,-1-2 0,-2-3 0,1 1 0,-2-1 0,-3 2 0,-3-2-2134,1-1 2020,-4-1 1,-1-4 0,-5-1-1,-1 2 1,-5 2 0,-5 0-213,-4 1 1,-7 5 0,2 3 0,-3 3 58,-2 1 0,-5 6 1,-2 5-1,0 6 179,-1 2 1,4 6 0,-2 5 0,-1 2 167,1 7 0,7-6 0,1 3 1,5 0 149,7 0 0,5 0 0,6 0 1,0-3 471,0-4 1,6-5 0,7-3 0,6-5 390,4-2 1,3-7 0,3-6 0,4-6 23,2-8 0,4-7 0,2 1 0,1-2-642,-2 1 0,-1 0 0,-10 0 0,-3 3-1527,-4 4 0,-4 5 0,-6 1 0,-1 0-985,-3 0 0,3 3 2160,-3-4 0,-2-17 0,-1-8 0</inkml:trace>
  <inkml:trace contextRef="#ctx0" brushRef="#br0" timeOffset="36">14411 13734 7711,'-13'0'808,"1"0"0,0 0 1,-1-2 4746,1-2-4472,5 3 0,-1-5 0,8 6 0,5 2 58,5 2 0,2-3 0,2 3 0,2-2-24,5-2-1055,2 0 1,2 0 0,-1 0 0,1-2 0,0 0 0,-1-4 0,1 1 49,-1-1 0,-4-2 1,-4 3-1,-2-1 1,-3-1-1,-2 2 405,-1-1-13,-5 2 1,1 6-424,-8 2 1,1 2 0,-3 7 0,-1-1-82,0 0 0,4 5 0,-2 1 0,1 1 0,-1 3 0,1 1 0,4 3 0,0 1 0,0 2 0,0 5 0,0-1 0,0 4 0,0 4 0,2-3 0,0 3 0,4-3-19,1-1 1,-3 0 0,4 0 0,0-1 7,-1-3 0,3-2 0,-5-4 0,1 2-94,-1-2 0,3-1 0,-2-2 1,-1-2-86,1-2 0,3-5 0,-2 1-43,0-2 0,0-7 574,-3-3 0,-3-4 72,3-4 0,-2 1-653,-2-5 1,-2 1 0,-2-1-290,-4 4 0,-3 4 0,-1 4 0,-2 4 223,-2 3 0,-3 1 0,-6 1 1,0-2 351,1-3 1,-1 3 0,1-3 0,-1 2-586,0-2 0,6 1 1,3-4-863,2-3 0,7-6 0,3-4 1401,3-3 0,18-21 0,10-8 0,0-4 0,0 0 0</inkml:trace>
  <inkml:trace contextRef="#ctx0" brushRef="#br0" timeOffset="37">15444 14017 6476,'-8'7'4253,"0"-3"-2218,-2-3 0,5 0 1,2 2-1178,6 1 1,5 0 0,8-4 0,6 0-628,6 0 1,3-4-1,6-1 1,1-2-237,3-3-524,-2 5 0,2-5 0,-9 6 0,-4 2 0,-6 0 0,-6 2 0,-2 0-994,-2 0 1,-5 6-1,-4 2 1,-6 3 0,-5 2 1522,-3 4 0,-16 2 0,-8 3 0,-2 4 0,0 0 0</inkml:trace>
  <inkml:trace contextRef="#ctx0" brushRef="#br0" timeOffset="38">15457 14312 7877,'-13'0'1312,"5"4"242,0 0 0,7 0 0,1-4 1,8 0-1,7-1-861,5-3 1,5 1-1,4-4 1,3 1 0,4 0-1,2 1-1345,3 2-823,-2 2 1,7 1-1,-5 0 1,-1 0 1474,-2 0 0,-5-7 0,4-3 0,2 0 0,0 0 0</inkml:trace>
  <inkml:trace contextRef="#ctx0" brushRef="#br0" timeOffset="39">16293 14041 7723,'0'-12'74,"0"0"1,0-1-1,-1 1 465,-3 0 0,1 4 0,-5-1 0,-2 1 0,-1 1 0,-1 3 2616,0 3-2743,0 1 1,-6 3 0,-3 3 0,-1 8 0,1 5-1,0 6 1,-1 4 1908,-1 2-2052,4 2 0,-3 5 1,5 2-1,4 1 1,3-1-1,6-2 1,3-1 1566,1 0-1736,5-6 1,9-1-1,11-7 1,6-2-1,5-5 1,2-2-1,1-3 9,2-3-135,0-2 0,-4-6 1,0 0-1,-1-2 1,-3-3-1,-5-6 1,-2-7-56,-1-5 0,0 0 0,-1-9 0,-1 1 63,-2-1 0,1-1 1,-6-2-1,-1-1-90,-1-1 0,-7 7 1,-3-7-1,-5 2 125,-8-1 0,-6-2 0,-13 0 1,-5 1 218,-3 5 0,1 6 1,0 7-1,3 6-3,-3 3 0,4 7 1,-2 1-1,-1 4-422,-2 6 0,4 5 1,0 2-1,4 1-663,4-1 1,1 0 0,7 0 0,1 3 851,1 1 0,2 7 0,-1 6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6:35:03.885"/>
    </inkml:context>
    <inkml:brush xml:id="br0">
      <inkml:brushProperty name="width" value="0.09071" units="cm"/>
      <inkml:brushProperty name="height" value="0.09071" units="cm"/>
      <inkml:brushProperty name="color" value="#3165BB"/>
    </inkml:brush>
  </inkml:definitions>
  <inkml:trace contextRef="#ctx0" brushRef="#br0">14607 8122 7768,'-12'-5'3,"0"-1"3196,0-2 2289,-1-3-5207,6 10 1,7 1 0,9 8 0,2 4-1,1 5 1,2 3 0,1 3 0,1 2 0,-1 0 287,-1-1 0,-2 2 0,0 1 0,1 4-329,-1 0 0,0-2 0,1 4 1,-1 1 9,0 1 1,0 2 0,-1 0 0,-1 0-198,-2 0 0,-5 0 0,1 0 0,-1-2-79,1-2 0,-3 1-611,3-5 413,-2 0 0,-2-6 0,1-2 1,2-5-1,1-2-194,-1-2 0,-1-5 964,2-3-397,-2-3 150,3-1 1,-5-1 0,0-3 0,2-6 0,0-3-1,4-5 534,1-1 0,-3-6-826,4-4 1,0-6-590,5-2 424,-1 0 0,0-12 0,2-1 1,2-6-1,5-5-440,2-5 1,-8 28 0,0-2 301,1-2 0,1-2 207,3-3 0,1 0 0,0 1 0,0 2 1,2-1-1,-1 1 0,-2 5 0,-1 1 1,-3 6-1,-1 1-78,10-19 1,-10 17 154,-3 12 228,-5 6 0,-7 10-3523,0 5 1457,0 5 0,4 8 1850,0-1 0,0 27 0,-4 8 0</inkml:trace>
  <inkml:trace contextRef="#ctx0" brushRef="#br0" timeOffset="1">15383 8614 7823,'12'0'333,"-4"0"0,0 0 1694,2 0-1536,-4 0 1,0-4-1,-3-1 1,1-2-1,-1-3 1984,-2-1-2219,-1 5 0,0-5 0,0 2 1,-1 0-1,-2-1 103,-1 2 1,-5 4 0,0-3-1,-2 2-149,-1 2 0,0 2 1,-1 1-1,1 1-105,0 3 1,-5 7 0,1 7 0,0 1-75,-2 3 1,4 1 0,-2 3 0,2 3-115,2 4 1,1-2 0,3 2-1,4 0 17,2-2 0,2-1 1,2-5-1,2-2 137,4-2 0,4-5 353,5-8-265,-4-2 1,9-2 0,-4-2 0,1-3 0,2-7 0,-1-6 0,-1-4 602,-1-1 0,2-5-585,-3-5 0,-1 0 1,-3 6-1,-2 2 413,-3 5-609,3 2 40,-4 8-36,5 11 1,-5 5-1,-3 10 1,-3 2-1,-1 1-907,0 2 307,0-1 0,0 1 0,0-2 0,0-2 0,1-5-1509,4-2 1,-3-6 341,7 0 1782,-1-5 0,31-52 0,-15 15 0,-1-1 0</inkml:trace>
  <inkml:trace contextRef="#ctx0" brushRef="#br0" timeOffset="2">15764 8700 7828,'-7'0'1364,"2"0"1101,5 0-1122,0 0-982,0 6 0,0 1 1,1 6-1,2 3 1,1 1-1,0 1 327,2 0 1,-5 0 0,3-3 0,-1 1-122,1-1 1,-3-1-241,3-2 46,-2-5 1,-4-3-1,0-9 1,-2-8 119,1-6 1,2-10-166,1-3-190,0 1 1,1-3 0,3 4-1,4 0 1,3 0 0,3 4-1,2 3 571,5 2 0,-2 6-30,1-1-791,1 8 1,2 2-1,-1 6 1,-3 0-1,0 2-1383,0 2 0,-3-2 320,0 7 1,-7-1 0,0 4 1174,0 0 0,-25-10 0,-6-4 0</inkml:trace>
  <inkml:trace contextRef="#ctx0" brushRef="#br0" timeOffset="3">16823 7827 7744,'6'1'757,"0"2"1357,-1 1-1320,-3 0 0,5-4 1,-5 1-1,1 2 305,-4 1 0,-5 0-779,-6-4-244,-6 6 1,-1-5 0,-7 3 0,-3-2 0,-4-2-1,-1 1 1,0 2 228,1 1-320,0 0 0,2-4 0,1 0 0,3 0 0,1 0 0,4 1 219,3 3 321,2-2 1,6 5-212,3-3 1,7-2 0,6 5 0,1 0 181,-1 0 0,5-3-93,-2 4-255,-3 1 0,5-1 1,-5 0-1,2 3 0,1 3 1,1 2-1,-3 0 66,0 2 1,2 0-130,-4 2 1,4 5-49,-3 0-78,4-1 0,-8 8 1,5-5-1,-2 3 1,0 2-70,-1 2 0,-2 1 1,-1 2-1,0-1 77,0-3 1,0 2 75,0-2 0,-1 1-65,-3-1 16,2 3 1,-4-9 0,1 6 0,-1-1 0,-3 1-147,1 0 0,5-6-149,-1 2 216,-2-8 1,4 1-1,-2-6 1,1-2-1,1-3-611,-3-3 812,1-5 299,4 2 83,0-5 1,2 0-179,2 0 43,3 0 0,5 0 0,2-1 1,2-2-1,6-1 872,5 1-1047,-1-4 1,11 4-1,-1-5 1,3 0 0,1 0 170,-2 0 0,-6 5-95,-3-1-911,-9-3 1,2 6-1,-6-3-2968,-1 2 0,-6 4-1900,-5 2 5515,-3-3 0,-12-17 0,-3-12 0</inkml:trace>
  <inkml:trace contextRef="#ctx0" brushRef="#br0" timeOffset="4">17241 8171 7790,'0'-8'831,"0"0"875,0-2-1015,0 5 1,0-6 0,0 3-1,-1-2 189,-3 2 0,-3 2-653,-6 6-159,1 0 0,0 0 1,-2 2-1,-1 2 1,-3 4-1,1 4 1,-3 5 532,1 3-479,4 4 0,-7 0 0,7-1 0,3-1 0,4-1 0,1 1 0,1 0 1244,1-2-1226,1-2 1,9-6-1,5 1 1,4-3-1,3-1 1,3-5-1,1-3 268,3-1 0,-4 0 0,-1 0 0,0-1 89,1-3-169,-5 2-340,2-9 0,-6 9-141,-2-7-87,-9 7 0,-3-8 0,-5 6 0,-2 1 0,-1 2-292,-1 1 0,-5 0 1,1 1-1,0 2 17,-2 1 1,3 10 377,-6-2 0,5 5 338,-5-1-160,6 3 1,-7 6-1,6-1 1,1 1-1,1 1 265,2 3 1,5-8-1,3 4 1,3-3 368,1-3 0,1-1-258,3-6 0,4-1 544,9-3-622,-4-2 0,9-2 0,-4 0 0,1-3 0,3-2 1494,1-3-1683,2-6 1,0 8 0,-1-5 0,-1 0 0,-2 1-606,-5 1 1,-2 1-454,-2 4 1,1 0 0,-1 0 0,0 0-2494,1 0 0,-1 0 1975,0 0 1426,6 0 0,-4-27 0,3-8 0</inkml:trace>
  <inkml:trace contextRef="#ctx0" brushRef="#br0" timeOffset="5">17586 7888 7793,'0'-12'42,"0"0"1,0-1 0,0 1 1083,0 0-142,0-1 0,0 8 0,0 5 0,0 7 1219,0 4 1,0 7-1617,0 2-200,5 9 0,-4 2 0,4 7 1,-3 4-1,1 5 0,1 7 1,-1 6 239,-2 3 0,-2-3 0,-2 6 0,-1-4-352,1 0 0,-2-7 0,1-7 0,1-10-428,2-8 1,1-10 257,0-3-1412,0-4 0,0-7 0,0-6 0,0-8 1307,0-7 0,16-15 0,4-9 0</inkml:trace>
  <inkml:trace contextRef="#ctx0" brushRef="#br0" timeOffset="6">17893 8061 7799,'-5'-7'1315,"2"0"2426,-5 3-1269,5 2-2092,-2-3 1,6 10-1,3 5 1,4 5 0,3 6-1,3 3 1,1 5 1226,1 4 1,2 6-409,-1 2-969,-4 6 1,5-7 0,-4 5 0,1 0 0,0-3 0,-3-4 0,-4-5-58,-2-3 0,2-5 0,-4-6 1,-1 0-465,-2 0 1,-1-8 0,0 2-1105,0-2 1,-1-2-1924,-3-1 679,2-2 1708,-3-12 0,3-5 1,0-6-1,-2-3 931,1-1 0,-3-20 0,0-7 0,-1-6 0,0 1 0</inkml:trace>
  <inkml:trace contextRef="#ctx0" brushRef="#br0" timeOffset="7">18152 7876 8286,'6'0'2568,"0"1"-1760,-6 3 1,-1 9-224,-4 7-262,4 9 1,-10 4 0,2 9 0,-6 9 0,-6 8 2430,-2 5-2552,11-29 1,-1 1 0,1-2 0,0-1-1,-1 1 1,1 0 0,-13 26 0,2-9-1,3-10 1,5-8 705,5-8-1599,-1-6 0,15-13 0,0-1 0,6-5-1563,2-5 0,5-3 1,0-8 2253,2-5 0,13-7 0,6-5 0,5-3 0,0-1 0</inkml:trace>
  <inkml:trace contextRef="#ctx0" brushRef="#br0" timeOffset="8">18435 8270 7925,'-6'7'1493,"5"4"1,-5-9 49,6 6-833,6-5 0,2 3 1,7-6-1,2 0-18,-2 0 1,2 0-1000,0 0 80,5-6 0,-9 3 0,5-3 0,-2 0 0,1 2 1,-2 0-1,-1 0-4067,-2 1 3093,0 2 1,-1 2 1200,-3 3 0,-24 19 0,-11 10 0</inkml:trace>
  <inkml:trace contextRef="#ctx0" brushRef="#br0" timeOffset="9">18484 8442 7784,'-8'8'0,"0"0"0,3-3 1812,-3 3 0,5-4-755,-1 4 1,4-5-1,4 1 1,5-3 139,2-1 1,1 0-857,0 0-738,6 0 1,-3 0 0,4 0 0,0 0 0,-1 0 396,0 0 0,26-16 0,2-5 0</inkml:trace>
  <inkml:trace contextRef="#ctx0" brushRef="#br0" timeOffset="10">18853 8294 7784,'-8'0'1654,"0"0"1,4 0-431,-5 0 1,7 2-296,-2 2 1,4-1-1,5 6 1,6 3 491,4 4 1,7 5-1176,-2 0 0,0-2 0,0 2 0,2-1-105,1-1 0,-2 0-282,-1-2 1,-5-5 0,2 2-177,-4-5-671,0 0-866,-7-3-1293,0 0-2583,-6-6 4223,0 0 1507,0-6 0,-6-39 0,0-15 0</inkml:trace>
  <inkml:trace contextRef="#ctx0" brushRef="#br0" timeOffset="11">19075 8270 7784,'-18'18'0,"3"-2"456,-6 9 0,1-2 0,-6 10 0,-3 2 749,-4 5 0,3-2-294,1 3 1,5-3-282,3-1-583,4-5 1,6-3-1,2-9 1,7-5-907,4-5 164,11-5 1,2-6 0,4-5 694,-1-6 0,12-26 0,5-13 0,2-6 0,0 1 0</inkml:trace>
  <inkml:trace contextRef="#ctx0" brushRef="#br0" timeOffset="12">19235 7888 7784,'-9'0'1057,"1"-1"-18,-1-3 0,2 2 0,-1-3 1833,-2 0-2221,5 3-179,-1-3 0,13 5 1,5 0-1,7 0 1,6 1-1,4 2 1,3 1-438,4-1 0,-3-2 0,0-1 0,-1 0-264,0 0 1,-1-1 0,-5-3 0,0-5 117,-2-2 1,-9-1 0,-2 0 0,-4-1 666,-4 1 0,-1 0 0,-4 0 309,0-1 1,-1 6 40,-3 3-702,2 3 0,-7 2 1,3 3-1,1 5 1,-1 3-1,2 3 215,-1 1 0,3 6-291,-2-1 1,3-1 0,1 3-1,0 3-34,0 0 0,1 5-82,3-3 1,-2 12-53,2 1 27,3 5 0,-6 5 1,3 1-1,-3 3 0,-1 1-19,0 3 1,5-9 0,-1-2 0,0-4-104,1-5 0,-3 0-77,2-2 1,1-6 100,-1-2 0,2-9 1,-4-3 129,3-4 143,4 0 439,-7-7-439,3 0 0,-4-6-155,3 0 1,-2 1-218,2 3 1,-3-1 0,-1 5-1,-1 2-130,-3 1 1,1-2 151,-5 4 0,0-8-195,-5 8 350,-4-4 1,2-1-1,-5-1 1,1-1-1,2-4-252,-1 0 1,1-2 197,5 0-671,0 0 0,-1-6 1,2-2-1,3-3 0,3-1-3755,-1-1 4513,5 1 0,2-27 0,3-11 0,3-4 0,0 0 0</inkml:trace>
  <inkml:trace contextRef="#ctx0" brushRef="#br0" timeOffset="13">20650 8417 7787,'-2'-10'843,"0"0"0,-2 2 1,1-2 367,2-1 0,6 3 1,3 1-1,4 0 1,5 2-1,5-2 36,5 0 1,0 3-1295,6-4-378,0 5 0,4-4 0,0 5 1,-2-3-1,-2 3 0,-4 0 1,-4 2-1759,-5 0 0,-8 2 0,-9 2-124,-6 4 2307,-9-2 0,-29 11 0,-14 4 0,-5-1 0,0 1 0</inkml:trace>
  <inkml:trace contextRef="#ctx0" brushRef="#br0" timeOffset="14">20601 8577 7787,'0'7'7065,"2"-1"-5748,7-6 0,0 0 0,12-2 0,0 0-1221,3-2 0,0-5 0,1 4 0,1-1-609,3 1 1,-3 1 0,2 4 512,-2 0 0,-7 0 0,-1 0 0</inkml:trace>
  <inkml:trace contextRef="#ctx0" brushRef="#br0" timeOffset="15">21696 8282 7808,'0'-12'211,"-4"4"0,-2 1 0,1 0 0,-2 1 1,0 1 1895,-2 2-1883,-2 2 1,-2 2 0,1 3 0,-2 6 0,-1 5 0,-1 4 0,1 2 0,1 0 0,2 4 586,0 2 0,-1 8-474,1-3-159,5 4 1,2-3-1,5 0 1,2-1 0,5 0-1,7-3 1,4-5 164,4-3 0,2-5 0,3-8 0,2-4-69,-1-2 0,0-4 0,-2 0 0,-3-5-3,1-4 1,-1 1-1,0-6 1,-2 1-25,-5-2 0,2 4 77,-2-4-227,1-2 1,-6 6-1,-2-5 1,-2 1-1,0 1 1,-2 0-1,1-1 68,-3 1 1,-2-2-508,-1 2 292,0 2 0,-4-5 0,-2 4 0,0-2 0,-4 2-685,-1 2 568,-1 0 0,-1 2 0,0 2 0,-4 1 0,-2-1-139,0 3 0,-4-1 0,4 4 0,-2-1 119,1 1 0,5-2 186,-2 1 1,-1-1 43,2 5 0,4 0 0,4 0 223,-2 0 1,3 0-37,-1 0 187,5 6-217,-2-5 0,5 6 1,1-4-1,3 1 301,4-1 1,5-2 0,2-1-1,2 0 365,3 0 1,0-5-199,5-4 1,3-2-269,1-1-322,0 0 1,-9 0 0,0-1 0,-3 2-1,-3 2-196,-4 1-1628,-5 5 1,-6-7-1954,-3 6 1,1 0 3698,-5 4 0,-6-11 0,-5-3 0</inkml:trace>
  <inkml:trace contextRef="#ctx0" brushRef="#br0" timeOffset="16">22139 7888 7808,'-6'-7'2815,"5"1"-1864,-3 2 0,3 1 0,1-5-161,0-2 1,0 3 307,0-1-882,5 0 0,2-5 0,5 1 0,0 1 0,2 2 0,1 0 0,3-2 0,0-1 0,1-2 95,0 4 1,-4 1 0,1 0-1,-2 2-319,-2 1 0,1 2 0,-1 4-174,0 0 1,-5 2 0,-3 3-79,-2 8 0,-2-1 1,0 6-1,0-2 134,0 0 0,-6 5 1,-1-3-1,-1-1 170,0 1 0,1 4 0,-2-3 0,0 2 212,0-1 0,2-3 0,-1 2 1,0 0 203,1 0 1,-3-4 84,6 2-317,-6 2 1,9-6-1,-3 4 1,3-4-1,1 0 1,0-1 691,0 0 1,5-1-597,3-2-55,3 1 0,6-8 1,0 2-1,3-4 1,3-4 459,4-4 1,0 1-461,6-1 0,-4-1 0,2-3 0,0 0 193,-4-1 1,-1 5-226,-2 0-364,-4 5 0,-3-2-1472,-4 5-58,-6 0-1194,-2 5 1291,-5 2 1,-1 1 0,-3 1-1233,-5 0 1,3-3 1254,-3-2 488,1-3 0,0-1 1049,0 0 0,-22-22 0,-10-5 0</inkml:trace>
  <inkml:trace contextRef="#ctx0" brushRef="#br0" timeOffset="17">23025 8627 7726,'-7'0'2975,"-4"0"0,11 0-2309,0 0 1,6 1 0,6 3 0,0 6 0,1 5 0,-3 5 0,0 3 0,-3 2-34,-2 0 0,-1 1 0,-5 1 0,-3 2 0,-4-1 0,-5 0-928,-3-4 0,-3 4 0,-6-8 0,1 1-588,-1-5 0,2-1 1,1-11-1,3-1-3782,1-2 4665,2-1 0,31-49 0,7-12 0</inkml:trace>
  <inkml:trace contextRef="#ctx0" brushRef="#br0" timeOffset="18">24477 8134 7773,'6'-12'281,"-5"0"1,4 1 0,-1 1-1,1 2 1,-1-1 0,0-2 1232,0-2 1,0 5 0,-3 0-340,3-2 0,-2 3-855,2-1 0,-8 6 0,-4-1-277,-3 6 1,-2-1 0,1 6 0,0 2-1,-1 1 1,0 1-124,-4 1 1,2 3 0,-4 2 0,0 1 0,1 1 0,0 1-535,3-1 627,-4 1 0,6 2 0,-2-1 0,4-3 0,4-1 0,1-3 0,4 0 87,0 1 1,2-6 0,2 2-1,2-2 141,4-3-51,3-2 1,3-3 0,1 0-1,1 2 1,0-1 0,1-1 0,-1-2 116,-1 0 1,3-2-1,-2-1 1,-1-2 52,-1-2-301,-2 4 0,1-6 1,-1 5-1,-1 0 1,-1 0-114,-2-1 1,-7 1 6,-1 4 0,-5 0 0,-8 0 0,1 0-181,0 0 0,-2 0 0,-1 0 0,-3 2 59,-1 2 0,0 3 0,-3 4 0,2-2 40,-2-1 1,-2 5 0,0 3 0,-1 0 71,1 2 1,3-3-1,2 6 1,0-1 132,0-1 1,5 3 0,2-5 0,6-2 244,5-2 0,2 0 0,5-2 0,6-3 312,7-4 0,8-3 0,4-1 1,0 0 35,3 0 1,0-1 0,-1-3 0,-4-3-370,-3 0 1,-3-2-1,-2 5 1,-5 1-2357,-2 1 0,-6 2-1809,0 0 1,-4 0 3864,4 0 0,-5-5 0,3-2 0</inkml:trace>
  <inkml:trace contextRef="#ctx0" brushRef="#br0" timeOffset="19">25757 8356 7745,'11'-8'-10,"-3"0"0,-3-2 1,0-1-1,-1-1 1538,-2-1 1,0 1 0,-4 0-1040,-2-1 1,2 7 0,-7 2-1,-2 2-351,-4 2 1,0 4 0,-5 2 0,-2 1-51,-1 2 0,-2 2 0,2 3 0,1 2 0,1 3 1,1 2 100,1-1 1,1-1-1,7 2 1,3-3 0,4-2-1,4-1 280,4-4 0,8-4 1,10-7-1,5-1 171,6-3-382,3-9 1,2-6-1,0-6 1,1 1-1,-5 1 1,-3 2-1,-5 5 1888,-4 2-2873,-10 7 1,-6 3 0,-6 8 0,0 4 0,0 5 0,0 2 0,1 1 726,3-1 0,14-7 0,8-2 0</inkml:trace>
  <inkml:trace contextRef="#ctx0" brushRef="#br0" timeOffset="20">26028 8417 7745,'-11'-8'373,"1"0"0,3-2 728,2 0 1,1-3-1,4 0 1,0-4 0,1-3-1,3-2-79,4 1 0,3-2 0,3 4 0,1 0-839,1 2 1,5 9 0,-3 4 0,-1 3-774,1 1 1,3 1 0,-3 3 0,1 4-1,1 3 1,1 2-2567,-1-1 3156,1 0 0,14-5 0,4-2 0</inkml:trace>
  <inkml:trace contextRef="#ctx0" brushRef="#br0" timeOffset="21">26384 8307 8314,'-6'-2'2671,"2"-2"1,8 1-2190,4-5 1,4-1 0,3-6 0,3-3-382,1-1 1,-4 2-1,2-2 1,-4 1 0,0 3-1,-3 2-195,-1 0 1,-5 7-1,-8 1 1,-6 7 0,-5 6-1015,-5 8 1194,-9 12 1,2 3 0,-5 6 0,2 0 0,4 0 0,5-1 0,9-2 1598,7-1-1038,3-12 0,9 7 1,7-13-1,9-4 0,9-7 1,3-7-1,2-5 4721,0-3-5116,0-1 0,-2-6 0,0-1 1,-5 0-1,-3 1 0,-5 3 0,-3 1-1907,-4 3 0,-1 7 0,-2 0 1655,0 3 0,-10 6 0,-4 2 0</inkml:trace>
  <inkml:trace contextRef="#ctx0" brushRef="#br0" timeOffset="22">27910 8233 7774,'-12'0'132,"0"0"1,0 0 0,-1 0 0,1 0 0,1 1 785,3 3 1,2 3 0,6 7 0,0 2 0,0 3-1,2 2-149,2-1 0,3 1 0,5 2 0,0-1-25,1-1 1,4-8 0,2 0-1,2-8-146,-1-4 1,1-2 0,4-3-1,-2-6 1,-1-5 0,-4-5 1672,-5-3-2336,2-2 0,-9 0 0,2 1 0,-4-1 0,-3 2 0,-1 2 0,0 5-4235,0 2 619,0 2 0,0 6 3681,0 6 0,11 22 0,3 11 0</inkml:trace>
  <inkml:trace contextRef="#ctx0" brushRef="#br0" timeOffset="23">28218 8344 7774,'-5'6'0,"-2"4"0,-5-5 0,-1 1 1408,1-1 0,4 1 0,1-5 2737,1-1-3837,2-2 1,11-12-1,4-3 1,5-3 0,4-3-1,3-1 1,3 3 1240,3 0-1379,5 6 0,-8-3 0,4 7 0,-1 3 0,-1 4 0,0 3 0,-4 3-111,-3 7 0,-4 0 0,-6 12 1,-1-1-1137,-2-1 1,-5 5 0,1-5 0,-1 0-1906,1-3 1,-1-2 2981,5-2 0,-5-27 0,2-7 0</inkml:trace>
  <inkml:trace contextRef="#ctx0" brushRef="#br0" timeOffset="24">28698 8257 7774,'-8'-8'0,"0"1"1080,-2 2 1,3 1 0,-1 4-342,-2 0 0,0 7 1,-1 4-1,1 5-243,2 3 0,5-2 0,-1 2 1,3 0 191,1 0 0,0-4 0,0 1 0,1-3 1101,3-5-1619,3 3 1,9-10-1,2 3 1,1-2 0,3-2-1,0-2 1,0 0-722,-2-2 0,-3-2 0,2 3 0,-1-2-1377,-3-2 1,0 4 0,0-1 1927,1 3 0,1-5 0,-5 0 0</inkml:trace>
  <inkml:trace contextRef="#ctx0" brushRef="#br0" timeOffset="25">28956 8319 7774,'-24'0'217,"-1"1"1,2 2 0,1 3 672,2 0 1,5-1-1,0 3 1,4 1-1,4 2 1,1 2-96,4-1 1,6 0 0,4-1 0,4-1-380,5-2 0,6-5 0,7 1 1,1-3 154,4-1-483,-5-5 0,0-4 0,-6-6 0,0-1 0,-3 1 0,-1 0 0,-4 0 258,-5-2-433,-4 1 1,-7 4 0,-3-1-1,-5 2 1,-9 3 0,-6 4-1,-4 3-954,-2 1 1,0 1-1,5 2 1,1 2-864,2 2 1,5 1-1,7 5 878,5-1 1,4-5 0,6-3 1025,6-3 0,39-6 0,14-2 0</inkml:trace>
  <inkml:trace contextRef="#ctx0" brushRef="#br0" timeOffset="26">29166 8368 7774,'-9'8'-81,"1"-1"581,-1-1 0,2 2 0,-1-4 1214,-2-1 1,5-3-1,1-4-902,2-5 0,2-3 0,2-3 0,2-3-161,4-1 1,1-1 0,1-4 0,-2 3 177,2 0-882,1 6 0,1-1 1,0 6-1,1 3 0,-1 2 1,0 2-1,1 2-1673,-1 1 0,0 5 1,0 3-1,1 3 1726,-1 2 0,28 10 0,6 3 0</inkml:trace>
  <inkml:trace contextRef="#ctx0" brushRef="#br0" timeOffset="27">29387 8356 7774,'0'12'-60,"-1"-1"1,-2-1 194,-1-2 1,-1-1 0,0 2 699,-3 0 0,1-7 1,1 4-1,-1-2 645,0 0 0,3-1 0,-3-7 358,1-5-1401,2-7 1,6 1-1,2-6 1,3 0-1,1-3 1,0 0 0,2 0 19,1 4 0,1-2 1,0 6-1,1 2-1575,-1 4 1,0 1-1,2 5-1392,2 1 1,-2 3-1,4 3 2510,-1 1 0,19 22 0,9 1 0</inkml:trace>
  <inkml:trace contextRef="#ctx0" brushRef="#br0" timeOffset="28">29609 8331 15531,'20'-13'708,"-1"-2"0,1-3-721,-1-1 0,-4 2 0,1-2 0,-2 1-381,-2 3 1,-4 2-1,-2 2-44,-5 2 0,-5 5 0,-11 10 0,-3 6 383,-1 7 0,0 5 0,-3 0 1,3 1 1499,1-1-787,7 1 0,2-2 0,5-2 0,1-3 0,3-2 0,5-1 260,8-4 0,0-4 0,8-7 0,1-2-1287,1-2-119,1-3 0,0-6 1,-2-2-1,-2-3 1,1 0-1,-1 0 1,-1 3-4288,-1 2 0,-2 0 4775,-3 1 0,15-28 0,5-6 0</inkml:trace>
  <inkml:trace contextRef="#ctx0" brushRef="#br0" timeOffset="29">30052 7851 7774,'-6'-12'0,"1"0"0,-5 1 0,2 1 2142,-2 2 0,4 5-268,-3-1 1,7 14 0,-2 6 0,2 7-741,2 6 1,0 3 0,0 6 0,0 3 1967,0 4-2974,0 3 1,0 1 0,0 0 0,0-1-1,0-3 1,0-5 0,0-6-653,0-5 1,0-5-1,0-3-4819,0-5 933,0-7 0,2-8 4410,2-5 0,24-22 0,12-1 0</inkml:trace>
  <inkml:trace contextRef="#ctx0" brushRef="#br0" timeOffset="30">30261 8221 7774,'-6'-7'99,"4"-3"1,-5 5 0,0-1 1341,0 1-921,-1 1 1,-4 5 0,-1 3 0,0 6 0,-2 3 0,-2 5 0,2 1 282,2 3 1,0 0 0,2 0 0,3-3 0,4-1-1,3-3 2330,1-1-2808,0-8 0,9 0 0,5-6 0,2 0 0,3 0 0,1-2 0,0-2 1127,-1-4-1651,5 3 0,-11-2 1,4 4-1,-4-1 1,0 1-1,-1 2-2658,0 1 1,-5-1 0,-2-2-2401,1-1 5257,1-6 0,8-19 0,4-9 0,1-6 0,0 1 0</inkml:trace>
  <inkml:trace contextRef="#ctx0" brushRef="#br0" timeOffset="31">30642 7888 7774,'0'-12'1364,"-1"4"0,-3 1 1009,-4 1-1458,2 2 1,-3 7 0,3 5 0,-1 9 0,-1 5 0,0 4 0,1 2 2961,2 5-3732,-5 8 1,9-3-1,-3 5 1,2-4 0,2 0-1,2-5 1,2-3-1059,4-3 1,-1-6-1,0-3 1,-2-1-498,-2-3 0,-2-6 0,-1-1 1,0 3-362,0 4 0,0-5 0,0 2 1771,0-1 0,-5-22 0,-2-4 0</inkml:trace>
  <inkml:trace contextRef="#ctx0" brushRef="#br0" timeOffset="32">30458 8208 7774,'-12'0'926,"-1"0"0,1 0 5285,0 0-4568,5 0 1,3 0-1,8 0 1,5 0-1644,6 0 0,5 4 0,4 0 0,1-1-1392,-1-1 0,2 2 1,2 0 1391,0-2 0,39-17 0,-30 5 0,-1 0 0</inkml:trace>
  <inkml:trace contextRef="#ctx0" brushRef="#br0" timeOffset="33">30741 8282 7774,'-8'0'0,"-1"0"1584,0 0 1,3-1-1,2-3 1,4-5-531,4-2 1,5-1 0,7 0 0,5 0-890,2-1 0,1-3 0,1-1 0,-2 2-694,-2 2 0,-3 2 0,-6 1-116,0 2 1,-6 5-1,-8 2 1,-9 6 104,-8 8 1,-4 7 0,0 1 0,1 2 1070,1 2 1,6-2-1,-1-1 1,2-2 65,2 2 1,1-4 0,3-2-1,4-2-231,2-2 1,4-5-1,2-3 1,4-2-773,3-2 0,5-2 0,2-1 1,1-2-1800,3-2 1,1-1 0,1-3 2204,-4 3 0,36-20 0,4 1 0</inkml:trace>
  <inkml:trace contextRef="#ctx0" brushRef="#br0" timeOffset="34">31061 8270 7774,'-25'5'0,"1"-2"0,0 5 0,3 2 966,0 1 1,2-3 0,0 0 0,5 3 741,4 4 1,8-1-1,-2 2-1024,2-2 1,9-7 0,5-3-1,8-3-327,3-1 1,6-1-1,1-5 1,0-5-237,0-4 0,4-2 0,-3 2 0,1-3 76,-3-1 0,-3 2 0,-2-2 0,1 0 24,-1 0 0,-4-2 1,-4-3-1,-2-1-320,-2 0 0,-4-1 0,-1-2 1,-2-5-189,-2-3 1,-1 5-1,-2 4 1,-2 5-163,-2 5 1,-3 12 0,-5 9 335,0 11 1,-1 8 0,1 7-1,0 6 1083,-1 3 0,5 4 1,1-3-1,2 2-188,2 2 0,3-6 1,3 0-1,2-5-620,2-3 1,5-5 0,5-7-1,-2-3-615,-1-5 1,2-5 0,0-3 0,1-4-2622,1-7 0,-6 3 3074,0-3 0,1-32 0,-7-12 0</inkml:trace>
  <inkml:trace contextRef="#ctx0" brushRef="#br0" timeOffset="35">24588 9328 7757,'0'-12'163,"1"4"0,2-1 0,1 0 0,0-1 0,0 1 1218,0 0 1,-1 3 0,-7-3 0,-4 5 843,-3 3-1960,-7 1 1,0 7 0,-4 5-1,2 7 1,-2 4 0,0 2 0,0 0-52,2-1 0,3 5 0,-2 0 0,3-2 0,5-1 0,5-3 127,5-2-229,1-3 0,1-7 1,5-3-1,6-7 1,9-8-1,5-10 1,5-9 1024,5-7-928,-2 3 1,4-5 0,-6 8 0,-2 2 0,-3 6 0,-2 6 0,-5 6-82,-4 4 1,-7 13 0,-5 5 0,-3 5 0,-2 6 0,-2 0-1023,-1 0 1,0-3-1,4-1 1,0-3 0,1-2-1,3-6-5902,5-6 6121,1-3 1,8-2 674,3 0 0,3-21 0,2-8 0,4-1 0,-1-1 0</inkml:trace>
  <inkml:trace contextRef="#ctx0" brushRef="#br0" timeOffset="36">25019 9365 7757,'4'-12'865,"0"-1"0,-2 1 0,0 0-162,-2-1 0,-6 7 1,-2 2-1,-3 2 0,-1 2 1,0 2-1,-1 2-483,1 4 0,0 4 0,-1 3 0,1 3 0,0 0 0,1 1 201,3 0 0,1-3 1,4 4-1,-1-1-2,1 0 1,7-5 0,6-1 0,5-5-109,5-2 0,5-2 1,4-4-1,4-1-610,2-3-75,2 2 1,-6-9-1,0 3 1,-4-3-1,-2-1 1,-6 1-1,-4 1-3753,-3 2 1792,-5 5 2335,-2-2 0,-16 16 0,-2 2 0</inkml:trace>
  <inkml:trace contextRef="#ctx0" brushRef="#br0" timeOffset="37">25363 9402 6997,'-8'5'1265,"1"4"1,2 2 1138,2 1 0,0-4-1153,-1 0 0,3-6 0,-2-4-403,6-9 0,3-8 1,7-10-1,-1-2-168,0 0 1,1 0 0,-1 7 0,0-1-615,1 1 0,-1 5 1,0 2-1,2 5-281,2 4-1485,-2 2 0,8 6 1,-4 1-1,1 4 1700,3 3 0,28 14 0,9 4 0</inkml:trace>
  <inkml:trace contextRef="#ctx0" brushRef="#br0" timeOffset="38">25720 9279 7757,'-18'4'318,"-1"1"1,0 1 619,2-1 0,0 5 0,0 0 0,2 3 0,3 5 0,4 1-68,4 3 1,2-4 0,2-2 0,2-2 0,3-3 0,6-3 700,4-4-1370,12-3 0,-6-2 0,8-4 1,-3-8-1,-3-6 0,-3-4 1,-3 0 341,-4 2 1,-6-2 0,-3 4 0,-2 0-462,-2 2 1,-6 4 0,-3 2 0,-6 2-1011,-6 5 0,2 3 0,0 2 0,1 3-49,3 5 1,3 6 0,4 2 0,5 1-279,6 0 1255,3-7 0,30-10 0,12-8 0,2 1 0,1-1 0</inkml:trace>
  <inkml:trace contextRef="#ctx0" brushRef="#br0" timeOffset="39">25991 9217 7757,'-19'13'17,"2"-1"1,3-1 1230,2-3 1,4 3 0,1-3 483,2 3 1,3 1-1,9-1-322,5-2-1263,9-4 1,-6-5-1,5 0 1,2 0-1,2 0 1,-1 0-1,-3 0 577,-3 0-569,-4 0 0,-4 1 1,-4 4-1,-4 3 0,-7 3 1,-8 1-233,-7 0 0,-2 1 1,-1-1-1,-1 0-822,0 1 1,6-5 0,3-1 0,4-1-840,3 1 0,5-4 0,8 1-1285,5-3 3023,1-1 0,47-32 0,-24 11 0,1 1 0</inkml:trace>
  <inkml:trace contextRef="#ctx0" brushRef="#br0" timeOffset="40">26274 9205 7757,'0'-8'4073,"0"0"-3268,-6 5 1,-1-1 0,-5 8-1,0 4 235,0 3 1,3 5 0,2 1-1,2-1-632,2 2 0,2-4 0,2 2 0,3-2-237,5-2 0,7-5 1,5-3-1,2-3 30,1-1 0,1 0 1,0 0-1,-2 0-34,-3 0 1,-2 0-1,-7 2-124,-3 2 0,-5 3 1,-11 5-1,-10 2-307,-8 2 1,-5-2 0,-6 2 0,1-2-871,3-2 1,-1 0-1,7-1 1,2-1-594,3-2 1,9-4-1,-1 3 1727,4-1 0,40-46 0,6-15 0</inkml:trace>
  <inkml:trace contextRef="#ctx0" brushRef="#br0" timeOffset="41">28083 9205 7710,'-8'0'519,"-1"0"0,0 0 0,-4 0 0,-2 1 0,-1 5 291,1 6 0,0 6 0,0 8 0,-2 3 0,2 2 1,3 2-329,4 0 1,2-6 0,6 2 0,3-5-64,5-3 1,6-9 0,12-8 0,1-4 24,2-4 0,4-8 1,-3-9-1,0-3-198,0-5 0,-1-2 1,-6-6-1,-2-2 27,-5-2-210,-8 9 0,-4-5 0,-9 11 0,-9 1 0,-9 5 0,-8 3 1,-5 5-668,-1 5-23,0 4 1,0 5 0,0 2 0,3 5 0,4 5 0,8 2 0,7-1-3095,8-1 0,7-3 3721,8-3 0,24-14 0,10-10 0,8-1 0,0 0 0</inkml:trace>
  <inkml:trace contextRef="#ctx0" brushRef="#br0" timeOffset="42">28218 8934 7714,'0'-12'2852,"0"0"0,6 5-2247,2 3 0,-1 2 0,1 4 0,1 3 182,2 8 1,2 4 0,-1 9 0,0 4-268,1 7 1,-5 2-1,-1 6 1,-2 1-97,-2 2 1,2 1 0,-1-1 0,-1-4 511,-2-7-825,-1-6 1,-5-8-1,-2-2 1,-1-6-1,1-7 1,0-8 294,0-7-365,5-4 1,-8-6-1,6-4 1,1-2 0,2-3-1,2-1 1,3-3-294,5-2 0,3 6 0,3 0 1,3 6 54,1 2 0,1 1 0,5 6 1,0 3-52,-1 4 1,2 3-1,2 2 1,0 5 12,0 6 1,-8 2-1,-3 6 1,-5 2 118,-4 1 1,-2 2 0,-8-1 0,-3 1 209,-8 0 1,-6-5 0,-9-1 0,-5-2-224,-3-6 0,-1-3 1,2-5-1,1 1-494,1-2 0,7 0 0,1-2 0,7 0-1097,5 0 1,9 0 0,8 0-663,11 0 1,8 0 2381,6 0 0,22-16 0,11-6 0,-15 6 0,-1 0 0,1 0 0</inkml:trace>
  <inkml:trace contextRef="#ctx0" brushRef="#br0" timeOffset="43">28944 9156 7714,'6'-12'997,"-5"3"0,2 2 460,-6 2 0,-5 1 0,-9 4 0,-3 1-323,-3 3 0,-2 3 0,0 6 1,1 0 1273,-1 4-2102,1 2 0,4 1 0,5-1 0,6-1 0,5-3 1,4-2-1,5-4 721,8-1-1044,4-5 1,17 2 0,5-5 0,2 0 0,0 0-1,-6 0 1,-5 0-1085,-4 0 746,-6 0 0,-4 2 1,-9 2-1,-9 4 0,-10 4 1,-12 5-1,-11 3-509,-4 4 0,-6-4 1,5-1-1,4-1-1965,6-3 1,6-5 2828,3-2 0,74-27 0,-14 8 0,-1 0 0</inkml:trace>
  <inkml:trace contextRef="#ctx0" brushRef="#br0" timeOffset="44">29203 9365 7714,'-9'1'3937,"1"2"1,-1 1-1481,-2-1 1,-2 2-1,1 1 1,0-1-2230,-1 1-1,1 3 1,1 0-4253,3 2 0,3-3 4025,5 0 0,10 0 0,4 4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6:35:03.930"/>
    </inkml:context>
    <inkml:brush xml:id="br0">
      <inkml:brushProperty name="width" value="0.09071" units="cm"/>
      <inkml:brushProperty name="height" value="0.09071" units="cm"/>
      <inkml:brushProperty name="color" value="#3165BB"/>
    </inkml:brush>
  </inkml:definitions>
  <inkml:trace contextRef="#ctx0" brushRef="#br0">16293 10596 7645,'0'-13'233,"0"6"0,0 1-34,0 2 0,2 1 0,2-4 0,4 0 285,3 0 1,3-1-174,2-4 0,3-5-97,6 1 0,6-6 0,5 0 0,5-5-28,3-6 0,6-2 112,8-2-340,-4 0 1,-22 19 0,-1 0 0,25-16 122,-5 1 1,-2 10-1,-8-2 1,0 3 0,2 3 0,-5 1 0,4 6 1,-1 0-80,0 0 0,6-5 49,-2 1 0,-3-1 1,-2 4-1,-6-2 191,-5-2-931,-3 1 1,-3 5-1,-4 1 190,-6 2 0,-1 5 983,-4-1-270,-3 3-125,1 1 306,-6 0 0,0-1 0,-1-4 642,-4-3-1553,4-3 412,-10 4 1,8-2-273,-5 5 1,4-4 175,-4 3 1,0 1 14,-5 4 0,1 0-99,0 0 381,0 0 0,-1 0 1,1 0 549,0 0-531,5 0 0,0 2 109,3 2-113,2-3 0,-2 5 66,8-6 0,7 0-75,6 0 1,5 0 147,-2 0-190,3 0 1,3 4 118,3 0 0,-3 5 1,3 0 21,-3 2 0,-3 1 212,-2 0-228,-4 0 1,-10 5-35,-3-1 0,-2 6 0,-4-3-377,-2 0 0,1-1 0,-5-7 0,0-1-3617,1-2 3841,2-5 0,21-20 0,5-10 0</inkml:trace>
  <inkml:trace contextRef="#ctx0" brushRef="#br0" timeOffset="1">18582 9562 7670,'-6'-12'0,"-4"-1"799,6 1 1,-2 5-321,2 3 1,3 8 0,-3 6-270,2 5 0,2 5 0,0 9 194,0 4-368,0 8-664,0 3 829,0-1-111,0 5 1,0-8 0,0 2 0,0-2 151,0-5 0,0-7 11,0-4-293,0-4 1,0-16-151,0-8 1,0-10 0,0-16-1,3-8-421,5-10 448,1-7 0,12-7 1,-3 2 7,1 3 1,3 2 0,7 6 0,4 1 279,2 3 0,-3 9 125,-3 12-323,-4 10 463,-5 14 1,-3 14 0,-6 10 565,-2 8 1,-5 13 0,-7 6 33,-1 3-1386,-6-2-818,3 8 1271,-5-9-697,5 4 1,2-13 0,5-5 0,0-8-274,0-7 1,5-10 0,5-9 912,5-6 0,0-1 0,5-9 0,1-2 0</inkml:trace>
  <inkml:trace contextRef="#ctx0" brushRef="#br0" timeOffset="2">19185 9574 7670,'-17'22'0,"-4"3"0,-1 9 0,2 3 0,2 0-1138,6 5 1138,-1-5 0,6-1 1718,3-4 1,3 1 0,2-8-499,3-6-1023,9-9 0,2-5 1,7-5-279,4 0 1,0-5 117,6-4 32,-4-7-79,7-9 0,-3-2 1,3-6-1,-2 0-195,-4 2 103,-9-5 1,-3 10 421,-9-2 0,2-1 1,-8 3-311,-3 3 1,-6 10 39,-9 1 117,-3 3-762,-12 2 0,6 1 1,-4 6-1,3 0-1263,1 0 1,2 0 1857,2 0 0,4 6 0,4 1 0</inkml:trace>
  <inkml:trace contextRef="#ctx0" brushRef="#br0" timeOffset="3">19579 9463 7670,'0'-12'0,"0"0"0,0 0 688,0-1 0,0 1-137,0 0 1294,0-1-975,0 6-765,6 2 97,-5 16-51,4 3 0,-5 16 68,0 3 1,0 6 0,0 4 48,0 0 1,0 7-68,0 3 1,-4 0-859,0-4 1,0-1 341,4-3 1,0-4-2645,0-8 2959,0-3 0,0-32 0,0-8 0</inkml:trace>
  <inkml:trace contextRef="#ctx0" brushRef="#br0" timeOffset="4">19481 9857 7670,'-7'0'1706,"1"0"1,12-4-686,2 0 1,4-6-153,5 2-526,7-3-304,8-1 0,1 4 1,-1 0-1,4-1 167,4 3-189,-2-5 0,4 8 0,-5-4 0,-1 0 0,-3 0 0,-5-2-218,-2-2 92,-1-1 0,-6-2-546,-2-2 477,-4 2 1,-2-8 0,-3 4-17,-4-1 1,-4 4 0,-4 0 811,-4 5 0,-3 6-65,-1 8-182,-6 9 0,3 7 1,-4 8-1,3 2 1353,5 1-1254,-2 2 0,12 4-141,-3 0 1,5-6 0,6-2-1,7-4-440,3-5 0,8-4 28,4-7-1917,5-4 577,3-5 862,1-11 1,6-7 0,-4-12 0,-1-3 560,-3-5 0,3 0 0,-6-7 0,-3-2 0,-2-1 0</inkml:trace>
  <inkml:trace contextRef="#ctx0" brushRef="#br0" timeOffset="5">21204 9414 7643,'0'-12'0,"0"0"0,0-1 916,0 1-358,0 5-180,0 2-108,0 5 1,0 7 0,0 3 0,1 8-181,3 6 0,-3-1 0,4 10 1,-4 1-4,-1 1 0,0 8 114,0 2-255,0-3 1,0 6-1,0-3 1,0 3-591,0 1 0,0-6 0,0-6-1406,0-7 2050,0-10 0,-11-29 0,-3-13 0</inkml:trace>
  <inkml:trace contextRef="#ctx0" brushRef="#br0" timeOffset="6">21068 9734 7643,'0'8'1435,"0"1"1,3-7-872,5 2 1,2 2-1,9-2 1,1 0 490,4 2-2172,-2-5 658,19 4-329,-9-5 272,11-5 1,-1 2-1,2-6 1,1-4 541,0-2 1,-16-19 0,-2-8 0,5-2-1,-1 0 1</inkml:trace>
  <inkml:trace contextRef="#ctx0" brushRef="#br0" timeOffset="7">21659 9390 7643,'-12'0'1357,"-1"0"1,2 6-606,3 7 0,-1 5 1,3 8-1,-1 4 851,-2 7-1450,3 5 0,-3 7 0,5-1-272,1-3 0,-3-2 0,2-8 0,2-3-71,0-8 1,8-6 228,2-10 31,3-8-716,7-12 0,1-13 0,5-8 103,1-2 0,1-6 0,1 1-181,2 5 553,0-2 20,-5 5 0,0 6 139,-4 6 0,2 6-34,-6 6 1,-1 4 629,-6 8-440,-4 14 1,-6 9-1,-3 14 73,-5 4 0,-2-1-384,-1 1 0,1-1-340,3 1 1,3-8 0,5-10-1577,0-5 2083,5-4 0,21-35 0,10-14 0,4-1 0,0 1 0</inkml:trace>
  <inkml:trace contextRef="#ctx0" brushRef="#br0" timeOffset="8">22200 9587 7643,'-12'0'0,"-6"0"0,5 5 0,-9 3 1528,5 9 1,-3-2-710,3 5 1,-3 1-238,4 3 1,0 1 0,8-2 0,4-2-305,3-5 1,8-8-219,5-4-305,0-2 0,11-4 0,-2-3 0,2-7-40,2-8 222,-1-3 0,0 4 0,-4 3 1,-3 3-421,-4 5 1,4 3-1548,-1 5 1152,1 0 534,-5 5 409,-5 2 1,2 7-1,-5 2-200,-1 5 39,-2-4 0,4 1-81,-1-6-937,5-5 1,-2-1 1113,5-6 0,23-55 0,-16 21 0,1 0 0</inkml:trace>
  <inkml:trace contextRef="#ctx0" brushRef="#br0" timeOffset="9">22766 9316 7643,'-8'0'1510,"0"0"1,5-2-647,-1-2 1,1 3-37,-1-3 144,3 2 0,-4 8 0,5 2 240,0 3-890,5 1-123,-4 6-50,10 1 0,-5 10-723,2 0 1,-1 9 0,-4 0-471,1 5 0,0-2 0,-4 4 1,-2 1-1223,-2 2 1,2-5 2265,-7-6 0,-15-17 0,-9-9 0</inkml:trace>
  <inkml:trace contextRef="#ctx0" brushRef="#br0" timeOffset="10">22619 9710 7643,'18'0'1760,"2"-2"-1656,9-2-103,2-3 0,12-5 0,2-2-1,3-2 0,-7 4 0,5-1 0,3-2 0,-1-1 0</inkml:trace>
  <inkml:trace contextRef="#ctx0" brushRef="#br0" timeOffset="11">23763 9180 7628,'-7'-12'877,"3"0"756,-2 5-1113,4 12 1,-3 10-142,5 14 1,1 9-1,2 10 1,1 6-146,-1 2 0,-1 1 1,1 5-106,1-1 0,0-5-739,-4-2 808,0-9-127,6-3 0,-5-12 1,5-5-1,-1-9 30,3-6 1,3-12-126,2-10 165,4-11 1,-2-14 0,7-10 0,3-4-81,2-7 0,-10 27 0,-1-1 1,13-31-201,-2 3 84,-1 1 0,-3-1 0,-1 3 0,-4 5 1,-4 8-1047,-8 11 798,-3 20 0,-4 21 0,-3 18 1,-5 11-1,-1 10 0,-3 8 303,1 1 0,6-16 0,0 2 0,-1 0 0,1 0 0</inkml:trace>
  <inkml:trace contextRef="#ctx0" brushRef="#br0" timeOffset="12">24452 9439 7629,'0'-18'0,"-1"3"0,-3-5 334,-3 4 0,-5 0 1,-2 8-1,-1 4 1,-3 4-1,-1 5 1,-3 8 1285,-1 6 0,-2 9-914,1 5-583,5 3 0,1-1 1,7 0-1,3-4 1,4-1-1,2-4 1,2-4-155,0-6 0,10-7 0,4-5 1,3-3-84,5-1 1,1-11-1255,2-5 1018,0-6 1,1-8 0,1-2 0,2 1 0,-2 2 0,-2 3 0,-5 3-140,-3 2 1,-4 9-1,-2 11 1088,-3 7 1,-3 15-527,-10 16 372,-7 0 0,-2 9 0,-1-5 0,4-1 0,5-2 214,0-1 1,2-5-1201,4-4 0,1-4 0,5-9-1239,6-11 1,6-15 1779,7-14 0,9-18 0,5-10 0,-10 14 0,0-1 0,0 1 0</inkml:trace>
  <inkml:trace contextRef="#ctx0" brushRef="#br0" timeOffset="13">24822 9439 7629,'-6'12'0,"-1"3"1122,-5 6 1,0 2-48,-1 14-490,1-3 1,0 14 0,1-4 0,3-1 0,4-2 338,2-2 1,2-9-645,0-6-146,0-10 1,6-8-1,2-9 1,4-7-1,3-12 234,2-12 0,4-4-354,0-7-158,2 0 1,0-3 0,-1 1 0,-3 5-1,1 2-775,-1 5 1,1 6 0,4 2 0,-3 5-1326,0 5 0,-5 9 965,5 4 1279,-6 3 0,14 28 0,-3 7 0</inkml:trace>
  <inkml:trace contextRef="#ctx0" brushRef="#br0" timeOffset="14">25745 9082 7644,'-39'0'54,"0"-1"1,-2-2 0,2-1 0,5 1 288,5 2 0,3 2 0,3 2 0,3 2 0,3 2 0,5 3 586,4 1 1,-2 1-330,6 0-631,0 6 0,4-4 1,0 3-1,0 0 0,0 1 1,0-1-1,0 1-84,0-3 1,4-1 92,0-2 114,0 6 0,-4 1 1,-1 6-1,-2 1 1,-2 4-1,-2 5 1,-3 6 1096,-1 3-1115,-1 1 1,0 3 0,1-3 0,1-2 0,3-2 0,2 0 0,2-3-60,2-4 1,2-8 0,5-7 0,5-1 148,4-3 0,5-1-132,-3-2 1,4-1 0,1-1 0,4-4-109,3 0 1,0 2-324,-5-4 0,1 0 151,0-4-471,-1 0 1,-1 0-1,-2 0 1,-5 0-1,-3-1-2569,-5-3 3288,-3-3 0,-27-33 0,-5-6 0</inkml:trace>
  <inkml:trace contextRef="#ctx0" brushRef="#br0" timeOffset="15">25978 9427 7644,'6'-18'207,"-3"3"1,3-4 0,1-1-1,-1 3 1,-1-1 497,-2 3 0,-2 1 0,-2 3 0,-3 2 523,-4 0-1066,-3 7 0,-3-4 1,-2 8-1,-5 3 1,-2 7-1,-3 8 1,-1 3 311,-2 1 1,-1 2-177,1 3-289,9-3 1,-8 4 0,13-5 0,3-1 0,4 0 0,2-4 0,5-3-336,4-4 233,9-6 0,8-1 0,8-6 0,2-2 1,0-3-1,1-6 0,-1-4-827,0 0 668,-6 1 1,-2 2 0,-6 1 0,-1 3-1,-3 5-404,-3 6 0,-9 9 580,-9 8 42,-2 4 1,-5 0 0,0-1 0,1-1 0,1-3 252,2-1 0,5-1 1,3-5 139,2 0 0,4-1-30,2-3 0,3-2-23,5-6-197,6 0 1,1 0-1,5 0 1,1 0 0,0 0-405,-1 0 1,2 4 0,2 0 0,0-1-1367,0-2 0,-2-1 953,-2 0 0,-1-5 708,-2-3 0,-9-42 0,-6-10 0</inkml:trace>
  <inkml:trace contextRef="#ctx0" brushRef="#br0" timeOffset="16">26311 9082 7644,'-13'0'298,"1"-4"1,0 0-1,1 0 527,3-2 1,8 5-1,11-3 1,6 4 502,8 4-1197,8-3 1,-6 6-1,6-4 1,0 2-1,0 1 1,-2 1-1,-1-2-246,-3 0 1,-1 4-23,-1-5 0,-2 5 1,-2-2-1,-5 1 0,-4 2 1,-3 4-241,-5 5 1,-4 4 0,-4 3 0,-5 1 143,-1 2 1,-3 5-1,2-2 1,3 1 456,4-1 1,3-4 58,1 0-280,0-2 0,9-2 0,3-2 0,2-3 0,0 0 0,-2 0 0,2 3-110,2 1 0,-6-2-154,2-1 214,-2-5 0,-3 8 0,-3-3 0,-3 0 0,-1-1 162,0-1 0,-1-2 102,-3-3 39,-3-7 1,-6 5-1,0-4 1,-4 0-1,-3-3 165,-3-2 1,-3-1 0,-2 2-1,-1 1-161,2-1 1,1-1-241,2 2 0,-1-2-607,0 2 515,6-3 0,3-2-4219,8-3 4291,8-3 0,45-27 0,-15 14 0,0 0 0</inkml:trace>
  <inkml:trace contextRef="#ctx0" brushRef="#br0" timeOffset="17">27221 9439 7644,'0'-7'0,"10"2"235,2 5 1,10 0 0,3 0 0,5 0 4579,1 0-3723,5 5-1270,-5-4 1,12 16-1,0-4 1</inkml:trace>
  <inkml:trace contextRef="#ctx0" brushRef="#br0" timeOffset="18">27234 9550 7644,'-7'0'2448,"3"0"-2023,8 0 1,9 0 0,12 0-1,7 0-436,3 0 0,6 0-1528,0 0 1131,6-6 130,-9 5 0,15-10 1,-2 4-1</inkml:trace>
  <inkml:trace contextRef="#ctx0" brushRef="#br0" timeOffset="19">28280 9476 7642,'0'-18'607,"-4"-1"1,-1-4-1,3 2 2977,0 5-3314,2 7 0,2 5 0,2 8 0,4 6 0,3 5 0,1 6 1,1 3-1,-1 4 37,0 0 0,0 6-121,1-1-193,-1-3 1,-4 5 0,-1-5 0,-1 0 0,-2-2 0,0-3 0,0-3-92,-1 0 1,-3-4-1,-4-3 106,-5-6-473,-2-3 1,-1-8 0,-2-3 0,-1-6 0,-1-6 0,1-3 0,0-5-1419,-2-2 0,4-3 1428,-4 1 372,-2-2 0,4-2 1,-5 0-1,-1 0 1,1 2 33,-1 2 35,6-2 1,-7 6 0,6-1 0,1 6 1586,1 2-347,2 1 1,6 11-518,6 1 1,7 4-87,10 1-398,2 6 0,7-5 0,2 3 1,5-3-1,4-1 39,4 0 0,3 0-185,5 0-99,0 0 0,-1 0 0,-3 0 0,-5 0 0,-6 0-2278,-5 0 0,-6 2 2298,-6 2 0,-6 3 0</inkml:trace>
  <inkml:trace contextRef="#ctx0" brushRef="#br0" timeOffset="20">29018 9156 7642,'12'-12'320,"1"1"0,-1 1 0,2 2 0,2-2 0,3 1 0,0 0 571,-2 5 1,0 3 0,0 2 0,-2 5-288,-1 6-724,-8 6 1,0 8 0,-6 3-1,-3 3 1,-4 4 0,-5 0 0,-3-4-360,-3-3 1,-1-4 0,-4-5 0,1-3 265,1-4 0,6-6 0,-1-3 0,2-4 388,2-4 0,5-3 0,4-5 0,6-2 68,5-2 0,5 2 0,3-2 0,6 3-114,5 5 1,1-1 0,4 5 0,3 1-441,0 1 1,2 2-1952,0 0 1466,0 6 0,-1-1 796,-4 4 0,-2 13 0,-5-2 0</inkml:trace>
  <inkml:trace contextRef="#ctx0" brushRef="#br0" timeOffset="21">10940 12749 7647,'0'-12'307,"-4"0"0,-1-1 0,-1 1 0,-1 1 1689,1 3-1551,3-3 0,-1 11 1,6 0-1,4 8 1,1 6-1,2 4 482,2 1 1,2 5-629,-1 5-205,0 5 0,0-2 0,-1 3 0,-1-1 1,-3-1-1,0 1 0,-2 2-11,1 1 1,-2-7-1,-4-4 1,0-6-171,0-2 0,0-5 0,-2-7 1,0-2-375,-3-5 1,-4-6-1,2-11 1,-1-6-413,0-8 0,-1-7 0,-3-2 1,0 0 186,0-2 1,-6 5 0,-4-3 0,-4 4 347,-3 4 1,-1 3 38,1 6 627,3 4 1,-6 4-1,7 6 1,6 4 1206,4 0 1,15 2-1037,8 4 1,10 0 0,10 0-1,5 0 88,3 0 0,1 4-546,0 0 1,0 4 257,0-3-656,-1 4 0,1-7 1,-1 2-1,-3-2 1,-5 1-506,-2 1 0,-1 0 1,0-5 861,-1-3 0,-10-14 0,-3-8 0</inkml:trace>
  <inkml:trace contextRef="#ctx0" brushRef="#br0" timeOffset="22">11592 12417 7639,'0'-12'273,"2"-1"0,1 1 0,1 0 0,0-1 0,1 1 0,3 0 0,2 0 310,-2-1 0,3 5 0,-3 1 0,3 2 1,2 2-1,-1 2-431,0 1 1,-1 9 0,-3 5 0,-4 5-286,-2 7 1,-4 0 0,-2 5 0,-4 1-245,-3-1 1,-5-3 0,-1-1 0,4-5-408,3-6 1,-1-2 451,3-2 429,-3-5 0,4-3 1,4-7-1,6-2 0,5-2 1,3-2-1,3-1 1,1 0-1,3 4-117,1 0 1,2 2 0,2 4 0,-1 0 0,-2 0 0,2 1-3114,1 3 3133,2-2 0,16-2 0,4-7 0</inkml:trace>
  <inkml:trace contextRef="#ctx0" brushRef="#br0" timeOffset="23">12798 12306 7659,'0'-8'1142,"-1"1"399,-3 2-1400,-3 1 0,-5 10 0,0 8 1,-1 12-1,1 14 0,0 12 1,-1 9 263,7-26 1,0 0-354,-1-1 0,2 2 1,1 6-1,1 2 1,0-2-1,2 1 1,0 0-1,0 1 1,2-2-1,0 0 1,0-5-1,2-1 1,6 27-167,6-8 0,5-14 0,4-7 0,1-8-534,-1-11 1,7-7-1,1-8 1,4 0 647,1 0 0,6-15 0,5-8 0,5-1 0,0 0 0</inkml:trace>
  <inkml:trace contextRef="#ctx0" brushRef="#br0" timeOffset="24">13475 12552 7659,'0'-16'293,"0"-2"1,0 0 509,0 1 1,0 8 0,0 13 0,0 13-314,0 9 0,4 5-449,0 6 0,2 2 0,-3 0 1,1 4 153,-1 0 0,-2-3-106,-1 1-256,0-3 1,0-2 0,0-3 0,0-5 0,0-3 0,0-5-2116,0-3 1968,0-9 314,0-2 0,-6-56 0,0-11 0</inkml:trace>
  <inkml:trace contextRef="#ctx0" brushRef="#br0" timeOffset="25">13229 12503 7659,'8'0'480,"1"-1"0,0-2 327,2-1 0,7-2 356,2 2-1022,9 3 1,9-5 0,12 6 0,6 0 0,2 0-1,0 0 1,-5 2-417,-2 2 1,-7 4-1,-5 7 1,-6 3 274,-8 1 0,-28 34 0,-12 13 0</inkml:trace>
  <inkml:trace contextRef="#ctx0" brushRef="#br0" timeOffset="26">13303 13069 7659,'5'-7'1711,"9"-4"0,11 3 1,9-3-486,10-1 1,8-6-601,13-2-814,-2 2 1,3 0 0,-10 6 0,-7 1 0,-7 3 187,-3 4 0,-19 8 0,-3 3 0</inkml:trace>
  <inkml:trace contextRef="#ctx0" brushRef="#br0" timeOffset="27">14054 12811 7659,'-11'1'759,"1"2"311,2 1 0,8 0 1,3-4 612,8 0-1886,9-5 0,3 2 0,6-4 0,0 2 0,0 0 0,-1 1 0,0 0-3671,-2 2 3874,-7 0 0,9-3 0,-2-2 0</inkml:trace>
  <inkml:trace contextRef="#ctx0" brushRef="#br0" timeOffset="28">14755 12454 7348,'0'12'474,"0"6"0,0 5 1,0 9-1,0 9 0,0 7-296,0 5 0,0-1 0,0 4 0,0-1-434,0-3-522,0-7 0,0-6 1,0-9 777,0-5 0,11-63 0,3-13 0</inkml:trace>
  <inkml:trace contextRef="#ctx0" brushRef="#br0" timeOffset="29">15014 12466 7659,'1'15'2050,"2"4"0,1 7-1345,-1 4 0,-2 5 0,-1 6 0,0 4-686,0 3 0,0-3 0,-1-2 1,-4 0-645,-3-3 0,1-2 0,-1-3 0,-1-3 625,-2-8 0,-29-26 0,-6-13 0</inkml:trace>
  <inkml:trace contextRef="#ctx0" brushRef="#br0" timeOffset="30">14731 12848 7657,'-13'0'2883,"8"0"-2396,5 0 1,11 0 0,11-2 0,6 0-646,9-3 1,1 1 0,8 3 0,1-2 157,5-1 0,-7-3 0,5-1 0,4 1 0,1 0 0</inkml:trace>
  <inkml:trace contextRef="#ctx0" brushRef="#br0" timeOffset="31">15297 12208 7655,'8'4'388,"0"0"0,2 0 1,2 3-1,4 4 2945,5 4-3037,8 12 1,-2-1 0,4 14 0,-1 5 0,-2 8-1,-2 6 1,-4 3 0,-5-2 0,-6-1-734,-4-2 1,-3 0-1694,-4 5 1538,-11 0 1,-4-6 0,-12-3-1,-3-3 1,-2-2 0,0-4-1,0-8 592,3-10 0,9-24 0,2-10 0</inkml:trace>
  <inkml:trace contextRef="#ctx0" brushRef="#br0" timeOffset="32">16244 12331 7691,'-12'-7'98,"0"3"1,-1 3 0,0 1 0,-2 1 0,-3 4 0,0 9 82,0 9 1,-2 14 0,3 14 0,2 10-1,9-26 1,0 1 0,1 2 0,2 1-143,0-1 0,2 1 1,0 0-1,2 1 1,1-1-1,1 0 1,2-1-1,2-1-389,2-1 1,2-1-1,16 25 1,3-11-1,1-7-582,4-8 0,-4-6 932,2-7 0,22-14 0,9-9 0</inkml:trace>
  <inkml:trace contextRef="#ctx0" brushRef="#br0" timeOffset="33">16761 12503 7688,'0'-19'214,"1"3"0,4 9 0,1 8 0,3 11-111,-1 12 1,-6 6-1,3 8 1,-4 3 0,-1 3-1,0 1-201,0 0 0,0-1 0,1 1 0,2-4-186,1-3 1,0-2 0,-4-3-1057,0-5 1340,6-7 0,-5-42 0,5-14 0</inkml:trace>
  <inkml:trace contextRef="#ctx0" brushRef="#br0" timeOffset="34">16503 12429 8049,'8'-7'421,"0"3"1,3 2 0,4-1 0,7-3-136,5 0 1,7 3-1,10-1 1,5 2 0,2 2-1,0 2-537,-2 2 0,-4 4 0,-1 8 0,-3 6 0,-6 4 0,-6 4-2610,-7 2 2861,-4-5 0,-28 36 0,-5 3 0</inkml:trace>
  <inkml:trace contextRef="#ctx0" brushRef="#br0" timeOffset="35">16650 13008 8758,'-4'0'1732,"8"0"-1379,11 0 1,9 0 0,4 0 0,6 0 0,6 0 0,5 0-139,3 0-655,1 0 0,-4 0 1,-1 0-1,-1-2 0,-2 0 1,-2-4 439,-2-1 0,-8-1 0,-11-4 0</inkml:trace>
  <inkml:trace contextRef="#ctx0" brushRef="#br0" timeOffset="36">17573 12811 9317,'14'0'148,"2"0"1,8 0 0,6 0 0,8 1 0,4 2 0,5 2-149,1 2 0,-6-5 0,3-1 0,4 2 0,-1-1 0</inkml:trace>
  <inkml:trace contextRef="#ctx0" brushRef="#br0" timeOffset="37">18225 12515 7688,'7'-12'350,"-3"4"1,-2 7 89,-2 9 0,0 16 0,0 6 1,0 9-1,0 6 0,-2 4-483,-2 4 1,3-1 0,-3 6 0,1-1 0,0-1 0,-1-2-490,2-4 1,0-9 0,2-7 531,0-8 0,11-48 0,3-8 0</inkml:trace>
  <inkml:trace contextRef="#ctx0" brushRef="#br0" timeOffset="38">18521 12552 7688,'-7'6'339,"2"2"0,0 3 76,1 1 1,0 7-1,4 6 1,0 6 0,0 5-1,0 2-267,0 3 1,2 4 0,0 7 0,2 0-747,-1-4 1,-1 0 0,-2-8-1,0-5 598,0-5 0,-22-36 0,-6-11 0</inkml:trace>
  <inkml:trace contextRef="#ctx0" brushRef="#br0" timeOffset="39">18287 12860 7684,'-5'0'2286,"5"0"1,12 0-2305,12 0 0,7 0 0,5 0 18,1 0 0,4-5 0,5-1 0,3-1 0,0 0 0</inkml:trace>
  <inkml:trace contextRef="#ctx0" brushRef="#br0" timeOffset="40">18792 12269 7681,'8'-1'55,"0"-2"1,3-1 0,3 1-1,5 2 874,4 1-690,-1 0 0,15 11 0,-2 8 0,5 11 0,1 13 0,0 7 0,-21-21 1,0 1 243,-2 2 1,-1 0-397,0 2 1,-2 1 0,-3-1-1,-1 0 1,8 33 0,-7-3-1,-6-2 1,-6-6 0,-6-3-7,-6 0 0,-6-6 1,-5 1-1,1-6-357,2-6 1,3-5 0,-2-6 0,1-2-1067,3-2 1342,7-4 0,-14-32 0,2-7 0</inkml:trace>
  <inkml:trace contextRef="#ctx0" brushRef="#br0" timeOffset="41">21684 10411 7653,'-13'-5'86,"0"2"1,-2-4-1,-3 3 1,-1 5 0,-5 6 259,-3 4 1,1 11 0,-3 5 0,3 6 0,3 5 0,1 2-4,2 2 0,10 1-240,2 2-122,5-3 0,3-6 1,2-5-1,3-6 0,6-7 1,4-6-1,1-4-69,2-4 1,-3-13-1,6-8 1,1-6 9,1-6 0,1-6 0,1-6 0,0 0 22,-1-2 0,0 5 1,-3-2-1,-1 5-180,-3 2 0,0 10 1,-5 1 255,0 7 1,-5 12 0,-4 17-1,-4 10 762,-4 12 0,-3 2-100,4 7-652,0-5 1,0 7 0,0-6-1,1-2 1,2-2 0,1-4 0,1-4-734,3-3 0,3-9 529,5-4 174,6-6 0,12-57 0,-11 20 0,1-1 0</inkml:trace>
  <inkml:trace contextRef="#ctx0" brushRef="#br0" timeOffset="42">22003 10559 7654,'-12'5'0,"1"-1"348,3 9 0,-3-1 0,3 11 0,-3 4 981,-1 4 0,5-3-813,3 5 1,2-6-1100,2 2 251,0-3 1,2-8-1,2-6 1,4-6-390,3-5 1,5-12 521,1-5 0,5-10 0,-3-4 0,1-2-115,1-2 1,-1 0 582,5 1 1,-5 4-141,1 9 1,-5-2 0,4 6 0,-3 2 409,-2 4 1,-6 6-82,-5 8 0,-3 13-333,-1 7 1,0 9 0,-1 0 0,-3 2-277,-5 2 0,4 0-558,1 0 0,2-7-1137,2-5 1846,0 0 0,33-61 0,8-8 0</inkml:trace>
  <inkml:trace contextRef="#ctx0" brushRef="#br0" timeOffset="43">22459 10669 7654,'-18'6'0,"-1"2"410,-6 9 1,6-4-1,3 4 1,3-4 877,5 0 1,-1-1-741,5 0 1,2-5-317,10-3-463,6-2 0,12-4 0,3-3 0,4-8 0,2-6-2930,2-4 2808,0-2 0,3-5 0,-2-3 0,-4-2 1,-2-2-228,-5 0 1,-3 0 776,-3 0 1,-7 6 0,-7 3 0,-2 7 913,-2 4 1,-7 9-384,-5 4 1,-2 15-7,-1 9 1,1 9 0,2 8 0,2 1-161,1 3 0,1-2-1092,1 2 0,2-5 196,-2-3 1,8 1-1,5-5 1,2-3-588,1-4 921,0-4 0,33-17 0,9-2 0</inkml:trace>
  <inkml:trace contextRef="#ctx0" brushRef="#br0" timeOffset="44">23739 10399 7669,'-2'-13'33,"0"1"0,-3 0 0,1 1 0,-1 4 227,-3 7 1,-3 11-1,-2 11 1,0 7-1,-2 7 1,-2 10-89,2 6 1,2 0-1,2 6 1,2 5-193,5 6 0,3 0 0,2-34 0,1 0 0,6 32 0,8-9 0,6-11-1292,3-10 1031,5-11 0,-4-5 1,3-9-1,-3-5 1,-3-6 280,-3-5 0,15-25 0,-3-10 0</inkml:trace>
  <inkml:trace contextRef="#ctx0" brushRef="#br0" timeOffset="45">24219 10583 7669,'-4'9'-15,"-1"-1"0,3 1 0,0 4 1,2 4 153,0 8 1,0 1-1,2 8 1,0 4-1,3 5 1,-3 2 107,0 0 1,2-5 0,0-1 0,-1-4-1290,-2-7 25,-1-2 1017,0-1 0,0-33 0,0-9 0</inkml:trace>
  <inkml:trace contextRef="#ctx0" brushRef="#br0" timeOffset="46">23911 10620 7669,'5'-7'95,"4"2"0,3 1 325,4 0 1,9 0 0,9 4 0,6 0-127,5 0 1,3 0-1,1 0 1,0 0-544,0 0 1,-5 5-1,-6 3 1,-6 3-413,-7 2 661,-15-1 0,-4 6 0,-13 1 0</inkml:trace>
  <inkml:trace contextRef="#ctx0" brushRef="#br0" timeOffset="47">24120 11076 7669,'21'-9'300,"-1"3"1,2-1 121,1 0 0,7 3 1,2-3-1,1 1-538,-1 4 1,0 0 0,1 2 0,-5 0-544,-2 0 659,-1 0 0,5 6 0,2 1 0</inkml:trace>
  <inkml:trace contextRef="#ctx0" brushRef="#br0" timeOffset="48">24920 10817 7669,'12'-11'195,"2"3"0,1 4 1,3 3-1,1 2 0,3 2-1404,1 1 0,2 4 1209,-1-4 0,45 0 0,-30-4 0,1 0 0</inkml:trace>
  <inkml:trace contextRef="#ctx0" brushRef="#br0" timeOffset="49">25388 10633 7669,'-4'12'1144,"-1"0"1,3 0-655,0 1 0,1 6 1,-2 6-1,-1 6-803,1 5 0,2 0 1,1 1-1,0-1-510,0-3 0,0-3 0,0-7 823,0-2 0,11-20 0,3-9 0</inkml:trace>
  <inkml:trace contextRef="#ctx0" brushRef="#br0" timeOffset="50">25658 10559 7669,'-8'0'503,"1"1"-12,2 3 0,-1 0 0,4 9 0,-2 4 1,0 7-1,-1 4-63,1 5 0,0 4 0,4 4 0,0 4-813,0 3 0,-1-4 0,-2-5 0,-1-3-748,1-3 0,-2-11 1,-1-3 1132,-1-8 0,-12-39 0,-7-13 0</inkml:trace>
  <inkml:trace contextRef="#ctx0" brushRef="#br0" timeOffset="51">25375 10891 7669,'2'-7'818,"2"3"1,5 1-34,6-1 1,6 3-1,6-3 1,5 2-1148,3 2 362,-6 0 0,34 6 0,-4 1 0</inkml:trace>
  <inkml:trace contextRef="#ctx0" brushRef="#br0" timeOffset="52">25831 10411 7669,'-6'0'1557,"6"0"1,7 6-1329,9 2 0,4 4 1,4 4-1,1 5 0,-1 4 1,1 5-54,0 7 0,-1 6 0,-2 9 0,-5 3 0,-9 2 0,-5 4-137,-3-1 0,-6 3 0,-2-11 0,-4-6-512,-5-8 1,3-8-1,-2-9 1,2-5-973,2-2 0,0-7 1445,-1-3 0,12-63 0,2 22 0,-1-1 0</inkml:trace>
  <inkml:trace contextRef="#ctx0" brushRef="#br0" timeOffset="53">26360 10374 7669,'-8'0'691,"-1"0"1,0 0-56,-2 0 1,4 6-1,3 2 1,3 4 0,1 5-1,1 4-473,3 7 1,3-2-1,4 4 1,-2-1-452,0-1 1,-5 5 0,3-6 0,-1-2-1212,1-3 0,-4-7-1311,1 1 2810,-3-7 0,-1-48 0,0-15 0</inkml:trace>
  <inkml:trace contextRef="#ctx0" brushRef="#br0" timeOffset="54">26151 10386 7669,'-4'-8'763,"-1"0"0,7 5-130,6-1 1,10 3 0,5 1 0,7 0-647,6 0 1,-2 4-1,7 1 1,-1 1-1,-1 1 1,1-2-2201,-5 1 1,-3-1 2212,-8-1 0,23-13 0,5 0 0</inkml:trace>
  <inkml:trace contextRef="#ctx0" brushRef="#br0" timeOffset="55">26914 10793 7660,'12'-5'766,"0"1"1,1 2 0,-1 0 0,2 2-367,2 0 0,3 0 0,6 0 1,-1 0-3066,1 0 1443,0 0 1222,-6 0 0,-2 6 0,-4 1 0</inkml:trace>
  <inkml:trace contextRef="#ctx0" brushRef="#br0" timeOffset="56">26889 10965 7660,'8'7'347,"0"-3"1,1-3-142,3-1 0,6 0 0,4 0 1,6 0 142,9 0 1,2 0 0,6-1-350,1-3 0,-2-2 0,4-1 0,4-2 0,0-1 0</inkml:trace>
  <inkml:trace contextRef="#ctx0" brushRef="#br0" timeOffset="57">27910 10300 7660,'-17'0'378,"-4"0"0,-2 2 0,-2 3 0,1 9 1356,-1 9-1579,0 7 1,2 14 0,3 6-1,5 9 1,5 7 0,6 1-1,4 0 1,4-3 0,6-1 42,5-1 1,5-8 0,8-4 0,2-11-736,1-9 1,-2-2 0,2-12 0,1-1-1113,-1-1 0,-3-3 1649,0-3 0,-7-14 0,-3-7 0</inkml:trace>
  <inkml:trace contextRef="#ctx0" brushRef="#br0" timeOffset="58">28464 10620 7657,'-12'0'279,"4"-4"1,0 0 1318,-2 1-1364,4 2 1,2 1-1,7 3 1,3 4 0,-1 6-1,2 6 843,0 7-1045,-5-1 0,5 15 1,-4-4-1,1 3 1,-1-1-27,-2-1-647,-1 0 1,4-6-1,0-3 1,1-6-1,-1-6 641,0-2 0,0-29 0,-4-7 0</inkml:trace>
  <inkml:trace contextRef="#ctx0" brushRef="#br0" timeOffset="59">28317 10571 7657,'12'0'422,"0"0"727,0 0-1004,1 0-208,5 5 1,-3-3 0,5 3 0,3-1-1,3 1 1,4-1 0,2 1-843,2 3 839,-4 3 66,6-4 0,6 26 0,9 1 0</inkml:trace>
  <inkml:trace contextRef="#ctx0" brushRef="#br0" timeOffset="60">28255 11076 7663,'19'-9'0,"-1"3"0,1 0 293,6 3 1,6-3-1,10-1 1,4-2 449,3 1 1,-4 4 0,-3-3 0,-1 2-936,1 2 0,-9 2 1,1 1-1,-7 0 192,-5 0 0,-9 0 0,-6 0 0</inkml:trace>
  <inkml:trace contextRef="#ctx0" brushRef="#br0" timeOffset="61">28993 10866 7663,'6'-6'1589,"2"1"-1611,3 4 1,3 1-1,2 0 1,5 0 0,0 0-1,1 0-1419,-1 0 1441,-1 0 0,16 0 0,2 0 0</inkml:trace>
  <inkml:trace contextRef="#ctx0" brushRef="#br0" timeOffset="62">29584 10620 7663,'0'-8'2211,"0"0"1,0 6-1951,0 2 1,0 11-1,0 11 1,0 6-288,0 4 0,0 8 0,0 2 0,0 2-779,0 3 0,-1-5 0,-2-1 0,-1-4-1082,1-4 1887,2-3 0,12-38 0,2-9 0</inkml:trace>
  <inkml:trace contextRef="#ctx0" brushRef="#br0" timeOffset="63">29879 10608 7663,'-12'5'0,"0"-2"309,0 5 1,-1 1 0,1 3 0,1 2 0,3 2 0,4 6 580,2 5 0,2 1 0,0 4 0,2 3-1005,2 0 1,3 2 0,4-1 0,-3-4-735,-4-3 0,-3-3 1,-1-1-1,0-2-420,0-3 1,-5-2 1268,-3-5 0,-14-34 0,-4-8 0</inkml:trace>
  <inkml:trace contextRef="#ctx0" brushRef="#br0" timeOffset="64">29560 10854 7663,'-9'-4'1020,"1"0"1,7-2-321,1 2 1,11 3 0,11-3 0,5 2-382,6 2 0,4 0 0,4 0 1,4 0-3283,3 0 2963,1 0 0,-2-2 0,4-1 0,5 0 0,-1-1 0</inkml:trace>
  <inkml:trace contextRef="#ctx0" brushRef="#br0" timeOffset="65">29978 10473 7663,'12'0'349,"6"1"1,3 3-1,2 4 1,3 3-1,1 1 492,2 1 0,4 6 0,-5 4 0,0 6-735,-2 2 1,-7 4 0,-4 6-1,-6 5-199,-4 6 1,-4 0-1,-1 4 1,-1-1-73,-4-3 0,-3-2 1,-7-2-1,-1-4-381,1-7 0,0-7 0,0-10 0,-2-2-268,2 0 1,2-10 813,0 0 0,-5-21 0,-1-8 0</inkml:trace>
  <inkml:trace contextRef="#ctx0" brushRef="#br0" timeOffset="66">9611 14521 8593,'-5'0'828,"5"-1"1,8-2 1368,7-1-2033,10 0 1,11 4-1,11 0 1,4 0 0,2 0-1,-1 0 1,-2 0-1353,0 0 419,-12 0 0,-4 1 0,-13 3 769,-5 5 0,-24 7 0,-7 3 0</inkml:trace>
  <inkml:trace contextRef="#ctx0" brushRef="#br0" timeOffset="67">9857 14804 7902,'14'0'353,"2"-1"1,6-3-400,6-4 0,-1-3 0,6-2 0,1 1-515,1 0 0,-2-3 561,0 2 0,11-2 0,6 9 0</inkml:trace>
  <inkml:trace contextRef="#ctx0" brushRef="#br0" timeOffset="68">11186 14484 7642,'-5'-12'3071,"4"7"-2751,-4 5 1,5 12-1,5 11 1,3 6 124,3 2-364,1 2 1,3 4 0,-1 0 0,-3 0 0,0 0 631,-1 0-675,-3 0 0,-1-5 0,-6 0 0,0-2 0,0-4 0,-2-4-170,-2-6 1,2-8 0,-7-3 0,1-7-189,1-6 0,-4-2 0,3-10 0,-3-2-1,-1-1 1,-2-3 0,-1-2 0,-3-2-107,-1-1 0,4-2 1,-2-4-1,0 2-132,1 2 0,-1-1 261,5 5 171,0 0 1,-3 2 0,2 1 0,5 4 0,3 3-178,1 4 489,-1 1 0,5 6 0,2 1 0,2 2 0,4 2 1800,3 2-1538,7 1 1,-4 1 0,3 2 0,1 2 0,3 2 1218,2 3-1642,1 0 0,1-1 0,1-1 1,3 0-1,2 0-480,1 1 1,7-7-191,-2 2 1,4-2-17,0-2 662,-8 0 0,14-22 0,-9-6 0</inkml:trace>
  <inkml:trace contextRef="#ctx0" brushRef="#br0" timeOffset="69">11999 14164 7716,'0'-17'72,"5"2"1,2-5 0,1 3 0,0 2 0,2 1 369,1 2 1,1-1 0,2 2-1,1 3 1,1 6 0,-1 6-148,-1 8 0,-2 6 0,-1 8 0,-3 2-349,-4 5 1,-2 3 250,-2 1-351,-6 0 1,0-2-1,-7-2 1,1-4-1,0-5 1,-1-3-1,1-3-517,0-1 0,-1-8 273,1-1 472,5-6 1,-2-3 0,5-3 0,1-4 0,1-3 0,4-1 0,3-1 582,8 1 1,-1 0-11,4-1-643,3 1 1,-3 5 0,4 3 0,2 3-1,1 2-683,2 3 518,-1 3 0,5 5 1,1 1 160,2-1 0,1 4 0,5 2 0,4 2 0,0 0 0</inkml:trace>
  <inkml:trace contextRef="#ctx0" brushRef="#br0" timeOffset="70">13106 14164 7712,'-14'-4'78,"-1"-1"0,-2-1 265,-3 1-246,5 1 0,-4 9 0,4 5 0,-1 6 0,1 9 0,2 8 0,4 6 61,1 6 0,5 5 0,-1 4 0,3 7-289,1 3 1,0 6 108,0-5-21,2-29 0,1-1 1,2 27-1,6-2 1,0-9-1,3-10 1,1-7-1,3-5-910,2-4 0,4-5 953,0-4 0,17-13 0,4-5 0</inkml:trace>
  <inkml:trace contextRef="#ctx0" brushRef="#br0" timeOffset="71">13721 14374 7693,'-6'0'5330,"0"5"-5250,6 3 0,1 10 1,2 8-1,1 10-87,-1 7-67,-2 5 0,-1 7 0,0 1 1,0 1-1,0-2 0,0-3 0,0-5-1816,0-4 1,0-13 1889,0-9 0,6-50 0,1-13 0</inkml:trace>
  <inkml:trace contextRef="#ctx0" brushRef="#br0" timeOffset="72">13537 14324 7687,'22'0'0,"2"0"0,4 0 244,2 0 1,-4 0 0,4 0 0,-1 0 0,-1 0-1,1 2 18,1 2 1,-3 3 0,5 4 0,-1-2-472,1-1 0,1 1 209,3 3 0,7 11 0,1 3 0</inkml:trace>
  <inkml:trace contextRef="#ctx0" brushRef="#br0" timeOffset="73">13561 14927 7687,'18'0'0,"-3"0"0,6-1 0,1-2 377,1-1 0,7-5 0,1 0 0,2 0-104,0 1 1,0-2 0,5 5 0,2-1-1524,1 1 1,0-4 1249,-4 5 0,-4 2 0,4 0 0,1 2 0,1 0 0</inkml:trace>
  <inkml:trace contextRef="#ctx0" brushRef="#br0" timeOffset="74">14620 14644 7687,'-19'0'947,"1"0"1,7-1 0,4-2 1066,7-1-2137,11 0 1,12 4 0,7 0 0,2 0-1,3 0 1,2 0 0,2 0-3288,-4 0 3410,-6 0 0,23 6 0,0 0 0</inkml:trace>
  <inkml:trace contextRef="#ctx0" brushRef="#br0" timeOffset="75">15272 14300 9110,'-7'13'445,"3"4"1,3 5 0,1 6 0,0 9 85,0 7-623,0 9 1,0 2 0,0 4 0,0-3 0,0-3-1,0-5 1,0-7 0,0-8 91,0-8 0,5-34 0,2-12 0</inkml:trace>
  <inkml:trace contextRef="#ctx0" brushRef="#br0" timeOffset="76">15481 14349 7672,'0'12'670,"0"1"1,0-1-135,0 0 1,0 6 0,0 4-1,0 5-319,0 6 1,0 4 0,0 3 0,0 1-538,0-2 0,0 0 1,0-2-1,0-1-2249,0 1 2569,0-5 0,-22-13 0,-5-8 0</inkml:trace>
  <inkml:trace contextRef="#ctx0" brushRef="#br0" timeOffset="77">15260 14694 8688,'13'-2'-510,"4"0"1,5-3 400,5 3 1,2-5 108,8-1 0,-3 0 0,4-1 0,7 0 0,0-1 0</inkml:trace>
  <inkml:trace contextRef="#ctx0" brushRef="#br0" timeOffset="78">15740 14066 7663,'8'-7'289,"0"2"1,2 1-1,2-1 1,3 3 1855,1 0-1949,6 8 1,-3 5 0,6 8 0,1 3-1,1 7 1,2 5 0,-2 9 365,-1 8-559,-6 11 1,-13-28-1,-2 1 1,-2 4-1,-2 2 1,0 0-1,-1 1 1,-1 1-1,0-1 1,-2-2-1,-1-1 1,-2-3-1,-2-1-354,-10 27 1,-2-6 0,-5-8 0,2-5-388,2-6 0,4-7 0,4-10 738,1-8 0,0-22 0,-1-10 0</inkml:trace>
  <inkml:trace contextRef="#ctx0" brushRef="#br0" timeOffset="79">18053 14694 7631,'0'-37'192,"-5"-3"0,-3 2 0,-3 4 1,-2 3-1,1 10 0,0 7 0,-2 8 417,-2 5 0,1 13 1,-6 12-1,-1 14 1,0 15-1,0 12-537,12-29 0,0 1 0,0 1 1,1 0-1,-2 2 0,0 0 0,1 0 1,1 0-44,-1-2 1,2 0-1,1-1 1,2 0-1,-2 31 1,1-5 253,4-4-238,0-12 0,13-6 1,7-18-1,7-8 1,6-7-1,2-3 1,2-2-38,0-1 1,-1-8-1,3-2 1,0-4-248,0-5-118,-1 4 0,-3-9 0,-1 4 0,-2-1 0,-3-3 0,-2 0 0,-6 0-650,-7 2 0,-5 5 0,-10-2 0,-5 2 675,-8-1 0,-8 6 0,-4-2 0,-5 2 463,-3 3 0,4-2 0,0 5 0,2 0 663,3-2 0,6 5 7,5-3 0,10 2 1,12 1-1,14-3-523,14-4 0,10-3 0,8-2 0,3 0-621,1-4 1,1 4 0,3-5 0,-3 1-1366,-8 1 1,-11 0 1707,-9 3 0,-31 7 0,-7 0 0</inkml:trace>
  <inkml:trace contextRef="#ctx0" brushRef="#br0" timeOffset="80">18644 14866 7631,'-8'0'183,"1"1"0,0 2 605,0 1 1,3 7 0,-3 3 0,2 9-164,2 8 1,2 17 0,1 8 0,1 7-591,3 1 1,-2-6-1,3-6 1,-1-7-1042,0-8 1003,0-6 1,-4-18 0,0-9 0,0-12 228,0-12 0,0-3 0,0-12 0,2-6 90,2-6 1,4 1 0,7-9 0,3 2-600,1-1 1,1 5 0,5 5 0,0 3-582,-1 6 0,2 5 1,2 11-1,0 5-494,0 4 0,-4 9 1358,-3 1 0,-9 44 0,-6 16 0</inkml:trace>
  <inkml:trace contextRef="#ctx0" brushRef="#br0" timeOffset="81">19075 15137 7631,'-13'-6'1004,"5"3"1,1-5 0,2-3-97,2-4 0,2-4 0,3-6 0,5 0-837,6-4 0,3 3 1,-1-4-1,1 2-304,-1 4 1,-1-2 0,-3 9 239,-3 2 1,-2 9 0,-8 7 0,-2 10 424,-4 8 0,-7 11 0,-3 6 0,0 6 67,1 6 1,0-2 0,6 6-1,3-5-577,4-6 0,3-4 1,1-4-1,1-6-403,3-5 1,8-6-1,9-9 1,4-8-1163,3-10 1,0-7 0,4-8 1642,3-3 0,-10-1 0,2-4 0,1-5 0,1 0 0</inkml:trace>
  <inkml:trace contextRef="#ctx0" brushRef="#br0" timeOffset="82">19739 14780 7631,'-14'0'0,"-1"0"0,-1 0 804,1 0 1,-4 5 0,-2 5 0,-2 6 38,-2 9 1,5 5 0,1 7-1,1 0-400,3 0 0,7 0 0,4-2 0,4-3-363,4-8 1,4-10 0,8-10-1,6-4-300,6-4 0,-2-6 0,2-9 0,0-7-268,0-4 1,-2-3 0,2-2 0,-6 1-39,-6 1 1,-2 4-1,-3-2 1,-2 0 600,-1 4 1,-6 8 0,-2 7 0,-7 6 237,-4 5 1,-3 6 0,1 5-1,-1 5 203,3 5 0,7 8 0,0 2 0,4 3-228,4 5 0,3 0 0,6 9 0,2 3-168,2 6 0,5 5 0,-3 0 1,0 1-43,-3-1 0,-6 1 0,-3-1 0,-3 1 20,-5-1 1,-5-10 0,-8-6-1,-2-7-302,-4-5 0,0-4 1,0-9-1,-1-5-988,2-5 0,-3-6 1,5-8-1,-3-4 1192,-1-3 0,-19-40 0,17 21 0,1 0 0</inkml:trace>
  <inkml:trace contextRef="#ctx0" brushRef="#br0" timeOffset="83">20145 15247 7631,'-18'0'0,"5"2"0,-4 0 1329,4 3 1,6-3 4086,3-6-5183,8 3 1,3-10 0,5 4 0,2-1-234,2 0 0,25-1 0,11-3 0</inkml:trace>
  <inkml:trace contextRef="#ctx0" brushRef="#br0" timeOffset="84">14497 8085 7828,'-13'-5'1099,"1"-2"1,0-4-1,-1 1 1,3 2 556,1-1 0,9 3 0,9 2 1,3 4 1865,4 4-3075,-2 3 0,9 11 0,-2 4 0,2 5 1,2 6-1,-1 4 0,-1 2 2170,-2 2-2539,2 6 1,-5 1 0,2 6-1,-3 2 1,-3 2 0,-4-1 0,0 1-79,-2 1 0,-5-5 0,2-5 0,-5-8 0,0-4 0,0-4 0,-1-5 0,-3-7 0,3-3 0,-5-12 0,6-6 0,0-9 0,0-6 0,0-5 0,0-10 0,0-8 0,0-10 0,0-8 0,2-14-20,-1 33 1,2 0-1,-1-5 1,2-1 0,3-1-1,0-1 1,1-3 0,1-2-517,0-2 1,2 0-1,2 2 1,1 0 372,0 1 1,1 0 0,1 3 0,1 2-5,-2 4 0,-1 2-147,9-24 0,-11 25 0,-8 17 0,-2 5-1355,-2 2 75,0 6 1,1 2-1,3 5-2220,4 0 2580,3 0 1234,2 0 0,4 0 0,2 0 0</inkml:trace>
  <inkml:trace contextRef="#ctx0" brushRef="#br0" timeOffset="85">15407 8282 7761,'4'-8'175,"1"0"0,-3-2 0,0-1 2040,-2-1-1741,0 5 1,0-4 0,-2 4-1,-2 0 1,-4 3 1697,-3 3-1966,-1 6 0,-1 2 0,0 7 0,-2 2 1,-3 5-1,0 3 0,-1 5 207,0 4 0,-2 3 1,-2 0-1,3 1-173,3 0 1,4 4 0,2 0 0,2-2 3,5-5 1,4-10 0,6-9 0,5-5 165,4-6 0,7-9 0,-2-8 0,3-7 299,2-8 1,0-3-101,-1-6-342,1 6 0,-6-2 0,-3 7 0,-2 4 0,-2 4 0,1 7 57,-1 6 0,-5 10-211,-3 8 1,-3 0 0,-1 6 0,0 1-328,0-1 1,4-4-1550,0 1 0,6-6-5327,-2-2 5186,-2-5 1904,5 2 0,9-28 0,5-14 0,5-1 0,0 1 0</inkml:trace>
  <inkml:trace contextRef="#ctx0" brushRef="#br0" timeOffset="86">15703 8442 7762,'-8'8'0,"-1"0"0,5-3 1041,-4 3 0,4-4 728,-4 4 0,4-1 1036,-5 1-2110,7-2 1,-4-8 0,6-3-29,0-8 0,0-4-254,0-8 1,4 0 0,2 1 0,1-1 375,2 1 1,6-1-320,2 0 0,-1 5-173,-4-1 1,2 10-1,1-1 1,1 3-557,-1 2 1,3 1-1377,-1 6 0,-1 0 593,-4 0 0,5 2 0,-1 0 1042,-1 2 0,4 6 0,1-3 0</inkml:trace>
  <inkml:trace contextRef="#ctx0" brushRef="#br0" timeOffset="87">16429 7642 9654,'-8'0'6591,"-1"0"-5942,7 0 0,-5 0 0,3 0 114,-5 0-735,-1 0 1,-3 2-1,0 0 1,-4 4-1,-5 1-55,-5 2 18,-5-3 1,0 3 0,-1-3 0,0 0 0,0 4 0,2 0 0,2-1-192,6-1 1,4-1 0,6 3 1085,1-2 292,5-5-759,2 8 1,6-10-1,3 3 1,3-1-1,1 0 688,0 1 1,-1 1-515,2-1-446,1-2 1,-4 9 0,3-3 0,0 3 0,-1 1 297,-1 0-356,4 1 0,-9 0 0,5 2 1,0 3-1,0 1-24,2 3 0,-2 1 0,0 2 0,-1 1-89,-4 3 1,4-1 113,-2 9 1,1-2-35,0 6 1,-4 1 0,3 0-1,-3 1 11,-1-1 0,0-1-153,0-4 0,0-5 73,0-4 0,0-2 0,0-3 0,0-2 71,0-5 1,0-2 504,0-2-116,0-5-447,0-1 0,0-6 0,2 0 0,2 0 0,-1 0 0,5-2 0,3 0 0,4-3 0,0 1 0,5 4 0,-3-1 0,3-3 0,1 3 0,2-4 0,-1 4 0,-2 1 0,-5-4 0,2 0 0,-4 0 0,0 4 0,-1 0 0,0 0-2101,1 0 131,-6 5 1,-2-2 1969,-5 5 0,-16-38 0,-5-5 0</inkml:trace>
  <inkml:trace contextRef="#ctx0" brushRef="#br0" timeOffset="88">16921 7851 10182,'7'-5'1329,"0"2"0,-5-5 215,3-2 0,3 4-214,-4-3-624,0 1 1,0 0-102,0 0-544,-5 5 1,-6-2 0,-5 6-1,-1 3 1,1 4 0,-2 3-1,-2 3 53,-5 2 0,2-1 1,0 6-1,0 1 21,0 1 1,4 3-1,-2 0 1,4 0 200,0-3 0,7-2 1,1-1-1,5-2-103,5 0 1,3-9-1,7 2 1,3-4 51,1-4 0,-3-2 33,5-1-347,-1 0 1,-1-4 0,-2 0 0,-4 0 0,0 0 0,-2-2-907,-3-1 792,3 5 0,-11-4 116,0 6 0,-2 0-36,-6 0 1,0 0 16,-4 0 1,-2 0 0,-1 0 0,-1 0-41,1 0 1,-3 4-122,1 0 1,-3 6-84,3-2 258,-4 3 0,3 3 0,-4 2 0,3 5 0,0 2 40,-1 2 49,5-1 0,-2-1 0,6-1 0,3-1 1,3-1 333,4-1 1,1 3-245,0-5 79,6-1 0,0-4 0,8-1 0,2-1 0,5-3 569,2-2 0,3-1-45,3-4 0,-2-1-338,6-3 0,-6-2 0,2-3 0,-3-1-167,-1-3 0,-2 4-245,-3-3 0,-2 3-1030,-5-4 0,-5 6-2232,0 3-1437,-5-3 2406,8 6 2293,-10-4 0,21-23 0,-2-6 0</inkml:trace>
  <inkml:trace contextRef="#ctx0" brushRef="#br0" timeOffset="89">17352 7667 7725,'-11'-2'316,"3"-2"1,-3 2 425,2-7 1,4 5 0,0-3 0,0 1 0,1-1 2942,2-3-3251,0 5 1,4-1-1,2 9 1,4 4 0,3 8-1,1 7 1,0 8-1,1 5 976,-1 6 0,2 4 325,2 9-1563,-8-4 1,7 5 0,-9-4 0,-1 1 0,1 1 0,-3-2 0,-2-6-291,-1-8 0,-1-6 0,-2-8 0,-1-2-1875,1-5 0,2-9 484,1-7 1,0-5-1,0-8 1,0 0 1508,0-4 0,16-35 0,5-13 0</inkml:trace>
  <inkml:trace contextRef="#ctx0" brushRef="#br0" timeOffset="90">17598 7679 7775,'-7'-5'7756,"2"9"-6879,5 0 1,11 7 1457,5 5-1780,6 9 1,8 2-1,3 6 1,2 1-1,2 3 1302,0 4-1526,0-3 1,-1 3 0,-4-8 0,-4-5-1,-6-5-200,-6-3-1007,-2-5 0,-3-1 0,-5-7-1751,-6-2 0,-1-1 1,-7-5 814,-2-3 1,1-3 1811,1-5 0,-14-33 0,1-9 0</inkml:trace>
  <inkml:trace contextRef="#ctx0" brushRef="#br0" timeOffset="91">17967 7593 7752,'0'-12'0,"-4"-1"1123,0 1 1,-2 5 0,2 3 586,-4 3 1,1 12-1017,-1 5 0,-2 13 256,-6 8-679,2 5 0,-5 9 0,3 2 0,-5 3 0,-2 1 726,-2 1-966,1-6 1,1-2 0,1-6 0,4-3-1,3-7 1,5-8-1311,4-8 1,3-6-19,7-3 1,4-4-1852,8-5 2487,4 0 1,8-1 0,2-5 660,2-6 0,6-17 0,6-9 0</inkml:trace>
  <inkml:trace contextRef="#ctx0" brushRef="#br0" timeOffset="92">18213 7913 11341,'-7'0'2764,"3"0"-1703,8 0 1,3-4-672,5 0 0,6-5 1,3 4-1,2-2 21,2-2 1,-1-2-573,1-2-131,-6 7 0,4-5 0,-4 4 1,2-1-1,-2 1 0,-3 0 1,-3 1-4070,-4 1 2566,0 1 1280,-3 4 0,0 1 1,-6 3-1,-2 4 515,-2 3 0,-30 24 0,-12 4 0</inkml:trace>
  <inkml:trace contextRef="#ctx0" brushRef="#br0" timeOffset="93">18349 8024 7752,'0'12'0,"-2"0"0,-2 1 2529,3-1-1677,-5-5 1,8 2-1,2-5 1,4-1 920,3-2 0,5-5-1544,1 0-708,5-5 1,-5 3 0,5-3-1,-3 2 1,0 0 478,1 0 0,11-23 0,7-10 0</inkml:trace>
  <inkml:trace contextRef="#ctx0" brushRef="#br0" timeOffset="94">18841 7790 7752,'-13'0'4915,"7"0"0,2 5-3816,8 3 1,7 3 502,5 2-1393,6-1 0,-3 4 0,6 1 1,-1-2-1,1-1 0,-1-2 1,1-1-132,0-3 1,-6 2-1,-3-5 1,-2 1-1177,-2-1 1,-4-1-1560,1-4 1,-8 4 348,-1 0 0,0-1 0,-5-6 2308,-1-1 0,-6-33 0,-7-4 0</inkml:trace>
  <inkml:trace contextRef="#ctx0" brushRef="#br0" timeOffset="95">19050 7741 7752,'-12'4'0,"-1"0"0,-3 9 697,0 0 1,-6 9 0,1 2-1,-3 8 771,-5 3 0,3 4-434,-3 2-916,3-3 0,7 3 0,3-8 0,3-6 0,5-5 0,5-7-1380,6-5 0,5-6 418,9-8-16,-4-9 0,11-3 0,-5-7 860,0-3 0,15-24 0,-1-2 0</inkml:trace>
  <inkml:trace contextRef="#ctx0" brushRef="#br0" timeOffset="96">19185 7248 7752,'0'-12'0,"0"4"0,-1 1 3504,-3 2-1914,3-5 382,-5 9 1,7-4 0,5 8-222,6 1 0,3 2-884,10-2-690,-3-3 1,13 5 0,-2-6 0,3 0-1,1-2 1,-1 0 0,0-4 59,-3-1 1,-4-1-1,-9-3 1,-5 2-40,-5 0 1,-1 5-77,-5-4-110,0 5 1,-5-2-1,-3 6-95,-4 3 1,2 3 134,2 6 0,-1-1 34,1 0 6,0 0 0,4 2 0,0 1 0,0 2 0,0-1 86,0 2 79,0-5 0,0 9 1,0-4-1,0 1 1,1 4 161,3 5 0,-1-1-419,5 6 0,-1 0 0,2 4 0,0 1 0,0 3 0,-2-7 0,1 3 0,-4-3 0,4 3 0,-5 0 0,3-1 0,-2-3-13,0-5 1,0-3-122,-4-5 0,4 2-384,0-5 1,2-1-307,-2-4 400,-3-5-75,5-1 151,-6-6 749,0 0-377,0 5 1,-2-4-304,-2 4 1,1 0-104,-5-1 69,0 6 1,-4-3 0,-1 5 0,1 0 0,0 2-273,-1 2 1,1-2 74,0 2 198,0-2 1,1-2-1,1 1 1,2-2-1708,-2-3-165,5-3 1259,-1-5 0,2-5 0,0-3 1,1-5 924,2-3 0,7-24 0,4-10 0,1-7 0,-1 0 0</inkml:trace>
  <inkml:trace contextRef="#ctx0" brushRef="#br0" timeOffset="97">20170 7519 7746,'1'-7'619,"3"2"0,6-1 1,6-2 210,9-3 1,5-5-1,8-2 1,3 0-1,4-1 1,3 1-656,2 1 1,-8 0-211,-5 5-215,-11-1 0,-8 7 0,-6 2 0,-3 2-3232,-4 2 3482,-1 6 0,-37 11 0,-1 9 0</inkml:trace>
  <inkml:trace contextRef="#ctx0" brushRef="#br0" timeOffset="98">20268 7679 7760,'-8'0'1795,"1"-1"-567,2-3 0,1 1 0,5-5 0,5-1-608,6 3 0,7-5 0,10 2 1,4-1-1057,2-3 1,6 1 0,1 1-1,2 1-3627,3 2 4063,-5 0 0,-8-5 0,2-3 0,-1 0 0,1-1 0</inkml:trace>
  <inkml:trace contextRef="#ctx0" brushRef="#br0" timeOffset="99">21216 7273 7735,'0'-12'969,"-1"1"90,-4 3 0,-1 2 799,-7 6-1442,1 0 0,0 1 0,-1 4 0,1 4 0,0 6 1,-1 6-1,1 2 237,0 1 0,0 1 0,1 0 0,2-1-221,5 1 1,3 0 0,1-1-1,0 1-75,0-1 1,7 0 0,4-4 0,5-3-164,3-4 0,2-2 1,3-3-1,1-4-112,0-2 0,-1-2 1,2 0-1,2-2 11,0-2 1,1-4-1,-6-8 1,0-5-241,2-2 1,-9-2-22,5 1 25,-6-1 0,-3 1 0,1-1 0,-2 0 0,-3 2-770,-4 3 702,-3-4 0,-6 11 0,-5-5 0,-5 1 0,-7 0-1712,-5-2 1640,1 4 0,-8-5 1,4 5-1,0-1 1,1 2-102,6 5 1,-1-1 379,8 6 1,0 0 0,5 5-97,2 3 1,0 3 181,5 6 1,0-1 822,4 0-406,0 0 1,1-3-1,3-3 1,4 0-1,3-3 778,2-2 0,4-1 1,4-3-1,2-4 121,2-5 0,5-8-1205,3-1 1,-3 2-559,-2-2 211,-2 6 1,-6-2 0,-4 4 0,-2 2-5890,-2 3 3560,-5 3 2483,-2 10 0,-27 8 0,-5 6 0</inkml:trace>
  <inkml:trace contextRef="#ctx0" brushRef="#br0" timeOffset="100">21659 6793 7723,'-11'-12'2188,"3"-1"1,2 5-1087,6 0 0,0 0 0,0-5 1118,0 1-1858,6 0 1,1 0 0,6-1 0,2 1 0,3 0 1011,1-1-1301,2 1 1,-1 0 0,1-1 0,-1 1 0,1 1 0,-2 3 0,-1 4-192,-3 3 1,-7 2 0,-4 4 0,-3 8-312,-1 6 1,-1 8-189,-3 2 511,-8 5 0,-2-4 0,-2 4 0,2-1 0,2 0 0,-1-2 0,2-1 403,3 1 0,3-5 0,5 1 0,0-5 389,0-6 0,7-4-184,5-3 0,6-4 1,8-5-1,2-1 603,5-3 0,4-7-711,4-6 0,-7 0-480,3 0 1,-10 5-1,-2-2 1,-8 5-3758,-8-1 2202,2 5 0,-10-2-1769,3 3 3410,3 2 0,-33-25 0,-2 0 0</inkml:trace>
  <inkml:trace contextRef="#ctx0" brushRef="#br0" timeOffset="101">24120 6965 7737,'-7'-1'2517,"5"-2"1423,4-1-3571,11 0 0,7 9 0,7 5 1,2 5-1,0 7 0,0 5 0,-2 6 1,-5 3-1,-8 2 859,-9 3 0,-6 4-943,-8 8-486,-4-2 0,-23-2 0,-5-8 0,-4-4 0,-1-4 0,2-6 1,1-6-1084,4-9 1,7-5 0,8-8-1,6-5 1284,4-6 0,28-31 0,15-14 0,-1-7 0,0 1 0</inkml:trace>
  <inkml:trace contextRef="#ctx0" brushRef="#br0" timeOffset="102">24945 6362 7745,'7'-8'569,"-3"0"716,-3-2 321,-1 5 1,-1-1-287,-3 6 0,-3 4-686,-6 1-449,7 4 0,-7 2 0,2 7 0,-4 0 1,0 1-1,0 0 0,0 3 1123,-1 1-1198,-1 2 0,6-2 0,3-1 0,4-3 1,3-1-1,1-3 0,1-2 70,3 0-228,3-6 1,7-2-1,2-6 1,3-3 0,2-3-1,-2-1 1,-1-1-705,-3 0 500,-2-2 1,-2 3-1,-4 1-35,-7 1 0,-7 8 226,-9 6 1,1 7 0,-6 3 0,-1 2-59,-1 6 0,-1-1 97,-1 4 1,2 1 0,1 0 0,3 0 28,1 0 0,2 0 89,3-1 0,6-3-48,3 2 207,3-7 1,2 1-1,5-6 1,5-1 0,5-1 1864,3-2-1716,7-5 0,2-2 0,4-6 0,3-3 0,-1-6 1019,-1-5 0,2 0-704,-2-5-610,-3-1 0,3-2 0,-9 3 0,-4 3 0,-5 3-942,-3 2 1,-5 4-3974,-3 0 1824,-3 5 0,1-4 2982,2 3 0,35-30 0,-12 11 0,0-1 0</inkml:trace>
  <inkml:trace contextRef="#ctx0" brushRef="#br0" timeOffset="103">25954 6412 7733,'-8'-7'3951,"1"1"-2884,1 1 0,2 5 0,4 0 0,0 7 0,0 4 227,0 1 1,6 6-488,2 2-584,-3 3 1,6 2-1,-3 0 1,3-2-1,3-3 1,1-3 0,2-4 1058,-2 0-1066,4-6 1,-4-3-1,5-10 1,2-6-1,0-7 1,-1-6 0,-5-2 717,-2-2-1132,-2-5 1,-5 8-1,-3-3 1,-3 3-1,-2 3 1,-3 2-1,-4 6-1618,-3 6 15,-7-2 1,4 10 0,-2-2-1,3 6 1801,5 5 0,14 8 0,7 3 0</inkml:trace>
  <inkml:trace contextRef="#ctx0" brushRef="#br0" timeOffset="104">26335 6412 7733,'-5'6'1738,"3"5"594,-9-4-1595,10 5 87,-4 1 1,1-5-1,-1 0 1396,3 2-1685,0-5 1,2-1 0,0-8 0,2-5 0,2-6 157,4-6 1,8-4 0,4-2 0,0-2-108,1 2 0,-1 1-291,5 1 0,-2 6 0,-1 3 0,-3 4-50,-1 3 1,2 4-457,-3 5 0,-1 7 1,-4 5-1,-1 6-991,-2 1 1,0 4 582,-5-2 1,0 1-1262,-4-2 1,0-2 0,0-6-3747,0 1 5626,0-7 0,17-49 0,3-19 0</inkml:trace>
  <inkml:trace contextRef="#ctx0" brushRef="#br0" timeOffset="105">26926 6165 7714,'0'-12'0,"-5"4"0,-4 0 863,4-1 0,-6 3 0,3 2 0,-3 2 0,-2 4 2587,1 2-3061,0 2 1,1 12-1,1 3 1,2 2-1,-1 3 1689,-2 3-1701,-2 2 0,6 1 0,3-4 0,3-2 1,4-2 372,5-4 1,2-2 0,10-7 0,3-3 24,5-4 1,-2-3-246,2-1 1,-2 0-1039,-1 0 167,0-5 0,-2 0 0,-1-5 0,-3 2 0,-1 0-1748,-3 1 0,-2-3-3413,0 6 2858,-1 0 1220,0-2 1424,-5 0 0,15-29 0,-2-4 0</inkml:trace>
  <inkml:trace contextRef="#ctx0" brushRef="#br0" timeOffset="106">27221 6227 8258,'-17'0'1253,"3"4"-740,-3 0 1,4 6-1,2-2 1,1 3 877,2 1 0,5 5-11,-1-1 1,4 2 510,4-2-1528,3-2 0,11 2 0,2-8 1,5-3-1,4-4 231,4-1 1,-2-1-1,1-4 1,-2-4-185,-3-6 0,-2 0-237,-5-6 0,-4 1-10,-7-5-143,-4 6 0,-16-3 0,-5 6 0,-7 1 0,-6 1-534,-4 2 1,-3 5 0,1 3 0,1 2-1576,1 2 1,11 2 326,2 2 1,6-1 730,6 5 1,2-4-1,9 3 1,5-2-622,9-2 1,0-2 374,4-1 1277,-1-5 0,38-18 0,-25 6 0,-1 1 0</inkml:trace>
  <inkml:trace contextRef="#ctx0" brushRef="#br0" timeOffset="107">27554 6190 7701,'1'11'-623,"3"-3"1823,-3 3 1,5-8-57,-6 5 1607,0-5 0,-1 6 1393,-4-5-3661,-1 1 0,-3-5 0,1 0 1,0-2-1,0-2 1888,0-4-2181,5-3 1,-3-7 0,6-2 0,0-4 0,2 0-97,2-1 1,3 1-81,5-1-116,0 0 0,1 5 1,-1 1-1,0 1 1,2 3-1212,2 1 1,-1 7-2171,6 3 2404,-6 3 0,7 2 0,-4 3 0,-1 5 1,2 2-2002,1 1 1,-4 0 1436,5 0 1643,-6-5 0,2-1 0,-4-6 0</inkml:trace>
  <inkml:trace contextRef="#ctx0" brushRef="#br0" timeOffset="108">27837 6104 7701,'0'12'184,"0"0"0,-2 1 320,-2-1 0,3-4 180,-3 1 1,2-1 0,2 4 1136,0 0-1327,0-5 1,0 0 723,0-3-304,0-3 1,0 4 61,0-10 0,2-3 31,2-8-733,3-3 0,1-7 0,0-3 0,2-2 0,2-2 726,4 0-884,-2 6 1,4-8 0,-5 7-1,2 0 1,2 4 218,-2 3 1,-1 3-1432,-2 6 220,0 5 0,1 2 1,-1 6-1,0 3 1,-1 5-3901,-3 1 4776,3 3 0,2 15 0,6 5 0</inkml:trace>
  <inkml:trace contextRef="#ctx0" brushRef="#br0" timeOffset="109">28317 6190 7701,'-6'12'0,"5"-3"3276,-3-1 1,1-6 0,-1 3 4074,-4-4-6291,2-1 1,-3-1-1646,4-4-200,1 4 1,3-8-1,-2 3 785,-1-1 0,11-6 0,7-7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6:35:04.040"/>
    </inkml:context>
    <inkml:brush xml:id="br0">
      <inkml:brushProperty name="width" value="0.09071" units="cm"/>
      <inkml:brushProperty name="height" value="0.09071" units="cm"/>
      <inkml:brushProperty name="color" value="#3165BB"/>
    </inkml:brush>
  </inkml:definitions>
  <inkml:trace contextRef="#ctx0" brushRef="#br0">14091 8282 7862,'6'0'766,"0"0"1,-5 0 271,3 0 0,-2-1 0,3-3 221,1-5 1,1-2-1,3-1 46,-1 0 0,0 4 0,-3 1 1,-1 0-871,1 0 0,-2 3 0,-6-3-456,-2 2 1,-4 1 0,-7 4-1,-3 0 94,-1 0-91,-1 5 0,-9 2 0,-1 7 0,0 1 1,0 2-1,2 1 0,2 1 286,2 0-255,-1 2 0,2 4 0,2-2 0,5-1 0,4-2 0,2 1 0,3-1-227,2 1 0,2-8 0,7 1 0,6-4 152,5-1 1,0-3 0,5-2 0,4-3 99,3-1 1,0 0 0,6 0-1,1-1 222,2-3 0,-5-2 0,-2-3 0,-4 0 121,-5 0 1,-2 2 0,-7-1 226,-3-2 1,-4 5-595,-8 1 1,-3 2 0,-7 2-1,-1 0-252,-1 0 0,-6 0 0,2 2 0,-2 2 33,1 4 1,-2 3 0,2 0 0,-2 0 6,-1 1 0,-1-2 0,0 6 0,1-1 177,-1 2 1,1 2-1,0 5 1,2 1 129,2 0 0,5-1 1,-2 1-1,4 1 1,0 2 1,7-2 0,2 3 0,2-3 43,2-1 0,2-5 0,2-1 0,5-1 332,6-3 1,4-7 0,6-3 0,1-4 93,3-1 0,-2 0 0,6-1 0,0-4-580,-2-3 0,-1 1 0,-7-1 0,-2 0 0,-5 1 0,-2-2 0,-2 4-1188,1 3 0,-1 0 0,0 2 0,1 0-4361,-1 0 5549,0 0 0,6-16 0,1-5 0</inkml:trace>
  <inkml:trace contextRef="#ctx0" brushRef="#br0" timeOffset="1">14718 8651 7881,'-12'7'-97,"4"3"0,0-6 0,-2 0 1,-1 1-34,-1 4 5274,5-4-1400,-4 0-3376,10-5 0,-1-5 0,8-2 1,0-1-1,4 0 1660,1-2-1770,-4-1 0,4-1 0,-3 0 0,3-1 0,1 1 0,1 0 0,0-1 427,4 1 0,-4 0-651,4 0-6,-4-1 1,4-3-1,1-1 1,-1 4-1,1 2 1,-3 3 0,0-1-215,2 3 80,-4 0 1,5 6 0,-10 1 0,0 4 0,1 3 1,-3 3 188,-1 1 16,-4 0 0,-1 5 1,0 0-1,0 1 1,1 0 74,3-3 0,-2 3 0,3-2 0,-1-1-25,0-1 1,6 1-80,-2-3 1,3 3-4,1-6-10,1 1 1,3 1-1,2-2 1,1-4-1,2-1 191,-2 0 1,4 0 0,-2-5 0,0-3 405,0-4 0,1-3-280,-6-2 0,1 0-245,-5-4 1,0 4 0,-1-4-1,-1 2-488,-2-1 0,-5 6-1196,1-2-239,-3 2 1,-1 2 1792,0 0 0,6 11 0,0-2 0</inkml:trace>
  <inkml:trace contextRef="#ctx0" brushRef="#br0" timeOffset="2">15715 9156 7857,'-12'0'623,"-1"0"1,1 0 659,0 0 0,5-7 0,3-5 0,2-7 0,2-5 0,2-2 507,2-2 1,7-4-1073,5-5-673,6 0 0,-4-8 0,4-1 1,-3-1-1,0-2 0,-1 0 1,1-3 20,0 0 1,-4 11-229,2 0 195,-4 3 1,-4 12-1,-3-3 1,1 4-1,-1 5 1543,-1 3-1332,-1 9 0,-4 4 0,0 8 0,0 4 0,0 5 0,0 3 21,0 5-253,6 2 0,-5 7 0,3 1 0,-1 2 0,0 1-889,1 5 734,0-3 0,0 6 0,0-8 0,-1-1 1,0 1 62,1 1 1,1 1 0,5-3 0,-4-6 130,0-5 0,2 0 1,-4-6 0,4 1 72,-3-5-66,-1-5 1,1-2-1,2-6 255,0-3 1,0-5 705,-3-7-764,3 2 0,1-13 0,0 1 0,0-3 0,0-3 445,1-4-752,-1 2 1,5-18 0,3 3 0,1-2 0,2-2-394,3-5 0,3-2-90,-11 24 0,1-2 381,0 3 0,1-1 0,2-5 0,1-1 0,-1 2 0,1 2 0,-1 0 0,1 1 0,0 0 0,0 1-336,2 0 0,-1 2 0,14-19-919,3 4 1325,-8 13 1,5 2 0,-4 5 0,-1 3 0,-2 5-607,-3 4 0,-4 3-2,1 2 0,-2 0 0,-4 1 1,1 1-1054,-1 2 0,-1 5-32,-2-1 1,0-1 1825,1 1 1,-6 0 0,-2 4 0</inkml:trace>
  <inkml:trace contextRef="#ctx0" brushRef="#br0" timeOffset="3">17229 7864 7857,'-13'0'159,"1"-2"0,0 0 0,-1-3 0,0 3 1,-4 0-1,-2 4 962,0 2 0,-4 4 0,2 8 0,-2 6 828,-2 6-1756,1 9 0,-1 13 0,1 12 1,11-28-1,1 1 0,0 3 1,-1 1 499,0 2 0,2 0-369,3-1 1,2-1 0,-2-2 0,1-1 0,3 25 0,3-9 0,3-8 0,8-10-1,4-6 696,2-9 0,5-8 19,-5-3-585,0-5 1,-3 2 0,-1-5 0,0 0-1640,1 0 0,-5 0-1160,0 0 0,-4 0-2947,4 0 3830,-5 0 1462,2 6 0,1-11 0,1 4 0</inkml:trace>
  <inkml:trace contextRef="#ctx0" brushRef="#br0" timeOffset="4">17573 8344 7765,'-12'-13'284,"0"2"1,-1 2 0,1 1-1,0-1 2501,-1 3-2402,1-5 1,4 9 0,0-2-1,-2 4 1,-1 6 0,-1 5-1,1 6 1727,3 7-1823,-3-3 1,5 15-1,-3-3 1,2 2 0,1 2-1,5-1 1,4-2 203,5-1 1,4-6-1,5 1 1,5-7-254,5-4 1,4-9-1,8-4 1,0-5-86,2-7 1,6-6 0,-3-12-1,1-3-78,0-4 0,-11-6 0,-1-4 0,-9 1-179,-7 0 1,-6-1-7,-11 2 55,-11 3 1,-10-3-1,-14 8 1,-6 6-1,-3 5 1,-1 5-1,0 5-791,0 4 1,9 4 145,-1 8 0,10 4 0,2 8 0,7 5-1088,5 2 0,6 6 107,3 0 0,3 1-875,1-2 2556,5-2 0,24 10 0,10-5 0</inkml:trace>
  <inkml:trace contextRef="#ctx0" brushRef="#br0" timeOffset="5">18066 8627 7810,'0'8'497,"1"-1"0,2 0 1178,1-1-1226,0-3 0,1 8 1,3-3-1,2 3 0,0 1 1,-2 1 2286,1-1-2317,-3 6 0,-1-3 1,-5 5-1,0 1 1,0 1 1053,0 2-1434,-11-7 0,-1 12 0,-11-10 1,0 1-1,-5-1 0,0-1 1,-3-4-711,4-5 1,-2-3-1,3-6 1,5-2-939,1-2 1,5-4 0,7-7 0,7-3-1308,8-1 2916,1-1 0,23-14 0,10-6 0,0-3 0,-1 0 0</inkml:trace>
  <inkml:trace contextRef="#ctx0" brushRef="#br0" timeOffset="6">18558 8344 7810,'0'-13'252,"0"1"565,0 0 0,0 3 0,-2 3 0,-2 0 961,-4 3 0,1 2-1044,-1 1-507,0 0 1,-4 10 0,-2 3 0,-1 5 0,-2 5 0,2 3-1,0 4 313,-1 2 1,4 1 0,-2 2-1,6-1-308,2-1 1,2-5 0,6-1 0,2-4-143,4-2 0,4-8 0,5 0 0,2-8-23,0-4 1,4-1-1,-2-1 1,2-3-150,1-4 0,-3-4 213,-1-5-167,1-2 0,2-6 1,-1 1-1,-3-1 1,-1 1-1,-4-1 1,-3 0-675,-3 1 1,-5 3 233,1 1 197,-3 5 1,-6-3 0,-4 6 0,-3 1-1,-4 2-962,-5 5 1092,-2-3 0,2 6 0,2-3 0,1 3 1,3 1-66,2 0 0,0 1 417,1 3 2062,5-3-430,-4 5 1,14-7-1219,-3-4 1,10 4 0,1-4 0,4 1 178,0-1 0,4-3-446,1 4-1,-1 0-495,2 4 1,-5 0-1,4 0 1,-3 0-804,-2 0 0,-1 0 403,-2 0-3773,1 0 2698,-1 0 1,-4 4 1620,0 0 0,1-22 0,3-9 0</inkml:trace>
  <inkml:trace contextRef="#ctx0" brushRef="#br0" timeOffset="7">19025 8011 7810,'-8'-4'1101,"1"-1"68,2-2 0,-3 3 1,4-4-1,1-2-41,1-1 0,2 3-246,0 0-655,0 5 1,6-7-1,2 5 1,3-1-1,1 0 615,1-1-761,-1 4 1,0-2-1,1 5 1,-1 0-1,0 0 1,1 0 14,-1 0-162,0 0 0,-5 1 0,-2 3 0,0 4 0,-1 3 0,-2 3 0,0 1-611,-2 1 681,-6 6 1,1-7-1,-5 6 1,2 1-1,0 0 1,0-1-1,-1 0 805,0 1 1,3-3 1427,2 1-1872,3-5 1,1 3 0,0-5 0,1-1 0,3-1-1,5-3 691,2-4 0,6-3-537,4-1 0,-1-1 169,5-3-711,-9 3 0,12-9 0,-11 5 0,1-1 0,0-1-744,-3 0 1,-1 5-3233,-2-2 704,0 2 1543,1 2 1,-5 0-190,0 0 1,-1 2-1441,1 2 1944,-2-3 1437,-6 5 0,-28-12 0,-6-1 0</inkml:trace>
  <inkml:trace contextRef="#ctx0" brushRef="#br0" timeOffset="8">19616 7864 7797,'-7'-9'696,"2"3"1,1-1 0,-2 1 2125,-1 1 1,5-1-602,-2 2-1792,2 3 1,4-2 0,2 10 0,4 7 0,4 3 659,5 5 0,-2 11 178,5 4-1024,-5 8 1,7 9 0,-7 7 0,-3 3 0,-3 3 0,-5 2 0,-6-1 299,-5-2 0,-9-9 1,-4-5-1,-4-5 18,0-6 1,-5-7-349,0-1-281,1-12 0,8 7 1,4-12-1,2-1 1,3-1-4999,3-2 3259,3-5 1,6 3-1,3-6-777,4-2 0,3 0-899,2-2 3483,-1-6 0,6-22 0,1-12 0</inkml:trace>
  <inkml:trace contextRef="#ctx0" brushRef="#br0" timeOffset="9">20059 8725 7781,'0'-12'911,"-1"-1"0,-2 1 1,0 1-1,3 4 0,6 7 696,5 7 1,-2 10-1,8 5 1,-2 4 428,1 2-1902,-2 6 0,2-2 0,-6 3 0,-3 0 1,-2-4-1,-2 0 0,-2 0-1185,-1-1 0,-1-2-1896,-3-3 1932,-3-6 1015,-5 4 0,-23-14 0,-4 2 0</inkml:trace>
  <inkml:trace contextRef="#ctx0" brushRef="#br0" timeOffset="10">22250 8257 7806,'-13'0'562,"1"-4"1,0 0 0,-1 2-1,1 0 3433,0 2-3651,5 6 1,0 2-1,4 7 1,-1 3 0,2 1-1,0 3 1,2 2 0,0 4-1,2 0 780,2 0 1,-3-4-1179,3-3-262,-3 2 0,4-5 1,0 2-1,1-3-3438,-1-4 1866,-1-6 936,-4-7 952,0-12 0,2-21 0,2-8 0,-1-5 0,0-1 0</inkml:trace>
  <inkml:trace contextRef="#ctx0" brushRef="#br0" timeOffset="11">22163 7974 7851,'-4'-13'0,"0"-4"0,-5 4 710,0-4 0,4 4 2238,1 0-1572,3 1 0,1 4-1873,0 0-199,5 5 1,2-3-1,7 8 696,2 2 0,19 19 0,11 10 0</inkml:trace>
  <inkml:trace contextRef="#ctx0" brushRef="#br0" timeOffset="12">22496 8196 7851,'0'12'0,"-2"2"0,-2 2 331,3 3 1,-9 2 0,5-2 0,-2 0 0,-1 0 2414,1 3-2104,-4 2 0,4-1 1,-4-1-1,2-3 716,0-1 0,12-10-641,1-12-507,11-9 1,6-17 0,8-4 0,3-4 0,5-3 746,4 1-851,-2 2 1,3 2-1,-6 5 1,-4 6-1,-3 9-183,-3 6 0,-5 5 0,-4 8 0,-2 5-642,-4 8 0,-7 6-585,1 3 1,-3 1 69,2 2 600,-2-7 1,5 6 0,-3-12 633,4-4 0,30-20 0,9-12 0</inkml:trace>
  <inkml:trace contextRef="#ctx0" brushRef="#br0" timeOffset="13">23099 8270 7847,'-18'1'0,"-3"3"0,2-2 570,-1 2 1,5 1-1,-2 1 1,4 0 962,0 4 1,5-3-651,0 1 0,5 0 1,-1 5-1,3-1 170,1 0 0,5-1-513,3-3-344,3 3 1,2-9-1,0 2 1,4-3-1,5-1 1,5-1-1,4-5 465,1-6 1,2-6-580,-5-6-73,5-6 0,-8-2 0,3-3 0,-3 0 0,-3 1-1024,-3-4 480,-2 1 0,-3-10 0,-2 5 1,-7 0-1,-3-1-368,-3 4 1,-5-5 83,-4-1 676,-2 2 1,-5 5 0,-2 8 0,1 4 0,-1 7 113,3 4 0,-3 9 389,2 6 0,-5 9 0,3 11 1,0 9 598,1 5 1,-2 4-344,6 3 0,0 2 3,8 2 1,1 3 0,4-5-1,0 1 204,0-3 0,7-3 367,5-1 0,2-4-810,7 0 0,-1-7 1,3 0-1,-1-5-695,-1-4 0,-2 0-938,1-5 1,2-1 927,-5-3-3205,-1-2 0,-4-2 3530,1 0 0,16-6 0,3-4 0</inkml:trace>
  <inkml:trace contextRef="#ctx0" brushRef="#br0" timeOffset="14">23542 8319 7803,'-7'-5'0,"1"2"2245,6-5 1,2 1-1242,2-1 0,5-5 0,11 2 0,4-5-385,2-3 0,4-2-725,-1-3 1,0-1 0,-5 0 0,0 1-294,-4-1 0,-3 2 26,-9 2 1,-4 5 0,-8 8 0,-6 4-554,-5 2 1,-9 5 669,-9 5 1,-3 11-1,-1 14 1,0 3 389,0 1 0,7 0 631,6 0 0,5-1 0,8 1 0,2-1 713,5-3 0,10-5-985,6-7 0,6-3 54,6-6 0,7-5 0,1-3 0,3-3 140,-3-1 1,3-5-884,-7-3 0,2-3-578,-1-2 1,-7 1 0,1 0 0,-2 1-6628,-2 3 7401,-10-3 0,8-2 0,-10-6 0</inkml:trace>
  <inkml:trace contextRef="#ctx0" brushRef="#br0" timeOffset="15">23985 8257 7783,'-8'0'0,"-1"0"0,5 0 980,-4 0 1,5 2 3046,-1 2-3438,3 3 1,1 5 0,0 2 0,0 2 0,0 6 0,1 4 0,2 5 1157,1 5 0,4-3-1195,-4 4-492,0 0 1,-4-7 0,0 3 0,0-6-1,-1-5 1,-3-7-43,-4-6 1,1-9-103,-1-8 0,5-10 1,-2-8-1,0-8-212,1-5 0,0-13 123,4-2 1,6 0-1,3-2 1,6 1-157,6 3 0,3 3 442,5 4 0,1 9-115,3 11 1,0 12 0,-7 10 0,-4 7 26,-3 8 0,-8 12-12,-7 8 0,-11 9 72,-9 5 0,-9-3 0,-13 2 0,-2-1-215,-1-4 1,1 0-315,8-12 0,-3 0-473,7-8 1,3-3-1,7-11-1072,5-6 0,3-5 1449,10-7 1,7-2 539,5-2 0,28-20 0,12-9 0</inkml:trace>
  <inkml:trace contextRef="#ctx0" brushRef="#br0" timeOffset="16">24268 8294 7783,'0'13'0,"-4"-5"1558,0 0 0,-5 0 0,5 5 921,2-1 1,3-5-1775,7-3 1,3-6-1,12-4 1,3-8-109,0-4 0,6-6-671,1-5 1,1-5 0,0 1 0,-4-1-876,-4 1 1,-4 0 165,-10 8 0,-5-1 343,-3 10 1,-13 5-1,-9 8 1,-8 7 97,-7 9 0,-4 6 783,-4 10 1,8 2-160,0 6 1,7 0 0,6 0 0,4 0 713,2 0 0,7-6 8,3-2 1,5-9-864,7-3 0,2-5 0,11-4 0,-1-4-999,-1-2 1,6-4-449,-1-2 0,1-7-214,4-5 1,-3-5 0,-2 4 0,0-4 1519,-4-5 0,2-3 0,1-5 0,0-5 0,1 0 0</inkml:trace>
  <inkml:trace contextRef="#ctx0" brushRef="#br0" timeOffset="17">24662 8233 7783,'-13'20'825,"1"1"1,1-6 218,3 1 1,-3-2 0,4-2 0,-1 1 1894,0-1 1,4-5-2086,-5-3 0,8-4 1,1-6 37,7-6 0,5-7-643,5-10 0,2-1 1,5-4-1,2 1-187,3-1 0,-3 5 36,3 5 0,-3 0-54,-2 8-261,-5 5 1,3 6 0,-5 5 0,-2 2 0,-2 7-1654,0 7 0,-5 6 0,-1 2 0,0 1-208,-1 0 1,-1-8 2077,3-4 0,5-28 0,7-13 0</inkml:trace>
  <inkml:trace contextRef="#ctx0" brushRef="#br0" timeOffset="18">25166 8122 7783,'-12'0'1176,"0"0"-667,-1 0 1,-3 1 0,-1 2 0,2 3 714,2 1 0,-4 2 461,1 7-1176,0 4 0,3 4 0,1 2 1,0 2-1,1 0 0,2 0 0,7-4 210,4-3 1,5-3 0,7-8 0,2-1-203,5-5 0,2-8-466,2-5-96,5-7 1,0-4-1,4-8 1,-2-2-1,-2-1 1,-3-5-1,-1-2-345,-1-3 1,-2-6 117,-3 2-103,4-3 0,-15-2 0,3-5 1,-2-4-1,-3-1-2390,-3 4 2408,-3 10 0,-5 10 1,-3 11-1,-2 9 1,-5 8 170,0 8 1,-5 15 0,-1 11-1,-3 5 628,-2 8 1,6-1 56,2 7 1,0-4 1597,0 4-1587,6 0 0,0 3 0,4-1 1,1-4-1,2 0 3769,2-4-3740,8 0 1,2 0 0,8-3-1,3-9 1,2-8-124,-1-5 1,1-7-1084,4-3 0,-1-4 0,1-4 0,-1-6-3004,1-5 1,1-5 1568,3-9 2102,-9 3 0,9-26 0,-10 0 0</inkml:trace>
  <inkml:trace contextRef="#ctx0" brushRef="#br0" timeOffset="19">25535 8171 7768,'-12'6'5252,"5"-5"-3220,2 5 1,5-8-404,0-2-1424,11-3 0,2-9 1,12-2-1,1-1 1,1-3-1,3-1 1,-1-2-520,-3 1 1,0 0-328,-10 4 1,-5 2 0,-9 7-645,-9 3 0,-12 9 1335,-14 12 1,2 6 0,-1 10-1,2 3 1387,3 4 1,2 1-462,5 0 1,3 0 678,9 0-1409,2-6 1,8-5 0,2-8 0,5-5 0,7-6-308,4-4 0,5-4-1381,3-3 224,4-9 0,1-11 0,-1-9 0,3-1 0,-1-1-2498,-1 3 0,1 4 3716,-5 0 0,-6 2 0,-5 1 0</inkml:trace>
  <inkml:trace contextRef="#ctx0" brushRef="#br0" timeOffset="20">25917 8085 7768,'0'12'0,"-6"5"487,-2-1 1,1 5 0,-1-3 0,-1 1 1505,-2 3 1,-2-5 435,1 0 0,1-4-1118,3 0 1,1-6 0,6-5-348,1-4 0,2-15-717,11-7 1,4-8-229,4 3 1,2-3 0,0 3-1,-1 2-43,-1 1 1,-1 6 181,5 4 0,-4 4 366,-1 4-398,-5 2 1,3 13 0,-7 7 0,-2 7-1,-2 8-1243,-1 3 1,-2-1 161,-4 2 81,0-3 1,0-7 0,1-4 0,3-6-6212,4-8 7085,-2-14 0,11-34 0,4-16 0,-7 15 0,0-1 0,-1 0 0</inkml:trace>
  <inkml:trace contextRef="#ctx0" brushRef="#br0" timeOffset="21">26458 7568 7768,'-8'2'1997,"0"2"1,4 3 473,-4 5 1,5 7-1145,-1 6 1,-2 10 0,1 12-1,-1 6 1773,1 9 0,1-1-2645,4 5-455,0-3 0,1-7 0,2-3 0,2-5 0,1-7-286,-1-8 0,1-13 0,-3-6-3340,1-5-1090,0-6 1244,-4-3 1,-2-1 3471,-2-3 0,-14-14 0,-8-3 0</inkml:trace>
  <inkml:trace contextRef="#ctx0" brushRef="#br0" timeOffset="22">26200 7987 7768,'0'-7'0,"0"0"2511,0 3 1,1 3-1232,3-4 1,9 0 0,9 1-1,4 0 1736,2-2 1,6 5-244,-1-3-2566,3-3 0,-5 6 0,-3-3 1,-5 2-1,-4 2-131,-1 0-2184,-2 0 0,-8 0 2108,1 0 0,-29-11 0,-1-2 0</inkml:trace>
  <inkml:trace contextRef="#ctx0" brushRef="#br0" timeOffset="23">27603 7531 7690,'0'-8'2092,"0"0"104,0-2-1789,-6 5 0,0-1 1,-7 8-1,0 2 0,-4 6 1,-5 5-1,-4 5 1538,-2 3-1673,-7 7 0,5 5 0,-1 3 0,6-3 0,9 0 0,6-5 0,6-4 196,3-4 0,12-9 1,6 0-1,8-8-219,4-4 0,5-6 0,-3-3 1,0-3-315,-7-2 1,-1 1 0,-6 0 0,-4 0-1264,-3-1 985,-4 1-19,-12 5 1,-2 2 0,-10 6 0,-7 3-1,-6 6 1,-6 5 0,-4 7-352,-4 5 1,-4 0 474,-5 6 319,9 0 0,-1 4 0,14 0 0,8-2 1,7-1 576,8-1 0,10-5 1,11 0-1,10-3 1093,10-5 1,7-2-347,15-5 0,-4-7-960,4-2 1,-4-2 0,-2-4 0,-3-2-121,-4-4 1,-13 1-438,-8-1 0,-5 1-901,-3-1 0,-3-1 1,-3 3-4659,0-1 5671,4 4 0,-9-7 0,4 3 0</inkml:trace>
  <inkml:trace contextRef="#ctx0" brushRef="#br0" timeOffset="24">8036 11888 9357,'-7'0'6572,"2"0"-6018,5 0 1,0-6 0,1-2 537,3-3-948,-3-1 1,10 0-1,-2-2 1,2-3 0,1-3-1,0-5 1,0-3 70,1-5 0,5-4 0,1-4 0,1-4-286,1-3 1,-1-1 0,5-1 0,-2 4 5,-2 5 1,-4 5 0,-6 13 0,-2 3 915,-5 3-705,2 9 1,-4 4-173,2 8 0,-3-1 1,-1 5-564,0 2 291,0 0 222,0 3 0,4 3 1,1 2-1,-1 0 1,0 1-1,1 0 1,1 2 144,-1-2 1,3 4-56,-4-3 2,6 4 1,-7 0 0,4 1 0,-1 0 0,0 1-106,-1 2 0,4-2 0,-5 3 0,0-3 141,1-1 0,-2-4 23,5 4 0,-5-7-40,1 6 1,-3-7 0,1-1 0,0-1 206,3 2 1,0-8 165,-1 4-165,-2-9 1,4 1 0,-3-6 0,1-3 497,-1-5 1,0-7-282,1-4 0,-2-9-242,7-4 1,-1-8 0,4-7-1,2-8-70,2-10 0,-4 26 1,2-2-170,4-2 0,1-2 0,5-2 0,1-1-1615,5-2 1,2-1 1515,1 2 1,1 1-1,0-2 1,-1 0-1,-2 6 1,-1 0 0,-3 5-1,-2 2 1,-3 6-1,-3 1-1691,10-14 618,-8 17 788,-14 15 0,-1 8 0,-2 5 1,5-2-3885,2-2 4289,1 3 0,22-26 0,6-1 0</inkml:trace>
  <inkml:trace contextRef="#ctx0" brushRef="#br0" timeOffset="25">9771 10743 7838,'0'-8'528,"0"0"0,-1 0 1,-2-1 661,-1 1 0,-2 6 0,2-3 1,-4 5-520,-3 5 1,-5 1 0,-2 9 0,-1 5-266,-3 4 1,-3 13-1,-2 3 1,-3 5-142,-1 5 1,2 13 0,13-30-1,0 0 1,1 3 0,0 0 259,1 3 0,1 0-466,-1-1 0,2 0 0,2 3 0,2 1 0,1-3 0,2 0 0,1-2 0,2 0 0,2 28 0,4-13 0,6-12 56,5-10-200,4-4 0,2-7 1,-2-4-1,0-4 1,-1-4-1,0-1 0,-3-2-455,-2 1 286,0-4 0,-5 6 1,0-4-1,0 3 0,0-1-1476,1 0 1,-5 0 1729,4-5 0,-5-22 0,2-6 0</inkml:trace>
  <inkml:trace contextRef="#ctx0" brushRef="#br0" timeOffset="26">10226 11199 7901,'6'-7'288,"-5"0"0,2 4 0,-4-2 0,-5-1 1,-1 1 394,-2 2 0,-2 2 0,-1 1 0,-1 0 0,1 1 1,-2 3-174,-2 4 1,2 7-1,-2 3 1,1 1-1,0 3 1,-2 1-175,2 2 0,3 5 0,4 3 0,2 3 1,2 2-1,0 1-115,1 3 0,6-6 1,4-3-1,2 0 1,6-3-1,3-5 469,4-7-696,1-10 1,7-3 0,5-6 0,3-5 0,4-6 0,2-8 0,1-8 184,-1-5-80,-2-2 0,-6-6 1,-5-2-1,-6 1 1,-9-2-1,-6 2 1,-6-2 918,-3 0-893,-12 5 0,-4 0 0,-15 8 1,-7 2-1,-6 6 0,-4 7 0,1 6-243,1 6 1,6 3 0,2 2-1,7 4-792,4 8 0,9 3 1,4 6-1,8-1-1813,3 0 0,8 1 2723,2-1 0,47 8 0,-22-17 0,1 1 0</inkml:trace>
  <inkml:trace contextRef="#ctx0" brushRef="#br0" timeOffset="27">10940 11531 7871,'13'14'928,"-1"1"-165,0 1 1,-1 6 0,-3 0 0,-4 5 0,-2 6-1,-4 4 234,-2 4 0,-8 3 0,-10 5 0,-5-1-340,-6-3 1,-1-3 0,0-6-1,1-3-1462,-1-5 628,3-7 0,1-9 1,7-8 176,3-2 0,2-35 0,6-8 0</inkml:trace>
  <inkml:trace contextRef="#ctx0" brushRef="#br0" timeOffset="28">11752 11236 8026,'-6'-6'647,"-5"5"1,4-5 0,-1 2 0,-1 0 0,0 1 135,-2 2 0,-1 2 1,-1 3-1,2 5 1,2 2-349,1 1 1,1 2 0,-1 2 0,2 4-186,1 4 1,3 0-1,-2 1 1,3 0 39,1-1 1,5 5-1,3-2 1,3-2-68,2-3 0,0-3 0,4 0 1,2-5 303,0-5-505,4-6 0,-4 2 0,7-5 1,2-1-1,0-3 0,0-4 1,-2-3-33,-2-1 126,-4-1 0,-3 1 0,-6 0 0,-1 1 0,-3 0 0,-2-2 1066,-2-4-1140,-2 0 0,-6-1 0,-3 5 1,-3-2-1,-2-3 0,1 0 0,-2 0-248,-2 3 1,1 2-1,-4 0 1,1 1 12,3 0 1,-3 4 0,0 1 0,1 1 116,-1 4 1,1-4 0,5 2-1,0 1 478,0 2 1,3 1 343,1 0-651,0 0 1,2-4 0,6-2 32,7-1 1,6 3-1,3-4 1,4-1 465,4-2 1,6-2-1,3 1 1,4-2 49,4-2 1,-3 2 0,3-2 0,-3 2-715,-1 2 0,-7 0 0,-5 1 1,-7 2-4869,-5 5-441,-6 3 5379,-1 1 0,-28-5 0,-6-2 0</inkml:trace>
  <inkml:trace contextRef="#ctx0" brushRef="#br0" timeOffset="29">12331 10731 7868,'-12'-5'728,"-1"-2"0,2-2 883,3 1 1,3 4-1,6-4 1,3-2-1,6 1-562,5 1 0,4-3 0,7 2 0,1-1-843,2-3 1,0 2 0,-5 2 0,1 2-212,-1 1 1,-4 2 0,-4 6-230,-2 2 0,-8 4 0,-3 8 1,-6 5-136,-5 2 1,-8 7-1,-3 3 1,-2 3-630,1 1 1073,5-1 1,-3 1 0,6-1 0,1-3 0,2-5 0,5-2 0,3-2 648,1-4 0,11-2 1,5-7-1,6-3-200,3-4 0,1-2 0,1-4 0,2-2-890,-2-4 0,-1-3 0,-1-1 0,-2 1-4505,-2 3 4871,-4-3 0,-15-13 0,-4-8 0</inkml:trace>
  <inkml:trace contextRef="#ctx0" brushRef="#br0" timeOffset="30">13291 10706 8384,'-2'-11'1120,"-2"3"1,-4 4-1,-3 3 1,-1 2-140,-1 3 1,-4 10-1,-5 12 1,-6 9-1,-3 11 1,-2 6-687,0 5 1,16-25-1,-1 2 1,-1 1-1,1 1 1,2 1-1,0 1-63,2 1 1,1 0 0,3-3 0,2 0 0,-4 29 0,9-8 1033,10-8-1104,7-10 0,12-7 1,1-8-1,3-9 1,0-9-1,2-4 1,-2-2 68,0 0-926,-1 0 1,-9-2-1,-1 0 1,-1-4-1,-3 1 1,-3-2 694,-3 0 0,-4-34 0,-5-12 0</inkml:trace>
  <inkml:trace contextRef="#ctx0" brushRef="#br0" timeOffset="31">13488 10977 7840,'0'-8'186,"0"0"1,0-2 3885,0-1-2515,0-1 1,1 8 0,2 7-701,1 7 1,0 12 0,-4 2 0,0 6 1074,0 5-1708,0-1 1,0 14-1,-1-3 1,-4 2 0,-3-1-1,-1-2 1,-1 0 610,2 0-1709,0-5 0,-3-2 0,1-8 1,3-4-1,0-5 0,2-4 874,0-2 0,6-40 0,6-9 0</inkml:trace>
  <inkml:trace contextRef="#ctx0" brushRef="#br0" timeOffset="32">13832 11199 12199,'2'6'2285,"2"0"1,4-2-1341,3 0 1,1 0 0,2-4 0,2 0 0,5-1 0,2-2-1440,2-1 1,3-1-1,1 2 1,-3-1-1,-4 0 1,-6 0-4132,-2-1 0,-2 1 4625,1 4 0,-29 0 0,-5 0 0</inkml:trace>
  <inkml:trace contextRef="#ctx0" brushRef="#br0" timeOffset="33">14288 10953 7794,'0'-9'4375,"0"1"1,0 7-3705,0 1 0,0 11 1,0 9-1,0 3 0,0 3 1,1 3-81,3 4 0,-3 3 0,3 0 0,-1 1 0,0 0 0,1 0-953,-1 0 1,-2-1 0,-1-4-1,0-3 1,0-3 0,-1-1-2680,-3-1-2212,2-4 5253,-3-3 0,10-65 0,2-14 0</inkml:trace>
  <inkml:trace contextRef="#ctx0" brushRef="#br0" timeOffset="34">14312 11248 15167,'12'-6'555,"2"4"0,3-7 0,3 1-255,3 1 0,3-8 0,2 3 0,0 0 0,0 1 1,-2 4-364,-2 2 1,-3-4 0,-2 5-575,-1 1 58,-2 2 1,-9 2-1,-3 4 1,-3 3-1,-1 3 1,-1 0-1277,-3-3 0,1-1 1855,-5-3 0,-6-19 0,-5 0 0</inkml:trace>
  <inkml:trace contextRef="#ctx0" brushRef="#br0" timeOffset="35">14706 10940 7779,'-8'-7'2142,"0"3"1,3 4-1600,-3 4 0,5 5 0,-1 7 1,3 5 129,1 2 0,0 3 0,0 2 0,0 5-32,0 3 0,0 1 0,0 0 1,0 0-379,0-1 0,0 0 0,0-3 0,0-6 0,0-5 0,0-6-744,0-2 0,-4-2 0,-2-1-874,0-2 1,3-5-1,-1-8-3487,2-5 4842,2-2 0,5-20 0,1-10 0,1-3 0,0 0 0</inkml:trace>
  <inkml:trace contextRef="#ctx0" brushRef="#br0" timeOffset="36">14891 10583 7779,'-9'-4'716,"1"-1"1,-1-1 0,-1-1 0,0 2 4641,2 0-4137,5-5 1,-3 9 0,4-4-1,2 5 1,6 5-232,3 3 0,9 8 0,4 5 0,5 3-741,6 5 0,3 4 0,-1 9 1,-1 7 181,-1 8-655,-5 3 1,-5 5-1,-12 2 1,-11 0-1,-13 0 1,-11-4-1,-10-5-381,-6-9 571,-7 0 0,5-12 0,-3 1 0,5-6 0,6-5 0,7-6 0,5-5-634,6-5 1,2-1 0,3 2-1973,3 0 1,4-1 2639,8-3 0,19-19 0,10-9 0</inkml:trace>
  <inkml:trace contextRef="#ctx0" brushRef="#br0" timeOffset="37">15346 10362 7753,'-6'-11'694,"0"1"1,-3 3 0,2 1 1522,2-1 1,2 5 0,7 2-1203,5 7 1,3 11 0,6 7 0,5 7 876,4 8-1809,13 4 1,-3 11 0,-14-26 0,0 0 0,0 4 0,-2 0 0,0 3 0,-1 2 0,-1 2 0,-2 1 0,-3 1 0,-1 2-77,-3 1 1,-2 0-1,-5-6 1,-3-2-1,-7 1 1,-3-2-1,-3-3 1,-3-1-1,-2-3 1,-3-1-1,-3 0 1,0-1-106,-2 1 1,0-2 64,-22 20 1,6 0 0,6-13 0,5-3-1,6-1 1,7-2 0,6-2-607,4-4 235,2-5 1,8 1-1,0-4 1,5-1-1,3-1 404,3-3 0,14-22 0,5-10 0,2-4 0,-1 1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6:51:05.494"/>
    </inkml:context>
    <inkml:brush xml:id="br0">
      <inkml:brushProperty name="width" value="0.09086" units="cm"/>
      <inkml:brushProperty name="height" value="0.09086" units="cm"/>
      <inkml:brushProperty name="color" value="#FF0000"/>
    </inkml:brush>
    <inkml:brush xml:id="br1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13634 13251 7730,'0'-8'-1620,"0"1"2146,0 5 1,0-8-1,0 3 1,0-3 686,0-1 0,0 4 0,0-1-311,0 0 0,0 2 1,-2 0 2316,-1 1-2700,1-4 0,-2 14 0,4 3 1,0 9-1,0 8 0,0 8-295,0 6 0,-4 3 0,0 3 0,1 0 0,-1 0 1,0-3-518,2-3 1,1-3 0,1-6-1,-2-4-624,-1-8 1,2-10 0,-3-8 0,3-7 916,1-2 0,19-31 0,6-8 0</inkml:trace>
  <inkml:trace contextRef="#ctx0" brushRef="#br1" timeOffset="1.49">14472 13475 7840,'-12'-7'571,"-1"1"0,1 3 0,0-1 0,0 1 425,-1 2 1,6 6 0,3 3 0,3 3 0,2 2 0,2 0 1300,1 4-1941,0-4 1,-2 11 0,0-4 0,2 3 0,-1 2-1,-1 0 1,-2-1 104,0 1 0,0 1 1,0 1-1,0 2 1,0-2-1,0-1-323,0-1 1,-5-5 0,1-1 0,2-1 0,0-3-280,2-1 0,-1-7 0,-2-5 0,-1-4 1,0-8-1,0-5-213,0-5 1,-4-5 0,3-4 0,3-4-1,0-2 1,2-2 188,0 0 0,0-4 0,0-1 0,0-1 0,2 1 0,2 2 388,4 2 0,3 1 0,1 2 1,1 2-1,0 4 0,4 4-19,3 5 0,-1 1 0,2 5 0,1 0 0,1 5 1,2 2-219,-1 4 0,-1 2 1,-2 2-1,-5 3-85,-2 5 1,-3 7 0,-3 4 0,-4 5 86,-2 4 1,-4-2 0,-3 6 0,-8 0 119,-6-2 0,-4 5 1,-2-5-1,1 1-29,-1-4 1,-5-3 0,-1-5-1,-2-3-37,0-3 1,6-3 0,-2-3 0,4-4-1219,5-3 0,-2-5 0,7-1-958,4-2 1,6-1 2133,9-5 0,30-10 0,12-3 0</inkml:trace>
  <inkml:trace contextRef="#ctx0" brushRef="#br1" timeOffset="2.48">15469 13352 7902,'-6'-7'280,"5"1"0,-4 3 0,0-3 2195,1 0 0,0 4-1792,4 2 1,2 6-1,0 7 1,4 4-147,1 3 0,0 5 0,2 4 0,-2 3-369,-2 4 0,0 2 1,-5 3-1,0 4 0,0 2 1,0-2-166,0-4 0,-2-4 1,-1-6-1,-2-5 1,-1-5-1,0-5-788,-1-5 668,-1-4 1,-1-8 0,1-3 0,-1-7-1,-1-7 1,0-8 0,4-4 0,-1-6 0,1-3 5,1-7 0,1 4 0,4 0 0,1 1 0,3 0 0,6 0 350,5-2 0,4 5 0,7-3 1,3 4-1,3 3 0,5 2-148,4 2 1,2 7 0,2 8 0,-5 5 0,-6 8 0,-7 4-1479,-5 7 1260,-10 7 0,-6 5 0,-9 7 0,-7 6 0,-10 6 0,-11 4 0,-9 0-19,-5-3 0,-3-3 0,0-3 0,2-2 106,0-4 1,8-10-1,1-7 1,8-7-509,8-8 0,3-8 0,7-6 0,3 2-838,4 2 0,9-4 1386,7 1 0,22-21 0,10-8 0,6-2 0,0 0 0</inkml:trace>
  <inkml:trace contextRef="#ctx0" brushRef="#br1" timeOffset="3.49">15924 12946 7902,'-11'-12'1010,"3"0"-382,4-1 0,3 1 0,2 0 0,4-1 1,8 0-1,6-2-2,4-2 1,6 1 0,1 3 0,0 1-613,0 0 1,-3 5 0,-6 3 0,-6 4-147,-5 4 1,-5 8 0,-8 9 0,-5 3 0,-8 5 0,-6 4 247,-3 3 1,-4 0 0,2 1 0,4-1 0,5-3-1,4-6 1541,2-5-1246,5 1 1,5-11 0,8 1 0,9-9-1,6-7 1,6-5 0,3-3-675,5-1 1,-1 4 0,0 1 0,-1 1 0,1 3 262,1 2 0,2 28 0,0 8 0</inkml:trace>
  <inkml:trace contextRef="#ctx0" brushRef="#br1" timeOffset="4.49">16675 13365 7879,'-6'-11'716,"-2"1"1,-3 3-1,-1 2 2113,0 2 1,3 2-2736,1 1-94,6 0 0,45-11 0,19-3 0</inkml:trace>
  <inkml:trace contextRef="#ctx0" brushRef="#br1" timeOffset="5.49">16958 13303 7879,'-6'-7'2497,"4"0"765,-6 3 0,1 1-2256,-2-5-2026,-1 6-1247,8-4 2267,2 6 0,29 16 0,11 5 0</inkml:trace>
  <inkml:trace contextRef="#ctx0" brushRef="#br1" timeOffset="6.49">17290 13303 7867,'-8'0'0,"0"0"4034,-2 0 0,3 0-1240,-1 0-4091,5 0 0,-1 0 1,8 0 1296,5 0 0,51-22 0,-23 8 0,0 1 0</inkml:trace>
  <inkml:trace contextRef="#ctx0" brushRef="#br1" timeOffset="7.49">17426 13328 7844,'-9'0'656,"1"0"0,-1 0 1,-2-2 37,-2-2 1,5 3-1,1-5-694,2 1 0,23-13 0,9-8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6:51:05.517"/>
    </inkml:context>
    <inkml:brush xml:id="br0">
      <inkml:brushProperty name="width" value="0.09071" units="cm"/>
      <inkml:brushProperty name="height" value="0.09071" units="cm"/>
      <inkml:brushProperty name="color" value="#57D200"/>
    </inkml:brush>
  </inkml:definitions>
  <inkml:trace contextRef="#ctx0" brushRef="#br0">7802 5304 7771,'-12'0'1298,"0"-4"0,-1 0 0,1 0-151,0-2 0,5 6 0,3 0 0,4 8 0,4 7 1,4 7-276,3 6 0,1-1 0,1 6 0,-1 1-136,0 2 0,5-1-113,-1-2-498,6-3 1,-4-3 0,3-2 0,0-7 0,0-6 0,-1-5-1,2-3 44,4-5 1,-3-6 0,3-10-1,-4-4 1,0-5 0,0-5-270,-2 0 1,-2-2 0,-7-4 0,-3 0-556,-4 0 0,2 5-1301,-2-1 1299,0 5 1,-8-2-1,-2 7 1,0 3-1,-4 5 1,-1 5-1045,-1 6 0,1 5 1701,3 7 0,-20 39 0,15-14 0,-1 0 0</inkml:trace>
  <inkml:trace contextRef="#ctx0" brushRef="#br0" timeOffset="1">8036 5858 7807,'-4'8'600,"0"0"0,0 2 0,0 2 559,-1 4 0,1-1 1,4 6-1,0 1 1,0 2-1,0 4-31,0 1 1,4 1-191,1-2-882,-1-2 1,-3 4-1,2-6 1,1-2-1,-1-3 1,-2-2 0,0-2-1463,3-1 1,-2-6 0,3-1 1405,1-1 0,6-30 0,7-10 0</inkml:trace>
  <inkml:trace contextRef="#ctx0" brushRef="#br0" timeOffset="2">8381 6067 7810,'-9'0'5933,"1"0"-5220,5 0 0,-2-1 0,6-2 0,3-3 591,5 0-1157,2-3 1,5-4-1,2-2 1,1-3-1,4-1 1,3-3-1,3-3-392,-2-3 0,0 2 0,-1-3 1,0 3-404,-2 1 1,-9 1-53,-3-1 663,-5 6 1,-7 5-1,-3 7 1,-5 2-1,-10 4 1,-6 3-1,-7 8 25,0 5 1,4 4-1,-2 6 1,3-1 351,1 1 1,1 1 368,-1 3-323,6 2 1,-3 6 0,7 0 0,3-2 0,4 1 0,2-2 0,3 0 1193,2-4 0,1-4-834,0-5 1,5-3-68,4-6-632,2-5 0,5 2 0,0-5 0,1-1 0,1-1 0,1-4 0,1-1-1751,1-1 1,-5-1-482,5 1 1,-1 1-3115,5-5 5299,-1 0 0,17-21 0,5-4 0</inkml:trace>
  <inkml:trace contextRef="#ctx0" brushRef="#br0" timeOffset="3">9057 5784 7804,'4'-8'381,"2"0"181,1-2 1,-4 3-1,2-1 307,0-2 0,-3 3 448,2-1-652,-3 6-322,-1-4 0,-1 6 0,-3 0 0,-4 0 0,-3 0 271,-2 0 0,1 6 0,-2 2 0,-1 3-205,-1 1 1,-2 0 0,3 1 0,-1-1 14,1 0 1,1 5-1,2-1 1,-1-2-62,1-5 1,1 2 0,2-3 0,2 3-226,1 2 0,2-5 62,4 0 41,0-5 1,6 2-1,2-5 1,3 0 0,2 0-1,4 0 1,3 0 798,4 0 0,0 0-727,1 0 0,-1 0-249,1 0-80,5 0 1,-4 2 0,4 2-1,-1 4 1,0 3-259,-2 1 0,-1 1 0,-1 0 0,-2 2-152,-3 2 0,2 3-29,-5-3 1,-5 4 57,-4 0 392,-5-3 1,2 4-1,-6-5 1,-3 3 0,-6 0 109,-5-1 1,0-1-1,-7-6 1,-2-1 793,-4-3 0,-6 2 61,1-6 1,-1 2-570,1-2-391,3-3 0,6 4 0,-1-5 0,0 0 0,2 0 0,3 0 0,2 0 0,6 0-3349,-1 0 64,1 0 2072,5 0-516,2 0 1,6 0 0,3 0 0,4 0 1728,3 0 0,13-10 0,2-4 0</inkml:trace>
  <inkml:trace contextRef="#ctx0" brushRef="#br0" timeOffset="4">13475 7851 6104,'7'-6'488,"-1"0"-555,-6 6 0,0-1 310,0-3-152,0 2 1,-5-5-42,1 3 0,-1 3 102,1-3 0,2 1 238,-2-1 0,-1 1 865,1-5-778,0 0 1,0 0 0,-1-1-1,3 0 1013,0-2 1,-2 3-419,0-1-304,0 1 1,4 0-244,0 0 1,0 7-1,0 2 1,0 10-83,0 8 1,1 4 0,4 3 0,4 3-256,6 4 1,-1 2-1,4 1 1,-1-3-78,4-5 0,6-2 0,3-4 0,2-4 15,2-6 1,-4-9 0,0-4 0,-1-12 13,0-10 0,-1-7 1,-5-8-1,-2-2 0,-5-1 1,-3-5-1,-5 0 1,-4-3-290,-3-4 1,-3 8 0,-5 0 0,-5 8-465,-2 8 1,0 2-1,2 12 1,0 4-990,-1 5 1,5 8 0,1 4-1799,2 7 3400,1 7 0,-2 32 0,-1 14 0</inkml:trace>
  <inkml:trace contextRef="#ctx0" brushRef="#br0" timeOffset="5">13758 8134 7743,'-5'7'653,"3"4"1,-2-3-1,3 3 1,1 2-1,0 0 1,0 4 250,0 3 1,0 3 0,0 3-1,0 2 1,0 2 0,0 0-76,0 0 1,0-1 0,0-5-1,-1 0-871,-3-4 1,2-2-1,-2-6 1,3 1-1550,1-1 1,1-5-2289,3-3 3879,3-3 0,22-34 0,4-8 0</inkml:trace>
  <inkml:trace contextRef="#ctx0" brushRef="#br0" timeOffset="6">13980 8356 7743,'-18'0'0,"4"0"0,-2 0 1358,2 0 0,9 0 1,6-1-1,12-4 0,10-4-807,8-6 0,6-4 1,3-6-1,1-1 0,-3-1 1,-4-2-534,-5 2 0,-10 1 1,-7 2-1,-7 4 1,-10 5-1,-8 5-584,-10 6 0,-13 10 0,-9 6 0,-2 9 0,1 6 1,2 7 1045,2 6 1,6-1 0,9 5 0,6-1 0,9-5 0,8-3 2737,7-2-3074,9-11 1,8 5-1,9-12 1,4-2-1,4-5 1,3-3-1,2-2-449,2-1 1,-5-8 0,1-1 0,-4-1-2552,-4 0-101,-10-6 0,6 0 2957,-12-2 0,6-36 0,-3-8 0</inkml:trace>
  <inkml:trace contextRef="#ctx0" brushRef="#br0" timeOffset="7">14595 8159 7754,'-12'0'0,"-2"0"0,-1 0 915,-1 0 0,-6 4 0,1 3 0,-2 3 1,0 5-1,1 1 3203,1 2-3686,6 4 1,-5-3-1,8 4 1,5-2-1,4-5 1,4-2 0,5-3 24,6-3 1,11-3 0,10-5 0,3 0 0,-1 0 0,0 0-514,-3 0 1,-10 0-1,-1 0 1,-8 2 0,-4 2-1,-7 5-1223,-4 6 935,-11-1 0,-7 9 1,-9-2-1,-4 2 1,-2 2-1,-2-2 0,1-3 1,3-3-1,6-4-2093,5 0 0,4-2 0,6-3 2437,0-4 0,16-41 0,4-11 0</inkml:trace>
  <inkml:trace contextRef="#ctx0" brushRef="#br0" timeOffset="8">6313 9599 7866,'0'-12'0,"0"-1"840,0 1 1,0 0 0,-1 1 0,-2 1 0,-1 2 0,1-2 1390,2-1 0,-5 0 0,-2 3-1446,-3 4-588,-1 3 1,-2 1 0,-2 0 0,-5 1-1,-3 3 1,-5 4 0,-5 5 129,-6 3 1,-5 5 0,-7 7 0,-3 5 0,-1 4 0,27-17 0,-1 1-210,0 1 0,0 1 0,1 1 0,1 0 0,0 1 0,1-1 0,1 0 1,0 0-1,-20 21 0,2-4-368,4-2 1,13-12-1,6-4 1,8-4-1,3-5 1,3-3-1771,2-3 838,1 0 0,4 1 1,1-3-1,3 0-1428,4-3 1,3-3 2609,2-4 0,15-36 0,5-13 0</inkml:trace>
  <inkml:trace contextRef="#ctx0" brushRef="#br0" timeOffset="9">5661 9648 7930,'0'-12'570,"-2"-1"1,-2 3 477,-4 1 0,1 4 1,-1 5-1,-3 3 1,-2 5-587,-4 8 0,-5 7 0,2 9 1,-5 8-1,-2 9 0,-3 5 85,-2 5 0,5 1 0,-2 1 0,5-5-180,3-7 0,9-5 0,8-10 1,4-5-321,4-9 1,4-10-1,8-6 1,6-3 615,6-1-428,3-5 1,7-4 0,3-7 0,4-5-1,5-2 1,0-1 0,0 0 1729,-7 4-2204,-9-3 1,-3 8-1,-8-5 1,-3 4-1,-5 4 1,-4 4 0,-4 1-2176,-1 0 1,-1 4 2413,-1-1 0,-8 3 0,3 1 0</inkml:trace>
  <inkml:trace contextRef="#ctx0" brushRef="#br0" timeOffset="10">6399 10989 7884,'-5'9'644,"-3"-3"0,-2 1 1,0-1-1,4 1 1,-1-2 1379,0 1 1,6-2 0,1-6 0,5-2-1394,2-4 0,2-8 0,-3-4 0,-1 0-253,1-1 0,3 0 0,-2-7 0,0-2-77,-3-1 1,2-4-1,-2-6 1,0-4 272,1-3-648,2-1 1,1 0 0,-1 1-1,0 2 1,-2 3 0,2 4 0,-1 4 269,-1 4-141,5 8 1,-7 6 0,3 11-1,1 6 1,-1 6 0,1 8-31,-1 7-11,3-1 1,4 16 0,2-4-1,3 4 1,0 1 0,1 0 0,0 0-686,3 0 524,1-6 0,2 5 0,-1-5 0,1 1 0,0-5 0,-2-4 0,-1-5-61,-2-4 1,-5-1 0,2-10 0,-4-4 294,0-6 0,-2-6 0,-2-3 1,-2-4 636,-1-4 0,2-4 0,-4-4 0,-1-2-217,-2-4 1,-1-7 0,0-2 0,0-5-477,0-5 0,-5-10 0,1 31 0,-1-1 0,0-1 1,-1 0-196,1-1 1,-2 1 0,-1 3-1,0 0 1,-10-30 0,0 3-106,0 5 1,2 10 0,4 14 0,-1 13-1131,1 9 281,5 6 0,2 6 0,5 3 1,0 4-877,0 3 1,5 6 0,5 0 1993,5 2 0,0 20 0,0 9 0,4 5 0,0 0 0</inkml:trace>
  <inkml:trace contextRef="#ctx0" brushRef="#br0" timeOffset="11">7384 10583 7908,'0'-7'334,"0"-3"0,0 1 1,0-2-1,-2-1 1018,-2 0 1,3 4 0,-5 1-1,2 0 1,-1 1-601,-2 1 0,-1 1 1,-5 5-1,3 5-305,1 6 1,-2 2 0,3 8 0,-1 2 81,0 4 1,0 2 0,5-3 0,1 2-102,2-2 0,2-2 1,3-5-1,6-3-63,5-4-241,-2-6 0,11-3 1,-4-8-1,2-6 0,0-6 1,-3-7-1,-1-6 861,-3-2-933,-1 3 1,-8-2-1,-2 6 1,-4-1 0,-4 2-1,-5 2 1,-6 6-344,-6 6 0,-2 3 0,-2 8 0,2 2-498,3 4 1,-4 3 0,5 1 0,0 0-994,3 1 1,3-5-1,5 0-888,4 2 2670,3-5 0,44-10 0,12-9 0</inkml:trace>
  <inkml:trace contextRef="#ctx0" brushRef="#br0" timeOffset="12">7667 10583 15534,'0'13'534,"4"-1"0,0 0 0,-1 2 0,-1 2 1,1 5 120,1 2 1,4 3 0,-3 3 0,-1 4-1,0 1 1,0 0-103,-1-1 1,-1-2 0,1 3 0,1-2-438,-1-2 1,-2-1 0,-1-6 0,0-1-169,0-2 1,-4-9 0,-1 2 280,-2-3 0,-1-4 0,-5-3 233,1-6-446,0-4 1,1-8 0,1-4-1,3-7 1,1-4 0,0-6-1,1-5 95,2-8-146,2 0 0,6-10 1,5 3-1,3-3 1,5-2-1,3 2 1,3 4-200,3 5 1,4 6 0,-4 4 0,2 9 170,-2 10 0,-5 5 1,-3 13-1,-1 4-220,-3 6 0,-3 10 1,-4 5-1,-4 5 167,-2 6 1,-4 6-1,-3 4 1,-6-1-12,-4 1 0,-7 2 1,2-6-1,-4-2 45,0-3 1,-5-8-1,0-1 1,2-9-290,1-6 0,1-5 1,2-5-1,3 0-743,3 0 0,9-1 0,4-3 1,4-4 1113,4-3 0,52-29 0,-19 17 0,0 0 0</inkml:trace>
  <inkml:trace contextRef="#ctx0" brushRef="#br0" timeOffset="13">8011 10633 18574,'14'0'821,"1"0"1,3 0 0,1 0-793,3 0 1,1-3 0,3-4 0,1-7-188,2-3 0,0-8 0,-6-4 0,-2 0-66,-5-1 1,-8 0 0,-4-2-1,-4 4 351,-4 6 0,-8 5 0,-9 6 0,-3 2-169,-5 5-35,-2 14 1,-2 5 0,1 14-1,2 3 1,3 4 0,2 2 0,5 2-1,3 1 1,5-1 95,4-2 1,2-1-1,6-2 1,2-2-1,3-6 1,6-5 2272,4-5-1909,7-9 0,-7-3 0,6-5 0,1-1 0,1-3 0,1-4 0,2-3 975,3-1-1649,-3 5 1,0-3 0,-5 6 0,-1 1 290,-1 2 0,4 1 0,-3 0 0</inkml:trace>
  <inkml:trace contextRef="#ctx0" brushRef="#br0" timeOffset="14">8614 10719 7835,'-12'5'4702,"4"-2"1,0 4 5127,-2-2-9030,5-1 1,0-4-801,10 0 0,1 0 0,7 0-3718,-1 0 1534,0 0 1,-3 0 2183,-1 0 0,-22 0 0,-1 0 0</inkml:trace>
  <inkml:trace contextRef="#ctx0" brushRef="#br0" timeOffset="15">11986 13574 7915,'-7'12'446,"1"-4"1,3 0 1026,-1 2 0,-4-3 0,3 1 905,3 2 0,2-6-1488,4-4 1,-3-2-1,3-7 1,-1-4-352,1-2 1,-3-6 0,4 0-1,-4-4-349,-1-3 1,4-4 0,0-6-1,-1-2-161,-2-1 1,-1-5 0,0 1 0,2-3-412,2-1 415,-3 5 0,5 3 1,-6 8-1,0 6 1,0 5-1,-2 7 1157,-2 5-1073,3 5 0,-5 6 1,6 3-1,0 4 1,2 5-1,0 3 0,5 5-325,4 2 0,-1 3 1,6 1-1,-1 3-122,2 2 0,-2-4 0,5 5 0,2 0 79,1-1 1,-2-2 0,-1-6 0,2-1 170,1-2 1,3 1 0,2-6-1,-1-1-33,-4-1 1,-2-7 0,-5-3 144,5-3 1,-8-2-1,-2-3 362,-4-4 1,-3-5 0,-4-3 0,0-5-67,0-2 0,0-7 0,0-3 0,-1-2-211,-3-2 0,1-6 0,-5-2 0,-2-4-15,-1-4 1,-1-3-1,-2-5 1,-1 5 62,-1 7 0,0 5 0,3 8 0,1 0 82,0 3 1,-1 7-1,1 8 1,1 3-516,3 4 1,-2 6-5048,6-3 3498,0 5 0,8-1 0,2 8 0,0 4 1817,4 3 0,28 45 0,-14-22 0,-1-1 0</inkml:trace>
  <inkml:trace contextRef="#ctx0" brushRef="#br0" timeOffset="16">12762 13254 13445,'-9'5'381,"2"3"1,2 3 0,1 2 0,0 0 0,0 4 0,1 3 50,2 4 1,1-4 0,0 1 0,0 0 0,1 1 0,3-1 10,4-5 0,5-8 0,2-3 1,2-4-39,3-1 0,0-7 0,5-5 0,-1-7 9,1-5 0,-2-2 0,-2-1 1,-5-2-17,-2 2 0,-7 0 0,-5 1 0,-6 0-31,-8 2 1,-7 8 0,-9 1 0,-2 4-52,-1 3-692,4 5 0,-4-2 0,8 5 0,3 0 0,2 0-2034,0 0-1949,4 0 4359,2 0 0,23 5 0,10 2 0</inkml:trace>
  <inkml:trace contextRef="#ctx0" brushRef="#br0" timeOffset="17">13217 13549 7772,'7'0'6268,"2"-1"-5311,-5-3 0,0 1-2127,-4-5 1170,6 5 0,-5 3 0,5 7 0</inkml:trace>
  <inkml:trace contextRef="#ctx0" brushRef="#br0" timeOffset="18">6645 16109 7779,'-12'5'257,"0"2"1,1 1 848,3 1 0,-2-1 0,6 4 1,1 0-1,3-1-319,4-3 1,3-2-1,5-7 1,1-4 0,-1-3-1,0-4-31,1-4 1,-5 1-1,-1-5 1,0 1 0,-2-1-1,0-5-223,-2-2 0,-1-3 1,-2 1-1,0-5-493,0-6 0,0 2 0,0-3 1,-2 3 125,-2 1-245,3 5 1,-6-1 0,4 9 0,-1 7 0,1 11 0,2 12 0,2 12-548,3 11 0,3 6 0,7 6 1,2 5-1,5 0 0,2 1 152,2-2 0,3-7 0,3-1 0,-1-7 435,0-4 1,4-12-1,-3-6 1,1-7 463,-4-5 0,-2-4 0,-2-10 0,-2-7 379,-2-6 1,-6-6 0,-2-4-1,-5-7-352,-2-8 0,-5-4 0,0 24 0,-1-2 1,-3-1-1,-2 0-337,0 0 1,-3-1 0,-1 0-1,0 1 1,2 3 0,-1 0 0,-7-26-210,-2 12 0,5 13 0,-4 18 1,4 6-486,0 3 0,2 9-1079,3 1 1,3 5 0,5 7 0,1 2-1072,3 3 0,4-2 2729,9 5 0,18 19 0,9 8 0,-11-11 0,1-1 0,-1 1 0</inkml:trace>
  <inkml:trace contextRef="#ctx0" brushRef="#br0" timeOffset="19">7581 15850 7807,'-13'0'249,"1"0"0,0 0 1,-1 2-1,1 0 827,0 3 0,1 6 0,1-1 0,2 7 0,0 2 1,0 3 2042,-1 1-2799,7 2 1,-4-1 0,6 0-1,2-3 1,3-3 0,6-4 0,7-7 47,5-4 1,0-5-1,9-2 1,-1-6 0,-1-5-1,0-5 646,-2-3-911,-8-2 1,-3 5-1,-9-1 1,-4 1-1,-4 0 1,-6 4-1,-6 4 640,-7 3-1361,-4 4 0,-2 5 0,1 0 1,0 1-1,2 3 0,3 6 1,3 4-4461,5 2 4634,-1 6 444,10-8 0,46 36 0,-13-23 0,0 0 0</inkml:trace>
  <inkml:trace contextRef="#ctx0" brushRef="#br0" timeOffset="20">8036 16121 14997,'0'-8'4915,"0"0"0,1 5-5360,3-1 0,-1-2 1,4 1-1642,-2-2 0,5 4 1,-3-2-2567,0-1 4652,4 5 0,-5-26 0,7-1 0</inkml:trace>
  <inkml:trace contextRef="#ctx0" brushRef="#br0" timeOffset="21">21856 6387 7841,'0'7'3557,"0"4"-3073,0-10 0,1 5 1,2-5-1,2 2 1506,2 1-1656,-4 0 1,4-4 0,-3 0-1,3-2 1,1-2 0,0-4-1,2-4 797,1-5 0,0 2-801,-3-5-262,3-1 0,-6-3 1,5-2-1,-3-3 0,-1-5 1,0-4-1,-1-5 31,-2-1 0,3 5-80,-2-2 86,0 8 0,-4 4 1,0 7-1,0 3 278,0 1-942,0 8 471,0 10 1,4 6 0,1 7 0,2 0 0,3 2-482,1 2 513,6 5 1,-1-7 0,4 5 0,1 1 0,-1-1 60,1 1 1,-2-6 0,3 1 0,-3-2 145,-1-2 0,-1 0 50,0 1 1,-4-6-55,4-3 1,-4 1-1,0-1 1,-1-1 150,0-2 1,-3-5-143,-1 0 0,-4-5 46,4 0 1,-4 3 0,3-3 0,0 0-28,0-2 0,-5-1-12,3-1 0,-3 1-135,2 0 3,-2-1 0,3 0 0,-5-2 0,0-3 0,0-1 105,0-3 1,0 3-58,0-2-32,0 1 0,-4-9 0,-1-1 0,-1-2 0,-1-2 269,0-1 1,1-4-31,-3-2-158,-1-2 1,7-7-1,-4 3 1,0 1 0,2 7-35,-1 5 0,-2 4 1,2 5-1,1 2-1367,0 2-1873,-5 3 1693,3 6 117,0 5 0,2 3-1394,5 8 1,1 3 2729,3 5 0,20 17 0,8 4 0</inkml:trace>
  <inkml:trace contextRef="#ctx0" brushRef="#br0" timeOffset="22">22717 6018 7841,'0'-8'439,"-1"1"0,-2 0 1421,-1 0-1527,-6 4 1,8-2-1,-5 6 1,0 5 0,2 5-1,-2 5 1,1 3-1,1 3 715,2 1 1,-2 3-402,1 3-428,-1-9 1,5 9-1,2-10 1,2 2-1,4-2 1,4-1 0,3-5 344,2-3 1,5-5 0,-2-5 0,5 0-314,4 0 0,-3-5 0,2-3 0,-2-5-68,-1-3 0,-1-3 1,1-6-1,-2 1 70,-2-1 0,-8-4 330,-4 1-424,-7-1 0,4 0 1,-7 1-1,-4 2 0,-4 2 1,-8 5-1,-6 1 387,-4 3 1,-7 7-393,1 4-109,-3 3 0,3 1 1,2 0-1,1 0 0,3 0-118,1 0-757,6 0 1,3 4-1,6 1-1476,3 2 1,2-3-1520,6 4 2675,0 1 1,1 3 1149,4 0 0,12 6 0,9 1 0</inkml:trace>
  <inkml:trace contextRef="#ctx0" brushRef="#br0" timeOffset="23">27689 9205 7738,'-1'-12'0,"-4"1"0,-3 1 774,-3 2 0,3 5 1,0 1-1,0 4 1,1 8-1,3 5 0,2 5 310,2 4 1,0 6-1,0 3 1,0 2 0,2 2-1,2 0-319,4 0 1,9-2 0,4-2 0,7-5-1,5-7 1,3-6 91,5-5 1,3-4 0,5-9 0,-1-5-613,-3-9 0,-2-10 0,-8-7 1,-2-6-246,-4-5 0,-9-8 0,-3-4 0,-9-5 0,-4-3 0,-2-3 0,-4 0 0,-3-1 0,-8 6-1066,1 14 1,-7 4-1,4 15 1,-2 8 0,2 7-1,2 11-1414,0 9 1,5 9-1,1 11 2480,2-1 0,-5 39 0,7-27 0,0 1 0</inkml:trace>
  <inkml:trace contextRef="#ctx0" brushRef="#br0" timeOffset="24">28058 9451 13189,'0'12'2230,"0"6"0,0 4 0,0 5-785,0 6 1,-1 10 0,-2 5-1,-2 5-693,-2 3 1,3-4-1,-3 0 1,0-6-753,0-5 0,3-8 0,-3-5 0,2-7-2679,2-4 0,-2-4-5345,0 0 6680,7-12 0,5-4 1344,5-13 0,22-25 0,6-11 0</inkml:trace>
  <inkml:trace contextRef="#ctx0" brushRef="#br0" timeOffset="25">28341 9771 12856,'12'-5'1020,"8"-2"0,3-7 0,6-2-465,2-5 0,2-7 1,4-4-1,-2-1-517,-2 0 0,-8 2 0,-10 0 1,-6 5-143,-5 4 1,-9 12 0,-7 2 0,-9 5-614,-6 3 727,-10 11 0,-5 4 0,-5 12 0,3 4 0,2 0 0,2 5 0,2 2 2353,1 3-1849,11 5 1,3-7 0,12 2-1,4-3 1,7-2 0,8-5-1,7-6 2179,6-8-2434,8-3 1,-1-7-1,8-3 1,2-3-1,0-1 1,1-1 0,-4-2-3616,-2-1 2238,3-5 1,-10 3 0,2-3 0,-3 0 0,-3 0-1,-3-2 1118,-1-2 0,14-48 0,-15 24 0,-1 0 0</inkml:trace>
  <inkml:trace contextRef="#ctx0" brushRef="#br0" timeOffset="26">29055 9525 7770,'7'-19'0,"-3"2"0,-3 4 1796,-1 0 0,0 1-281,0 0 1,-5 5-1,-5 4 1,-5 6-683,-5 5 1,-8 5 0,-2 3 0,0 4-43,0 4 1,3 0 0,6 1 0,6-2-316,6-2 1,4-2 0,11-4 0,9 1 486,12-1-772,5-6 1,16 0-1,-5-3 1,3 0 0,-3 4-1,-2 1 1,-5 1-66,-6 1 1,-14 4-1,-5 4 1,-7 2-120,-9 2 0,-13-1 0,-17 2 0,-9 0-7,-9-1 0,-6 1 0,-1-10 0,3-1 0,8-1 0,7-6 0,10-1 0,8-2-3252,6-2 0,11-1-4951,7-2 8203,6 0 0,22-17 0,5-3 0</inkml:trace>
  <inkml:trace contextRef="#ctx0" brushRef="#br0" timeOffset="27">29240 12774 7809,'-14'0'0,"-3"0"0,4 0 700,-4 0 1,4 5 0,0 5 0,2 4 0,3 2 206,4-1 0,4 3 0,3 0 0,4 1-484,4 3 0,-2-3 0,9 0 1,0-1 153,2-3 1,5-6-427,4-1 0,1-5 0,4 1 0,-1-2 0,1-2 0,3-2 222,4-2 0,-7-3-294,3-5 1,-7-4-1,1-4 1,0-1-1,-5-5 1,-3-2 90,-3-2 1,-6-1 0,0-6 0,-6 0-86,-3 0 0,-1 0 1,-5 2-1,-2 2-52,-1 4 0,-5 3-132,0 1-176,-2 6 1,-1 6-1,0 6 1,0 1 0,-1 4-1,1 2 1,1 4-2475,3 4 1,-2 3 1761,6 1 987,0 6 0,-1 28 0,-2 13 0</inkml:trace>
  <inkml:trace contextRef="#ctx0" brushRef="#br0" timeOffset="28">29535 13143 7825,'0'-8'2632,"0"0"-1631,0 5 0,0-1 0,0 8 252,0 4 0,4 7 4,0 2-901,0 4 0,0 0 0,0 6 0,-1 2 1,-1-2-1,-2 1 0,0-1 1883,0 2-2413,-6-1 1,5-3 0,-5 0-1,2-2 1,0-1 0,0-3-3027,-2-1 2135,5-7 1,-3-2 0,8-6-1,4-4 1,3-6 1064,2-4 0,15-45 0,-11 22 0,-1 1 0</inkml:trace>
  <inkml:trace contextRef="#ctx0" brushRef="#br0" timeOffset="29">29929 13278 7825,'-13'4'364,"1"1"1,1-1 1221,3 1-112,-3-3 1,8 3 1496,-5-5-2155,5 0-384,-2 0 0,5 1 0,0 3 0,1 3 261,3 0 1,-1-1 0,5-6-391,2 0 1,1 0-1,1 0 1,0 0-218,1 0 0,3-2 1,2 0-1,1-4-319,3-1 1,1-1 0,2-6-1,-1-1-415,1-1 0,-2-5-376,-2 5 790,2-6 1,-11 8 0,2-2 0,-6 2 0,-2 2 0,-5 1-237,-4 3 0,-5 2 438,-8 6 0,-3 0 0,-6 2 1,-1 3 16,-3 8 0,2 0 23,-6 8 0,4-5 200,-3 5-90,4-1 1,-2 5-1,7-1 1,2 2 0,5 2 246,2 0 0,7 0 1,3-6-1,4-3 708,4-1 0,9-6-393,7-4 1,8-5 741,0 1-1136,6-3 1,-6-6 0,3-3 0,-1-2-1,-2 0-511,-2 2 0,-7 0 0,-3-4 0,-2 1-4953,-2 3 2840,1-3 0,-5 5 2338,0-2 0,-5-8 0,2 2 0</inkml:trace>
  <inkml:trace contextRef="#ctx0" brushRef="#br0" timeOffset="30">30679 13118 7825,'0'-8'1085,"-1"1"995,-3 2-1590,-3 1 0,-5 4 1,-1 1-1,0 2 1,-4 2-1,-3 4 1,-3 3-1,-2 3 1,0 1 1120,1 2 0,5-4-731,2 2-682,4-2 1,6-2-1,4-1 1,7-3-1,8-2 1,9-2 148,6 0 1,-1 0 0,4-4 0,-2 1 0,-2 2 0,-4 3-198,-3 0 0,-4 3 1,-7 3-1,-5 2-155,-6 2 1,-15 3 0,-12 7-1,-10 2-128,-9 0 1,0 1 0,-4-4 0,3-1-927,5 1 0,10-7 0,10-5-476,7-3 0,11-7 1,7 1-767,7-3 2301,10-6 0,14-12 0,6-6 0,6-4 0,0 1 0</inkml:trace>
  <inkml:trace contextRef="#ctx0" brushRef="#br0" timeOffset="31">30839 13525 7825,'0'-13'2707,"-4"5"434,0 0 0,-1 5-1515,1-1-594,2 3 1,-5 1-1,3 0-6335,-4 0 5303,3 5 0,10 13 0,9 8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6:51:05.549"/>
    </inkml:context>
    <inkml:brush xml:id="br0">
      <inkml:brushProperty name="width" value="0.09071" units="cm"/>
      <inkml:brushProperty name="height" value="0.09071" units="cm"/>
      <inkml:brushProperty name="color" value="#57D200"/>
    </inkml:brush>
  </inkml:definitions>
  <inkml:trace contextRef="#ctx0" brushRef="#br0">7027 11408 7863,'0'-7'868,"0"2"-277,0 5 348,0 0-253,5 0 965,-3 0 1143,3 0-1548,-5 5 1,0-2 745,0 5-747,0-5-1126,0 8 1,-5-9 0,-4 5 0,-3 0 0,-4 0 0,-5 2-43,-2 2 0,-7 2 0,-4 0 0,-5 2-158,-2 2 1,-4-1 0,3-3 0,0-1-106,-1 0 0,3-5 0,8-3 0,3-3 31,3-1 0,3 5 1,2-1-1,5-2 75,2 0 0,6-2 636,0 0 278,5 0 1248,-2 0 128,5 0-130,0 0-1879,5 5 0,-2-2 1,5 4-202,2-2 0,-4 3 0,1-2 0,0 1 0,0 2 0,1 4 0,4 2 0,-1 2 0,-2 3 0,1 0 0,-3 6 0,1 1 0,1 2 0,-1 5 0,3-1 0,-2 3 0,0 1 0,-3 1 0,4 2 0,-2-1 0,2-3 0,-3 1 0,1-6 0,0 2 0,-1 0 0,2-2 0,-3 2 0,-1-3 0,1 0 0,-2-2 0,-4 3 0,0 0 0,0 1 0,0-5 0,0 2 0,0-2 0,0 2 0,0-3 0,0 3 0,0-5 0,0-3 0,0 3 0,0 0 0,0 3 0,0 0 0,0-1 0,0-1 0,0 1 0,0 3 0,0-2 0,0 6 0,0 0 0,0-2 0,0 5 0,1-4 0,2 3 0,1-3 0,0 0 0,-4-3 0,0 3 0,0 4 0,0-3 0,0-2 0,0 2 0,0 3 0,4-1 0,0 10 0,-1 0 0,-1-1 0,-2 4 0,0-4 0,0 2 0,0 4 0,4-5 0,0 5 0,-1-3 0,-2-1 0,-1 3 0,1 3 0,2 2 0,1-2 0,0-2 0,-4-2 0,2-1 0,2-2 0,-3-1 0,3 2 0,-1-1 0,1 2 0,-3 5 0,3 1 0,-1-1 0,1-2 0,-2 0 0,2-1 0,-3 0 0,-1 0 0,0 1 0,0-1 0,0 0 0,0 0 0,0 0 0,0 1 0,0-2 0,0-3 0,0-3 0,0-5 0,0 1 0,0 3 0,0-2 0,0 3 0,0-1 0,0 0 0,0 5 0,-1 0 0,-2 0 0,-1-1 0,-4-2 0,4-5 0,-1 2 0,0 1 0,2 0 0,-4-4 0,2-1 0,2 1 0,1 2 0,-1 0 0,-1 2 0,1-1 0,-3-2 0,1-1 0,-2 0 0,-2 0 0,2-1 0,-1-2 0,-2-1 0,-1 1 0,3-1 0,0 1 0,-2 1 0,-1-1 0,4-1 0,2 0 0,1-3 0,0 0 0,0-8 0,4 1 0,0-2 0,0-2 0,0-4 0,0 1 0,0-2 0,0-2 0,1-1 0,3-2 0,-1-3 0,5-3 0,1 3 0,2 1 0,7-5 0,3 4 0,3-2 0,5 0 0,2 0 0,6-4 0,3 0 0,5 0 0,0-4 0,9-3 0,-4-1 0,-1-2 0,-1-3 0,-4 6 0,-8 0 0,-10 3 0,-3 4 0,-7 4-2266,-1 4 2266,-1-2 0,-7-17 0,-2-10 0</inkml:trace>
  <inkml:trace contextRef="#ctx0" brushRef="#br0" timeOffset="1">14767 11272 7822,'-12'-12'355,"0"0"1,0 1 0,1 1-1,1 4 2908,2 0 0,4 1-561,-4 0-1816,5 4 0,-1-3 1,8 7-210,4 1 1,4 1-1,3-1 1,3 3-1,3 1 1,3-1-335,4-1 1,10 2 0,2-4 0,6 0 0,10 0 0,8 0-348,-27-2 1,0-1 0,0 0 0,0-1-1,1 1 1,1-2 0,-4 1 0,1-1-1,29-2 1,-2-2-133,-1-2 0,-8 0 1,-6-2-1,-11 0 1,-11 1-1,-8 0 1066,-4 0 1,-9 5-533,-5-1-398,0 3 0,-9 2 0,4 3 0,1 3 0,4 5 0,0 1 0,0 0 0,0 2 0,0 2 0,0 6 0,0 2 0,2 6 0,2 5 0,-3 2 0,3 3 0,-4 5 0,-4 6 0,1-1 0,-6 4 0,-3-1 0,-3 4 0,-3 3 0,3 4 0,-2-1 0,2-4 0,2 0 0,2-7 0,1 1 0,2 0 0,5-7 0,-1 2 0,4-1 0,4 0 0,2 5 0,3 1 0,-1-3 0,2 0 0,-3-3 0,1-2 0,0 1 0,-1 4 0,0-1 0,-4 8 0,1-1 0,-2-1 0,1 4 0,0-4 0,1-1 0,-1-6 0,-1 0 0,1-3 0,3 3 0,1 4 0,-3-2 0,4 2 0,0-2 0,-1-2 0,0 0 0,-5 0 0,3 0 0,-3 1 0,0-1 0,-2 2 0,1 2 0,3 4 0,-3 2 0,4-1 0,-4-5 0,-1-3 0,1 5 0,2 1 0,1 2 0,-1-1 0,2-1 0,1 3 0,-1-2 0,1 2 0,2-4 0,-3-2 0,2-1 0,3 1 0,-3 3 0,1 6 0,0-2 0,-1-2 0,4-2 0,-4-4 0,1 2 0,0 2 0,-4-8 0,3 1 0,-1 1 0,-4 2 0,4 0 0,-1 4 0,2-3 0,3-5 0,-4 1 0,3-5 0,-1 1 0,-1 0 0,4-5 0,-3 2 0,3-1 0,1 0 0,0 4 0,-1-4 0,-1-2 0,-2-5 0,0-1 0,5-7 0,-1-3 0,0 0 0,-4-5 0,-1-2 0,0-2 0,0-2 0,0 1 0,2-3 0,0-1 0,-7-2 0,4-5 0,-1 2 0,-3 0 0,4 1 0,-1-1 0,-3 0 0,6-4 0,-1 1 0,1 3 0,-1-2 0,-3 2 0,-2-2 0,1 1 0,-6 1 0,-11 4 0,-10-1 0,-9 3 0,-7 4 0,-5 6 0,-10 1 0,-6 3 0,27-9 0,-1-1 0,-1-1 0,-2 1 0,0 2 0,0 1 0,-2 0 0,1 0 0,-2 1 0,1 0 0,6-1 0,2 1 0,-26 15 0,12-5-3485,14-7 0,10 1 754,5-5 1,9-8 2730,4-9 0,-9-25 0,-3-15 0,-1-4 0,0 0 0</inkml:trace>
  <inkml:trace contextRef="#ctx0" brushRef="#br0" timeOffset="2">3593 13857 7868,'-5'-18'905,"-2"4"0,-4-2 0,2 2 0,2 2 733,1 0 0,4 6 1,7 6-1,6 8 0,5 9 1,5 7-617,5 8 0,0 5 1,7 2-1,1 4 0,1 1 1,4 2-719,2 2 1,-2 0 0,5-3 0,-2-4-305,-2-3 0,-6-2 0,-4-3 0,-4-6 0,-8-5 0,-7-6 0,-7-2 0,-2-2 0,-2 0 0,0 1-3277,0-1 0,-2-5 0,-1-4 2945,-1-6 1,-16-48-1,10 18 1,-1-1 0</inkml:trace>
  <inkml:trace contextRef="#ctx0" brushRef="#br0" timeOffset="3">4098 13660 7875,'0'-8'481,"0"-1"1,0 0 663,0-2 0,-1 5 1,-2 6-1,-1 9 0,0 7-239,-2 9 1,-1 8 0,-5 10 0,-2 8-443,-2 4 1,-9 9 0,9-28 0,-2 2 0,-1 2 0,-1 2-103,-3 2 1,0 1-1,0-4 1,0 0 0,0-1-1,1 0 1,2-4-1,0-1 1,-13 27 0,7-9-451,4-6 1,9-10-1,-1-9 1,6-3-1,2-4 1,4-5-401,0-2-860,2-2 0,2-4 1,2-1-1,4-2 1348,3-2 0,23-23 0,6-8 0</inkml:trace>
  <inkml:trace contextRef="#ctx0" brushRef="#br0" timeOffset="4">4726 14029 7875,'-13'0'1689,"1"1"1,0 2 276,-1 1 0,8 0 0,5-4 0,8 0 0,7 0-981,6 0 1,2-4-1,2-1 1,0-2-1054,4-3 0,-1-1 0,3-1 1,-1 1-446,-3 3 0,-1-3 0,-2 4 0,-2 0-988,-2 3 1,-5 3-1,1 1 89,-2 0 1,-7 1-1,-3 3 1,-4 5 0,-4 2-2989,-4 1 4400,-3 0 0,-34 11 0,-9 3 0</inkml:trace>
  <inkml:trace contextRef="#ctx0" brushRef="#br0" timeOffset="5">4738 14300 7862,'-8'0'864,"1"-2"1482,1-2 0,4 3 1,6-4-972,4-1 1,8 3 0,5-4 0,2 2-539,2 2 1,-1-2 0,1 1-1,0 1-108,-1 2-902,1 1 0,-2 0 0,-2 0 1,-4 0-1,0 0 0,-1 0-3661,-1 0 2406,-1 5 1,-7-2 0,-3 5 1427,-3 2 0,-45-5 0,-10 1 0</inkml:trace>
  <inkml:trace contextRef="#ctx0" brushRef="#br0" timeOffset="6">7494 11740 7869,'-5'-19'774,"2"1"0,-5 6 0,-2 0 0,0 1 1,-1 4 863,2 7 0,0 11 1,5 9-1,1 4 0,2 1 1,1 4-19,0 4 0,0 3 0,0 0 0,0 1-1465,0 0 0,4-1 0,1-3 1,1-5-776,-1-2 1,3-2 0,-2-2-1,-1-3 1,2-2 0,-1 0-2658,-1 1 0,3-5 0,-4 5 3185,-1 0 0,4 6 1,0 8-1</inkml:trace>
  <inkml:trace contextRef="#ctx0" brushRef="#br0" timeOffset="7">7519 12786 7857,'-8'-1'5317,"1"-1"3627,2 2-8535,0 3 0,5 9 0,0 2 0,0 1 0,0 3 0,0 0 0,0 1 0,0 0 0,0 3-1174,0 1 0,5-2 0,-1-1 0,0 2-1589,1 1 0,-2-2 1,4-1 2353,-2 2 0,21 34 0,-12-23 0,0 0 0</inkml:trace>
  <inkml:trace contextRef="#ctx0" brushRef="#br0" timeOffset="8">7593 13869 7857,'-7'-5'2424,"-4"3"1,3-2 4017,-3 3-5970,4 6 1,0 3 0,5 7 0,-3 5 0,3 2 0,0 5 0,2 2-1,0 2 1,0 0 309,0 4 1,0-5 0,2-2 0,0-2-1333,3-1 0,-1-2 0,-3-2 0,2-5-974,1-2-3716,5-2 5240,-2 1 0,11-18 0,1-3 0</inkml:trace>
  <inkml:trace contextRef="#ctx0" brushRef="#br0" timeOffset="9">7556 14977 7857,'-1'-9'359,"-2"1"1,-3 0-1,1 0 1,-2 1 1234,0 2 0,5 7 0,-3 11 0,4 6 0,1 5 0,0 6-1571,0 7 0,0 0 0,0 3 0,0-5 1,0-3-1,1-2-1453,4-3 0,-4-1 1430,3-1 0,-3 0 0,-1-1 0</inkml:trace>
  <inkml:trace contextRef="#ctx0" brushRef="#br0" timeOffset="10">7531 15777 7826,'-4'-9'1588,"-1"3"0,-2 0 0,-3 3 948,-1 2 0,5 2-2536,2 3 0,8 36 0,2 13 0</inkml:trace>
  <inkml:trace contextRef="#ctx0" brushRef="#br0" timeOffset="11">7494 16097 7826,'-5'17'303,"-3"2"1,-3 2-1,0-1 1,1 1 1990,2-2-2294,5-1 0,9-11 0,8-2 0</inkml:trace>
  <inkml:trace contextRef="#ctx0" brushRef="#br0" timeOffset="12">7531 16256 7815,'-11'13'1180,"3"-1"1,-14 0 0,6 2 0,1 1 0,3 2 2136,3-2-2758,4-7 0,6 1-559,3-5 0,31-16 0,11-8 0</inkml:trace>
  <inkml:trace contextRef="#ctx0" brushRef="#br0" timeOffset="13">8516 11765 7871,'-12'-11'194,"-1"1"1339,1 2 0,1 0 0,1-3-150,2 3 1,7 2 0,0 8 0,5 3-1,4 7 2005,6 7-3005,-2 5 1,7 0 0,-4 2 0,3 3 0,1 2-1,1 1 1,0-2 62,-4 0 0,2-5 1,-2 1-1,1-4 1,-1-2-1,-1 1-507,-4-1-1552,1-5 1,-6-1-5018,2-6 5378,-3-5 1,-5 1 1251,0-8 0,-16-30 0,-5-13 0</inkml:trace>
  <inkml:trace contextRef="#ctx0" brushRef="#br0" timeOffset="14">8725 11691 7871,'0'-8'350,"1"-1"1,2 0 1037,1-2 0,0-1-688,-4-1 0,-1 7 0,-3 1-246,-4 4 0,1 7 1,0 2-1,0 4-91,0 4 1,-2 4 0,-6 7-1,-3 4 1,-1 8 0,-3 4-1,-1 8 0,-2 0 0,1 5 0,-1-2 1,2-3-1,2-5-604,5-5-497,8-13 1,2-1 0,7-12-1,4-4 738,3-5 0,25-27 0,6-6 0</inkml:trace>
  <inkml:trace contextRef="#ctx0" brushRef="#br0" timeOffset="15">8947 12109 8062,'0'-8'1042,"-2"1"0,0 0 1826,-3 1-2146,1 3 1,4 3 0,0 8-260,0 3 0,0 1 0,0 2-567,0 2 0,2-2 0,0 2 0,3-2-2306,-3-2 1951,0 1 459,-2-6 0,5 4 0,2-5 0</inkml:trace>
  <inkml:trace contextRef="#ctx0" brushRef="#br0" timeOffset="16">8454 12848 7846,'-8'-2'446,"0"0"1,-2-3 0,1 1 0,-1 0 4402,2 0-4557,5 0 1,-2 5 0,5 4 0,1 3 0,3 3 0,5 2 0,1 2 0,3 3 0,-1 1 336,0 3 0,1-3 1,-1 2-1,0 1-661,1 1 1,-5-3 0,-1 1 0,-1-1-1941,1 0 636,-4-3 1,7-4 1335,-6-1 0,-6-27 0,-4-7 0</inkml:trace>
  <inkml:trace contextRef="#ctx0" brushRef="#br0" timeOffset="17">8639 12774 7846,'-4'-8'776,"-2"1"0,0 1-85,-4 4 1,-1 2-1,-1 5 1,-1 7 0,1 9-1,-2 8-457,-2 8 1,-2 5 0,-4 7-1,3 0 1,1-1 0,3-3-533,2-4 0,2-8 0,3-5 0,4-5-2068,2-3 2366,2-10 0,11-16 0,3-14 0</inkml:trace>
  <inkml:trace contextRef="#ctx0" brushRef="#br0" timeOffset="18">8713 13168 7846,'-8'-11'3345,"1"1"-2811,1 2 0,4 0 1,6-3-1,5 1 0,5 2 1,4 0 1105,1 1-1736,1-4 0,-1 8 1,-1-4-1,-1 2 0,-1 2 1,-1 3-141,-1 4 1,-7 5 0,-5 7-1,-4 4 1,-7 4 0,-2 2 224,-1 2 0,0-2 1,0 3-1,1-4 0,2-3 1,5-3 1115,3-1-1048,1-2 0,1-5 0,3-3 1,6-4-1,5-2 0,6-2 1,2-2-1461,1-2 1242,1-3 161,-6-5 0,10-11 0,-3-3 0</inkml:trace>
  <inkml:trace contextRef="#ctx0" brushRef="#br0" timeOffset="19">8504 13832 7846,'-9'0'8295,"1"0"-7620,5 0 1,8 6-1,7 2 1,2 3 0,-1 1-347,0 0 0,-1 1 1,0-1-1,0 0 1,1 1-1,-2 0-1332,-3 4 1,1-4 0,-4 4 0,-3-4-2048,0 0 3050,-2-6 0,-28-35 0,-6-13 0</inkml:trace>
  <inkml:trace contextRef="#ctx0" brushRef="#br0" timeOffset="20">8602 13697 7846,'-19'12'344,"1"0"1,6 2-1,0 2 373,-1 5 1,1 4-1,0 3 1,-1 5-275,1 3 1,4 2 0,0 2-1,-1 1-905,3-2 0,-4-6 0,6-4 1,1-5-1878,2-3 1282,1-9 1057,0-1 0,5-20 0,2 0 0</inkml:trace>
  <inkml:trace contextRef="#ctx0" brushRef="#br0" timeOffset="21">8725 14091 7846,'0'-13'0,"-1"1"0,-2 0 1202,-1-1 1,0 5 0,4 0-205,0-2 1,1 5 0,3 1-819,4 2 1,8 2-1,0 2 1,-1 1-69,-1 1 3,-2 0 1,2-4 0,1 0 0,1 0 0,0 0 0,1 0 285,-1 0 0,1 4 0,-6 1 0,-3 2-134,-4 3 0,-3 2 1,-1 3-1,0 3-471,0 1 1,0-4 0,0 1 0,0-2-508,0-2 324,0-5 0,6 3 0,2-6 1415,3-1 0,0-1-530,-3 3 1,-4 1-1,-8 7 1,-4-1-800,-3 0 1,-3 5 0,-1-1 0,-1-1-1825,1-1 1,0-2 2124,-2 0 0,4-21 0,-5-6 0</inkml:trace>
  <inkml:trace contextRef="#ctx0" brushRef="#br0" timeOffset="22">8737 14940 7823,'-12'-2'793,"0"0"0,-1-4 2533,1-1 1,0 3-1347,0-4-4518,5 5 937,1-2 1601,17 16 0,14 24 0,13 17 0</inkml:trace>
  <inkml:trace contextRef="#ctx0" brushRef="#br0" timeOffset="23">8713 15444 9032,'-13'-5'1780,"5"3"0,1-3-27,2 0 1,1 2-2552,4-5 1,1 5 0,3-1 797,5 2 0,18 35 0,6 8 0</inkml:trace>
  <inkml:trace contextRef="#ctx0" brushRef="#br0" timeOffset="24">8725 15789 7827,'-8'0'0,"0"0"431,-2 0-431,-1 0 0,15 5 0,4 2 0</inkml:trace>
  <inkml:trace contextRef="#ctx0" brushRef="#br0" timeOffset="25">8836 16010 7827,'-14'6'0,"-1"2"0,-1 2 1059,1-2 0,5 3 0,3-3-562,2 3 1,2 0 0,7-2-498,4 0 0,36-1 0,9 4 0</inkml:trace>
  <inkml:trace contextRef="#ctx0" brushRef="#br0" timeOffset="26">8885 16195 7827,'-8'12'0,"0"1"0,-1-1 2306,-3 0 1,4-4-1,0-1 1330,-2-1-3636,5-2 0,27-48 0,12-11 0</inkml:trace>
  <inkml:trace contextRef="#ctx0" brushRef="#br0" timeOffset="27">10719 11925 7874,'-7'-10'571,"-4"-1"1,-4-2 0,0-1-1,3 0 6150,3 2-3338,-2 0-2636,15 5 1,-6 11-1,10 10 1,3 3-1,3 7 1849,2 3-2300,6-1 0,-3 8 0,6-5 1,-2-2-1,-1-1 0,-2-1 1,2-1-297,1 1 0,1-5 0,-2 0 0,-3-3 0,-2-2 0,0-1 0,-5-2-134,-5 1 1,3-1-1,-6 0 1,-2 1-9698,0-1 9402,-2-5 0,0-35 0,0-13 0</inkml:trace>
  <inkml:trace contextRef="#ctx0" brushRef="#br0" timeOffset="28">11039 11777 8457,'-7'-5'2174,"0"3"-1116,3-2 0,1 3 1,-5 1 60,-2 0 1,4 7 82,-3 5-830,-4 6 0,-6 13 1,-7 6-1,-3 7 1,-4 4-1,-1 1 1,0-1 214,1-3 0,10-3 0,-1-6 0,7-5-1753,6-6 1,4-6-688,7-7 0,5-5 0,3-4 1853,3-6 0,24-31 0,4-13 0</inkml:trace>
  <inkml:trace contextRef="#ctx0" brushRef="#br0" timeOffset="29">11186 11580 7364,'-12'-4'-311,"1"-1"0,2-1 2231,0 1 0,7-1-310,-3 2-1319,10 3 1,-3-9 0,5 5 0,0-1 0,0-1 0,2 2 0,2-2 739,2 0 0,3 3-608,0-4-384,1 0 1,-3-1-1,1 1 1,1 0-1,-1 0 1,-1 1-1,-3 3-395,-3 5 0,-8 10 1,-8 10-1,-5 2 48,-3 2 1,1 3 0,-6 2 0,1 0 345,1 1 0,1-3 180,6-3-144,-1 0 1,7-6 0,1-3 0,4-2 0,4-3-1,5-3 1,8-5 421,6-6 0,4-4-195,3-5-667,-3-1 1,4 1 0,-5 0 0,-2 1-1,-1 1-2329,-2 2 2695,-10 5 0,-38 25 0,-19 12 0</inkml:trace>
  <inkml:trace contextRef="#ctx0" brushRef="#br0" timeOffset="30">11149 12306 7890,'0'-12'1946,"0"0"2421,0-1-3656,0 6 1,0 3-1,0 8 1,0 5-1,0 3 1,0 4 1976,0 5-2831,0-3 0,0 5 1,0-3-1,0 4 1,0-1-1,0-1 1,0-2-2085,0 2 2227,0-4 0,6-11 0,1-9 0</inkml:trace>
  <inkml:trace contextRef="#ctx0" brushRef="#br0" timeOffset="31">10633 12971 7832,'-7'-13'665,"-3"1"1,5 1-1,-1 2 1414,1 0 1,1 8 0,5 1 599,3 7-2073,-3 4 0,12 7 1,-2 3-1,4 5 1,1 3-1,1-1 1,-1-4 1217,-1-3 0,3 2-1202,-2-3-777,1 4 0,-5-5 0,0-1 0,-1-2 0,-1 0 1,-3-1-1,-2-1-3114,-2-2 1875,-2 1 0,-2-2 0,-3-3 1394,-5-4 0,-23-19 0,-8-6 0</inkml:trace>
  <inkml:trace contextRef="#ctx0" brushRef="#br0" timeOffset="32">10793 12897 7840,'-13'0'1652,"1"0"1,-2 1-638,-2 3 0,1 14 0,-6 11 0,-1 6 39,-1 6 0,-1 9-473,-1 7-530,6-2 0,-3-2 1,7-9-1,4-7 0,5-7 1,5-6-4015,1-3 2613,6-9 1350,-5-6 0,32-28 0,1-5 0</inkml:trace>
  <inkml:trace contextRef="#ctx0" brushRef="#br0" timeOffset="33">10989 13303 7840,'-8'0'2231,"1"-1"32,2-3-1786,1 2 1,4-5 0,1 5 0,2-4-1,2 1 1,2-2 806,3 0 1,1 3-921,1-4 1,0 5-434,1-1-58,-6 2 1,-1 2 0,-3 2-1,1 2 1,-1 4 0,-2 4-322,-1 5 1,-1-2 0,-3 7 0,-3 2 694,0 4 0,-4 0 0,4-3 0,1-2 224,1-2 0,4 1-83,1-6-7,0 1 1,1-11-1,5-2 1,5-2-1,4-2 1,1-2-1,1-2-174,-1-4 0,5-3-462,-5-1-899,0 0 0,-3-1 0,-1 1 1154,0 0 0,-5-44 0,-1-11 0</inkml:trace>
  <inkml:trace contextRef="#ctx0" brushRef="#br0" timeOffset="34">11248 12688 7840,'-6'8'429,"-2"-1"647,-3-2 1,4-1 1,1-4 0,4-1 0,2-3 219,6-4 1,7-3-1144,4-2-38,5 1 1,-5 1 0,5 2 0,-3 0-1,-1 1 1,-3 1 0,-1 3 368,-2 3-395,-5 1 0,-1 1 0,-6 5 0,-2 5 0,-1 5 1,-2 5 18,-2 5 0,-1-2 0,-3 5 0,1-5 157,2-3 1,5 1 0,1-6 0,4-1 238,7-1 0,3-6 0,4-1 1,5-2-235,2-2 0,2-7-871,-1-4-489,1-3 0,0-1 1,-2-1-1,-3 2 1,-3 3 1088,-4 4 0,-33 19 0,-9 6 0</inkml:trace>
  <inkml:trace contextRef="#ctx0" brushRef="#br0" timeOffset="35">10596 14066 7840,'-6'-7'254,"-1"-4"1,-5 3 2359,0-3-1433,5 4 0,1-4 0,8 4 0,2 1 1229,4 2 1,3 2-279,1 2-1698,1 6 0,3 0 1,0 8-1,-1 1 1,1 2-1,-1-1 0,1 0 1,-1 2-1,-1 0-732,-2 0 0,0 2 0,-1-3 1,-1-1-1562,-2 2 1,-5-4-1,1 2 1859,-3-2 0,-28-13 0,-7-2 0</inkml:trace>
  <inkml:trace contextRef="#ctx0" brushRef="#br0" timeOffset="36">10756 13894 7840,'-18'5'0,"3"6"1,-6 6 627,6 4 0,-7 4 0,5 9 0,-1 4 0,1 5 0,5-1 0,3 1 37,-1-4 1,4-6-1,2-4-2448,3-3 1,2-8 1782,3-6 0,31-44 0,11-15 0</inkml:trace>
  <inkml:trace contextRef="#ctx0" brushRef="#br0" timeOffset="37">10879 14238 7851,'-13'0'3405,"1"0"-1939,5 0 0,-2 2-175,5 2-554,-1-3 0,7 5 1,2-6-1,5 0 405,7 0 0,-3 0-699,4 0-419,-4 0 0,0 0 1,-2 1-1,-2 2 0,-2 2 1,0 1-1,-2 0 0,1 1 1,-2 2 0,-4 3-72,0 0 1,0-4 148,0 1 48,5-7 1,-2 8 0,4-5 0,0 1-1,0-1 1,2-2 393,2-2 1,1-1-574,1 0 0,-2 6 0,-3 2-68,-4 3 1,-5 7-151,-8 2 0,-4 5-833,-12 4 455,-5-3 0,-1 8 0,-6-6 0,1-2 1,3-4-2336,5-5 1,8-4 2959,8 0 0,27-37 0,12-17 0,4 0 0,0-1 0</inkml:trace>
  <inkml:trace contextRef="#ctx0" brushRef="#br0" timeOffset="38">11248 13758 7851,'-4'-8'3042,"0"0"-1644,-6 0 1,9 0-128,-3-1 1,8 5-368,4-4-686,3 5 0,1-2 0,0 5 0,1 0-170,-1 0 1,-5 1 0,-3 3-1,-3 4 148,-1 3 1,0 2-1,0 0 1,0 2 513,0 2-326,0-1 0,0 1 0,0-1 0,0-1 0,0-1 0,0-2 0,2 0 0,2-1 57,4-2 1,4-4-1,5-5 1,3-1-866,4-3 0,-4 1 1,1-5-1,-1-2-555,-1-1 0,0 0-3479,-2 3 3008,-9 2 0,8 6 1450,-7 0 0,-26 17 0,-5 3 0</inkml:trace>
  <inkml:trace contextRef="#ctx0" brushRef="#br0" timeOffset="39">10805 15063 7827,'0'-13'1288,"-4"5"0,0 0 0,0-1 4565,-2-2-5758,5 4 1,-3-3-96,8 6 0,3 66 0,-1-21 0,0 0 0</inkml:trace>
  <inkml:trace contextRef="#ctx0" brushRef="#br0" timeOffset="40">10768 15407 7833,'-12'0'3937,"-1"0"-1944,1 0-1993,0 0 0,21 22 0,6 6 0</inkml:trace>
  <inkml:trace contextRef="#ctx0" brushRef="#br0" timeOffset="41">10768 15666 7833,'-19'0'1728,"1"0"0,6 1 252,-1 3 0,7-1-820,1 5-1160,4 0 0,23 27 0,5 4 0</inkml:trace>
  <inkml:trace contextRef="#ctx0" brushRef="#br0" timeOffset="42">10780 16060 7833,'-12'5'0,"-2"3"0,1 3 2593,0 2 0,0-5-1553,8 0 1,3-5-1041,6 1 0,19 3 0,10-1 0</inkml:trace>
  <inkml:trace contextRef="#ctx0" brushRef="#br0" timeOffset="43">10793 16244 7833,'-13'2'565,"1"0"795,0 2 0,-1 5 1,2-7 784,3-3 0,4 0-2145,8-8 0,25-26 0,11-12 0</inkml:trace>
  <inkml:trace contextRef="#ctx0" brushRef="#br0" timeOffset="44">13278 11777 7844,'-4'-12'361,"-1"-1"1,-1 1 0,0 0 0,0 0 0,1-1 2787,2 1 0,-3 4 598,2-1-3094,0 1 0,6 3 0,2 6 0,4 10 0,3 8 1617,1 5 0,4 1-1496,1 4-731,5 8 1,-3 1 0,6 3 0,-2-2-1,-1-4 1,-3-1 0,-1-2 0,-2-2 0,0-3-44,1-1 0,-6-7 0,-7-2 0,-3-3-4326,-1-2 2105,0-5 1069,0-2 1,-5-6-1,-3-3 1,-3-5-1,-2-1 1,2-4 1151,3-3 0,-19-45 0,13 22 0,0 0 0</inkml:trace>
  <inkml:trace contextRef="#ctx0" brushRef="#br0" timeOffset="45">13463 11629 7844,'-5'-6'870,"2"0"-522,-5 6 425,-1 0 0,-7 3 1,-2 5-1,0 10 1,-1 8-1,0 8 1,-3 7 1023,-1 8 0,-2 2-862,1 6-867,5-5 0,1 3 1,6-7-1,1-5 1,2-7-1734,5-10 1078,3-7 1,1-11-1,1-1 1,3 0 0,5-2-1,2 1 587,1-3 0,17-7 0,3-3 0</inkml:trace>
  <inkml:trace contextRef="#ctx0" brushRef="#br0" timeOffset="46">13672 12134 7840,'-12'12'873,"4"-4"1,-1 2-1,1 2 366,1 3 0,1 7-708,1-1 20,4 2 0,-8 2 0,4-1 0,3 1 0,0-2 0,2-2 0,2-5-886,2-2 0,-1-3 335,5-3 0,11-74 0,-6 22 0,0-1 0</inkml:trace>
  <inkml:trace contextRef="#ctx0" brushRef="#br0" timeOffset="47">13857 11334 7840,'0'-8'211,"0"0"1,-2-1 1460,-2 3 1328,3 0 1108,-5 6-3616,6-5 0,2 2 0,2-4 0,4 2-29,3 2 1,-3 1 0,0 2 0,2 0-292,1 0 0,1 0 0,1 0 0,-2 2-258,-3 2 1,1 4 0,-5 7 0,-1 3-254,-1 1 1,-8 3 0,-2 5-1,-3 2 153,-1-2 1,3-5 0,1-3-1,0-1 229,1-3 0,2-5 0,5-2 341,0 2 0,9-5 1,6-1-1,6-2 236,5-2 0,5 0-157,-2 0-492,0 0 0,-6 1 0,-4 3 0,-7 6 0,-8 5 0,-8 5 0,-9 3-200,-11 2 0,-7 4 75,-10-1 0,7 0 0,-2-6 0,5-5-826,3-3 1,4 1-1041,3-7-451,4-2 1971,10-1 1,3-5 499,8 0 0,30 11 0,12 3 0</inkml:trace>
  <inkml:trace contextRef="#ctx0" brushRef="#br0" timeOffset="48">13168 13057 7840,'-13'-7'1375,"2"2"1,2 0-31,1 1 0,6 0 1,2 6-1,7 0 0,4 4 61,1 1 0,2 1-609,2 4-288,-2 0 1,4 1-1,-4-2 1,1-2-1,0 0 1,-3 0 0,-3 1 208,1-2 0,0 3 1,-1-3-2035,-1 3 1,-5 1-1,1 1-2766,-2-1 4082,-2-5 0,-22-7 0,-6-7 0</inkml:trace>
  <inkml:trace contextRef="#ctx0" brushRef="#br0" timeOffset="49">13291 12860 7840,'-7'5'657,"-3"-2"-262,6 5 213,-5-5 1,6 9 0,-5-1-1,-1 7 1,1 4 0,0 7-1,-3 4 2614,-4 5-3067,1 7 0,-5-7 0,4 3 0,-1-4 0,1-4 0,2-6 0,5-5-2529,4-5 1033,3-4 1341,1-6 0,33-29 0,8-12 0</inkml:trace>
  <inkml:trace contextRef="#ctx0" brushRef="#br0" timeOffset="50">13377 13254 7840,'0'-13'0,"0"1"0,4 0 1015,0 0 0,6-1-6,-2 1-620,3 0 0,5-1 1,2 2-1,0 2 0,1 2 1,-1 2-1,1 2 541,0 1 1,-8 4-523,1 2-289,-2 3 1,-3 5-1,-3 2 1,-3 1-1,-2 3 1,-3 1-1,-5 1 109,-2-1 0,-2 5 1,-2-4-1,-2 3 151,2 2 1,2 0 514,0-1-504,6-5 1,-2 3 0,5-5 55,1-2 0,7-7 1,6-4-1,5-4 127,5-4 0,4-4-508,0-9 0,1 2-354,-1-5-14,1-1 1,-6 1 0,-2 0 0,-4 3 0,-1 2 302,1 1 0,-23-9 0,-5-3 0</inkml:trace>
  <inkml:trace contextRef="#ctx0" brushRef="#br0" timeOffset="51">13771 12589 7832,'-9'-1'2149,"1"-3"1,1 1-733,-1-5 0,3 4 354,5-4-1439,0-1 1,1-3 0,3 1 0,4 2 0,3 2 0,2 0 720,-1 0 0,-4 4-725,0-1-480,1 3 0,-1 1 1,-1 1-1,-2 3 1,-2 4-1,-2 3 0,-1 2-406,0-1 0,0 0 0,0 1-370,0-1 498,0 0 925,0 1 0,4-5 0,2-1 0,1-2 0,4-2 0,2-2 0,4 1 682,-2 2 1,2-3-1499,0 3 200,-1 3 0,-9 1 0,-3 9 0,-4 3 0,-4 3-167,-4 2 1,-9 4-1,-3-1 1,-5 0-176,-3-2 0,3-7-26,0-3 0,6-6-730,7-2 234,0-5 1,2 1 0,6-8 984,8-4 0,22-20 0,7-5 0</inkml:trace>
  <inkml:trace contextRef="#ctx0" brushRef="#br0" timeOffset="52">12922 14017 7834,'-5'-8'6320,"1"-1"-5459,-5 1 0,7 3 0,0 5 1300,4 7-1801,5 9 1,6 0-1,0 8 1,4 2-1,2 1 1,1 2 0,1 1 846,1 1 1,1-3-946,1 0-791,-4-2 0,2-1 0,-6-1 0,-1 0 0,-3-2 0,-4-3-5690,-3-2 6219,-4 0 0,-34-38 0,-8-7 0</inkml:trace>
  <inkml:trace contextRef="#ctx0" brushRef="#br0" timeOffset="53">13131 14017 7834,'-8'0'598,"-1"0"1,1 5 94,-4 3 0,-1 9 1636,1 3-1999,-6 9 1,-1 4-1,-7 8 1,-1 4-1,-2 2 1,3-2 0,4-6 90,6-5 1,4-3 0,3-8-877,5-3 0,8-7-2224,5-9 1356,2-3 1323,6-1 0,12-16 0,5-6 0,6-2 0,0 0 0</inkml:trace>
  <inkml:trace contextRef="#ctx0" brushRef="#br0" timeOffset="54">13389 14423 8533,'-8'-1'5128,"0"-4"-3419,0 4-624,1-4-645,1 5 0,8 0 0,2-2-18,4-2 0,-1 3 1,1-3-1,2 2-193,0 2 1,-1 0 0,-1 0 0,1 0-18,2 0 1,-2 0 0,-1 0-262,1 0 0,-3 2 0,-2 2-175,-3 4 1,-1-1 0,0 1 0,0 2-215,0 0 1,-1 3 0,-2-1 86,-1 0 1,0 1 185,4-1 308,0-5 1,0 4 0,1-4-1,3 1 1,5-1 858,2-2 0,1 1-714,0-2 1,1-2 0,-1 7 0,0 0-123,0 2 0,-3 1 88,-1 1-279,-5 5 1,2-3-1,-5 4 1,-1 0-1,-3-1-375,-5-1 1,-2 0 219,-1-5 0,-4 0 1,-1-1-1,2-1 103,2-2 1,0-5 19,1 1 0,0-3-232,-1-1-247,7 0 1,-5 0 0,2 0-2502,-2 0 3037,5-5 0,0-13 0,6-8 0</inkml:trace>
  <inkml:trace contextRef="#ctx0" brushRef="#br0" timeOffset="55">13709 13758 7829,'-8'0'1069,"0"0"-689,5 0 1,-4 0 161,3 0 958,3 0 1746,-5 0-562,6 0-1527,0 0 1,2-4-879,2 0 1,-2-4-1,7 2 1,0 1-145,2 0 0,0-5 0,-1 3 0,-2 0-164,1 3 0,2-1-395,2 1 0,-2 1 0,-3 7 1,-4 4-104,-3 3 1,-2 6 292,-3-1 229,2 6 0,-7-9 0,3 4 0,1-3 0,-1-1 0,4 2 34,0 2 1,4-5 100,2-4 1,7-5 0,7 1 0,-1-3 162,1-1 1,4 0-223,-2 0 0,2 2-302,-1 2 226,-3-3 0,-12 10 1,-1-3-1,-5 5 0,-6 3 648,-6 5-452,-6 2 0,-11 1 0,-1 1 1,0 0-1,-1-1-343,-1 1 1,10-6-1,2-3 1,6-2-873,6-2 0,2-3 1024,6-1 0,28-16 0,6-1 0</inkml:trace>
  <inkml:trace contextRef="#ctx0" brushRef="#br0" timeOffset="56">13328 15223 7818,'-13'-11'4812,"2"1"554,3 2-5601,3 5 1,6-2 234,3 5 0,3 33 0,5 8 0</inkml:trace>
  <inkml:trace contextRef="#ctx0" brushRef="#br0" timeOffset="57">13291 15506 7818,'-7'-2'1166,"1"0"840,1-2 0,4-2 1146,-4 2-5927,4 3 2775,1-5 0,16 17 0,5 3 0</inkml:trace>
  <inkml:trace contextRef="#ctx0" brushRef="#br0" timeOffset="58">13278 15801 7818,'-6'6'4279,"-1"-5"-2781,3 3-1498,2-3 0,13-6 0,10-2 0</inkml:trace>
  <inkml:trace contextRef="#ctx0" brushRef="#br0" timeOffset="59">13303 15937 7818,'-11'1'2200,"1"2"1171,2 1-3371,6 5 0,18-2 0,11 5 0</inkml:trace>
  <inkml:trace contextRef="#ctx0" brushRef="#br0" timeOffset="60">13315 16121 7818,'-12'4'0,"0"0"0,-1 0 3078,1 2 1,4-3-91,0 5-2988,5-5 0,30-36 0,14-15 0</inkml:trace>
  <inkml:trace contextRef="#ctx0" brushRef="#br0" timeOffset="61">17684 13968 7781,'-12'5'3,"-1"-4"2061,1 3 0,4-2 1,1-1-474,2 3 1,-1-4-1,3 0 1,-1-8 0,2-6-989,0-2 0,2-6 0,-1 2 0,-2-4 0,-1 0 0,0-2-324,-2-3 0,5-2 0,-3-8 0,3 0 0,1-4 0,0 0-414,0-4 0,1-2 0,3-3 1,4 0-1,3 3 0,3 4-1061,2 2 1091,-2 8 1,4 0 0,-5 8 0,2 4 0,2 5 0,-1 4 0,2 2 0,3 0 0,0-1 116,0 1 0,2 0 1,-2 0-1,3-1 1,2 1-1,-1 1-820,-6 3 579,-4 2 0,-3 6 0,1 0 0,-2 2 0,-3 2 0,-4 5 1,-3 6-102,-1 6 0,-1 8 0,-3 3 0,-6 5 0,-5 3 0,-5 1 389,-4-1 1,0 2 0,-1-1 0,1-1 0,-1-3 0,0-4 465,1-5 1,5-3 0,2-5-530,4-3 1,8-9-144,10-4 1,3-4 0,11-4-1,0-4 219,0-3 0,3 3 1,4-1-1,0 0 323,-3-2 1,-1-1-1,3 1 1,-1 1 199,1 2 1,0 5 0,-2-1 0,-1 3-205,-2 1 0,-1 5 0,3 5 0,-3 3-219,-1 4 1,-1 3-1,-6-2 1,-2 0-100,-1 0 0,-1 2 1,1-3-1,-2-1-309,-1 2 1,-3-5 0,2 4 0,-3-2 93,-1 1 1,-5-2-1,-4 4 1,-3-2 329,-4 1 1,-3 3-1,-6-4 1,0-1 138,1-1 1,-6-3 0,-2-3 0,-1-4-328,1-2 0,-1-2 0,-3-2 0,1-2 0,-2-4 0,8 1 0,-4-1 0,7 0 0,6 1 0,-2 0 0,5 4-2217,2-1 0,7-1 0,5 1 2217,6-4 0,26-20 0,11-5 0</inkml:trace>
  <inkml:trace contextRef="#ctx0" brushRef="#br0" timeOffset="62">18779 13303 7793,'-12'0'964,"0"0"1,1-1 2707,3-3-3266,2-3 1,12 0-1,2 3 1,3 2-1,2 2 1,4 0-1,2 0 1,1 0-1,1 0 1428,1 0 0,0 0-1154,-2 0-708,3 0 0,-9 0 0,4 0 1,-2 0-1,1 0 0,-2 0 1,-2 0-1319,0 0 1,-1 0 0,0 0-3933,1 0 5278,-7 0 0,-27 17 0,-14 3 0</inkml:trace>
  <inkml:trace contextRef="#ctx0" brushRef="#br0" timeOffset="63">18792 13598 7823,'-7'0'1668,"-4"0"0,11 0 658,0 0 0,9-1-316,8-3-1784,5 3 1,-2-9 0,8 4 0,0 1 0,0-2-227,-2 0 0,15-12 0,4-7 0</inkml:trace>
  <inkml:trace contextRef="#ctx0" brushRef="#br0" timeOffset="64">20933 11371 14701,'-2'7'2573,"-2"-3"1,-4-3-2367,-8-1 1,-7 0 0,-9 2 0,-3 0 203,-8 2-430,-9 6 0,-4 1 0,-7 7 0,-1 1 0,-2 3 0,3 0 0,6-2-8,8-3 0,6-8 87,11-1 96,7-5 0,7 3 0,6-6 0,1-2 925,3-2 619,2 3-109,6-5-1228,0 6 1,6 2-1,1 2-61,-1 4 1,4 3-1,-5 1 1,1 0-105,-1 1 0,4 0-182,-5 4-16,0-3 0,1 7 0,2-3 0,0 1 0,-2 3 0,1 1 0,-3 6 0,3 1 0,1 0 0,0 0 0,-4 5 0,1-3 0,1 4 0,0 1 0,-1 0 0,-4 0 0,0 1 0,0 2 0,0 1 0,0-2 0,-2 1 0,0 1 0,-4 5 0,-1 6 0,0-1 0,-1 2 0,-1-1-926,4 2 926,1-9 0,4 11 0,0-11 0,0-3 0,0-2-427,0-3 427,0 0 0,0 4 0,0 0 0,0 0 0,0 0-37,0 0 1,-4 5 36,0 0 0,0-4 0,4 4 0,-1-5 0,-2 0 0,-1 2 0,1 2 0,2-1 0,1-1 0,-2 0 0,-2-3 0,3-1 0,-3 2 175,2-8 0,2 7 0,0-10 0,0 0 0,0 1-175,0 1 0,0 1 0,0 3 0,0 1 0,0 2 0,0 0 0,0 4 0,0-1 233,0 0 0,0-5-233,0-4 0,0 0 0,0 4 0,0-1 0,0-2 0,0-1 21,0 1 0,0 1 0,0 2 1,0 0-22,0 0 0,0 0 0,0 0 0,0 0 0,0 0 0,0 0 0,2-5 0,1 1 0,1 0 0,-2 0 0,0 0 0,-2-1 0,0 4 0,0-2 0,0-1 0,1 0 0,3 4 0,-2-2 0,2-2 0,-3 3 0,-1-5 0,1 6 0,2 0 0,1 0-152,-1 0 1,-2-4 0,-1 1 0,2 3 66,2 2 0,-3 1 38,3-7 0,-1 1-117,1-5 130,-2 5 1,3-3-1,-5 5 1,0-3-1,0-3-70,0 0 1,0-3 0,0 5 0,0-2-77,0-3 0,0-1-100,0-1 0,0-1-166,0 1 261,0 0 0,0-5 0,0 1 0,-1 0 1,-2 3-97,-1 0 1,-2-3-1,4-1 1,-4 2-74,-1 1 1,3-2 339,-4-1 0,4-3-41,-4 3 76,5-5 0,-7 3 0,5-5 0,-1-1 0,1 0 590,2 0-364,2 1 1,-3-5-1,0 0 1,1 2 1224,2 1-1189,1 1 1,0-4 0,0 0 106,0 2-242,0-5 0,1 6-53,3-2 0,3-4 0,5-1 0,0-1 110,1 1 0,5-3-130,2 3 1,-1-2 0,2-2 0,2 0-72,4 0 0,-1-4-4,3 0 0,-4-5-686,-5 5-158,3 0 1,-5 4 0,3-1-1,-4-2 1,0-2-3400,-1-2 4243,-5-1 0,-5-43 0,-6-9 0</inkml:trace>
  <inkml:trace contextRef="#ctx0" brushRef="#br0" timeOffset="65">20957 12454 14929,'0'-8'560,"0"-1"0,0 0 0,0-2 0,0-1 1554,0-1-1952,0 1 1,-5-6 0,-2-2-1,-1-5 1,1-2 0,2-5-1,2-2 1,2-5 0,1-3 19,0 0 0,5-8-170,3 0 1,9-3-1,3 2 1,3 1 0,2 3-1,0 4-204,-1 3 0,-3 7 1,-2 6-1,-1 5-85,-3 5 0,-3 11 0,-4 6-246,-4 6 0,-2 7 1,-2 3-1,0 5 100,0 2 0,-6 6 1,-1 1-1,-1 0 266,0 0 1,1 0 0,-2-3 0,2 2 538,1-2 0,1-1-5,1-1 21,2-6 1,-2-1 0,8-6 0,6-1 0,5-3 0,5-4 0,4-2 823,0-2 0,8-2-1144,5-2 0,-5 3 1,5-3-1,-2 4-37,-4 4 0,-5 4-36,-5 9 0,-12 2-6,-1 5 65,-10 1 0,-7 4 1,-8 1-1,-8 0 1,-6 0 187,-5-3 0,-1-2 1,0-6-1,-1-5 406,-3-5 1,8-6-687,0 1 0,7-3 84,6-1-1339,2 0 0,6 0-1197,-1 0 0,8 0 2480,5 0 0,16-5 0,10-2 0</inkml:trace>
  <inkml:trace contextRef="#ctx0" brushRef="#br0" timeOffset="66">21548 12417 7786,'-12'0'202,"0"0"0,-1 1 0,1 3 1929,0 5-1550,-1 2 1,5 1-1,1 0 1,0 2-1,2 1 1,0 3-1,2-1 1,3 3-1,4-3 1213,4 1 0,8-1-1178,5-5-517,2 0 1,3-5 0,2-3 0,0-4 0,1-4 0,0-6 0,-2-5 122,-4-5 1,1-9-1,-9-2 1,-3-2 307,-3 0-244,-6 0 0,0 6 0,-10 4 0,-8 5 0,-7 7 0,-7 7 0,-2 8-207,-2 8 1,2 2 0,-2 6 0,4 2-1534,3 2 1,8-1 0,6-1 1453,7-2 0,20-5 0,5 3 0</inkml:trace>
  <inkml:trace contextRef="#ctx0" brushRef="#br0" timeOffset="67">20970 13734 7863,'0'7'5907,"0"-2"-4295,5-5 328,-3 0 41,9 0-1277,-10 0-208,10 0 1,-10-1-1,3-3 1,-2-6-298,-2-5 0,0 0 0,0-6 0,-2-2 0,0-4 1,-3-7-366,3-6 1,0 0-1,2-5 1,0 0-89,0 1 0,2-2 1,0 5-1,4 3-37,1 3 1,-2 5 414,8 6-141,-4-1 1,9 6 0,-4 2-1,1 5 1,1 4 0,-1 4-1,-1 2-383,-2 2 1,-1 6 0,-3 4 0,-4 5-347,-2 5 1,-2 3 205,0 2 394,0 0 1,-4-1 0,-2 1 0,1-1 0,-2 1 114,0 0 1,4-5 0,-1-1 0,3-1 269,1-3 1,1-1 393,3-2 1,3-4 800,5 0-1081,1-5 1,0 3 0,4-6-1,2 1 1,0 3 1088,-3 4-1380,4 3 1,-11 7 0,2 3-1,-4 3 1,-6 5-3,-3 4 1,-9 2 0,-7 1 0,-1-2-66,-3-1 1,-3-11-2,-3-2 0,2-6 0,-3-6 0,3-4-47,1-2 0,1-4-874,-1-2 0,7-3-2549,6-5 1327,5 0 0,18 5 2149,5 3 0,50 13 0,-26-2 0,-1 0 0</inkml:trace>
  <inkml:trace contextRef="#ctx0" brushRef="#br0" timeOffset="68">21462 13746 7788,'-1'-7'6577,"-3"3"-5822,2 3 0,-3 2 0,5 3 0,0 4 673,0 3 1,0 3-760,0 2-845,0-2 0,1 8 1,2-6-1,1-1 1,-1-1-1,-2-2 1,0 1 175,3-1 0,-2-16 0,3-4 0</inkml:trace>
  <inkml:trace contextRef="#ctx0" brushRef="#br0" timeOffset="69">20822 15063 7789,'-7'5'1320,"0"-2"1,3 4 2955,-4-2-3651,-3 5 0,-1-10 0,0 0 0,1-8 0,2-7 1,4-6 903,-1-2 1,5-2-933,-3 1-453,3-6 0,2-2 0,2-5 0,2-1 0,3-2 0,5-2 1,3-3 193,3-6 0,0 3 0,3-1 1,-1 7-176,1 3 0,-3 8 0,-1 4 0,-3 6-453,-4 9 1,-2 5 0,2 8-429,-3 3 1,2-1 0,-5 5-448,2 2 0,-4 1 201,1 1 746,-3 0 0,-2 1 0,-3 0 1,-4 4-1,-2 3 0,1 2 1,0 0 111,0-1 1,-1-2 74,2 1 1,-2-1 1128,6-2-748,0-3 1,6 3-1,2-6 1,4-1 202,3-2 1,7-5 0,2 1 0,5-3-124,3-1 1,-2 0-517,3 0 0,-4 0 0,-5 2 0,-3 3-68,-4 7 0,-6 2-218,-3 7 1,-4 0 21,-4 8 299,-8-3 1,-7 4 0,-7-5 0,-3-2 0,-4-2 350,-2-5 0,-6-8 0,1-4 0,3-2 351,3-2 0,8 0-687,1 0 0,6 0 103,7 0-1122,5-6 0,-3 3 1055,6-5 0,28 11 0,10-2 0</inkml:trace>
  <inkml:trace contextRef="#ctx0" brushRef="#br0" timeOffset="70">21241 14964 7789,'-9'-8'805,"2"0"1,2-2 3804,2-1-4322,2 5 0,1-5 0,1 2 1,3-1-1,5-3 0,2 1 0,2 1 1,2 1-1,2 2 52,-2-1 1,0-1-1,0 2-219,1 4 78,1 2-110,-11 8 1,0 2 0,-7 8 0,-4 6 0,-4 6 0,-5 4 0,-2 4 169,1 1 1,2-1 0,4-2 0,2-3-25,2-1 0,0-1 1,7-6-1,2-4-65,4-6 1,9-7 36,3-6-335,3 0 1,6-9 0,1-5-1,0-4 1,0-5 0,-2-1-1,-4-2-3773,-3 2 1,-8 9 3900,-4 3 0,-40 27 0,-4 12 0</inkml:trace>
  <inkml:trace contextRef="#ctx0" brushRef="#br0" timeOffset="71">20724 16355 7789,'-13'7'539,"1"2"1,1-3 0,2-1 2416,0 1-2429,7-2 0,-4-6 0,6-2 1,0-4-1,0-4 0,0-5 2810,0-3-2824,0-9 1,1-2 0,2-6-1,3-1 1,-1-3 0,2-5-1,0-1 2751,2-3-3036,8-4 0,-2 2 1,5-7-1,2-1 0,1-2 1,2 3-1,0 3 619,-1 4-1069,1 7 1,-2 8 0,-2 11 0,-5 9 0,-4 10 0,-2 8 0,-3 9 0,-2 6-1008,-2 9 1,-2 2 0,-2 9 0,-4 3 662,-8 4 1,1-4 0,-6 2 0,2-4 89,-1-4 0,0-1 373,0-4 187,3-7 0,-3 6 0,4-12 842,1-4 0,7-5-520,5-11 0,5 3 484,7-6-678,6-1 0,1 2 0,6 3 0,0 3 0,1 1-86,2 0 0,-6 5 1,1 5-1,-5 4-117,-7 2 0,0 10-23,-7-1 1,-1 2-157,-7-2 118,-3 5 0,-11-6 0,-4 2 1,-4-5-1,-4-3 6,-1-3 0,-1-2 0,-1 0 0,5-2 98,2-3 0,3 1-183,2-5-192,3 1-619,6-5 1,6 0-1,6 0 942,7 0 0,26-6 0,7-1 0</inkml:trace>
  <inkml:trace contextRef="#ctx0" brushRef="#br0" timeOffset="72">21204 16220 7767,'-9'-2'1081,"1"-2"4431,-1-4-4543,3 2 0,2-5 1,10 3-1,4-1 1,7-1-1,2 2 255,3-2 1,-3 4-1233,2-3 24,-1 7 1,-1-4 0,-2 6 0,-4 0 0,-2 3 0,-3 4 192,-3 5 0,-10 9 0,-3 0 0,-3 5-143,-1 3 1,1 0-1,1-5 1,4 0-32,0-4 1,2-1 114,4-2-330,0-4 0,1 0 0,5-9 0,6-3 0,9-1 0,5 0 1,2 0-86,0 0 0,2 0 35,-1 0 308,-6 0 0,-7 6 0,-8 2 0,-5 4 0,-8 5 935,-12 3-965,-7 3 1,-15 6 0,-2 0-1,-4-2 1,-3-1-945,-1-1 0,4-2 0,3-4 0,3-7-5327,8-6 6223,9-16 0,15-26 0,7-13 0,1-7 0,0-1 0</inkml:trace>
  <inkml:trace contextRef="#ctx0" brushRef="#br0" timeOffset="73">21954 11666 7785,'-8'0'370,"0"0"1,-2-1 0,-1-2 1703,-1-1-1402,0 0 0,4 0 0,1-2 1,0 1-1,1-2 0,2 2 1,6-2 1745,4 0 1,11 3-2011,3-4-166,9 5 0,-2-7 1,6 6-1,1 0 1,3 0-1,2-1 1,-1-1 128,-2 1 1,-8-4-1,1 5 1,-3 2-1,-3 0 1,-2 2-30,-5 0 1,-6 0-1,-4 2 1,0 2 99,-3 4 0,-2 3 0,-2 1 1,-3 0-101,-5 1 0,0-1-342,1 0 0,-3 1 0,8-1 0,-5 0 0,0 1 0,-1-1 0,2 0 0,2 2 0,2 2 0,1-1 0,-3 6 0,4-1 0,-4 10 0,5 3 0,0 4 0,0 4 0,0 4 0,0 6 0,0 5 0,0 5 0,0 2 0,0 6 0,0 0 0,0-29 0,0 0-919,0 3 1,0 0 918,0 0 0,0 0 0,-3 1 0,0 0 0,-1-4 0,0 0 0,-1 1 0,-1-1 0,0 1 0,0 0 0,0 3 0,-1-1 0,1-2 0,0-1 0,0 1 0,0-1 0,0-3 0,-1 0-221,1-2 1,0-1-1,-5 33 221,7-30 0,0 0 0,-1 30 0,4-30 0,2 0 0,-1 29 0,0 1 0,0-4 0,-2 1 0,-1 2-31,-1-2 1,-4 4 0,3 1 0,2-34 0,0 1 30,1 1 0,-1-1 0,-5 30 0,6-31 0,-1 0 0,-6 30-1181,1 1 1181,2 2 0,1-31 0,1-1 0,-2 32 0,1-6 0,-1-7 350,3-5 0,2 1 1,1 2-1,0 3-430,0 0 1,0 3-165,0-6 0,0 5-13,0-5 86,0 0 0,0-3 1,0-1-1,0 0 0,1 2-59,4 2 0,-3-2 1,5 1-1,-1-6-293,-4-5 0,4-1 432,-2 1 1,1-7 392,-1 3-237,-2-3 0,3 4 1,-3 3-1,0 3 1,3 0 467,-3-3 1,4-4 0,-2-3 0,0-3-673,1-1 0,-3-2 72,2-8 0,1 2-227,-1-5 408,1-1 0,-1 0 1,0 1-1,-2-1 1,1 1-176,1-1 0,-2 6 0,2-3 0,-3 0-54,-1-2 1,0-8-238,0-1 972,0-5 189,0 3-70,0-6 1,-1 0 0,-3 0-300,-5 0 1,-1 1-441,-3 3 0,0-1 0,-4 5 0,3 0 0,-9 5 0,1-3 0,-2 0 0,-2-3 0,3-2 0,6 4 0,1-4 0,2 0-1084,2 1 0,1-1-3352,3 0 4436,2-4 0,28-28 0,5-14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834C7B-DDCD-4DA2-A8A1-4ED0CA7899F7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0A2744-D874-4199-B5D0-38AFC14B8F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2484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8A0DF-77F2-41CB-8AB1-039A907AEF00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560B9-39EF-4450-86E6-AD5DFD5CF4CE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E706A-D32F-439B-9E02-5FA81271A530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1F620-7CEC-4EFC-97A8-6173B36C6C3E}" type="datetime1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41F5B-4459-4939-93E5-2F4841F265B8}" type="datetime1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68814-91B5-4D4E-91B7-B86E988BF520}" type="datetime1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D83BC-75CD-4F2E-A482-A8EC083E7A62}" type="datetime1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D0403-5A11-448B-92B7-544EEDC96667}" type="datetime1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18D0E-F4E9-4AD5-B8A6-23FA34F477DC}" type="datetime1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288FD-A071-4348-AEB4-B4D1D06C208E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169CA-A90C-473A-854A-C73BD9482C31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8353AA-C9BD-4A66-9B19-E5ED1A1FFB46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customXml" Target="../ink/ink3.xm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5" Type="http://schemas.openxmlformats.org/officeDocument/2006/relationships/image" Target="NULL"/><Relationship Id="rId4" Type="http://schemas.openxmlformats.org/officeDocument/2006/relationships/customXml" Target="../ink/ink4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customXml" Target="../ink/ink7.xml"/><Relationship Id="rId13" Type="http://schemas.openxmlformats.org/officeDocument/2006/relationships/image" Target="NULL"/><Relationship Id="rId18" Type="http://schemas.openxmlformats.org/officeDocument/2006/relationships/customXml" Target="../ink/ink12.xml"/><Relationship Id="rId3" Type="http://schemas.openxmlformats.org/officeDocument/2006/relationships/image" Target="NULL"/><Relationship Id="rId7" Type="http://schemas.openxmlformats.org/officeDocument/2006/relationships/image" Target="NULL"/><Relationship Id="rId12" Type="http://schemas.openxmlformats.org/officeDocument/2006/relationships/customXml" Target="../ink/ink9.xml"/><Relationship Id="rId17" Type="http://schemas.openxmlformats.org/officeDocument/2006/relationships/image" Target="NULL"/><Relationship Id="rId2" Type="http://schemas.openxmlformats.org/officeDocument/2006/relationships/image" Target="NULL"/><Relationship Id="rId16" Type="http://schemas.openxmlformats.org/officeDocument/2006/relationships/customXml" Target="../ink/ink1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6.xml"/><Relationship Id="rId11" Type="http://schemas.openxmlformats.org/officeDocument/2006/relationships/image" Target="NULL"/><Relationship Id="rId5" Type="http://schemas.openxmlformats.org/officeDocument/2006/relationships/image" Target="NULL"/><Relationship Id="rId15" Type="http://schemas.openxmlformats.org/officeDocument/2006/relationships/image" Target="NULL"/><Relationship Id="rId10" Type="http://schemas.openxmlformats.org/officeDocument/2006/relationships/customXml" Target="../ink/ink8.xml"/><Relationship Id="rId19" Type="http://schemas.openxmlformats.org/officeDocument/2006/relationships/image" Target="NULL"/><Relationship Id="rId4" Type="http://schemas.openxmlformats.org/officeDocument/2006/relationships/customXml" Target="../ink/ink5.xml"/><Relationship Id="rId9" Type="http://schemas.openxmlformats.org/officeDocument/2006/relationships/image" Target="NULL"/><Relationship Id="rId14" Type="http://schemas.openxmlformats.org/officeDocument/2006/relationships/customXml" Target="../ink/ink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3.xm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customXml" Target="../ink/ink14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6.xml"/><Relationship Id="rId5" Type="http://schemas.openxmlformats.org/officeDocument/2006/relationships/image" Target="NULL"/><Relationship Id="rId4" Type="http://schemas.openxmlformats.org/officeDocument/2006/relationships/customXml" Target="../ink/ink1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customXml" Target="../ink/ink1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8.xm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9.xm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customXml" Target="../ink/ink20.xml"/><Relationship Id="rId4" Type="http://schemas.openxmlformats.org/officeDocument/2006/relationships/image" Target="NUL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customXml" Target="../ink/ink21.xml"/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customXml" Target="../ink/ink22.xm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ustomXml" Target="../ink/ink23.xm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customXml" Target="../ink/ink24.xm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customXml" Target="../ink/ink27.xml"/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6.xml"/><Relationship Id="rId5" Type="http://schemas.openxmlformats.org/officeDocument/2006/relationships/image" Target="NULL"/><Relationship Id="rId4" Type="http://schemas.openxmlformats.org/officeDocument/2006/relationships/customXml" Target="../ink/ink25.xml"/><Relationship Id="rId9" Type="http://schemas.openxmlformats.org/officeDocument/2006/relationships/image" Target="NUL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5" Type="http://schemas.openxmlformats.org/officeDocument/2006/relationships/image" Target="NULL"/><Relationship Id="rId4" Type="http://schemas.openxmlformats.org/officeDocument/2006/relationships/customXml" Target="../ink/ink2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5" Type="http://schemas.openxmlformats.org/officeDocument/2006/relationships/image" Target="NULL"/><Relationship Id="rId4" Type="http://schemas.openxmlformats.org/officeDocument/2006/relationships/customXml" Target="../ink/ink29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5" Type="http://schemas.openxmlformats.org/officeDocument/2006/relationships/image" Target="NULL"/><Relationship Id="rId4" Type="http://schemas.openxmlformats.org/officeDocument/2006/relationships/customXml" Target="../ink/ink30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5" Type="http://schemas.openxmlformats.org/officeDocument/2006/relationships/image" Target="NULL"/><Relationship Id="rId4" Type="http://schemas.openxmlformats.org/officeDocument/2006/relationships/customXml" Target="../ink/ink3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customXml" Target="../ink/ink32.xm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customXml" Target="../ink/ink33.xm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customXml" Target="../ink/ink34.xm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3" Type="http://schemas.openxmlformats.org/officeDocument/2006/relationships/customXml" Target="../ink/ink40.xml"/><Relationship Id="rId18" Type="http://schemas.openxmlformats.org/officeDocument/2006/relationships/image" Target="NULL"/><Relationship Id="rId3" Type="http://schemas.openxmlformats.org/officeDocument/2006/relationships/customXml" Target="../ink/ink35.xml"/><Relationship Id="rId21" Type="http://schemas.openxmlformats.org/officeDocument/2006/relationships/customXml" Target="../ink/ink44.xml"/><Relationship Id="rId7" Type="http://schemas.openxmlformats.org/officeDocument/2006/relationships/customXml" Target="../ink/ink37.xml"/><Relationship Id="rId12" Type="http://schemas.openxmlformats.org/officeDocument/2006/relationships/image" Target="NULL"/><Relationship Id="rId17" Type="http://schemas.openxmlformats.org/officeDocument/2006/relationships/customXml" Target="../ink/ink42.xml"/><Relationship Id="rId2" Type="http://schemas.openxmlformats.org/officeDocument/2006/relationships/image" Target="NULL"/><Relationship Id="rId16" Type="http://schemas.openxmlformats.org/officeDocument/2006/relationships/image" Target="NULL"/><Relationship Id="rId20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11" Type="http://schemas.openxmlformats.org/officeDocument/2006/relationships/customXml" Target="../ink/ink39.xml"/><Relationship Id="rId5" Type="http://schemas.openxmlformats.org/officeDocument/2006/relationships/customXml" Target="../ink/ink36.xml"/><Relationship Id="rId15" Type="http://schemas.openxmlformats.org/officeDocument/2006/relationships/customXml" Target="../ink/ink41.xml"/><Relationship Id="rId10" Type="http://schemas.openxmlformats.org/officeDocument/2006/relationships/image" Target="NULL"/><Relationship Id="rId19" Type="http://schemas.openxmlformats.org/officeDocument/2006/relationships/customXml" Target="../ink/ink43.xml"/><Relationship Id="rId4" Type="http://schemas.openxmlformats.org/officeDocument/2006/relationships/image" Target="NULL"/><Relationship Id="rId9" Type="http://schemas.openxmlformats.org/officeDocument/2006/relationships/customXml" Target="../ink/ink38.xml"/><Relationship Id="rId14" Type="http://schemas.openxmlformats.org/officeDocument/2006/relationships/image" Target="NULL"/><Relationship Id="rId22" Type="http://schemas.openxmlformats.org/officeDocument/2006/relationships/image" Target="NUL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customXml" Target="../ink/ink45.xm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customXml" Target="../ink/ink46.xm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5" Type="http://schemas.openxmlformats.org/officeDocument/2006/relationships/image" Target="NULL"/><Relationship Id="rId4" Type="http://schemas.openxmlformats.org/officeDocument/2006/relationships/customXml" Target="../ink/ink4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5" Type="http://schemas.openxmlformats.org/officeDocument/2006/relationships/image" Target="NULL"/><Relationship Id="rId4" Type="http://schemas.openxmlformats.org/officeDocument/2006/relationships/customXml" Target="../ink/ink48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4" Type="http://schemas.openxmlformats.org/officeDocument/2006/relationships/customXml" Target="../ink/ink49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customXml" Target="../ink/ink50.xm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51.xml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customXml" Target="../ink/ink52.xm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customXml" Target="../ink/ink53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5" Type="http://schemas.openxmlformats.org/officeDocument/2006/relationships/image" Target="NULL"/><Relationship Id="rId4" Type="http://schemas.openxmlformats.org/officeDocument/2006/relationships/customXml" Target="../ink/ink54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5" Type="http://schemas.openxmlformats.org/officeDocument/2006/relationships/image" Target="NULL"/><Relationship Id="rId4" Type="http://schemas.openxmlformats.org/officeDocument/2006/relationships/customXml" Target="../ink/ink55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customXml" Target="../ink/ink56.xm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5" Type="http://schemas.openxmlformats.org/officeDocument/2006/relationships/image" Target="NULL"/><Relationship Id="rId4" Type="http://schemas.openxmlformats.org/officeDocument/2006/relationships/customXml" Target="../ink/ink57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5" Type="http://schemas.openxmlformats.org/officeDocument/2006/relationships/image" Target="NULL"/><Relationship Id="rId4" Type="http://schemas.openxmlformats.org/officeDocument/2006/relationships/customXml" Target="../ink/ink58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5" Type="http://schemas.openxmlformats.org/officeDocument/2006/relationships/image" Target="NULL"/><Relationship Id="rId4" Type="http://schemas.openxmlformats.org/officeDocument/2006/relationships/customXml" Target="../ink/ink59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3" Type="http://schemas.openxmlformats.org/officeDocument/2006/relationships/image" Target="NULL"/><Relationship Id="rId18" Type="http://schemas.openxmlformats.org/officeDocument/2006/relationships/customXml" Target="../ink/ink67.xml"/><Relationship Id="rId26" Type="http://schemas.openxmlformats.org/officeDocument/2006/relationships/customXml" Target="../ink/ink71.xml"/><Relationship Id="rId39" Type="http://schemas.openxmlformats.org/officeDocument/2006/relationships/image" Target="NULL"/><Relationship Id="rId21" Type="http://schemas.openxmlformats.org/officeDocument/2006/relationships/image" Target="NULL"/><Relationship Id="rId34" Type="http://schemas.openxmlformats.org/officeDocument/2006/relationships/customXml" Target="../ink/ink75.xml"/><Relationship Id="rId42" Type="http://schemas.openxmlformats.org/officeDocument/2006/relationships/customXml" Target="../ink/ink79.xml"/><Relationship Id="rId7" Type="http://schemas.openxmlformats.org/officeDocument/2006/relationships/image" Target="NULL"/><Relationship Id="rId2" Type="http://schemas.openxmlformats.org/officeDocument/2006/relationships/image" Target="NULL"/><Relationship Id="rId16" Type="http://schemas.openxmlformats.org/officeDocument/2006/relationships/customXml" Target="../ink/ink66.xml"/><Relationship Id="rId20" Type="http://schemas.openxmlformats.org/officeDocument/2006/relationships/customXml" Target="../ink/ink68.xml"/><Relationship Id="rId29" Type="http://schemas.openxmlformats.org/officeDocument/2006/relationships/image" Target="NULL"/><Relationship Id="rId41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61.xml"/><Relationship Id="rId11" Type="http://schemas.openxmlformats.org/officeDocument/2006/relationships/image" Target="NULL"/><Relationship Id="rId24" Type="http://schemas.openxmlformats.org/officeDocument/2006/relationships/customXml" Target="../ink/ink70.xml"/><Relationship Id="rId32" Type="http://schemas.openxmlformats.org/officeDocument/2006/relationships/customXml" Target="../ink/ink74.xml"/><Relationship Id="rId37" Type="http://schemas.openxmlformats.org/officeDocument/2006/relationships/image" Target="NULL"/><Relationship Id="rId40" Type="http://schemas.openxmlformats.org/officeDocument/2006/relationships/customXml" Target="../ink/ink78.xml"/><Relationship Id="rId5" Type="http://schemas.openxmlformats.org/officeDocument/2006/relationships/image" Target="NULL"/><Relationship Id="rId15" Type="http://schemas.openxmlformats.org/officeDocument/2006/relationships/image" Target="NULL"/><Relationship Id="rId23" Type="http://schemas.openxmlformats.org/officeDocument/2006/relationships/image" Target="NULL"/><Relationship Id="rId28" Type="http://schemas.openxmlformats.org/officeDocument/2006/relationships/customXml" Target="../ink/ink72.xml"/><Relationship Id="rId36" Type="http://schemas.openxmlformats.org/officeDocument/2006/relationships/customXml" Target="../ink/ink76.xml"/><Relationship Id="rId10" Type="http://schemas.openxmlformats.org/officeDocument/2006/relationships/customXml" Target="../ink/ink63.xml"/><Relationship Id="rId19" Type="http://schemas.openxmlformats.org/officeDocument/2006/relationships/image" Target="NULL"/><Relationship Id="rId31" Type="http://schemas.openxmlformats.org/officeDocument/2006/relationships/image" Target="NULL"/><Relationship Id="rId4" Type="http://schemas.openxmlformats.org/officeDocument/2006/relationships/customXml" Target="../ink/ink60.xml"/><Relationship Id="rId9" Type="http://schemas.openxmlformats.org/officeDocument/2006/relationships/image" Target="NULL"/><Relationship Id="rId14" Type="http://schemas.openxmlformats.org/officeDocument/2006/relationships/customXml" Target="../ink/ink65.xml"/><Relationship Id="rId22" Type="http://schemas.openxmlformats.org/officeDocument/2006/relationships/customXml" Target="../ink/ink69.xml"/><Relationship Id="rId27" Type="http://schemas.openxmlformats.org/officeDocument/2006/relationships/image" Target="NULL"/><Relationship Id="rId30" Type="http://schemas.openxmlformats.org/officeDocument/2006/relationships/customXml" Target="../ink/ink73.xml"/><Relationship Id="rId35" Type="http://schemas.openxmlformats.org/officeDocument/2006/relationships/image" Target="NULL"/><Relationship Id="rId43" Type="http://schemas.openxmlformats.org/officeDocument/2006/relationships/image" Target="NULL"/><Relationship Id="rId8" Type="http://schemas.openxmlformats.org/officeDocument/2006/relationships/customXml" Target="../ink/ink62.xml"/><Relationship Id="rId3" Type="http://schemas.openxmlformats.org/officeDocument/2006/relationships/image" Target="NULL"/><Relationship Id="rId12" Type="http://schemas.openxmlformats.org/officeDocument/2006/relationships/customXml" Target="../ink/ink64.xml"/><Relationship Id="rId17" Type="http://schemas.openxmlformats.org/officeDocument/2006/relationships/image" Target="NULL"/><Relationship Id="rId25" Type="http://schemas.openxmlformats.org/officeDocument/2006/relationships/image" Target="NULL"/><Relationship Id="rId33" Type="http://schemas.openxmlformats.org/officeDocument/2006/relationships/image" Target="NULL"/><Relationship Id="rId38" Type="http://schemas.openxmlformats.org/officeDocument/2006/relationships/customXml" Target="../ink/ink77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5" Type="http://schemas.openxmlformats.org/officeDocument/2006/relationships/image" Target="NULL"/><Relationship Id="rId4" Type="http://schemas.openxmlformats.org/officeDocument/2006/relationships/customXml" Target="../ink/ink80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customXml" Target="../ink/ink81.xml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customXml" Target="../ink/ink82.xm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customXml" Target="../ink/ink83.xm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customXml" Target="../ink/ink84.xm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customXml" Target="../ink/ink85.xm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customXml" Target="../ink/ink86.xm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87.xm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88.xm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89.xm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90.xm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customXml" Target="../ink/ink91.xm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customXml" Target="../ink/ink92.xm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hyperlink" Target="https://commons.wikimedia.org/w/index.php?curid=11901243" TargetMode="External"/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hyperlink" Target="https://commons.wikimedia.org/w/index.php?curid=11901243" TargetMode="Externa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eg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customXml" Target="../ink/ink93.xm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5" Type="http://schemas.openxmlformats.org/officeDocument/2006/relationships/image" Target="NULL"/><Relationship Id="rId4" Type="http://schemas.openxmlformats.org/officeDocument/2006/relationships/customXml" Target="../ink/ink94.xml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customXml" Target="../ink/ink95.xm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hyperlink" Target="https://commons.wikimedia.org/w/index.php?curid=11901243" TargetMode="Externa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eg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D43839E-94D1-D44C-1291-34363E318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54AD11-E7F4-8DA4-B78A-01E2FF0F414C}"/>
              </a:ext>
            </a:extLst>
          </p:cNvPr>
          <p:cNvSpPr txBox="1"/>
          <p:nvPr/>
        </p:nvSpPr>
        <p:spPr>
          <a:xfrm>
            <a:off x="889000" y="1016000"/>
            <a:ext cx="10414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2800" b="1">
                <a:solidFill>
                  <a:srgbClr val="242424"/>
                </a:solidFill>
                <a:latin typeface="Aptos Display" panose="020B0004020202020204" pitchFamily="34" charset="0"/>
              </a:rPr>
              <a:t>Multiple Linear Regression, Geometry, and Residual Analysis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44C20A-D328-8610-0F83-48614BF04B36}"/>
              </a:ext>
            </a:extLst>
          </p:cNvPr>
          <p:cNvSpPr txBox="1"/>
          <p:nvPr/>
        </p:nvSpPr>
        <p:spPr>
          <a:xfrm>
            <a:off x="1397000" y="2794000"/>
            <a:ext cx="9398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>
                <a:solidFill>
                  <a:srgbClr val="434343"/>
                </a:solidFill>
                <a:latin typeface="Aptos" panose="020B0004020202020204" pitchFamily="34" charset="0"/>
              </a:rPr>
              <a:t>Projection, Degrees of Freedom, Truth + Error, and Linear Model Structure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DD5696-8CAC-1350-CA02-A00B45C8E1C5}"/>
              </a:ext>
            </a:extLst>
          </p:cNvPr>
          <p:cNvSpPr txBox="1"/>
          <p:nvPr/>
        </p:nvSpPr>
        <p:spPr>
          <a:xfrm>
            <a:off x="2032000" y="5715000"/>
            <a:ext cx="8128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100">
                <a:solidFill>
                  <a:srgbClr val="777777"/>
                </a:solidFill>
                <a:latin typeface="Aptos" panose="020B0004020202020204" pitchFamily="34" charset="0"/>
              </a:rPr>
              <a:t>Built from L7-L11</a:t>
            </a:r>
          </a:p>
        </p:txBody>
      </p:sp>
    </p:spTree>
    <p:extLst>
      <p:ext uri="{BB962C8B-B14F-4D97-AF65-F5344CB8AC3E}">
        <p14:creationId xmlns:p14="http://schemas.microsoft.com/office/powerpoint/2010/main" val="2001875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0E694-18BB-BD28-59D8-069DBE34E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Goals for Today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8972614-F9A3-FB31-1623-8327A994BA6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Previously we looked at SLR as a </a:t>
                </a:r>
                <a:r>
                  <a:rPr lang="en-US" i="1"/>
                  <a:t>rotation </a:t>
                </a:r>
                <a:r>
                  <a:rPr lang="en-US"/>
                  <a:t>of the line until it minimized the residuals </a:t>
                </a:r>
              </a:p>
              <a:p>
                <a:pPr lvl="1"/>
                <a:r>
                  <a:rPr lang="en-US"/>
                  <a:t>Treated parameters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/>
                  <a:t> as tuning knobs</a:t>
                </a:r>
              </a:p>
              <a:p>
                <a:r>
                  <a:rPr lang="en-US"/>
                  <a:t>Today we will look at it as a </a:t>
                </a:r>
                <a:r>
                  <a:rPr lang="en-US" i="1"/>
                  <a:t>projection</a:t>
                </a:r>
                <a:r>
                  <a:rPr lang="en-US"/>
                  <a:t> from some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/>
                  <a:t>dimensional vector onto a space defined by our two parameters</a:t>
                </a:r>
              </a:p>
              <a:p>
                <a:pPr lvl="1"/>
                <a:r>
                  <a:rPr lang="en-US"/>
                  <a:t>Parameters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/>
                  <a:t> form our basis</a:t>
                </a:r>
              </a:p>
              <a:p>
                <a:pPr lvl="1"/>
                <a:r>
                  <a:rPr lang="en-US"/>
                  <a:t>We can derive SLR </a:t>
                </a:r>
                <a:r>
                  <a:rPr lang="en-US" i="1"/>
                  <a:t>without calculus</a:t>
                </a:r>
                <a:r>
                  <a:rPr lang="en-US"/>
                  <a:t>!</a:t>
                </a:r>
              </a:p>
              <a:p>
                <a:r>
                  <a:rPr lang="en-US"/>
                  <a:t>Get some insight into Degrees of Freedom (</a:t>
                </a:r>
                <a:r>
                  <a:rPr lang="en-US" err="1"/>
                  <a:t>Df</a:t>
                </a:r>
                <a:r>
                  <a:rPr lang="en-US"/>
                  <a:t>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8972614-F9A3-FB31-1623-8327A994BA6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11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18EB2F-437B-B13F-7832-950F2F35E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9132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95DD1-1283-E5F6-D08C-F36170E0B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Linear Algebra Warm-Up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379BD6-6453-80AD-05FC-75705AB6999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Vector Notation</a:t>
                </a:r>
              </a:p>
              <a:p>
                <a:r>
                  <a:rPr lang="en-US"/>
                  <a:t>What they look like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/>
                  <a:t> space</a:t>
                </a:r>
              </a:p>
              <a:p>
                <a:r>
                  <a:rPr lang="en-US"/>
                  <a:t>Vector addition (and subtraction)</a:t>
                </a:r>
              </a:p>
              <a:p>
                <a:r>
                  <a:rPr lang="en-US"/>
                  <a:t>Linear combinations of vectors </a:t>
                </a:r>
              </a:p>
              <a:p>
                <a:r>
                  <a:rPr lang="en-US"/>
                  <a:t>Dot Products</a:t>
                </a:r>
              </a:p>
              <a:p>
                <a:r>
                  <a:rPr lang="en-US"/>
                  <a:t>Projections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379BD6-6453-80AD-05FC-75705AB699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5B7E05-2A75-7C55-5B26-F9F2120B2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7652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D6315-9E38-FA7D-32BB-921215B8B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7F757-5A36-7695-9756-D11B926CF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Vector Notation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26B5F9-575C-AD24-AE48-ABA9059AC1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We can write vectors as columns: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And their transposes: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C6390E-73B8-D5E9-79E6-A092B0F5F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42702FE-A254-31D5-241D-0BB48519E2D5}"/>
                  </a:ext>
                </a:extLst>
              </p14:cNvPr>
              <p14:cNvContentPartPr/>
              <p14:nvPr/>
            </p14:nvContentPartPr>
            <p14:xfrm>
              <a:off x="1874160" y="704520"/>
              <a:ext cx="8089920" cy="45590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42702FE-A254-31D5-241D-0BB48519E2D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857960" y="688320"/>
                <a:ext cx="8122320" cy="4591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710469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7EF510-4A2B-806D-01E1-BC34655468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A9E35D0-13CF-6B22-A54E-DC27A6B6320D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What Vectors look like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/>
                  <a:t> Space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A9E35D0-13CF-6B22-A54E-DC27A6B632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11C1291-BCF0-A485-FFF1-AB5850CBF8F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11C1291-BCF0-A485-FFF1-AB5850CBF8F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F2CEF7-6E78-5EB2-9616-0BB7EF512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5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EE2ACAF-6204-D78E-AA8B-9618F22C4296}"/>
              </a:ext>
            </a:extLst>
          </p:cNvPr>
          <p:cNvCxnSpPr>
            <a:cxnSpLocks/>
          </p:cNvCxnSpPr>
          <p:nvPr/>
        </p:nvCxnSpPr>
        <p:spPr>
          <a:xfrm>
            <a:off x="5841503" y="2425048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2882261-6FD6-9AD9-B0F6-93ECB37CA85A}"/>
              </a:ext>
            </a:extLst>
          </p:cNvPr>
          <p:cNvCxnSpPr>
            <a:cxnSpLocks/>
          </p:cNvCxnSpPr>
          <p:nvPr/>
        </p:nvCxnSpPr>
        <p:spPr>
          <a:xfrm flipH="1">
            <a:off x="5841503" y="5611283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5837C32-1275-A8B7-E98B-8A864C68AF0B}"/>
                  </a:ext>
                </a:extLst>
              </p:cNvPr>
              <p:cNvSpPr txBox="1"/>
              <p:nvPr/>
            </p:nvSpPr>
            <p:spPr>
              <a:xfrm>
                <a:off x="6849533" y="5361001"/>
                <a:ext cx="6096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brk m:alnAt="7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m:rPr>
                              <m:brk m:alnAt="7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5837C32-1275-A8B7-E98B-8A864C68AF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9533" y="5361001"/>
                <a:ext cx="6096000" cy="369332"/>
              </a:xfrm>
              <a:prstGeom prst="rect">
                <a:avLst/>
              </a:prstGeom>
              <a:blipFill>
                <a:blip r:embed="rId4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A0F9D6F-D592-CB17-DB0B-86D47E62D82F}"/>
                  </a:ext>
                </a:extLst>
              </p:cNvPr>
              <p:cNvSpPr txBox="1"/>
              <p:nvPr/>
            </p:nvSpPr>
            <p:spPr>
              <a:xfrm>
                <a:off x="2614085" y="2055715"/>
                <a:ext cx="647276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A0F9D6F-D592-CB17-DB0B-86D47E62D8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4085" y="2055715"/>
                <a:ext cx="6472766" cy="369332"/>
              </a:xfrm>
              <a:prstGeom prst="rect">
                <a:avLst/>
              </a:prstGeom>
              <a:blipFill>
                <a:blip r:embed="rId5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7276BD80-DD2E-1996-8A80-AF1ACD53D8A7}"/>
                  </a:ext>
                </a:extLst>
              </p14:cNvPr>
              <p14:cNvContentPartPr/>
              <p14:nvPr/>
            </p14:nvContentPartPr>
            <p14:xfrm>
              <a:off x="2766960" y="1882800"/>
              <a:ext cx="4771080" cy="37825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7276BD80-DD2E-1996-8A80-AF1ACD53D8A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750760" y="1866600"/>
                <a:ext cx="4803480" cy="3814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880890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C9E77E-930B-8061-B02E-A1FDF46C4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62A7BAA-25D0-DF05-4C05-0B974B27258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What Vectors look like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/>
                  <a:t> Space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62A7BAA-25D0-DF05-4C05-0B974B2725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A33E813-7E61-F402-8E23-88BAC3E288F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A33E813-7E61-F402-8E23-88BAC3E288F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86A59F-635D-CF94-67EA-278C09DA3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6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268E4DC-6E2F-EB97-CE4E-F668A7BFD679}"/>
              </a:ext>
            </a:extLst>
          </p:cNvPr>
          <p:cNvCxnSpPr>
            <a:cxnSpLocks/>
          </p:cNvCxnSpPr>
          <p:nvPr/>
        </p:nvCxnSpPr>
        <p:spPr>
          <a:xfrm>
            <a:off x="7407837" y="1487304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729DE1A-DAA7-BF20-4E36-874FCF14C0CB}"/>
              </a:ext>
            </a:extLst>
          </p:cNvPr>
          <p:cNvCxnSpPr>
            <a:cxnSpLocks/>
          </p:cNvCxnSpPr>
          <p:nvPr/>
        </p:nvCxnSpPr>
        <p:spPr>
          <a:xfrm flipH="1">
            <a:off x="7407837" y="4673539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D161B8A-1C0E-3758-86B0-84D3BFCCEF52}"/>
              </a:ext>
            </a:extLst>
          </p:cNvPr>
          <p:cNvCxnSpPr>
            <a:cxnSpLocks/>
          </p:cNvCxnSpPr>
          <p:nvPr/>
        </p:nvCxnSpPr>
        <p:spPr>
          <a:xfrm flipV="1">
            <a:off x="5731933" y="4673539"/>
            <a:ext cx="1684869" cy="181933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1AD7FE6-9A45-4024-BED9-A87F6C0272D2}"/>
                  </a:ext>
                </a:extLst>
              </p:cNvPr>
              <p:cNvSpPr txBox="1"/>
              <p:nvPr/>
            </p:nvSpPr>
            <p:spPr>
              <a:xfrm>
                <a:off x="2599266" y="6374676"/>
                <a:ext cx="6096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1AD7FE6-9A45-4024-BED9-A87F6C0272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9266" y="6374676"/>
                <a:ext cx="6096000" cy="369332"/>
              </a:xfrm>
              <a:prstGeom prst="rect">
                <a:avLst/>
              </a:prstGeom>
              <a:blipFill>
                <a:blip r:embed="rId4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0AC8311-595A-0122-5139-A92C5D275BA1}"/>
                  </a:ext>
                </a:extLst>
              </p:cNvPr>
              <p:cNvSpPr txBox="1"/>
              <p:nvPr/>
            </p:nvSpPr>
            <p:spPr>
              <a:xfrm>
                <a:off x="8432800" y="4488873"/>
                <a:ext cx="6096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0AC8311-595A-0122-5139-A92C5D275B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2800" y="4488873"/>
                <a:ext cx="6096000" cy="369332"/>
              </a:xfrm>
              <a:prstGeom prst="rect">
                <a:avLst/>
              </a:prstGeom>
              <a:blipFill>
                <a:blip r:embed="rId5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72A0EDF-68A7-081A-DC43-0A1E41353191}"/>
                  </a:ext>
                </a:extLst>
              </p:cNvPr>
              <p:cNvSpPr txBox="1"/>
              <p:nvPr/>
            </p:nvSpPr>
            <p:spPr>
              <a:xfrm>
                <a:off x="3784602" y="1136691"/>
                <a:ext cx="72644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72A0EDF-68A7-081A-DC43-0A1E413531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4602" y="1136691"/>
                <a:ext cx="7264400" cy="369332"/>
              </a:xfrm>
              <a:prstGeom prst="rect">
                <a:avLst/>
              </a:prstGeom>
              <a:blipFill>
                <a:blip r:embed="rId6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716C8179-65BC-1408-CA7D-F52A169A7674}"/>
                  </a:ext>
                </a:extLst>
              </p14:cNvPr>
              <p14:cNvContentPartPr/>
              <p14:nvPr/>
            </p14:nvContentPartPr>
            <p14:xfrm>
              <a:off x="2733840" y="1754280"/>
              <a:ext cx="6942240" cy="33008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716C8179-65BC-1408-CA7D-F52A169A767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717640" y="1738080"/>
                <a:ext cx="6974640" cy="3333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669627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872BF6-739A-D620-5D1C-B6AC30F9D6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87969-78ED-9C3A-D398-5A38BE4F4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Vector addition (and subtraction)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0ACC53-DFC5-735E-83F8-A55F448292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If we add two vectors: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Subtraction: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A22864-FEA4-AF01-FB5E-6BA17B0F1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7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F7848ED-3763-D032-46C8-F5DE5BBF8154}"/>
              </a:ext>
            </a:extLst>
          </p:cNvPr>
          <p:cNvCxnSpPr>
            <a:cxnSpLocks/>
          </p:cNvCxnSpPr>
          <p:nvPr/>
        </p:nvCxnSpPr>
        <p:spPr>
          <a:xfrm>
            <a:off x="7898903" y="2425048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4DCEA27-84A9-3FFE-4FC6-E68109BDCB5F}"/>
              </a:ext>
            </a:extLst>
          </p:cNvPr>
          <p:cNvCxnSpPr>
            <a:cxnSpLocks/>
          </p:cNvCxnSpPr>
          <p:nvPr/>
        </p:nvCxnSpPr>
        <p:spPr>
          <a:xfrm flipH="1">
            <a:off x="5841503" y="5611283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5E5F5F3-B3C4-6B52-8DD9-4131A959B85B}"/>
                  </a:ext>
                </a:extLst>
              </p:cNvPr>
              <p:cNvSpPr txBox="1"/>
              <p:nvPr/>
            </p:nvSpPr>
            <p:spPr>
              <a:xfrm>
                <a:off x="6849533" y="5361001"/>
                <a:ext cx="6096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brk m:alnAt="7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m:rPr>
                              <m:brk m:alnAt="7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5E5F5F3-B3C4-6B52-8DD9-4131A959B8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9533" y="5361001"/>
                <a:ext cx="6096000" cy="369332"/>
              </a:xfrm>
              <a:prstGeom prst="rect">
                <a:avLst/>
              </a:prstGeom>
              <a:blipFill>
                <a:blip r:embed="rId2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3C1B10D-3E86-29F3-1458-6B54F9ADA94E}"/>
                  </a:ext>
                </a:extLst>
              </p:cNvPr>
              <p:cNvSpPr txBox="1"/>
              <p:nvPr/>
            </p:nvSpPr>
            <p:spPr>
              <a:xfrm>
                <a:off x="4671485" y="2042363"/>
                <a:ext cx="647276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3C1B10D-3E86-29F3-1458-6B54F9ADA9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1485" y="2042363"/>
                <a:ext cx="6472766" cy="369332"/>
              </a:xfrm>
              <a:prstGeom prst="rect">
                <a:avLst/>
              </a:prstGeom>
              <a:blipFill>
                <a:blip r:embed="rId3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BAC4054-21BD-179F-86D4-1B00C7F3081B}"/>
                  </a:ext>
                </a:extLst>
              </p14:cNvPr>
              <p14:cNvContentPartPr/>
              <p14:nvPr/>
            </p14:nvContentPartPr>
            <p14:xfrm>
              <a:off x="983520" y="2193120"/>
              <a:ext cx="9068040" cy="34246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BAC4054-21BD-179F-86D4-1B00C7F3081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67320" y="2176920"/>
                <a:ext cx="9100440" cy="3457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803072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A8217C-47F8-D214-CA11-0BC81512B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F2237-8DD9-B8C8-D518-9C96EFEE5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Linear combinations of vectors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C9BD2F-6DE7-52A3-F394-44B79A6C82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What do I mean by “linear combinations”?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E72E3A-2B5F-4D2B-2C96-FE4E81856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8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D49A918-26BE-BE6B-9FAF-4A673D7027F9}"/>
              </a:ext>
            </a:extLst>
          </p:cNvPr>
          <p:cNvCxnSpPr>
            <a:cxnSpLocks/>
          </p:cNvCxnSpPr>
          <p:nvPr/>
        </p:nvCxnSpPr>
        <p:spPr>
          <a:xfrm>
            <a:off x="9847389" y="2798468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7E0F671-82C7-BF00-0293-F3B413E34E3B}"/>
              </a:ext>
            </a:extLst>
          </p:cNvPr>
          <p:cNvCxnSpPr>
            <a:cxnSpLocks/>
          </p:cNvCxnSpPr>
          <p:nvPr/>
        </p:nvCxnSpPr>
        <p:spPr>
          <a:xfrm flipH="1">
            <a:off x="7789989" y="5984703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B590ECC-D5CE-CF1F-B3D2-E4D980C14ED7}"/>
                  </a:ext>
                </a:extLst>
              </p:cNvPr>
              <p:cNvSpPr txBox="1"/>
              <p:nvPr/>
            </p:nvSpPr>
            <p:spPr>
              <a:xfrm>
                <a:off x="8798019" y="5734421"/>
                <a:ext cx="6096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brk m:alnAt="7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m:rPr>
                              <m:brk m:alnAt="7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B590ECC-D5CE-CF1F-B3D2-E4D980C14E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8019" y="5734421"/>
                <a:ext cx="6096000" cy="369332"/>
              </a:xfrm>
              <a:prstGeom prst="rect">
                <a:avLst/>
              </a:prstGeom>
              <a:blipFill>
                <a:blip r:embed="rId2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4322A24-E7B5-E38C-A7D2-4515D02539ED}"/>
                  </a:ext>
                </a:extLst>
              </p:cNvPr>
              <p:cNvSpPr txBox="1"/>
              <p:nvPr/>
            </p:nvSpPr>
            <p:spPr>
              <a:xfrm>
                <a:off x="6619971" y="2415783"/>
                <a:ext cx="647276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4322A24-E7B5-E38C-A7D2-4515D02539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9971" y="2415783"/>
                <a:ext cx="6472766" cy="369332"/>
              </a:xfrm>
              <a:prstGeom prst="rect">
                <a:avLst/>
              </a:prstGeom>
              <a:blipFill>
                <a:blip r:embed="rId3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5B1BE308-D11A-2BD5-FF55-EDC469A382D9}"/>
                  </a:ext>
                </a:extLst>
              </p14:cNvPr>
              <p14:cNvContentPartPr/>
              <p14:nvPr/>
            </p14:nvContentPartPr>
            <p14:xfrm>
              <a:off x="983520" y="226080"/>
              <a:ext cx="10748160" cy="577728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5B1BE308-D11A-2BD5-FF55-EDC469A382D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67320" y="209880"/>
                <a:ext cx="10780560" cy="580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19452354-923C-6D5C-6D03-5B6B294EB8E5}"/>
                  </a:ext>
                </a:extLst>
              </p14:cNvPr>
              <p14:cNvContentPartPr/>
              <p14:nvPr/>
            </p14:nvContentPartPr>
            <p14:xfrm>
              <a:off x="10382647" y="4295060"/>
              <a:ext cx="158040" cy="2811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19452354-923C-6D5C-6D03-5B6B294EB8E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371872" y="4284260"/>
                <a:ext cx="179232" cy="30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A1829A7C-475C-0DFE-7EB9-BF07564C1402}"/>
                  </a:ext>
                </a:extLst>
              </p14:cNvPr>
              <p14:cNvContentPartPr/>
              <p14:nvPr/>
            </p14:nvContentPartPr>
            <p14:xfrm>
              <a:off x="10460407" y="5626340"/>
              <a:ext cx="132840" cy="29088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A1829A7C-475C-0DFE-7EB9-BF07564C140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449607" y="5615540"/>
                <a:ext cx="154080" cy="31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F687EF45-4F54-08A8-E144-71EB5D896422}"/>
                  </a:ext>
                </a:extLst>
              </p14:cNvPr>
              <p14:cNvContentPartPr/>
              <p14:nvPr/>
            </p14:nvContentPartPr>
            <p14:xfrm>
              <a:off x="9617647" y="5518700"/>
              <a:ext cx="140760" cy="2235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F687EF45-4F54-08A8-E144-71EB5D896422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606847" y="5507900"/>
                <a:ext cx="162000" cy="24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B2EE5397-E731-394F-AD5F-96DC18495D7D}"/>
                  </a:ext>
                </a:extLst>
              </p14:cNvPr>
              <p14:cNvContentPartPr/>
              <p14:nvPr/>
            </p14:nvContentPartPr>
            <p14:xfrm>
              <a:off x="5363432" y="2546300"/>
              <a:ext cx="279720" cy="32256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B2EE5397-E731-394F-AD5F-96DC18495D7D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352632" y="2535500"/>
                <a:ext cx="300960" cy="34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0F341E22-8031-5F0A-76ED-382ACD2C8E87}"/>
                  </a:ext>
                </a:extLst>
              </p14:cNvPr>
              <p14:cNvContentPartPr/>
              <p14:nvPr/>
            </p14:nvContentPartPr>
            <p14:xfrm>
              <a:off x="4081112" y="2445860"/>
              <a:ext cx="1011240" cy="39384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0F341E22-8031-5F0A-76ED-382ACD2C8E87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070312" y="2435060"/>
                <a:ext cx="1032480" cy="41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9D075C21-7B74-8750-03DC-759404AD6F13}"/>
                  </a:ext>
                </a:extLst>
              </p14:cNvPr>
              <p14:cNvContentPartPr/>
              <p14:nvPr/>
            </p14:nvContentPartPr>
            <p14:xfrm>
              <a:off x="6831872" y="2431460"/>
              <a:ext cx="1206720" cy="34416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9D075C21-7B74-8750-03DC-759404AD6F13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821072" y="2420660"/>
                <a:ext cx="1227960" cy="36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953F2B70-F7C9-7A3E-DABE-37F425483833}"/>
                  </a:ext>
                </a:extLst>
              </p14:cNvPr>
              <p14:cNvContentPartPr/>
              <p14:nvPr/>
            </p14:nvContentPartPr>
            <p14:xfrm>
              <a:off x="6179912" y="2445860"/>
              <a:ext cx="351720" cy="32256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953F2B70-F7C9-7A3E-DABE-37F425483833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169101" y="2435072"/>
                <a:ext cx="372982" cy="343776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223977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DB11DC-A669-5D8A-9DE1-C95EAC6B3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78887-F780-9CF7-CC99-6DEE0CE81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Matrix Notation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66F6E2-F628-9C58-FD76-3DBBBC881D4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A matrix has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/>
                  <a:t>rows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/>
                  <a:t> columns.</a:t>
                </a:r>
              </a:p>
              <a:p>
                <a:endParaRPr lang="en-US"/>
              </a:p>
              <a:p>
                <a:endParaRPr lang="en-US"/>
              </a:p>
              <a:p>
                <a:r>
                  <a:rPr lang="en-US"/>
                  <a:t>Is addition/subtraction commutative?</a:t>
                </a:r>
              </a:p>
              <a:p>
                <a:endParaRPr lang="en-US"/>
              </a:p>
              <a:p>
                <a:r>
                  <a:rPr lang="en-US"/>
                  <a:t>What about multiplication?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66F6E2-F628-9C58-FD76-3DBBBC881D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A6F077-CEFE-5EFA-DBFA-B1D09A805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9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47323A9-DEB6-DB3D-E0C1-FF3290FDB575}"/>
                  </a:ext>
                </a:extLst>
              </p14:cNvPr>
              <p14:cNvContentPartPr/>
              <p14:nvPr/>
            </p14:nvContentPartPr>
            <p14:xfrm>
              <a:off x="1484280" y="2392200"/>
              <a:ext cx="9782280" cy="41335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47323A9-DEB6-DB3D-E0C1-FF3290FDB57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68080" y="2376000"/>
                <a:ext cx="9814680" cy="4165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020139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D9FA9-F45C-60D0-6B10-7A1277B98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3EEEB-E5A0-9000-1E75-A63FFEBA8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Dot Products and their properties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535C12-8A0C-CDC3-08EF-05317F1C77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Formulas: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C3BEA7-AC88-6935-4A00-C9F488505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10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FE8C09C-3E82-00F8-7B3F-8B0F2F32FC45}"/>
                  </a:ext>
                </a:extLst>
              </p14:cNvPr>
              <p14:cNvContentPartPr/>
              <p14:nvPr/>
            </p14:nvContentPartPr>
            <p14:xfrm>
              <a:off x="2697840" y="1584000"/>
              <a:ext cx="8537760" cy="43081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FE8C09C-3E82-00F8-7B3F-8B0F2F32FC4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681640" y="1567800"/>
                <a:ext cx="8570160" cy="434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101C0F3F-B7F3-A8C4-42BC-8040A38DC764}"/>
                  </a:ext>
                </a:extLst>
              </p14:cNvPr>
              <p14:cNvContentPartPr/>
              <p14:nvPr/>
            </p14:nvContentPartPr>
            <p14:xfrm>
              <a:off x="4022963" y="3932509"/>
              <a:ext cx="147240" cy="946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101C0F3F-B7F3-A8C4-42BC-8040A38DC76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012163" y="3921709"/>
                <a:ext cx="168480" cy="11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FCF203FE-826E-8FC1-7B5A-BEEFA53322F4}"/>
                  </a:ext>
                </a:extLst>
              </p14:cNvPr>
              <p14:cNvContentPartPr/>
              <p14:nvPr/>
            </p14:nvContentPartPr>
            <p14:xfrm>
              <a:off x="4516163" y="3911629"/>
              <a:ext cx="147240" cy="9468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FCF203FE-826E-8FC1-7B5A-BEEFA53322F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505363" y="3900829"/>
                <a:ext cx="168480" cy="115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541157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AA3387-3B3D-CA70-8989-8F27F5FD9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E481C-9E8D-283D-4EC1-EEF53E6C3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Projections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9236DC-FBE1-80E3-6CE3-D4BACAB188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We can project a vector onto another vector: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pPr marL="0" indent="0">
              <a:buNone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E96A05-4AD7-339D-29BA-48D25058D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11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6108F6C8-4A2D-8E7F-29E9-6443EA15B975}"/>
                  </a:ext>
                </a:extLst>
              </p14:cNvPr>
              <p14:cNvContentPartPr/>
              <p14:nvPr/>
            </p14:nvContentPartPr>
            <p14:xfrm>
              <a:off x="1412640" y="2230920"/>
              <a:ext cx="7426080" cy="43462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6108F6C8-4A2D-8E7F-29E9-6443EA15B97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96440" y="2214720"/>
                <a:ext cx="7458480" cy="4378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472705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556D8-6EAE-F79F-C678-DFABC1F2E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Linear Regression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651D29B-E73C-C8C1-8DD0-D76D0862F27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We have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/>
                  <a:t> data points,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,…,(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/>
              </a:p>
              <a:p>
                <a:r>
                  <a:rPr lang="en-US"/>
                  <a:t>We want to draw the “best” line through them but we are overdetermined.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651D29B-E73C-C8C1-8DD0-D76D0862F27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4B3186-579B-1CD9-D01A-316A27646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12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78ECBD2-244B-249C-5445-E34ABB701222}"/>
              </a:ext>
            </a:extLst>
          </p:cNvPr>
          <p:cNvCxnSpPr>
            <a:cxnSpLocks/>
          </p:cNvCxnSpPr>
          <p:nvPr/>
        </p:nvCxnSpPr>
        <p:spPr>
          <a:xfrm>
            <a:off x="3572436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4C27A7D-21F2-D50C-E38A-026BDE582348}"/>
              </a:ext>
            </a:extLst>
          </p:cNvPr>
          <p:cNvCxnSpPr>
            <a:cxnSpLocks/>
          </p:cNvCxnSpPr>
          <p:nvPr/>
        </p:nvCxnSpPr>
        <p:spPr>
          <a:xfrm flipH="1">
            <a:off x="3572436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A3495FC7-DAE3-08E8-F679-A9222F6D2871}"/>
              </a:ext>
            </a:extLst>
          </p:cNvPr>
          <p:cNvSpPr/>
          <p:nvPr/>
        </p:nvSpPr>
        <p:spPr>
          <a:xfrm>
            <a:off x="5693218" y="497502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872DA69-72A6-0F7B-5C9F-A422F05E0FB7}"/>
              </a:ext>
            </a:extLst>
          </p:cNvPr>
          <p:cNvSpPr/>
          <p:nvPr/>
        </p:nvSpPr>
        <p:spPr>
          <a:xfrm>
            <a:off x="5631930" y="441595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04D495B-9C82-866F-7A50-B95986AA0D70}"/>
              </a:ext>
            </a:extLst>
          </p:cNvPr>
          <p:cNvSpPr/>
          <p:nvPr/>
        </p:nvSpPr>
        <p:spPr>
          <a:xfrm>
            <a:off x="6800537" y="349645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1E92227-7F65-2EB3-8573-9E2E545AB35F}"/>
              </a:ext>
            </a:extLst>
          </p:cNvPr>
          <p:cNvSpPr/>
          <p:nvPr/>
        </p:nvSpPr>
        <p:spPr>
          <a:xfrm>
            <a:off x="6162457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A54BA83-7899-2F63-D50C-37F4F27E791E}"/>
              </a:ext>
            </a:extLst>
          </p:cNvPr>
          <p:cNvSpPr/>
          <p:nvPr/>
        </p:nvSpPr>
        <p:spPr>
          <a:xfrm>
            <a:off x="5271541" y="4860002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2A192CD-C426-DD59-887B-BC5C8002D958}"/>
              </a:ext>
            </a:extLst>
          </p:cNvPr>
          <p:cNvSpPr/>
          <p:nvPr/>
        </p:nvSpPr>
        <p:spPr>
          <a:xfrm>
            <a:off x="6800537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55D98A3-95F0-15A1-3896-746D678807FD}"/>
              </a:ext>
            </a:extLst>
          </p:cNvPr>
          <p:cNvSpPr/>
          <p:nvPr/>
        </p:nvSpPr>
        <p:spPr>
          <a:xfrm>
            <a:off x="4669749" y="5787648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0EA41B1-BA3B-71FD-7778-8E1C9D95D25F}"/>
              </a:ext>
            </a:extLst>
          </p:cNvPr>
          <p:cNvSpPr/>
          <p:nvPr/>
        </p:nvSpPr>
        <p:spPr>
          <a:xfrm>
            <a:off x="4064287" y="588507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AEED635-87EC-319B-D0A0-4612D9C0FBB2}"/>
              </a:ext>
            </a:extLst>
          </p:cNvPr>
          <p:cNvCxnSpPr>
            <a:cxnSpLocks/>
          </p:cNvCxnSpPr>
          <p:nvPr/>
        </p:nvCxnSpPr>
        <p:spPr>
          <a:xfrm>
            <a:off x="3572436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321224F-6277-0830-BFEF-E1688460E697}"/>
              </a:ext>
            </a:extLst>
          </p:cNvPr>
          <p:cNvCxnSpPr>
            <a:cxnSpLocks/>
          </p:cNvCxnSpPr>
          <p:nvPr/>
        </p:nvCxnSpPr>
        <p:spPr>
          <a:xfrm flipH="1">
            <a:off x="3572436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8F2BEB83-68B9-98CC-5184-5DF3CC832360}"/>
              </a:ext>
            </a:extLst>
          </p:cNvPr>
          <p:cNvSpPr/>
          <p:nvPr/>
        </p:nvSpPr>
        <p:spPr>
          <a:xfrm>
            <a:off x="4914901" y="527538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085560C-A09B-1D6F-8AE2-BD2941E9CC88}"/>
              </a:ext>
            </a:extLst>
          </p:cNvPr>
          <p:cNvSpPr/>
          <p:nvPr/>
        </p:nvSpPr>
        <p:spPr>
          <a:xfrm>
            <a:off x="6059150" y="443094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0150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364506-85B5-78CD-9BAB-F8FE42D3B6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55F82-E272-C176-A540-CC174EE76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Linear Regression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BCA40DA-FFD5-7B63-6C42-D67A62C0E19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We have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/>
                  <a:t> data points,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/>
              </a:p>
              <a:p>
                <a:r>
                  <a:rPr lang="en-US"/>
                  <a:t>We want to draw the “best” line through them but we are </a:t>
                </a:r>
                <a:r>
                  <a:rPr lang="en-US" i="1"/>
                  <a:t>still</a:t>
                </a:r>
                <a:r>
                  <a:rPr lang="en-US"/>
                  <a:t>  overdetermined.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BCA40DA-FFD5-7B63-6C42-D67A62C0E19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0773E3-8A69-CADF-14D4-00A1FE0A4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13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2107F8E-43E8-D903-9021-2048BC4B2FF5}"/>
              </a:ext>
            </a:extLst>
          </p:cNvPr>
          <p:cNvCxnSpPr>
            <a:cxnSpLocks/>
          </p:cNvCxnSpPr>
          <p:nvPr/>
        </p:nvCxnSpPr>
        <p:spPr>
          <a:xfrm>
            <a:off x="3572436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05995FA-B00F-BC1D-9C81-E64794E8A858}"/>
              </a:ext>
            </a:extLst>
          </p:cNvPr>
          <p:cNvCxnSpPr>
            <a:cxnSpLocks/>
          </p:cNvCxnSpPr>
          <p:nvPr/>
        </p:nvCxnSpPr>
        <p:spPr>
          <a:xfrm flipH="1">
            <a:off x="3572436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4B650FD0-BBF7-0B33-2510-C3D0C454CBA9}"/>
              </a:ext>
            </a:extLst>
          </p:cNvPr>
          <p:cNvSpPr/>
          <p:nvPr/>
        </p:nvSpPr>
        <p:spPr>
          <a:xfrm>
            <a:off x="6800537" y="349645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D074011-631C-1296-8C94-051AF4B7C970}"/>
              </a:ext>
            </a:extLst>
          </p:cNvPr>
          <p:cNvCxnSpPr>
            <a:cxnSpLocks/>
          </p:cNvCxnSpPr>
          <p:nvPr/>
        </p:nvCxnSpPr>
        <p:spPr>
          <a:xfrm>
            <a:off x="3572436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DF950CD-9E36-4660-62A4-F0D48C6B7105}"/>
              </a:ext>
            </a:extLst>
          </p:cNvPr>
          <p:cNvCxnSpPr>
            <a:cxnSpLocks/>
          </p:cNvCxnSpPr>
          <p:nvPr/>
        </p:nvCxnSpPr>
        <p:spPr>
          <a:xfrm flipH="1">
            <a:off x="3572436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24C93874-8EFA-527A-EA8A-F37C9E31716A}"/>
              </a:ext>
            </a:extLst>
          </p:cNvPr>
          <p:cNvSpPr/>
          <p:nvPr/>
        </p:nvSpPr>
        <p:spPr>
          <a:xfrm>
            <a:off x="4914901" y="527538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856A8F6-6BDF-94A3-6AB9-0D6D4A5FE38F}"/>
              </a:ext>
            </a:extLst>
          </p:cNvPr>
          <p:cNvSpPr/>
          <p:nvPr/>
        </p:nvSpPr>
        <p:spPr>
          <a:xfrm>
            <a:off x="6059150" y="443094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F05BB976-4B5C-1DA4-EA35-04FD3610E70B}"/>
                  </a:ext>
                </a:extLst>
              </p14:cNvPr>
              <p14:cNvContentPartPr/>
              <p14:nvPr/>
            </p14:nvContentPartPr>
            <p14:xfrm>
              <a:off x="9734040" y="2799720"/>
              <a:ext cx="579960" cy="1468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F05BB976-4B5C-1DA4-EA35-04FD3610E70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717840" y="2783520"/>
                <a:ext cx="612360" cy="179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469298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AAD4DA-647E-9596-25CC-2F1ABEEE4E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BF35A-2747-0694-5200-D6A211546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Linear Regression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D1FE1A3-BDE1-6DAB-3CDD-E99DA694B0F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447170" y="1825625"/>
                <a:ext cx="5906629" cy="4351338"/>
              </a:xfrm>
            </p:spPr>
            <p:txBody>
              <a:bodyPr/>
              <a:lstStyle/>
              <a:p>
                <a:r>
                  <a:rPr lang="en-US"/>
                  <a:t>We can write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/>
                  <a:t> (3 in this example) equations with 2 unknowns:</a:t>
                </a:r>
              </a:p>
              <a:p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b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r>
                  <a:rPr lang="en-US"/>
                  <a:t>Since we are overdetermined, we (most likely) don’t have a single solution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D1FE1A3-BDE1-6DAB-3CDD-E99DA694B0F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447170" y="1825625"/>
                <a:ext cx="5906629" cy="4351338"/>
              </a:xfrm>
              <a:blipFill>
                <a:blip r:embed="rId2"/>
                <a:stretch>
                  <a:fillRect l="-1860" t="-2241" b="-3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D463BC-6A57-2BF8-189D-FF6D2F807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14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611831E-F648-9474-FC28-487022FF8507}"/>
              </a:ext>
            </a:extLst>
          </p:cNvPr>
          <p:cNvCxnSpPr>
            <a:cxnSpLocks/>
          </p:cNvCxnSpPr>
          <p:nvPr/>
        </p:nvCxnSpPr>
        <p:spPr>
          <a:xfrm>
            <a:off x="736102" y="2391182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90BD33D-B382-B05D-8B25-39F69AE927C2}"/>
              </a:ext>
            </a:extLst>
          </p:cNvPr>
          <p:cNvCxnSpPr>
            <a:cxnSpLocks/>
          </p:cNvCxnSpPr>
          <p:nvPr/>
        </p:nvCxnSpPr>
        <p:spPr>
          <a:xfrm flipH="1">
            <a:off x="736102" y="5577417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95679B30-5DCA-3DC6-9060-95C5A0FD20DC}"/>
              </a:ext>
            </a:extLst>
          </p:cNvPr>
          <p:cNvSpPr/>
          <p:nvPr/>
        </p:nvSpPr>
        <p:spPr>
          <a:xfrm>
            <a:off x="4065803" y="2499897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C345C57-15B4-E854-7817-BC62A2FF1FA0}"/>
              </a:ext>
            </a:extLst>
          </p:cNvPr>
          <p:cNvCxnSpPr>
            <a:cxnSpLocks/>
          </p:cNvCxnSpPr>
          <p:nvPr/>
        </p:nvCxnSpPr>
        <p:spPr>
          <a:xfrm>
            <a:off x="736102" y="2391182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7EBB2D2-DCF1-4655-5FFF-2CDBBEB3F8DF}"/>
              </a:ext>
            </a:extLst>
          </p:cNvPr>
          <p:cNvCxnSpPr>
            <a:cxnSpLocks/>
          </p:cNvCxnSpPr>
          <p:nvPr/>
        </p:nvCxnSpPr>
        <p:spPr>
          <a:xfrm flipH="1">
            <a:off x="736102" y="5577417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B97CE1AF-97E5-87DE-BA92-D6D5A4889EDD}"/>
              </a:ext>
            </a:extLst>
          </p:cNvPr>
          <p:cNvSpPr/>
          <p:nvPr/>
        </p:nvSpPr>
        <p:spPr>
          <a:xfrm>
            <a:off x="1587864" y="4296498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719D15F-C02E-F811-7291-E5702ED83303}"/>
              </a:ext>
            </a:extLst>
          </p:cNvPr>
          <p:cNvSpPr/>
          <p:nvPr/>
        </p:nvSpPr>
        <p:spPr>
          <a:xfrm>
            <a:off x="3222816" y="3652007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8820AEB-F8A1-6FC4-FF20-B78CB08F19D6}"/>
                  </a:ext>
                </a:extLst>
              </p:cNvPr>
              <p:cNvSpPr txBox="1"/>
              <p:nvPr/>
            </p:nvSpPr>
            <p:spPr>
              <a:xfrm>
                <a:off x="698621" y="3838853"/>
                <a:ext cx="1244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8820AEB-F8A1-6FC4-FF20-B78CB08F19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621" y="3838853"/>
                <a:ext cx="1244600" cy="369332"/>
              </a:xfrm>
              <a:prstGeom prst="rect">
                <a:avLst/>
              </a:prstGeom>
              <a:blipFill>
                <a:blip r:embed="rId3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A4E89A9-18E4-A325-67AA-D1E28DDB3A66}"/>
                  </a:ext>
                </a:extLst>
              </p:cNvPr>
              <p:cNvSpPr txBox="1"/>
              <p:nvPr/>
            </p:nvSpPr>
            <p:spPr>
              <a:xfrm>
                <a:off x="3141374" y="3764408"/>
                <a:ext cx="1244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A4E89A9-18E4-A325-67AA-D1E28DDB3A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1374" y="3764408"/>
                <a:ext cx="1244600" cy="369332"/>
              </a:xfrm>
              <a:prstGeom prst="rect">
                <a:avLst/>
              </a:prstGeom>
              <a:blipFill>
                <a:blip r:embed="rId4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69EBD30-69AD-3E86-ADE9-7151FCDB05EC}"/>
                  </a:ext>
                </a:extLst>
              </p:cNvPr>
              <p:cNvSpPr txBox="1"/>
              <p:nvPr/>
            </p:nvSpPr>
            <p:spPr>
              <a:xfrm>
                <a:off x="3953369" y="2624261"/>
                <a:ext cx="1244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69EBD30-69AD-3E86-ADE9-7151FCDB05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3369" y="2624261"/>
                <a:ext cx="1244600" cy="369332"/>
              </a:xfrm>
              <a:prstGeom prst="rect">
                <a:avLst/>
              </a:prstGeom>
              <a:blipFill>
                <a:blip r:embed="rId5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9BBE9EC-0AE1-D59A-120D-9DFF6A94E3FE}"/>
              </a:ext>
            </a:extLst>
          </p:cNvPr>
          <p:cNvCxnSpPr>
            <a:cxnSpLocks/>
          </p:cNvCxnSpPr>
          <p:nvPr/>
        </p:nvCxnSpPr>
        <p:spPr>
          <a:xfrm flipV="1">
            <a:off x="632844" y="2391182"/>
            <a:ext cx="3930375" cy="2858151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36544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AA70E3-3FA3-D1C2-E39B-0D6316D80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96B22-1CF0-E4C0-432F-C040E3B3D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710333" cy="1325563"/>
          </a:xfrm>
        </p:spPr>
        <p:txBody>
          <a:bodyPr>
            <a:normAutofit/>
          </a:bodyPr>
          <a:lstStyle/>
          <a:p>
            <a:r>
              <a:rPr lang="en-US" sz="4000"/>
              <a:t>Linear Regression (This Time, Using Linear Algebra)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9D6B965-01FF-9514-0A05-B6240932201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447170" y="1825625"/>
                <a:ext cx="5906629" cy="4351338"/>
              </a:xfrm>
            </p:spPr>
            <p:txBody>
              <a:bodyPr/>
              <a:lstStyle/>
              <a:p>
                <a:r>
                  <a:rPr lang="en-US"/>
                  <a:t>We can use </a:t>
                </a:r>
                <a:r>
                  <a:rPr lang="en-US" i="1"/>
                  <a:t>projection</a:t>
                </a:r>
                <a:r>
                  <a:rPr lang="en-US"/>
                  <a:t> as a tool to find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/>
                  <a:t> to estimate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/>
                  <a:t>.</a:t>
                </a:r>
              </a:p>
              <a:p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9D6B965-01FF-9514-0A05-B6240932201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447170" y="1825625"/>
                <a:ext cx="5906629" cy="4351338"/>
              </a:xfrm>
              <a:blipFill>
                <a:blip r:embed="rId2"/>
                <a:stretch>
                  <a:fillRect l="-1860" t="-2241" r="-2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952A7D-2703-F97B-0F39-10689D172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15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A29C767-5134-ED22-BE9A-35390785C93F}"/>
              </a:ext>
            </a:extLst>
          </p:cNvPr>
          <p:cNvCxnSpPr>
            <a:cxnSpLocks/>
          </p:cNvCxnSpPr>
          <p:nvPr/>
        </p:nvCxnSpPr>
        <p:spPr>
          <a:xfrm>
            <a:off x="736102" y="2391182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D6724B1-10DA-EF5D-9143-2D95E7618CE2}"/>
              </a:ext>
            </a:extLst>
          </p:cNvPr>
          <p:cNvCxnSpPr>
            <a:cxnSpLocks/>
          </p:cNvCxnSpPr>
          <p:nvPr/>
        </p:nvCxnSpPr>
        <p:spPr>
          <a:xfrm flipH="1">
            <a:off x="736102" y="5577417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4D9DE6AF-6D0D-425E-71A6-94856C756661}"/>
              </a:ext>
            </a:extLst>
          </p:cNvPr>
          <p:cNvSpPr/>
          <p:nvPr/>
        </p:nvSpPr>
        <p:spPr>
          <a:xfrm>
            <a:off x="4065803" y="2499897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5CA5AFA-163C-D2CB-0118-E88E55EDC19F}"/>
              </a:ext>
            </a:extLst>
          </p:cNvPr>
          <p:cNvCxnSpPr>
            <a:cxnSpLocks/>
          </p:cNvCxnSpPr>
          <p:nvPr/>
        </p:nvCxnSpPr>
        <p:spPr>
          <a:xfrm>
            <a:off x="736102" y="2391182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5888474-779A-5B1C-CA47-3015878C7DA5}"/>
              </a:ext>
            </a:extLst>
          </p:cNvPr>
          <p:cNvCxnSpPr>
            <a:cxnSpLocks/>
          </p:cNvCxnSpPr>
          <p:nvPr/>
        </p:nvCxnSpPr>
        <p:spPr>
          <a:xfrm flipH="1">
            <a:off x="736102" y="5577417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B49367DF-4499-0198-3B4F-116B29365FB3}"/>
              </a:ext>
            </a:extLst>
          </p:cNvPr>
          <p:cNvSpPr/>
          <p:nvPr/>
        </p:nvSpPr>
        <p:spPr>
          <a:xfrm>
            <a:off x="1587864" y="4296498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99631BD-66C5-30FA-F4BC-85CE1425EDA0}"/>
              </a:ext>
            </a:extLst>
          </p:cNvPr>
          <p:cNvSpPr/>
          <p:nvPr/>
        </p:nvSpPr>
        <p:spPr>
          <a:xfrm>
            <a:off x="3222816" y="3652007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CCEEC3D-57A4-6B74-116E-76CA48B74E30}"/>
                  </a:ext>
                </a:extLst>
              </p:cNvPr>
              <p:cNvSpPr txBox="1"/>
              <p:nvPr/>
            </p:nvSpPr>
            <p:spPr>
              <a:xfrm>
                <a:off x="698621" y="3838853"/>
                <a:ext cx="1244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CCEEC3D-57A4-6B74-116E-76CA48B74E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621" y="3838853"/>
                <a:ext cx="1244600" cy="369332"/>
              </a:xfrm>
              <a:prstGeom prst="rect">
                <a:avLst/>
              </a:prstGeom>
              <a:blipFill>
                <a:blip r:embed="rId3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2CFB4F9-672F-309A-E5A9-F6407A5045D0}"/>
                  </a:ext>
                </a:extLst>
              </p:cNvPr>
              <p:cNvSpPr txBox="1"/>
              <p:nvPr/>
            </p:nvSpPr>
            <p:spPr>
              <a:xfrm>
                <a:off x="3141374" y="3764408"/>
                <a:ext cx="1244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2CFB4F9-672F-309A-E5A9-F6407A5045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1374" y="3764408"/>
                <a:ext cx="1244600" cy="369332"/>
              </a:xfrm>
              <a:prstGeom prst="rect">
                <a:avLst/>
              </a:prstGeom>
              <a:blipFill>
                <a:blip r:embed="rId4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8683B9C-9EB0-70E6-CB6B-868C8B9FFFB0}"/>
                  </a:ext>
                </a:extLst>
              </p:cNvPr>
              <p:cNvSpPr txBox="1"/>
              <p:nvPr/>
            </p:nvSpPr>
            <p:spPr>
              <a:xfrm>
                <a:off x="3953369" y="2624261"/>
                <a:ext cx="1244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8683B9C-9EB0-70E6-CB6B-868C8B9FFF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3369" y="2624261"/>
                <a:ext cx="1244600" cy="369332"/>
              </a:xfrm>
              <a:prstGeom prst="rect">
                <a:avLst/>
              </a:prstGeom>
              <a:blipFill>
                <a:blip r:embed="rId5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BC05980-276B-AA3F-8AB3-D3AF791F8113}"/>
              </a:ext>
            </a:extLst>
          </p:cNvPr>
          <p:cNvCxnSpPr>
            <a:cxnSpLocks/>
          </p:cNvCxnSpPr>
          <p:nvPr/>
        </p:nvCxnSpPr>
        <p:spPr>
          <a:xfrm flipV="1">
            <a:off x="632844" y="2391182"/>
            <a:ext cx="3930375" cy="2858151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92518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347AB1-7E3D-AC23-414C-193222F266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10759-7776-29CA-BE71-71A73A05D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Rewriting our 3 Equations in Vector Notation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C8BEB04-7983-B379-01DF-87D5C9F32DE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C8BEB04-7983-B379-01DF-87D5C9F32DE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F5FA6D-E2BC-FA41-472A-7A0C24026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16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7AC9155-7703-ECDE-D9C3-A6E2A2AF81A8}"/>
                  </a:ext>
                </a:extLst>
              </p14:cNvPr>
              <p14:cNvContentPartPr/>
              <p14:nvPr/>
            </p14:nvContentPartPr>
            <p14:xfrm>
              <a:off x="5254200" y="3196800"/>
              <a:ext cx="3207960" cy="19198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7AC9155-7703-ECDE-D9C3-A6E2A2AF81A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238000" y="3180600"/>
                <a:ext cx="3240360" cy="195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F1243147-6881-B70C-2080-073F387B7A64}"/>
                  </a:ext>
                </a:extLst>
              </p14:cNvPr>
              <p14:cNvContentPartPr/>
              <p14:nvPr/>
            </p14:nvContentPartPr>
            <p14:xfrm>
              <a:off x="7008803" y="3150589"/>
              <a:ext cx="289080" cy="79308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F1243147-6881-B70C-2080-073F387B7A6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993323" y="3135102"/>
                <a:ext cx="319680" cy="823694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479129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ADAF4C-7D7C-D153-6743-221A1CA9D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DE62E-655A-93EA-A23B-DB87B2F64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Drawing them in 3D space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DB175B3-8E04-39C6-F647-21E5B0CEDFB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4123267" cy="4351338"/>
              </a:xfrm>
              <a:ln>
                <a:noFill/>
              </a:ln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rgbClr val="0432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solidFill>
                                          <a:srgbClr val="0432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solidFill>
                                          <a:srgbClr val="0432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rgbClr val="0432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rgbClr val="0432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rgbClr val="0432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rgbClr val="0432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rgbClr val="0432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rgbClr val="0432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solidFill>
                                <a:srgbClr val="FF93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solidFill>
                                    <a:srgbClr val="FF93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rgbClr val="FF93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rgbClr val="FF93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rgbClr val="FF93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rgbClr val="FF93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rgbClr val="FF93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rgbClr val="FF93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rgbClr val="FF93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rgbClr val="FF93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rgbClr val="FF93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DB175B3-8E04-39C6-F647-21E5B0CEDF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4123267" cy="4351338"/>
              </a:xfr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B104FE-7B9A-A251-D4FE-87072010A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17</a:t>
            </a:fld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4A4D628-42D6-0B87-E637-32B33F90B241}"/>
              </a:ext>
            </a:extLst>
          </p:cNvPr>
          <p:cNvCxnSpPr>
            <a:cxnSpLocks/>
          </p:cNvCxnSpPr>
          <p:nvPr/>
        </p:nvCxnSpPr>
        <p:spPr>
          <a:xfrm flipH="1">
            <a:off x="4724400" y="3852333"/>
            <a:ext cx="1371600" cy="1576914"/>
          </a:xfrm>
          <a:prstGeom prst="straightConnector1">
            <a:avLst/>
          </a:prstGeom>
          <a:ln w="57150">
            <a:solidFill>
              <a:srgbClr val="FF93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DB7DA66-B259-5514-FE27-4EE9D260E1EF}"/>
              </a:ext>
            </a:extLst>
          </p:cNvPr>
          <p:cNvCxnSpPr>
            <a:cxnSpLocks/>
          </p:cNvCxnSpPr>
          <p:nvPr/>
        </p:nvCxnSpPr>
        <p:spPr>
          <a:xfrm>
            <a:off x="6096000" y="3852333"/>
            <a:ext cx="2683933" cy="1286934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925D1DB-CE8F-69C1-7D92-1D3362571416}"/>
              </a:ext>
            </a:extLst>
          </p:cNvPr>
          <p:cNvCxnSpPr>
            <a:cxnSpLocks/>
          </p:cNvCxnSpPr>
          <p:nvPr/>
        </p:nvCxnSpPr>
        <p:spPr>
          <a:xfrm flipV="1">
            <a:off x="6096000" y="1807105"/>
            <a:ext cx="651933" cy="2045228"/>
          </a:xfrm>
          <a:prstGeom prst="straightConnector1">
            <a:avLst/>
          </a:prstGeom>
          <a:ln w="57150">
            <a:solidFill>
              <a:srgbClr val="0432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83501F5-EC74-F444-69EA-BDA2FB22BF49}"/>
                  </a:ext>
                </a:extLst>
              </p:cNvPr>
              <p:cNvSpPr txBox="1"/>
              <p:nvPr/>
            </p:nvSpPr>
            <p:spPr>
              <a:xfrm>
                <a:off x="4402667" y="5429247"/>
                <a:ext cx="558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FF9300"/>
                          </a:solidFill>
                          <a:latin typeface="Cambria Math" panose="02040503050406030204" pitchFamily="18" charset="0"/>
                        </a:rPr>
                        <m:t>𝑿</m:t>
                      </m:r>
                    </m:oMath>
                  </m:oMathPara>
                </a14:m>
                <a:endParaRPr lang="en-US" sz="2800" b="1">
                  <a:solidFill>
                    <a:srgbClr val="FF9300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83501F5-EC74-F444-69EA-BDA2FB22BF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2667" y="5429247"/>
                <a:ext cx="558800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6A310B5-9F99-31AC-6FBC-AFA000BFBD39}"/>
                  </a:ext>
                </a:extLst>
              </p:cNvPr>
              <p:cNvSpPr txBox="1"/>
              <p:nvPr/>
            </p:nvSpPr>
            <p:spPr>
              <a:xfrm>
                <a:off x="8500533" y="5219694"/>
                <a:ext cx="558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sz="2800" b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6A310B5-9F99-31AC-6FBC-AFA000BFBD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0533" y="5219694"/>
                <a:ext cx="558800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8F2DCDB-CB6F-9C7A-9D80-5856C1659236}"/>
                  </a:ext>
                </a:extLst>
              </p:cNvPr>
              <p:cNvSpPr txBox="1"/>
              <p:nvPr/>
            </p:nvSpPr>
            <p:spPr>
              <a:xfrm>
                <a:off x="6667500" y="1506022"/>
                <a:ext cx="558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US" sz="2800" b="1">
                  <a:solidFill>
                    <a:srgbClr val="0432FF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8F2DCDB-CB6F-9C7A-9D80-5856C16592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7500" y="1506022"/>
                <a:ext cx="558800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986255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315673-A26B-8043-A21F-351C3C4A30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6E073-6A30-0556-DAAE-64FF1D0C9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Drawing them in 3D space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A6A7694-E0E9-8436-A8B1-55DE44BA52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4123267" cy="4351338"/>
              </a:xfrm>
              <a:ln>
                <a:noFill/>
              </a:ln>
            </p:spPr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b="1"/>
                  <a:t> </a:t>
                </a:r>
                <a:r>
                  <a:rPr lang="en-US"/>
                  <a:t>and</a:t>
                </a:r>
                <a:r>
                  <a:rPr lang="en-US" b="1"/>
                  <a:t>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b="1"/>
                  <a:t> </a:t>
                </a:r>
                <a:r>
                  <a:rPr lang="en-US"/>
                  <a:t>span a 2D plane.</a:t>
                </a:r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:r>
                  <a:rPr lang="en-US"/>
                  <a:t>We can write any vector on that plane as a </a:t>
                </a:r>
                <a:r>
                  <a:rPr lang="en-US" i="1"/>
                  <a:t>linear combination</a:t>
                </a:r>
                <a:r>
                  <a:rPr lang="en-US"/>
                  <a:t> of the vectors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b="1"/>
                  <a:t> </a:t>
                </a:r>
                <a:r>
                  <a:rPr lang="en-US"/>
                  <a:t>and</a:t>
                </a:r>
                <a:r>
                  <a:rPr lang="en-US" b="1"/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b="1"/>
                  <a:t>. </a:t>
                </a:r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A6A7694-E0E9-8436-A8B1-55DE44BA52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4123267" cy="4351338"/>
              </a:xfrm>
              <a:blipFill>
                <a:blip r:embed="rId2"/>
                <a:stretch>
                  <a:fillRect l="-3107" t="-2241" r="-488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EB092E-6C31-064C-3737-D26DDD06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18</a:t>
            </a:fld>
            <a:endParaRPr lang="en-US"/>
          </a:p>
        </p:txBody>
      </p:sp>
      <p:sp>
        <p:nvSpPr>
          <p:cNvPr id="6" name="Parallelogram 5">
            <a:extLst>
              <a:ext uri="{FF2B5EF4-FFF2-40B4-BE49-F238E27FC236}">
                <a16:creationId xmlns:a16="http://schemas.microsoft.com/office/drawing/2014/main" id="{B36E75DE-65D0-8459-F5B7-1E16C1D54E26}"/>
              </a:ext>
            </a:extLst>
          </p:cNvPr>
          <p:cNvSpPr/>
          <p:nvPr/>
        </p:nvSpPr>
        <p:spPr>
          <a:xfrm rot="758992">
            <a:off x="2873530" y="3559967"/>
            <a:ext cx="8255000" cy="2972331"/>
          </a:xfrm>
          <a:prstGeom prst="parallelogram">
            <a:avLst>
              <a:gd name="adj" fmla="val 98039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99987E2-D402-21C4-1AD1-41002B6A75E5}"/>
              </a:ext>
            </a:extLst>
          </p:cNvPr>
          <p:cNvCxnSpPr>
            <a:cxnSpLocks/>
          </p:cNvCxnSpPr>
          <p:nvPr/>
        </p:nvCxnSpPr>
        <p:spPr>
          <a:xfrm flipH="1">
            <a:off x="4724400" y="3852333"/>
            <a:ext cx="1371600" cy="1576914"/>
          </a:xfrm>
          <a:prstGeom prst="straightConnector1">
            <a:avLst/>
          </a:prstGeom>
          <a:ln w="57150">
            <a:solidFill>
              <a:srgbClr val="FF93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C8F07C6-77DC-32DC-C671-2415612BA51F}"/>
              </a:ext>
            </a:extLst>
          </p:cNvPr>
          <p:cNvCxnSpPr>
            <a:cxnSpLocks/>
          </p:cNvCxnSpPr>
          <p:nvPr/>
        </p:nvCxnSpPr>
        <p:spPr>
          <a:xfrm>
            <a:off x="6096000" y="3852333"/>
            <a:ext cx="2683933" cy="1286934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B242BB5-D2C7-283D-5389-C6257DC26FCC}"/>
              </a:ext>
            </a:extLst>
          </p:cNvPr>
          <p:cNvCxnSpPr>
            <a:cxnSpLocks/>
          </p:cNvCxnSpPr>
          <p:nvPr/>
        </p:nvCxnSpPr>
        <p:spPr>
          <a:xfrm flipV="1">
            <a:off x="6096000" y="1807105"/>
            <a:ext cx="651933" cy="2045228"/>
          </a:xfrm>
          <a:prstGeom prst="straightConnector1">
            <a:avLst/>
          </a:prstGeom>
          <a:ln w="57150">
            <a:solidFill>
              <a:srgbClr val="0432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440450E-6E61-4E00-FC18-01F25338B22E}"/>
                  </a:ext>
                </a:extLst>
              </p:cNvPr>
              <p:cNvSpPr txBox="1"/>
              <p:nvPr/>
            </p:nvSpPr>
            <p:spPr>
              <a:xfrm>
                <a:off x="4402667" y="5429247"/>
                <a:ext cx="558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FF93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US" sz="2800" b="1">
                  <a:solidFill>
                    <a:srgbClr val="FF9300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440450E-6E61-4E00-FC18-01F25338B2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2667" y="5429247"/>
                <a:ext cx="558800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DFEAC13-67DA-C9A8-6BA3-E61A12ADDE80}"/>
                  </a:ext>
                </a:extLst>
              </p:cNvPr>
              <p:cNvSpPr txBox="1"/>
              <p:nvPr/>
            </p:nvSpPr>
            <p:spPr>
              <a:xfrm>
                <a:off x="8500533" y="5219694"/>
                <a:ext cx="558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sz="2800" b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DFEAC13-67DA-C9A8-6BA3-E61A12ADDE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0533" y="5219694"/>
                <a:ext cx="558800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435237E-BB3B-07DA-3F9B-8043BF4FE5F5}"/>
                  </a:ext>
                </a:extLst>
              </p:cNvPr>
              <p:cNvSpPr txBox="1"/>
              <p:nvPr/>
            </p:nvSpPr>
            <p:spPr>
              <a:xfrm>
                <a:off x="6667500" y="1506022"/>
                <a:ext cx="558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US" sz="2800" b="1">
                  <a:solidFill>
                    <a:srgbClr val="0432FF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435237E-BB3B-07DA-3F9B-8043BF4FE5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7500" y="1506022"/>
                <a:ext cx="558800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915923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4574FB-54D1-A28A-3E1F-792BFA744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C5152-77B6-9149-657C-A25722BEC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Linear 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D5D3B4E-5D24-7787-370C-41148F597FC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6214035" cy="1702318"/>
              </a:xfrm>
              <a:ln>
                <a:noFill/>
              </a:ln>
            </p:spPr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In a perfect world,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/>
                  <a:t> would lie on that plane.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D5D3B4E-5D24-7787-370C-41148F597F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6214035" cy="1702318"/>
              </a:xfrm>
              <a:blipFill>
                <a:blip r:embed="rId2"/>
                <a:stretch>
                  <a:fillRect l="-2061" t="-571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D57A61-6748-DB07-90DB-55536AB37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19</a:t>
            </a:fld>
            <a:endParaRPr lang="en-US"/>
          </a:p>
        </p:txBody>
      </p:sp>
      <p:sp>
        <p:nvSpPr>
          <p:cNvPr id="6" name="Parallelogram 5">
            <a:extLst>
              <a:ext uri="{FF2B5EF4-FFF2-40B4-BE49-F238E27FC236}">
                <a16:creationId xmlns:a16="http://schemas.microsoft.com/office/drawing/2014/main" id="{182D3723-DACB-FF8A-BDA7-84876319730D}"/>
              </a:ext>
            </a:extLst>
          </p:cNvPr>
          <p:cNvSpPr/>
          <p:nvPr/>
        </p:nvSpPr>
        <p:spPr>
          <a:xfrm rot="758992">
            <a:off x="4559178" y="3655776"/>
            <a:ext cx="7384548" cy="2931295"/>
          </a:xfrm>
          <a:prstGeom prst="parallelogram">
            <a:avLst>
              <a:gd name="adj" fmla="val 98039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D80DFCF-F2E3-2AB3-7B3D-583710709C0E}"/>
              </a:ext>
            </a:extLst>
          </p:cNvPr>
          <p:cNvCxnSpPr>
            <a:cxnSpLocks/>
          </p:cNvCxnSpPr>
          <p:nvPr/>
        </p:nvCxnSpPr>
        <p:spPr>
          <a:xfrm flipH="1">
            <a:off x="6427570" y="3652007"/>
            <a:ext cx="1371600" cy="1576914"/>
          </a:xfrm>
          <a:prstGeom prst="straightConnector1">
            <a:avLst/>
          </a:prstGeom>
          <a:ln w="57150">
            <a:solidFill>
              <a:srgbClr val="FF93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51A04F9-5328-8879-4A8B-AD914E980A07}"/>
              </a:ext>
            </a:extLst>
          </p:cNvPr>
          <p:cNvCxnSpPr>
            <a:cxnSpLocks/>
          </p:cNvCxnSpPr>
          <p:nvPr/>
        </p:nvCxnSpPr>
        <p:spPr>
          <a:xfrm>
            <a:off x="7799170" y="3652007"/>
            <a:ext cx="2683933" cy="1286934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E6F2CEE-C323-CA27-B39D-925980A66127}"/>
              </a:ext>
            </a:extLst>
          </p:cNvPr>
          <p:cNvCxnSpPr>
            <a:cxnSpLocks/>
          </p:cNvCxnSpPr>
          <p:nvPr/>
        </p:nvCxnSpPr>
        <p:spPr>
          <a:xfrm>
            <a:off x="7799170" y="3652007"/>
            <a:ext cx="783166" cy="1674803"/>
          </a:xfrm>
          <a:prstGeom prst="straightConnector1">
            <a:avLst/>
          </a:prstGeom>
          <a:ln w="57150">
            <a:solidFill>
              <a:srgbClr val="0432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EB1446D-5C0E-C09A-7072-36A658248540}"/>
                  </a:ext>
                </a:extLst>
              </p:cNvPr>
              <p:cNvSpPr txBox="1"/>
              <p:nvPr/>
            </p:nvSpPr>
            <p:spPr>
              <a:xfrm>
                <a:off x="6105837" y="5228921"/>
                <a:ext cx="558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FF93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US" sz="2800" b="1">
                  <a:solidFill>
                    <a:srgbClr val="FF9300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EB1446D-5C0E-C09A-7072-36A6582485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5837" y="5228921"/>
                <a:ext cx="558800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037F618-BDB3-9602-C8EA-4C9CB747A38C}"/>
                  </a:ext>
                </a:extLst>
              </p:cNvPr>
              <p:cNvSpPr txBox="1"/>
              <p:nvPr/>
            </p:nvSpPr>
            <p:spPr>
              <a:xfrm>
                <a:off x="10203703" y="5019368"/>
                <a:ext cx="558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sz="2800" b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037F618-BDB3-9602-C8EA-4C9CB747A3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3703" y="5019368"/>
                <a:ext cx="558800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4CDCA55-3CCD-25AA-7FFC-A6C900704EC6}"/>
                  </a:ext>
                </a:extLst>
              </p:cNvPr>
              <p:cNvSpPr txBox="1"/>
              <p:nvPr/>
            </p:nvSpPr>
            <p:spPr>
              <a:xfrm>
                <a:off x="8511738" y="5122890"/>
                <a:ext cx="558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US" sz="2800" b="1">
                  <a:solidFill>
                    <a:srgbClr val="0432FF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4CDCA55-3CCD-25AA-7FFC-A6C900704E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1738" y="5122890"/>
                <a:ext cx="558800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14234F6-1400-F219-47A2-84322C1FC0C9}"/>
              </a:ext>
            </a:extLst>
          </p:cNvPr>
          <p:cNvCxnSpPr>
            <a:cxnSpLocks/>
          </p:cNvCxnSpPr>
          <p:nvPr/>
        </p:nvCxnSpPr>
        <p:spPr>
          <a:xfrm flipH="1">
            <a:off x="342790" y="6291888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F565CE8D-BBD9-A1AE-ABAD-8B49B26C6800}"/>
              </a:ext>
            </a:extLst>
          </p:cNvPr>
          <p:cNvSpPr/>
          <p:nvPr/>
        </p:nvSpPr>
        <p:spPr>
          <a:xfrm>
            <a:off x="3258253" y="3866302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54027CD-3B5D-BC47-E9FD-71F25CAA4F80}"/>
              </a:ext>
            </a:extLst>
          </p:cNvPr>
          <p:cNvCxnSpPr>
            <a:cxnSpLocks/>
          </p:cNvCxnSpPr>
          <p:nvPr/>
        </p:nvCxnSpPr>
        <p:spPr>
          <a:xfrm>
            <a:off x="351755" y="3652007"/>
            <a:ext cx="0" cy="263988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EC92BC0-88EF-46D1-B534-4F1A40158F0A}"/>
              </a:ext>
            </a:extLst>
          </p:cNvPr>
          <p:cNvCxnSpPr>
            <a:cxnSpLocks/>
          </p:cNvCxnSpPr>
          <p:nvPr/>
        </p:nvCxnSpPr>
        <p:spPr>
          <a:xfrm flipH="1">
            <a:off x="342790" y="6291888"/>
            <a:ext cx="345227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BFFDE306-6089-47EC-82BB-4DF293F110CA}"/>
              </a:ext>
            </a:extLst>
          </p:cNvPr>
          <p:cNvSpPr/>
          <p:nvPr/>
        </p:nvSpPr>
        <p:spPr>
          <a:xfrm>
            <a:off x="761949" y="5611075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D1F4D10-CF7F-C770-699F-BDE66CFC1361}"/>
              </a:ext>
            </a:extLst>
          </p:cNvPr>
          <p:cNvSpPr/>
          <p:nvPr/>
        </p:nvSpPr>
        <p:spPr>
          <a:xfrm>
            <a:off x="2077395" y="468084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A2D8417-EDB8-B17F-2DEF-38386C470D67}"/>
                  </a:ext>
                </a:extLst>
              </p:cNvPr>
              <p:cNvSpPr txBox="1"/>
              <p:nvPr/>
            </p:nvSpPr>
            <p:spPr>
              <a:xfrm>
                <a:off x="166470" y="5142144"/>
                <a:ext cx="1244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A2D8417-EDB8-B17F-2DEF-38386C470D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470" y="5142144"/>
                <a:ext cx="1244600" cy="369332"/>
              </a:xfrm>
              <a:prstGeom prst="rect">
                <a:avLst/>
              </a:prstGeom>
              <a:blipFill>
                <a:blip r:embed="rId6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D386D0A-702B-45B7-486C-3D3DB9407522}"/>
                  </a:ext>
                </a:extLst>
              </p:cNvPr>
              <p:cNvSpPr txBox="1"/>
              <p:nvPr/>
            </p:nvSpPr>
            <p:spPr>
              <a:xfrm>
                <a:off x="1917405" y="4737990"/>
                <a:ext cx="1244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D386D0A-702B-45B7-486C-3D3DB94075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7405" y="4737990"/>
                <a:ext cx="1244600" cy="369332"/>
              </a:xfrm>
              <a:prstGeom prst="rect">
                <a:avLst/>
              </a:prstGeom>
              <a:blipFill>
                <a:blip r:embed="rId7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B14EDAA-DCD2-E24E-B16B-30122BDB2B99}"/>
                  </a:ext>
                </a:extLst>
              </p:cNvPr>
              <p:cNvSpPr txBox="1"/>
              <p:nvPr/>
            </p:nvSpPr>
            <p:spPr>
              <a:xfrm>
                <a:off x="3147557" y="3937488"/>
                <a:ext cx="1244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B14EDAA-DCD2-E24E-B16B-30122BDB2B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7557" y="3937488"/>
                <a:ext cx="1244600" cy="369332"/>
              </a:xfrm>
              <a:prstGeom prst="rect">
                <a:avLst/>
              </a:prstGeom>
              <a:blipFill>
                <a:blip r:embed="rId8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9AF5335-7D19-583C-8F9C-64CE42451E59}"/>
              </a:ext>
            </a:extLst>
          </p:cNvPr>
          <p:cNvCxnSpPr>
            <a:cxnSpLocks/>
          </p:cNvCxnSpPr>
          <p:nvPr/>
        </p:nvCxnSpPr>
        <p:spPr>
          <a:xfrm flipV="1">
            <a:off x="229874" y="3662880"/>
            <a:ext cx="3442617" cy="2430094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07675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4F07BC-B5D0-D9E8-B4F2-8660F3E35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6D437-4BE6-F8C2-A916-AEC0615AB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Linear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AD171-5009-7A86-E37F-F5647C6225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214035" cy="1702318"/>
          </a:xfrm>
          <a:ln>
            <a:noFill/>
          </a:ln>
        </p:spPr>
        <p:txBody>
          <a:bodyPr/>
          <a:lstStyle/>
          <a:p>
            <a:pPr marL="0" indent="0">
              <a:buNone/>
            </a:pPr>
            <a:r>
              <a:rPr lang="en-US"/>
              <a:t>But it doesn’t. So we need to project it down onto our plane.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DBC712-0492-01F6-B1E9-867E8982E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20</a:t>
            </a:fld>
            <a:endParaRPr lang="en-US"/>
          </a:p>
        </p:txBody>
      </p:sp>
      <p:sp>
        <p:nvSpPr>
          <p:cNvPr id="6" name="Parallelogram 5">
            <a:extLst>
              <a:ext uri="{FF2B5EF4-FFF2-40B4-BE49-F238E27FC236}">
                <a16:creationId xmlns:a16="http://schemas.microsoft.com/office/drawing/2014/main" id="{8842B329-1218-CD56-2EA6-252678ED88E0}"/>
              </a:ext>
            </a:extLst>
          </p:cNvPr>
          <p:cNvSpPr/>
          <p:nvPr/>
        </p:nvSpPr>
        <p:spPr>
          <a:xfrm rot="758992">
            <a:off x="4559178" y="3655776"/>
            <a:ext cx="7384548" cy="2931295"/>
          </a:xfrm>
          <a:prstGeom prst="parallelogram">
            <a:avLst>
              <a:gd name="adj" fmla="val 98039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DDAA416-CB57-E762-EB1A-F1A3BEEFF3F4}"/>
              </a:ext>
            </a:extLst>
          </p:cNvPr>
          <p:cNvCxnSpPr>
            <a:cxnSpLocks/>
          </p:cNvCxnSpPr>
          <p:nvPr/>
        </p:nvCxnSpPr>
        <p:spPr>
          <a:xfrm flipH="1">
            <a:off x="6427570" y="3652007"/>
            <a:ext cx="1371600" cy="1576914"/>
          </a:xfrm>
          <a:prstGeom prst="straightConnector1">
            <a:avLst/>
          </a:prstGeom>
          <a:ln w="57150">
            <a:solidFill>
              <a:srgbClr val="FF93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5C40FBD-DE22-3E67-EB45-2FC6BC3F930E}"/>
              </a:ext>
            </a:extLst>
          </p:cNvPr>
          <p:cNvCxnSpPr>
            <a:cxnSpLocks/>
          </p:cNvCxnSpPr>
          <p:nvPr/>
        </p:nvCxnSpPr>
        <p:spPr>
          <a:xfrm>
            <a:off x="7799170" y="3652007"/>
            <a:ext cx="2683933" cy="1286934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A0D111F-606C-FFB8-2B68-EB7244E99075}"/>
                  </a:ext>
                </a:extLst>
              </p:cNvPr>
              <p:cNvSpPr txBox="1"/>
              <p:nvPr/>
            </p:nvSpPr>
            <p:spPr>
              <a:xfrm>
                <a:off x="6105837" y="5228921"/>
                <a:ext cx="558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FF93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US" sz="2800" b="1">
                  <a:solidFill>
                    <a:srgbClr val="FF9300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A0D111F-606C-FFB8-2B68-EB7244E990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5837" y="5228921"/>
                <a:ext cx="558800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213BC75-49A7-AAA8-3D44-B1A288DD9E66}"/>
                  </a:ext>
                </a:extLst>
              </p:cNvPr>
              <p:cNvSpPr txBox="1"/>
              <p:nvPr/>
            </p:nvSpPr>
            <p:spPr>
              <a:xfrm>
                <a:off x="10203703" y="5019368"/>
                <a:ext cx="558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sz="2800" b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213BC75-49A7-AAA8-3D44-B1A288DD9E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3703" y="5019368"/>
                <a:ext cx="558800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BAD4175-9D00-C9DC-BA11-728E9540E65E}"/>
              </a:ext>
            </a:extLst>
          </p:cNvPr>
          <p:cNvCxnSpPr>
            <a:cxnSpLocks/>
          </p:cNvCxnSpPr>
          <p:nvPr/>
        </p:nvCxnSpPr>
        <p:spPr>
          <a:xfrm flipH="1">
            <a:off x="342790" y="6291888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46352C50-1469-99D8-4D15-00911E86BE74}"/>
              </a:ext>
            </a:extLst>
          </p:cNvPr>
          <p:cNvSpPr/>
          <p:nvPr/>
        </p:nvSpPr>
        <p:spPr>
          <a:xfrm>
            <a:off x="3230189" y="366288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88AC358-DBF8-68E1-2BC9-E3E4264515F2}"/>
              </a:ext>
            </a:extLst>
          </p:cNvPr>
          <p:cNvCxnSpPr>
            <a:cxnSpLocks/>
          </p:cNvCxnSpPr>
          <p:nvPr/>
        </p:nvCxnSpPr>
        <p:spPr>
          <a:xfrm>
            <a:off x="351755" y="3652007"/>
            <a:ext cx="0" cy="263988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4D927FE-E2B4-4511-3BE7-854A039EBFF4}"/>
              </a:ext>
            </a:extLst>
          </p:cNvPr>
          <p:cNvCxnSpPr>
            <a:cxnSpLocks/>
          </p:cNvCxnSpPr>
          <p:nvPr/>
        </p:nvCxnSpPr>
        <p:spPr>
          <a:xfrm flipH="1">
            <a:off x="342790" y="6291888"/>
            <a:ext cx="345227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2ABF62BE-9E32-F6BD-9F1E-88C539CE6A73}"/>
              </a:ext>
            </a:extLst>
          </p:cNvPr>
          <p:cNvSpPr/>
          <p:nvPr/>
        </p:nvSpPr>
        <p:spPr>
          <a:xfrm>
            <a:off x="756051" y="532852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82B6878-EEAB-519C-3D01-33612A83DF0D}"/>
              </a:ext>
            </a:extLst>
          </p:cNvPr>
          <p:cNvSpPr/>
          <p:nvPr/>
        </p:nvSpPr>
        <p:spPr>
          <a:xfrm>
            <a:off x="2211662" y="4844297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0738A91-B82B-3DF9-E42A-B69DD99F40F8}"/>
                  </a:ext>
                </a:extLst>
              </p:cNvPr>
              <p:cNvSpPr txBox="1"/>
              <p:nvPr/>
            </p:nvSpPr>
            <p:spPr>
              <a:xfrm>
                <a:off x="160572" y="4859589"/>
                <a:ext cx="1244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0738A91-B82B-3DF9-E42A-B69DD99F40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572" y="4859589"/>
                <a:ext cx="1244600" cy="369332"/>
              </a:xfrm>
              <a:prstGeom prst="rect">
                <a:avLst/>
              </a:prstGeom>
              <a:blipFill>
                <a:blip r:embed="rId4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4C8BC45-6A86-E703-69F6-287F6126F166}"/>
                  </a:ext>
                </a:extLst>
              </p:cNvPr>
              <p:cNvSpPr txBox="1"/>
              <p:nvPr/>
            </p:nvSpPr>
            <p:spPr>
              <a:xfrm>
                <a:off x="2051672" y="4901447"/>
                <a:ext cx="1244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4C8BC45-6A86-E703-69F6-287F6126F1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1672" y="4901447"/>
                <a:ext cx="1244600" cy="369332"/>
              </a:xfrm>
              <a:prstGeom prst="rect">
                <a:avLst/>
              </a:prstGeom>
              <a:blipFill>
                <a:blip r:embed="rId5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48186B0-C05F-3230-11F8-80E94D4F629B}"/>
                  </a:ext>
                </a:extLst>
              </p:cNvPr>
              <p:cNvSpPr txBox="1"/>
              <p:nvPr/>
            </p:nvSpPr>
            <p:spPr>
              <a:xfrm>
                <a:off x="3119493" y="3734066"/>
                <a:ext cx="1244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48186B0-C05F-3230-11F8-80E94D4F62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9493" y="3734066"/>
                <a:ext cx="1244600" cy="369332"/>
              </a:xfrm>
              <a:prstGeom prst="rect">
                <a:avLst/>
              </a:prstGeom>
              <a:blipFill>
                <a:blip r:embed="rId6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463E0C7-517C-C504-A331-D31047761431}"/>
              </a:ext>
            </a:extLst>
          </p:cNvPr>
          <p:cNvCxnSpPr>
            <a:cxnSpLocks/>
          </p:cNvCxnSpPr>
          <p:nvPr/>
        </p:nvCxnSpPr>
        <p:spPr>
          <a:xfrm flipV="1">
            <a:off x="229874" y="3662880"/>
            <a:ext cx="3442617" cy="2430094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B158282-E651-C879-F5E4-5066F6C61F6E}"/>
              </a:ext>
            </a:extLst>
          </p:cNvPr>
          <p:cNvCxnSpPr>
            <a:cxnSpLocks/>
          </p:cNvCxnSpPr>
          <p:nvPr/>
        </p:nvCxnSpPr>
        <p:spPr>
          <a:xfrm flipV="1">
            <a:off x="7799170" y="2218267"/>
            <a:ext cx="1134533" cy="1433740"/>
          </a:xfrm>
          <a:prstGeom prst="straightConnector1">
            <a:avLst/>
          </a:prstGeom>
          <a:ln w="57150">
            <a:solidFill>
              <a:srgbClr val="0432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D6E0268-4FAD-3142-1DCA-1288BB4ED593}"/>
                  </a:ext>
                </a:extLst>
              </p:cNvPr>
              <p:cNvSpPr txBox="1"/>
              <p:nvPr/>
            </p:nvSpPr>
            <p:spPr>
              <a:xfrm>
                <a:off x="8861736" y="1846462"/>
                <a:ext cx="558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US" sz="2800" b="1">
                  <a:solidFill>
                    <a:srgbClr val="0432FF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D6E0268-4FAD-3142-1DCA-1288BB4ED5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1736" y="1846462"/>
                <a:ext cx="558800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AD9EDCA8-0852-5711-4BFD-176D547E8FEB}"/>
                  </a:ext>
                </a:extLst>
              </p14:cNvPr>
              <p14:cNvContentPartPr/>
              <p14:nvPr/>
            </p14:nvContentPartPr>
            <p14:xfrm>
              <a:off x="7816320" y="2363760"/>
              <a:ext cx="1029960" cy="309348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AD9EDCA8-0852-5711-4BFD-176D547E8FE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800120" y="2347560"/>
                <a:ext cx="1062360" cy="3125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484359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CB0C8B-E61F-B39B-280A-A915732907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89A2B-EC0C-8A10-A2BD-3C40E5D10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Linear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3743163-C07A-8EE3-59E3-892E90ED22E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6214035" cy="1702318"/>
              </a:xfrm>
              <a:ln>
                <a:noFill/>
              </a:ln>
            </p:spPr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Then we choose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/>
                  <a:t> that define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acc>
                  </m:oMath>
                </a14:m>
                <a:r>
                  <a:rPr lang="en-US"/>
                  <a:t> as a vector on the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/>
                  <a:t> plane. 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3743163-C07A-8EE3-59E3-892E90ED22E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6214035" cy="1702318"/>
              </a:xfrm>
              <a:blipFill>
                <a:blip r:embed="rId2"/>
                <a:stretch>
                  <a:fillRect l="-2061" t="-5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07EDFF-F3B6-E1EC-285C-5BD4AE4C7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21</a:t>
            </a:fld>
            <a:endParaRPr lang="en-US"/>
          </a:p>
        </p:txBody>
      </p:sp>
      <p:sp>
        <p:nvSpPr>
          <p:cNvPr id="6" name="Parallelogram 5">
            <a:extLst>
              <a:ext uri="{FF2B5EF4-FFF2-40B4-BE49-F238E27FC236}">
                <a16:creationId xmlns:a16="http://schemas.microsoft.com/office/drawing/2014/main" id="{B28DC272-47AE-2E3B-C0BD-67C05005FA42}"/>
              </a:ext>
            </a:extLst>
          </p:cNvPr>
          <p:cNvSpPr/>
          <p:nvPr/>
        </p:nvSpPr>
        <p:spPr>
          <a:xfrm rot="758992">
            <a:off x="4559178" y="3655776"/>
            <a:ext cx="7384548" cy="2931295"/>
          </a:xfrm>
          <a:prstGeom prst="parallelogram">
            <a:avLst>
              <a:gd name="adj" fmla="val 98039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079E7AD-58BB-CC57-6D0E-7D20E4E37435}"/>
              </a:ext>
            </a:extLst>
          </p:cNvPr>
          <p:cNvCxnSpPr>
            <a:cxnSpLocks/>
          </p:cNvCxnSpPr>
          <p:nvPr/>
        </p:nvCxnSpPr>
        <p:spPr>
          <a:xfrm flipH="1">
            <a:off x="6427570" y="3652007"/>
            <a:ext cx="1371600" cy="1576914"/>
          </a:xfrm>
          <a:prstGeom prst="straightConnector1">
            <a:avLst/>
          </a:prstGeom>
          <a:ln w="57150">
            <a:solidFill>
              <a:srgbClr val="FF93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C670179-60BE-435F-F257-6469287F974C}"/>
              </a:ext>
            </a:extLst>
          </p:cNvPr>
          <p:cNvCxnSpPr>
            <a:cxnSpLocks/>
          </p:cNvCxnSpPr>
          <p:nvPr/>
        </p:nvCxnSpPr>
        <p:spPr>
          <a:xfrm>
            <a:off x="7799170" y="3652007"/>
            <a:ext cx="2683933" cy="1286934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B32A0E9-1269-214E-9122-AFA7EE534DBF}"/>
                  </a:ext>
                </a:extLst>
              </p:cNvPr>
              <p:cNvSpPr txBox="1"/>
              <p:nvPr/>
            </p:nvSpPr>
            <p:spPr>
              <a:xfrm>
                <a:off x="6105837" y="5228921"/>
                <a:ext cx="558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FF93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US" sz="2800" b="1">
                  <a:solidFill>
                    <a:srgbClr val="FF9300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B32A0E9-1269-214E-9122-AFA7EE534D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5837" y="5228921"/>
                <a:ext cx="558800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C341772-294A-4F0F-B013-6376BDCBB178}"/>
                  </a:ext>
                </a:extLst>
              </p:cNvPr>
              <p:cNvSpPr txBox="1"/>
              <p:nvPr/>
            </p:nvSpPr>
            <p:spPr>
              <a:xfrm>
                <a:off x="10203703" y="5019368"/>
                <a:ext cx="558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sz="2800" b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C341772-294A-4F0F-B013-6376BDCBB1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3703" y="5019368"/>
                <a:ext cx="558800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89E17AB-9B28-2070-BBBB-AE8FAF92B600}"/>
              </a:ext>
            </a:extLst>
          </p:cNvPr>
          <p:cNvCxnSpPr>
            <a:cxnSpLocks/>
          </p:cNvCxnSpPr>
          <p:nvPr/>
        </p:nvCxnSpPr>
        <p:spPr>
          <a:xfrm flipV="1">
            <a:off x="7799170" y="2218267"/>
            <a:ext cx="1134533" cy="1433740"/>
          </a:xfrm>
          <a:prstGeom prst="straightConnector1">
            <a:avLst/>
          </a:prstGeom>
          <a:ln w="57150">
            <a:solidFill>
              <a:srgbClr val="0432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33B35913-BDAD-89F2-C38D-E412FE83E3FD}"/>
                  </a:ext>
                </a:extLst>
              </p:cNvPr>
              <p:cNvSpPr txBox="1"/>
              <p:nvPr/>
            </p:nvSpPr>
            <p:spPr>
              <a:xfrm>
                <a:off x="8861736" y="1846462"/>
                <a:ext cx="558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US" sz="2800" b="1">
                  <a:solidFill>
                    <a:srgbClr val="0432FF"/>
                  </a:solidFill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33B35913-BDAD-89F2-C38D-E412FE83E3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1736" y="1846462"/>
                <a:ext cx="558800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09FDD3B-71DF-CF99-A5B7-1351054A8979}"/>
              </a:ext>
            </a:extLst>
          </p:cNvPr>
          <p:cNvCxnSpPr>
            <a:cxnSpLocks/>
          </p:cNvCxnSpPr>
          <p:nvPr/>
        </p:nvCxnSpPr>
        <p:spPr>
          <a:xfrm>
            <a:off x="7799170" y="3652007"/>
            <a:ext cx="1018801" cy="1715860"/>
          </a:xfrm>
          <a:prstGeom prst="straightConnector1">
            <a:avLst/>
          </a:prstGeom>
          <a:ln w="57150">
            <a:solidFill>
              <a:srgbClr val="0432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D6AA9510-406C-DEE9-2C8B-03A1AB387E93}"/>
                  </a:ext>
                </a:extLst>
              </p:cNvPr>
              <p:cNvSpPr txBox="1"/>
              <p:nvPr/>
            </p:nvSpPr>
            <p:spPr>
              <a:xfrm>
                <a:off x="8791138" y="4966368"/>
                <a:ext cx="558800" cy="5347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2800" b="1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b="1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</m:acc>
                    </m:oMath>
                  </m:oMathPara>
                </a14:m>
                <a:endParaRPr lang="en-US" sz="2800" b="1">
                  <a:solidFill>
                    <a:srgbClr val="0432FF"/>
                  </a:solidFill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D6AA9510-406C-DEE9-2C8B-03A1AB387E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1138" y="4966368"/>
                <a:ext cx="558800" cy="53476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C695A00-026C-DD92-AEF6-53B34526D1BB}"/>
                  </a:ext>
                </a:extLst>
              </p14:cNvPr>
              <p14:cNvContentPartPr/>
              <p14:nvPr/>
            </p14:nvContentPartPr>
            <p14:xfrm>
              <a:off x="1131840" y="3489120"/>
              <a:ext cx="3630960" cy="15030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C695A00-026C-DD92-AEF6-53B34526D1B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115640" y="3472920"/>
                <a:ext cx="3663360" cy="1535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19290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36AAAC-98CB-E2A4-28F5-0722DFC3E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5A865-0FFE-D2C9-FF28-37DDDECAC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/>
              <a:t>Rewriting our 3 Equations in Vector Notation… again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01EC7C2-5028-DEB5-53A3-75B10D249A0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Since the three data points defined by</a:t>
                </a:r>
                <a:br>
                  <a:rPr lang="en-US"/>
                </a:b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br>
                  <a:rPr lang="en-US"/>
                </a:br>
                <a:r>
                  <a:rPr lang="en-US"/>
                  <a:t> don’t perfectly line up, we introduce that error term: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01EC7C2-5028-DEB5-53A3-75B10D249A0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BFB4B7-2A98-13C0-E512-D4C4DCB20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22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296C6CF8-BEE6-8634-CDE1-33D09A512A90}"/>
                  </a:ext>
                </a:extLst>
              </p14:cNvPr>
              <p14:cNvContentPartPr/>
              <p14:nvPr/>
            </p14:nvContentPartPr>
            <p14:xfrm>
              <a:off x="4511880" y="5520600"/>
              <a:ext cx="2170800" cy="12470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296C6CF8-BEE6-8634-CDE1-33D09A512A9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495680" y="5504400"/>
                <a:ext cx="2203200" cy="1279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018237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63168D-F7C8-2EE5-D3D3-ABC925036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BFFE8-B03C-532D-21EF-3C40674FE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Linear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12E8A8D-5666-70F6-A515-72D6BC993D6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6214035" cy="1702318"/>
              </a:xfrm>
              <a:ln>
                <a:noFill/>
              </a:ln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12E8A8D-5666-70F6-A515-72D6BC993D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6214035" cy="1702318"/>
              </a:xfrm>
              <a:blipFill>
                <a:blip r:embed="rId2"/>
                <a:stretch>
                  <a:fillRect t="-535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949C64-C050-476B-3692-20130B5A5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23</a:t>
            </a:fld>
            <a:endParaRPr lang="en-US"/>
          </a:p>
        </p:txBody>
      </p:sp>
      <p:sp>
        <p:nvSpPr>
          <p:cNvPr id="6" name="Parallelogram 5">
            <a:extLst>
              <a:ext uri="{FF2B5EF4-FFF2-40B4-BE49-F238E27FC236}">
                <a16:creationId xmlns:a16="http://schemas.microsoft.com/office/drawing/2014/main" id="{467EFFFA-DE3A-AE59-E9A4-99CF5032A0FE}"/>
              </a:ext>
            </a:extLst>
          </p:cNvPr>
          <p:cNvSpPr/>
          <p:nvPr/>
        </p:nvSpPr>
        <p:spPr>
          <a:xfrm rot="758992">
            <a:off x="4559178" y="3655776"/>
            <a:ext cx="7384548" cy="2931295"/>
          </a:xfrm>
          <a:prstGeom prst="parallelogram">
            <a:avLst>
              <a:gd name="adj" fmla="val 98039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5A1E09D-6D2B-1CD8-436D-206DE7A5790F}"/>
              </a:ext>
            </a:extLst>
          </p:cNvPr>
          <p:cNvCxnSpPr>
            <a:cxnSpLocks/>
          </p:cNvCxnSpPr>
          <p:nvPr/>
        </p:nvCxnSpPr>
        <p:spPr>
          <a:xfrm flipH="1">
            <a:off x="6427570" y="3652007"/>
            <a:ext cx="1371600" cy="1576914"/>
          </a:xfrm>
          <a:prstGeom prst="straightConnector1">
            <a:avLst/>
          </a:prstGeom>
          <a:ln w="57150">
            <a:solidFill>
              <a:srgbClr val="FF93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703D2AE-F5A8-5E99-0BFE-610C6244E52F}"/>
              </a:ext>
            </a:extLst>
          </p:cNvPr>
          <p:cNvCxnSpPr>
            <a:cxnSpLocks/>
          </p:cNvCxnSpPr>
          <p:nvPr/>
        </p:nvCxnSpPr>
        <p:spPr>
          <a:xfrm>
            <a:off x="7799170" y="3652007"/>
            <a:ext cx="2683933" cy="1286934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685B8B6-865A-DCA6-86E0-2B84DEA7D5DA}"/>
              </a:ext>
            </a:extLst>
          </p:cNvPr>
          <p:cNvCxnSpPr>
            <a:cxnSpLocks/>
          </p:cNvCxnSpPr>
          <p:nvPr/>
        </p:nvCxnSpPr>
        <p:spPr>
          <a:xfrm flipV="1">
            <a:off x="7799170" y="2218267"/>
            <a:ext cx="1134533" cy="1433740"/>
          </a:xfrm>
          <a:prstGeom prst="straightConnector1">
            <a:avLst/>
          </a:prstGeom>
          <a:ln w="57150">
            <a:solidFill>
              <a:srgbClr val="0432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69B542E-D5F6-5A97-7110-C0C23C6FA92A}"/>
                  </a:ext>
                </a:extLst>
              </p:cNvPr>
              <p:cNvSpPr txBox="1"/>
              <p:nvPr/>
            </p:nvSpPr>
            <p:spPr>
              <a:xfrm>
                <a:off x="6105837" y="5228921"/>
                <a:ext cx="558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FF93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US" sz="2800" b="1">
                  <a:solidFill>
                    <a:srgbClr val="FF9300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69B542E-D5F6-5A97-7110-C0C23C6FA9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5837" y="5228921"/>
                <a:ext cx="558800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A9F2024-C56F-C80B-DA52-10A6A9AC227E}"/>
                  </a:ext>
                </a:extLst>
              </p:cNvPr>
              <p:cNvSpPr txBox="1"/>
              <p:nvPr/>
            </p:nvSpPr>
            <p:spPr>
              <a:xfrm>
                <a:off x="10203703" y="5019368"/>
                <a:ext cx="558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sz="2800" b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A9F2024-C56F-C80B-DA52-10A6A9AC22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3703" y="5019368"/>
                <a:ext cx="558800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692EF4D-6858-D71E-7809-1CD26898168C}"/>
                  </a:ext>
                </a:extLst>
              </p:cNvPr>
              <p:cNvSpPr txBox="1"/>
              <p:nvPr/>
            </p:nvSpPr>
            <p:spPr>
              <a:xfrm>
                <a:off x="8861736" y="1846462"/>
                <a:ext cx="558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US" sz="2800" b="1">
                  <a:solidFill>
                    <a:srgbClr val="0432FF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692EF4D-6858-D71E-7809-1CD2689816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1736" y="1846462"/>
                <a:ext cx="558800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299F41D-C67A-BE54-A7D0-F3592953A693}"/>
              </a:ext>
            </a:extLst>
          </p:cNvPr>
          <p:cNvCxnSpPr>
            <a:cxnSpLocks/>
          </p:cNvCxnSpPr>
          <p:nvPr/>
        </p:nvCxnSpPr>
        <p:spPr>
          <a:xfrm>
            <a:off x="7799170" y="3652007"/>
            <a:ext cx="1018801" cy="1715860"/>
          </a:xfrm>
          <a:prstGeom prst="straightConnector1">
            <a:avLst/>
          </a:prstGeom>
          <a:ln w="57150">
            <a:solidFill>
              <a:srgbClr val="0432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2D22AAEC-174A-E4DE-6396-B3D68CA0C997}"/>
                  </a:ext>
                </a:extLst>
              </p:cNvPr>
              <p:cNvSpPr txBox="1"/>
              <p:nvPr/>
            </p:nvSpPr>
            <p:spPr>
              <a:xfrm>
                <a:off x="8791138" y="4966368"/>
                <a:ext cx="558800" cy="5347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2800" b="1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b="1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</m:acc>
                    </m:oMath>
                  </m:oMathPara>
                </a14:m>
                <a:endParaRPr lang="en-US" sz="2800" b="1">
                  <a:solidFill>
                    <a:srgbClr val="0432FF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2D22AAEC-174A-E4DE-6396-B3D68CA0C9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1138" y="4966368"/>
                <a:ext cx="558800" cy="53476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91DB14C3-5573-0C63-C1C3-56D7E9D8FEDB}"/>
                  </a:ext>
                </a:extLst>
              </p14:cNvPr>
              <p14:cNvContentPartPr/>
              <p14:nvPr/>
            </p14:nvContentPartPr>
            <p14:xfrm>
              <a:off x="8537040" y="2312640"/>
              <a:ext cx="1276200" cy="28886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91DB14C3-5573-0C63-C1C3-56D7E9D8FED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520840" y="2296440"/>
                <a:ext cx="1308600" cy="2921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13897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730735-9442-B26C-A211-3661382EC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BCC9F-1D10-F3C7-DE0E-5BE012F9F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Linear Regression as a Projection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F643D8-ECD8-C54E-0183-A14CF393E54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6214035" cy="1702318"/>
              </a:xfrm>
              <a:ln>
                <a:noFill/>
              </a:ln>
            </p:spPr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Thus, we need an </a:t>
                </a:r>
                <a:r>
                  <a:rPr lang="en-US" i="1"/>
                  <a:t>Orthogonal Projection </a:t>
                </a:r>
                <a:r>
                  <a:rPr lang="en-US"/>
                  <a:t>to get us to our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acc>
                  </m:oMath>
                </a14:m>
                <a:r>
                  <a:rPr lang="en-US" i="1"/>
                  <a:t> </a:t>
                </a:r>
                <a:r>
                  <a:rPr lang="en-US"/>
                  <a:t>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i="1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F643D8-ECD8-C54E-0183-A14CF393E54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6214035" cy="1702318"/>
              </a:xfrm>
              <a:blipFill>
                <a:blip r:embed="rId2"/>
                <a:stretch>
                  <a:fillRect l="-2061" t="-571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E80AD0-62A7-CC51-6809-D5572B0FD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24</a:t>
            </a:fld>
            <a:endParaRPr lang="en-US"/>
          </a:p>
        </p:txBody>
      </p:sp>
      <p:sp>
        <p:nvSpPr>
          <p:cNvPr id="6" name="Parallelogram 5">
            <a:extLst>
              <a:ext uri="{FF2B5EF4-FFF2-40B4-BE49-F238E27FC236}">
                <a16:creationId xmlns:a16="http://schemas.microsoft.com/office/drawing/2014/main" id="{71A5F9AB-38B9-1A9B-86C6-47960A68E595}"/>
              </a:ext>
            </a:extLst>
          </p:cNvPr>
          <p:cNvSpPr/>
          <p:nvPr/>
        </p:nvSpPr>
        <p:spPr>
          <a:xfrm rot="758992">
            <a:off x="4559178" y="3655776"/>
            <a:ext cx="7384548" cy="2931295"/>
          </a:xfrm>
          <a:prstGeom prst="parallelogram">
            <a:avLst>
              <a:gd name="adj" fmla="val 98039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106A76A-55F3-A914-1E92-01ABE051D28D}"/>
              </a:ext>
            </a:extLst>
          </p:cNvPr>
          <p:cNvCxnSpPr>
            <a:cxnSpLocks/>
          </p:cNvCxnSpPr>
          <p:nvPr/>
        </p:nvCxnSpPr>
        <p:spPr>
          <a:xfrm flipH="1">
            <a:off x="6427570" y="3652007"/>
            <a:ext cx="1371600" cy="1576914"/>
          </a:xfrm>
          <a:prstGeom prst="straightConnector1">
            <a:avLst/>
          </a:prstGeom>
          <a:ln w="57150">
            <a:solidFill>
              <a:srgbClr val="FF93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A0EE231-E951-525F-6C04-C7B8B4EC3696}"/>
              </a:ext>
            </a:extLst>
          </p:cNvPr>
          <p:cNvCxnSpPr>
            <a:cxnSpLocks/>
          </p:cNvCxnSpPr>
          <p:nvPr/>
        </p:nvCxnSpPr>
        <p:spPr>
          <a:xfrm>
            <a:off x="7799170" y="3652007"/>
            <a:ext cx="2683933" cy="1286934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923B666-8553-91DF-D15F-42A4E049A70B}"/>
              </a:ext>
            </a:extLst>
          </p:cNvPr>
          <p:cNvCxnSpPr>
            <a:cxnSpLocks/>
          </p:cNvCxnSpPr>
          <p:nvPr/>
        </p:nvCxnSpPr>
        <p:spPr>
          <a:xfrm flipV="1">
            <a:off x="7799170" y="2218267"/>
            <a:ext cx="1134533" cy="1433740"/>
          </a:xfrm>
          <a:prstGeom prst="straightConnector1">
            <a:avLst/>
          </a:prstGeom>
          <a:ln w="57150">
            <a:solidFill>
              <a:srgbClr val="0432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400AEAF-E104-B004-5B61-583A0AC54976}"/>
                  </a:ext>
                </a:extLst>
              </p:cNvPr>
              <p:cNvSpPr txBox="1"/>
              <p:nvPr/>
            </p:nvSpPr>
            <p:spPr>
              <a:xfrm>
                <a:off x="6105837" y="5228921"/>
                <a:ext cx="558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FF93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US" sz="2800" b="1">
                  <a:solidFill>
                    <a:srgbClr val="FF9300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400AEAF-E104-B004-5B61-583A0AC549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5837" y="5228921"/>
                <a:ext cx="558800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7870690-144E-714D-E343-F8DD0E5143AD}"/>
                  </a:ext>
                </a:extLst>
              </p:cNvPr>
              <p:cNvSpPr txBox="1"/>
              <p:nvPr/>
            </p:nvSpPr>
            <p:spPr>
              <a:xfrm>
                <a:off x="10203703" y="5019368"/>
                <a:ext cx="558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sz="2800" b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7870690-144E-714D-E343-F8DD0E5143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3703" y="5019368"/>
                <a:ext cx="558800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99B158A-6551-706E-08CC-E6158E0B2456}"/>
                  </a:ext>
                </a:extLst>
              </p:cNvPr>
              <p:cNvSpPr txBox="1"/>
              <p:nvPr/>
            </p:nvSpPr>
            <p:spPr>
              <a:xfrm>
                <a:off x="8861736" y="1846462"/>
                <a:ext cx="558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US" sz="2800" b="1">
                  <a:solidFill>
                    <a:srgbClr val="0432FF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99B158A-6551-706E-08CC-E6158E0B24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1736" y="1846462"/>
                <a:ext cx="558800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BD23435-BEEA-03D1-4FEB-9EC72EF96199}"/>
              </a:ext>
            </a:extLst>
          </p:cNvPr>
          <p:cNvCxnSpPr>
            <a:cxnSpLocks/>
          </p:cNvCxnSpPr>
          <p:nvPr/>
        </p:nvCxnSpPr>
        <p:spPr>
          <a:xfrm>
            <a:off x="7799170" y="3652007"/>
            <a:ext cx="1018801" cy="1715860"/>
          </a:xfrm>
          <a:prstGeom prst="straightConnector1">
            <a:avLst/>
          </a:prstGeom>
          <a:ln w="57150">
            <a:solidFill>
              <a:srgbClr val="0432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F0648FC-A7B7-8488-CE48-0B4248860E5F}"/>
                  </a:ext>
                </a:extLst>
              </p:cNvPr>
              <p:cNvSpPr txBox="1"/>
              <p:nvPr/>
            </p:nvSpPr>
            <p:spPr>
              <a:xfrm>
                <a:off x="8791138" y="4966368"/>
                <a:ext cx="558800" cy="5347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2800" b="1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b="1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</m:acc>
                    </m:oMath>
                  </m:oMathPara>
                </a14:m>
                <a:endParaRPr lang="en-US" sz="2800" b="1">
                  <a:solidFill>
                    <a:srgbClr val="0432FF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F0648FC-A7B7-8488-CE48-0B4248860E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1138" y="4966368"/>
                <a:ext cx="558800" cy="53476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422791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E70C13D-6E53-ECFB-4A8D-C3E0672B885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Solving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/>
                  <a:t>.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E70C13D-6E53-ECFB-4A8D-C3E0672B885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BD0B533-9121-2239-C267-EE9AB0818CE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We use the properties of orthogonality and the dot product to write: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𝒀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̂"/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e>
                          </m:acc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𝒀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̂"/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e>
                          </m:acc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BD0B533-9121-2239-C267-EE9AB0818C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83C654-D709-4AF8-1A46-0CCA57202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25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5E53896-BBB9-19A9-2EC0-5F2039CFC711}"/>
                  </a:ext>
                </a:extLst>
              </p14:cNvPr>
              <p14:cNvContentPartPr/>
              <p14:nvPr/>
            </p14:nvContentPartPr>
            <p14:xfrm>
              <a:off x="5329440" y="2423160"/>
              <a:ext cx="1112400" cy="2840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5E53896-BBB9-19A9-2EC0-5F2039CFC71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313240" y="2406960"/>
                <a:ext cx="1144800" cy="31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64DE8FB-7D41-028E-1C92-DA49B44310B4}"/>
                  </a:ext>
                </a:extLst>
              </p14:cNvPr>
              <p14:cNvContentPartPr/>
              <p14:nvPr/>
            </p14:nvContentPartPr>
            <p14:xfrm>
              <a:off x="5149174" y="3838106"/>
              <a:ext cx="1289160" cy="3135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64DE8FB-7D41-028E-1C92-DA49B44310B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133690" y="3822626"/>
                <a:ext cx="1319769" cy="34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593D857A-DF72-8F66-3A7C-6AEBEE6783C8}"/>
                  </a:ext>
                </a:extLst>
              </p14:cNvPr>
              <p14:cNvContentPartPr/>
              <p14:nvPr/>
            </p14:nvContentPartPr>
            <p14:xfrm>
              <a:off x="5770894" y="3969506"/>
              <a:ext cx="713160" cy="27828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593D857A-DF72-8F66-3A7C-6AEBEE6783C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755406" y="3954026"/>
                <a:ext cx="743775" cy="308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335949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332ED3-4C5D-2F87-56F4-F47EE2B2F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86FAA54-4C3D-25E4-7597-0AF2F041594B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Solving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/>
                  <a:t>.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86FAA54-4C3D-25E4-7597-0AF2F04159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FCB2423-280C-0409-3416-0F5FCF293FC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A little manipulation:</a:t>
                </a:r>
                <a:br>
                  <a:rPr lang="en-US"/>
                </a:b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̂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</m:acc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</m:acc>
                      <m:r>
                        <a:rPr lang="en-US" b="1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FCB2423-280C-0409-3416-0F5FCF293FC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E3D769-BF95-B0F0-632F-87B750EA9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26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3922ABC-88F4-CE3F-7664-CED7B721C28A}"/>
                  </a:ext>
                </a:extLst>
              </p14:cNvPr>
              <p14:cNvContentPartPr/>
              <p14:nvPr/>
            </p14:nvContentPartPr>
            <p14:xfrm>
              <a:off x="5766120" y="2237400"/>
              <a:ext cx="1676880" cy="23968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3922ABC-88F4-CE3F-7664-CED7B721C28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749920" y="2221200"/>
                <a:ext cx="1709280" cy="2429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7509419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1EEBC6-9733-6559-A996-06D207C7B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A700FD6-DD7E-FDCE-CBF0-B467AF45056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Solving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/>
                  <a:t>.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A700FD6-DD7E-FDCE-CBF0-B467AF45056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B7870C-2BC6-0AB0-5F58-2EC30BE1755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A little manipulation:</a:t>
                </a:r>
                <a:br>
                  <a:rPr lang="en-US"/>
                </a:b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</m:acc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</m:acc>
                      <m:r>
                        <a:rPr lang="en-US" b="1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B7870C-2BC6-0AB0-5F58-2EC30BE1755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817721-261E-67F1-22A3-A4CB8EB1B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6810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BE63B4-76FF-9A1C-BAE6-B2EDB682CB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FDB5AC1-34C4-22DB-A87F-C5112400B504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Solving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/>
                  <a:t>.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FDB5AC1-34C4-22DB-A87F-C5112400B5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CF6662-68E7-F0A4-129A-92B7202E9EA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Since dot products are commutative:</a:t>
                </a:r>
                <a:br>
                  <a:rPr lang="en-US"/>
                </a:b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̂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</m:acc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</m:acc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CF6662-68E7-F0A4-129A-92B7202E9EA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06E9D0-6C92-B503-FDB6-89D0D6301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67038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2FF6A8-746F-BDE1-53D8-EBC033634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756C43C-0CFB-C083-2BCE-55912DFD1B6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Solving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/>
                  <a:t>.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756C43C-0CFB-C083-2BCE-55912DFD1B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20F307-06E7-7241-7C8C-D1E744F66DF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Swapping sides:</a:t>
                </a:r>
                <a:br>
                  <a:rPr lang="en-US"/>
                </a:b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</m:acc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</m:acc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20F307-06E7-7241-7C8C-D1E744F66DF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BFFC72-F199-B9EB-7EE2-4E18F165C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73616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5D8008-FA90-D7EF-0063-80946EB60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7B2F4AB-87AD-C87B-9846-877A3294971E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Solving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/>
                  <a:t>.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7B2F4AB-87AD-C87B-9846-877A3294971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FCAE90-4E15-EB3B-36FC-F37FAA6C326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Substituting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US"/>
                  <a:t>:</a:t>
                </a:r>
                <a:br>
                  <a:rPr lang="en-US"/>
                </a:b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̂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</m:acc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</m:acc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FCAE90-4E15-EB3B-36FC-F37FAA6C32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16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E24B8F-2992-A99F-6CA3-CEA13EE6E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30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8484FA3B-F9C6-2DAD-6DA0-806B44664E4B}"/>
                  </a:ext>
                </a:extLst>
              </p14:cNvPr>
              <p14:cNvContentPartPr/>
              <p14:nvPr/>
            </p14:nvContentPartPr>
            <p14:xfrm>
              <a:off x="3703680" y="2250720"/>
              <a:ext cx="2095920" cy="17168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8484FA3B-F9C6-2DAD-6DA0-806B44664E4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687480" y="2234520"/>
                <a:ext cx="2128320" cy="1749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7737160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CAF76B-DF7E-396A-CB28-FCF520D48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1D5E80A-E563-D6BA-A152-5ADAE96EEFF6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Solving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/>
                  <a:t>.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1D5E80A-E563-D6BA-A152-5ADAE96EEF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E7543D-42C7-60B6-FF50-8A1DC943864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Then we can distribute:</a:t>
                </a:r>
                <a:br>
                  <a:rPr lang="en-US"/>
                </a:b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1" i="1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E7543D-42C7-60B6-FF50-8A1DC943864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AFECF5-07B8-C52A-AAD2-7A68D34AB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31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4D3F28E-0CED-03A3-7AA4-8DBA8386C215}"/>
                  </a:ext>
                </a:extLst>
              </p14:cNvPr>
              <p14:cNvContentPartPr/>
              <p14:nvPr/>
            </p14:nvContentPartPr>
            <p14:xfrm>
              <a:off x="4408200" y="2228400"/>
              <a:ext cx="1896480" cy="19407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4D3F28E-0CED-03A3-7AA4-8DBA8386C21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392000" y="2212200"/>
                <a:ext cx="1928880" cy="1973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5337804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98573A-4CDD-171A-33DD-613317439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E21698F-19E9-FB8D-ED8E-6549E601FBD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Solving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/>
                  <a:t>.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E21698F-19E9-FB8D-ED8E-6549E601FB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EACDF73-A00E-31D9-A9B5-95FFBBBF751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And then rewrite this in matrix notation:</a:t>
                </a:r>
                <a:br>
                  <a:rPr lang="en-US"/>
                </a:b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1" i="1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EACDF73-A00E-31D9-A9B5-95FFBBBF751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54C881-7105-F679-7543-FF449943E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05633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EE7C3D-3CF0-EF80-EA3C-3EF56DE0A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117DB26-C82B-9A3C-0C29-C2C9955A4D4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Solving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/>
                  <a:t>.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117DB26-C82B-9A3C-0C29-C2C9955A4D4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EE3498-8E4F-33DB-CB17-81430EF9EA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/>
                  <a:t>Then rewriting the dot products using transpose notation:</a:t>
                </a:r>
                <a:br>
                  <a:rPr lang="en-US"/>
                </a:b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1" i="1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⇒    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𝒀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𝒀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EE3498-8E4F-33DB-CB17-81430EF9EA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1479F8-9CF9-8854-A548-0F0D2AE8D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33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EAE9461-21B9-6F58-8481-7F7BB3ED18F3}"/>
                  </a:ext>
                </a:extLst>
              </p14:cNvPr>
              <p14:cNvContentPartPr/>
              <p14:nvPr/>
            </p14:nvContentPartPr>
            <p14:xfrm>
              <a:off x="3911760" y="2512080"/>
              <a:ext cx="1436040" cy="29196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EAE9461-21B9-6F58-8481-7F7BB3ED18F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895560" y="2495880"/>
                <a:ext cx="1468440" cy="2952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1703965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C5191D-B86F-8138-E150-BB83452620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C653CD5-B461-0860-FFF9-C869E52D92B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Solving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/>
                  <a:t>.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C653CD5-B461-0860-FFF9-C869E52D92B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85DC61C-33D5-A81A-BA75-0DAC30279CF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Now we can decompose:</a:t>
                </a:r>
                <a:br>
                  <a:rPr lang="en-US"/>
                </a:b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    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𝒀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𝒀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⇒    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e>
                                  <m:sup>
                                    <m:r>
                                      <m:rPr>
                                        <m:brk m:alnAt="7"/>
                                      </m:r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p>
                                </m:sSup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  <m:e>
                                <m:sSup>
                                  <m:sSup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e>
                                  <m:sup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p>
                                </m:sSup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p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p>
                                </m:sSup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  <m:e>
                                <m:sSup>
                                  <m:sSup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p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p>
                                </m:sSup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e>
                                  <m:sup>
                                    <m:r>
                                      <m:rPr>
                                        <m:brk m:alnAt="7"/>
                                      </m:r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p>
                                </m:sSup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𝒀</m:t>
                                </m:r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p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p>
                                </m:sSup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𝒀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85DC61C-33D5-A81A-BA75-0DAC30279CF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BA06B2-C4A6-4382-3EAF-4C5B9E22D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61947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CF959A-3DAA-6473-33CB-D841729DB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F8CFE48-2F38-7601-F4E2-FEFA781889A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Solving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/>
                  <a:t>.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F8CFE48-2F38-7601-F4E2-FEFA781889A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6F7ED32-FC39-7ADC-1910-B29D210EDB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Now we can decompose:</a:t>
                </a:r>
                <a:br>
                  <a:rPr lang="en-US"/>
                </a:b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   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e>
                                  <m:sup>
                                    <m:r>
                                      <m:rPr>
                                        <m:brk m:alnAt="7"/>
                                      </m:r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p>
                                </m:sSup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  <m:e>
                                <m:sSup>
                                  <m:sSup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e>
                                  <m:sup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p>
                                </m:sSup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p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p>
                                </m:sSup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  <m:e>
                                <m:sSup>
                                  <m:sSup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p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p>
                                </m:sSup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e>
                                  <m:sup>
                                    <m:r>
                                      <m:rPr>
                                        <m:brk m:alnAt="7"/>
                                      </m:r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p>
                                </m:sSup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𝒀</m:t>
                                </m:r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p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p>
                                </m:sSup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𝒀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⇒   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e>
                                  <m:sup>
                                    <m:r>
                                      <m:rPr>
                                        <m:brk m:alnAt="7"/>
                                      </m:r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p>
                                </m:sSup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p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p>
                                </m:sSup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e>
                                  <m:sup>
                                    <m:r>
                                      <m:rPr>
                                        <m:brk m:alnAt="7"/>
                                      </m:rP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p>
                                </m:sSup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p>
                                    <m: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p>
                                </m:sSup>
                              </m:e>
                            </m:mr>
                          </m:m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6F7ED32-FC39-7ADC-1910-B29D210EDB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20F266-0BBF-FA4E-E3A5-8BD406E3D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16629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52723-94C5-3B26-5887-AF046F5A0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Design Matrix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761ECF-C203-6255-51AE-83416B94D9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We define the </a:t>
                </a:r>
                <a:r>
                  <a:rPr lang="en-US" i="1"/>
                  <a:t>design matrix</a:t>
                </a:r>
                <a:r>
                  <a:rPr lang="en-US"/>
                  <a:t>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≔[</m:t>
                      </m:r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mr>
                      </m:m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:r>
                  <a:rPr lang="en-US" b="1"/>
                  <a:t>   </a:t>
                </a:r>
                <a:r>
                  <a:rPr lang="en-US"/>
                  <a:t>using our three data point example.</a:t>
                </a:r>
                <a:endParaRPr lang="en-US" b="1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761ECF-C203-6255-51AE-83416B94D9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97E59E-1ACB-5149-3E71-F93328202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45844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E7D1E6-F55F-08E2-8A06-FB91B2FBE2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309F7-7111-E485-A4E0-D15507EE6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Design Matrix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F95727-672D-C7A7-55AE-AE54B4AF0C2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/>
                  <a:t>More generally:</a:t>
                </a:r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≔[</m:t>
                      </m:r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mr>
                      </m:m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:r>
                  <a:rPr lang="en-US" b="1"/>
                  <a:t> </a:t>
                </a:r>
                <a:r>
                  <a:rPr lang="en-US"/>
                  <a:t> 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b="1"/>
                  <a:t> </a:t>
                </a:r>
                <a:r>
                  <a:rPr lang="en-US"/>
                  <a:t>observations. (It is harder to draw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b="1"/>
                  <a:t> </a:t>
                </a:r>
                <a:r>
                  <a:rPr lang="en-US"/>
                  <a:t>space).</a:t>
                </a:r>
                <a:endParaRPr lang="en-US" b="1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F95727-672D-C7A7-55AE-AE54B4AF0C2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346F27-DB7E-41EC-E61F-8DA5B5159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7684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FC953B-64D7-0195-9DBC-04105DA23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arallelogram 12">
            <a:extLst>
              <a:ext uri="{FF2B5EF4-FFF2-40B4-BE49-F238E27FC236}">
                <a16:creationId xmlns:a16="http://schemas.microsoft.com/office/drawing/2014/main" id="{AFF19096-04FA-4344-8CDA-DAD76687D7D4}"/>
              </a:ext>
            </a:extLst>
          </p:cNvPr>
          <p:cNvSpPr/>
          <p:nvPr/>
        </p:nvSpPr>
        <p:spPr>
          <a:xfrm rot="758992">
            <a:off x="4559178" y="3655776"/>
            <a:ext cx="7384548" cy="2931295"/>
          </a:xfrm>
          <a:prstGeom prst="parallelogram">
            <a:avLst>
              <a:gd name="adj" fmla="val 98039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BFEB00-3953-9FBD-1111-EAE223C56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Design Matrix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B071011-84DB-1FA0-ED0E-D4BAB35FC0B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/>
                  <a:t>The </a:t>
                </a:r>
                <a:r>
                  <a:rPr lang="en-US" i="1"/>
                  <a:t>column space</a:t>
                </a:r>
                <a:r>
                  <a:rPr lang="en-US"/>
                  <a:t> of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US" b="1"/>
                  <a:t> </a:t>
                </a:r>
                <a:r>
                  <a:rPr lang="en-US"/>
                  <a:t>is a 2-dimensional </a:t>
                </a:r>
                <a:br>
                  <a:rPr lang="en-US"/>
                </a:br>
                <a:r>
                  <a:rPr lang="en-US"/>
                  <a:t>plane (subspace)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b="1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B071011-84DB-1FA0-ED0E-D4BAB35FC0B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335FED-60CF-9EAB-C739-4C1BAB5DD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38</a:t>
            </a:fld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B0C6168-39A0-6EFD-D6B9-F2CA653531A4}"/>
              </a:ext>
            </a:extLst>
          </p:cNvPr>
          <p:cNvCxnSpPr>
            <a:cxnSpLocks/>
          </p:cNvCxnSpPr>
          <p:nvPr/>
        </p:nvCxnSpPr>
        <p:spPr>
          <a:xfrm flipH="1">
            <a:off x="6427570" y="3652007"/>
            <a:ext cx="1371600" cy="1576914"/>
          </a:xfrm>
          <a:prstGeom prst="straightConnector1">
            <a:avLst/>
          </a:prstGeom>
          <a:ln w="57150">
            <a:solidFill>
              <a:srgbClr val="FF93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8CC5CB7-5EE9-C28A-42B2-5783AF1F3FA6}"/>
              </a:ext>
            </a:extLst>
          </p:cNvPr>
          <p:cNvCxnSpPr>
            <a:cxnSpLocks/>
          </p:cNvCxnSpPr>
          <p:nvPr/>
        </p:nvCxnSpPr>
        <p:spPr>
          <a:xfrm>
            <a:off x="7799170" y="3652007"/>
            <a:ext cx="2683933" cy="1286934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84CCEB0-15E1-077B-D9ED-F16E51C6F7C0}"/>
              </a:ext>
            </a:extLst>
          </p:cNvPr>
          <p:cNvCxnSpPr>
            <a:cxnSpLocks/>
          </p:cNvCxnSpPr>
          <p:nvPr/>
        </p:nvCxnSpPr>
        <p:spPr>
          <a:xfrm flipV="1">
            <a:off x="7799170" y="2218267"/>
            <a:ext cx="1134533" cy="1433740"/>
          </a:xfrm>
          <a:prstGeom prst="straightConnector1">
            <a:avLst/>
          </a:prstGeom>
          <a:ln w="57150">
            <a:solidFill>
              <a:srgbClr val="0432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373E54B-E049-C3E7-A697-15DB0A7F6EB5}"/>
                  </a:ext>
                </a:extLst>
              </p:cNvPr>
              <p:cNvSpPr txBox="1"/>
              <p:nvPr/>
            </p:nvSpPr>
            <p:spPr>
              <a:xfrm>
                <a:off x="6105837" y="5228921"/>
                <a:ext cx="558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FF93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US" sz="2800" b="1">
                  <a:solidFill>
                    <a:srgbClr val="FF930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373E54B-E049-C3E7-A697-15DB0A7F6E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5837" y="5228921"/>
                <a:ext cx="558800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4F208BD-0EF8-0012-BD88-4C7590A091E9}"/>
                  </a:ext>
                </a:extLst>
              </p:cNvPr>
              <p:cNvSpPr txBox="1"/>
              <p:nvPr/>
            </p:nvSpPr>
            <p:spPr>
              <a:xfrm>
                <a:off x="10203703" y="5019368"/>
                <a:ext cx="558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sz="2800" b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4F208BD-0EF8-0012-BD88-4C7590A091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3703" y="5019368"/>
                <a:ext cx="558800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69DFCBB-77D1-6038-EE86-207281A6DD95}"/>
                  </a:ext>
                </a:extLst>
              </p:cNvPr>
              <p:cNvSpPr txBox="1"/>
              <p:nvPr/>
            </p:nvSpPr>
            <p:spPr>
              <a:xfrm>
                <a:off x="8861736" y="1846462"/>
                <a:ext cx="558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US" sz="2800" b="1">
                  <a:solidFill>
                    <a:srgbClr val="0432FF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69DFCBB-77D1-6038-EE86-207281A6DD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1736" y="1846462"/>
                <a:ext cx="558800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F7DAA1F-4883-5802-1913-F0FBC596739E}"/>
              </a:ext>
            </a:extLst>
          </p:cNvPr>
          <p:cNvCxnSpPr>
            <a:cxnSpLocks/>
          </p:cNvCxnSpPr>
          <p:nvPr/>
        </p:nvCxnSpPr>
        <p:spPr>
          <a:xfrm>
            <a:off x="7799170" y="3652007"/>
            <a:ext cx="1018801" cy="1715860"/>
          </a:xfrm>
          <a:prstGeom prst="straightConnector1">
            <a:avLst/>
          </a:prstGeom>
          <a:ln w="57150">
            <a:solidFill>
              <a:srgbClr val="0432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8C5B7D7-4A07-303C-0CA7-504217681325}"/>
                  </a:ext>
                </a:extLst>
              </p:cNvPr>
              <p:cNvSpPr txBox="1"/>
              <p:nvPr/>
            </p:nvSpPr>
            <p:spPr>
              <a:xfrm>
                <a:off x="8791138" y="4966368"/>
                <a:ext cx="558800" cy="5347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2800" b="1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b="1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</m:acc>
                    </m:oMath>
                  </m:oMathPara>
                </a14:m>
                <a:endParaRPr lang="en-US" sz="2800" b="1">
                  <a:solidFill>
                    <a:srgbClr val="0432FF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8C5B7D7-4A07-303C-0CA7-5042176813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1138" y="4966368"/>
                <a:ext cx="558800" cy="53476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1873520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B27790-B9BE-559D-4DEE-3AC5F3A81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7E799-A84C-1F54-2C09-8D36C6FEE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Design Matrix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35135D0-1987-4FBA-728F-7ED8B4D0889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/>
                  <a:t>The design matrix</a:t>
                </a:r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≔[</m:t>
                      </m:r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mr>
                      </m:m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:r>
                  <a:rPr lang="en-US" b="1"/>
                  <a:t>   </a:t>
                </a:r>
                <a:r>
                  <a:rPr lang="en-US"/>
                  <a:t>is the same that we saw in Python and </a:t>
                </a:r>
                <a:r>
                  <a:rPr lang="en-US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statsmodels</a:t>
                </a:r>
                <a:r>
                  <a:rPr lang="en-US"/>
                  <a:t>. We will see </a:t>
                </a:r>
                <a:br>
                  <a:rPr lang="en-US"/>
                </a:br>
                <a:r>
                  <a:rPr lang="en-US"/>
                  <a:t>   it again.</a:t>
                </a:r>
                <a:endParaRPr lang="en-US" b="1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35135D0-1987-4FBA-728F-7ED8B4D0889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5EC6F7-4C28-CA70-547C-CF82AF075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2699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6593F3-566E-CF22-A2B4-22C66C3D6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CF793E4-39C8-960C-41B4-97E0B3CD07CC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Back to Solving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/>
                  <a:t>.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CF793E4-39C8-960C-41B4-97E0B3CD07C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15704B0-A2C5-82D3-D5B7-F8B78417156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So we can insert our design matrix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US"/>
                  <a:t>:</a:t>
                </a:r>
                <a:br>
                  <a:rPr lang="en-US"/>
                </a:b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   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e>
                                  <m:sup>
                                    <m:r>
                                      <m:rPr>
                                        <m:brk m:alnAt="7"/>
                                      </m:r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p>
                                </m:sSup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p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p>
                                </m:sSup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e>
                                  <m:sup>
                                    <m:r>
                                      <m:rPr>
                                        <m:brk m:alnAt="7"/>
                                      </m:rP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p>
                                </m:sSup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p>
                                    <m: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p>
                                </m:sSup>
                              </m:e>
                            </m:mr>
                          </m:m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15704B0-A2C5-82D3-D5B7-F8B78417156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0715CF-492E-1621-C950-D55153603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84985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D46350-2D8B-FF6E-C90E-A707BCAAC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4170875-4EE4-959B-8956-8D96D8654E2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Back to Solving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/>
                  <a:t>.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4170875-4EE4-959B-8956-8D96D8654E2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359F2A4-C76C-1BC3-73D9-2B0F32F66B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Now we isolate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/>
                  <a:t>:</a:t>
                </a:r>
                <a:br>
                  <a:rPr lang="en-US"/>
                </a:b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359F2A4-C76C-1BC3-73D9-2B0F32F66B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D751AA-44F3-5E61-22FB-700B753B2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60961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65D6C5-C041-BE69-CDA0-5F81ED2DB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89C8D-5982-D9AA-AA27-BFF3EEE67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Hat Matrix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218EBA-8B2A-5C4C-A43A-A3C8A62A853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We have just shown that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</m:e>
                              <m:sup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𝑻</m:t>
                                </m:r>
                              </m:sup>
                            </m:sSup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</m:d>
                      </m:e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𝒀</m:t>
                    </m:r>
                  </m:oMath>
                </a14:m>
                <a:r>
                  <a:rPr lang="en-US"/>
                  <a:t>.</a:t>
                </a:r>
              </a:p>
              <a:p>
                <a:r>
                  <a:rPr lang="en-US"/>
                  <a:t>How can we write the predicted values,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acc>
                  </m:oMath>
                </a14:m>
                <a:r>
                  <a:rPr lang="en-US"/>
                  <a:t>, in terms of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</m:acc>
                  </m:oMath>
                </a14:m>
                <a:r>
                  <a:rPr lang="en-US"/>
                  <a:t>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en-US"/>
                  <a:t>?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𝑿</m:t>
                      </m:r>
                      <m:acc>
                        <m:accPr>
                          <m:chr m:val="̂"/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 dirty="0" smtClean="0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𝑿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US"/>
              </a:p>
              <a:p>
                <a:r>
                  <a:rPr lang="en-US"/>
                  <a:t>We denote the matrix </a:t>
                </a:r>
                <a14:m>
                  <m:oMath xmlns:m="http://schemas.openxmlformats.org/officeDocument/2006/math">
                    <m:r>
                      <a:rPr lang="en-US" b="1" i="1" dirty="0">
                        <a:latin typeface="Cambria Math" panose="02040503050406030204" pitchFamily="18" charset="0"/>
                      </a:rPr>
                      <m:t>𝑿</m:t>
                    </m:r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</m:e>
                              <m:sup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𝑻</m:t>
                                </m:r>
                              </m:sup>
                            </m:sSup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</m:d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</m:oMath>
                </a14:m>
                <a:r>
                  <a:rPr lang="en-US"/>
                  <a:t> by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en-US" b="1"/>
                  <a:t>. </a:t>
                </a:r>
                <a:r>
                  <a:rPr lang="en-US"/>
                  <a:t>It is called the </a:t>
                </a:r>
                <a:r>
                  <a:rPr lang="en-US" i="1"/>
                  <a:t>hat matrix.</a:t>
                </a:r>
              </a:p>
              <a:p>
                <a:r>
                  <a:rPr lang="en-US"/>
                  <a:t>Why?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218EBA-8B2A-5C4C-A43A-A3C8A62A853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3106C0-D3BA-455D-7FD3-890C7C960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42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FE4C4D62-A400-60DD-8C61-36CF4E9089AC}"/>
                  </a:ext>
                </a:extLst>
              </p14:cNvPr>
              <p14:cNvContentPartPr/>
              <p14:nvPr/>
            </p14:nvContentPartPr>
            <p14:xfrm>
              <a:off x="2897280" y="5365440"/>
              <a:ext cx="6547680" cy="6354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FE4C4D62-A400-60DD-8C61-36CF4E9089A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881080" y="5349240"/>
                <a:ext cx="6580080" cy="667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0961679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6133D5-0FDC-2645-52D0-CAFE6B8A7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B1BCF-BBAD-4A56-5F6E-7B1033149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Properties of the Hat Matrix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A3E28D4-C7D2-E417-0A9B-1CC6138D4DA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𝑯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𝑿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</m:oMath>
                  </m:oMathPara>
                </a14:m>
                <a:endParaRPr lang="en-US"/>
              </a:p>
              <a:p>
                <a:endParaRPr lang="en-US"/>
              </a:p>
              <a:p>
                <a:r>
                  <a:rPr lang="en-US"/>
                  <a:t>The matrix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en-US" b="1"/>
                  <a:t> </a:t>
                </a:r>
                <a:r>
                  <a:rPr lang="en-US"/>
                  <a:t>has the following properties:</a:t>
                </a:r>
              </a:p>
              <a:p>
                <a:pPr marL="971550" lvl="1" indent="-514350">
                  <a:buFont typeface="+mj-lt"/>
                  <a:buAutoNum type="arabicPeriod"/>
                </a:pPr>
                <a:r>
                  <a:rPr lang="en-US"/>
                  <a:t>Symmetry: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𝑯</m:t>
                      </m:r>
                    </m:oMath>
                  </m:oMathPara>
                </a14:m>
                <a:endParaRPr lang="en-US" b="1"/>
              </a:p>
              <a:p>
                <a:pPr marL="914400" lvl="1" indent="-457200">
                  <a:buAutoNum type="arabicPeriod" startAt="2"/>
                </a:pPr>
                <a:r>
                  <a:rPr lang="en-US"/>
                  <a:t>Idempotent: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𝑯</m:t>
                      </m:r>
                    </m:oMath>
                  </m:oMathPara>
                </a14:m>
                <a:endParaRPr lang="en-US" b="1"/>
              </a:p>
              <a:p>
                <a:pPr marL="914400" lvl="1" indent="-457200">
                  <a:buAutoNum type="arabicPeriod" startAt="3"/>
                </a:pPr>
                <a:r>
                  <a:rPr lang="en-US"/>
                  <a:t>Influence: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b="1" i="1" dirty="0" smtClean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 smtClean="0"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b="1"/>
              </a:p>
              <a:p>
                <a:pPr marL="457200" lvl="1" indent="0">
                  <a:buNone/>
                </a:pPr>
                <a:endParaRPr lang="en-US" b="1"/>
              </a:p>
              <a:p>
                <a:r>
                  <a:rPr lang="en-US"/>
                  <a:t>A matrix that satisfies (1) and (2) is called an </a:t>
                </a:r>
                <a:r>
                  <a:rPr lang="en-US" i="1"/>
                  <a:t>orthogonal projection.</a:t>
                </a:r>
                <a:endParaRPr lang="en-US"/>
              </a:p>
              <a:p>
                <a:pPr marL="457200" lvl="1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A3E28D4-C7D2-E417-0A9B-1CC6138D4DA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b="-14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52DED8-E97C-5510-4048-867EE2BC5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43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F2344C53-F644-DDCD-2755-3F2606D2E0DE}"/>
                  </a:ext>
                </a:extLst>
              </p14:cNvPr>
              <p14:cNvContentPartPr/>
              <p14:nvPr/>
            </p14:nvContentPartPr>
            <p14:xfrm>
              <a:off x="5387040" y="4558680"/>
              <a:ext cx="354960" cy="8420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F2344C53-F644-DDCD-2755-3F2606D2E0D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370840" y="4542480"/>
                <a:ext cx="387360" cy="874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0125344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7CDA84-F43B-1875-7B0E-097A1CC8B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87CA6-99F8-4CCA-D5D8-721B01539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Properties of the Hat Matrix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691F0B0-FC15-3BFB-9749-D430BE58B6B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/>
                  <a:t>A matrix that satisfies (1) and (2) is called </a:t>
                </a:r>
                <a:br>
                  <a:rPr lang="en-US"/>
                </a:br>
                <a:r>
                  <a:rPr lang="en-US"/>
                  <a:t>an </a:t>
                </a:r>
                <a:r>
                  <a:rPr lang="en-US" i="1"/>
                  <a:t>orthogonal projection.</a:t>
                </a:r>
              </a:p>
              <a:p>
                <a:r>
                  <a:rPr lang="en-US"/>
                  <a:t>Thus,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𝑯𝒀</m:t>
                    </m:r>
                  </m:oMath>
                </a14:m>
                <a:r>
                  <a:rPr lang="en-US" b="1"/>
                  <a:t> </a:t>
                </a:r>
                <a:r>
                  <a:rPr lang="en-US"/>
                  <a:t>is the orthogonal projection</a:t>
                </a:r>
                <a:br>
                  <a:rPr lang="en-US"/>
                </a:br>
                <a:r>
                  <a:rPr lang="en-US"/>
                  <a:t>of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/>
                  <a:t>onto</a:t>
                </a:r>
                <a:r>
                  <a:rPr lang="en-US" b="1"/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</m:acc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b="1"/>
                  <a:t> </a:t>
                </a:r>
                <a:r>
                  <a:rPr lang="en-US"/>
                  <a:t>which lies on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b="1"/>
                  <a:t> </a:t>
                </a:r>
                <a:r>
                  <a:rPr lang="en-US"/>
                  <a:t>plane.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691F0B0-FC15-3BFB-9749-D430BE58B6B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687B40-FDC4-569C-3F1F-DE05283E0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44</a:t>
            </a:fld>
            <a:endParaRPr lang="en-US"/>
          </a:p>
        </p:txBody>
      </p:sp>
      <p:sp>
        <p:nvSpPr>
          <p:cNvPr id="5" name="Parallelogram 4">
            <a:extLst>
              <a:ext uri="{FF2B5EF4-FFF2-40B4-BE49-F238E27FC236}">
                <a16:creationId xmlns:a16="http://schemas.microsoft.com/office/drawing/2014/main" id="{3C48B27B-A472-79BF-2DFA-2E697FD99FA2}"/>
              </a:ext>
            </a:extLst>
          </p:cNvPr>
          <p:cNvSpPr/>
          <p:nvPr/>
        </p:nvSpPr>
        <p:spPr>
          <a:xfrm rot="758992">
            <a:off x="4559178" y="3655776"/>
            <a:ext cx="7384548" cy="2931295"/>
          </a:xfrm>
          <a:prstGeom prst="parallelogram">
            <a:avLst>
              <a:gd name="adj" fmla="val 98039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4C73D48-990A-4402-FA1C-65DC95E82475}"/>
              </a:ext>
            </a:extLst>
          </p:cNvPr>
          <p:cNvCxnSpPr>
            <a:cxnSpLocks/>
          </p:cNvCxnSpPr>
          <p:nvPr/>
        </p:nvCxnSpPr>
        <p:spPr>
          <a:xfrm flipH="1">
            <a:off x="6427570" y="3652007"/>
            <a:ext cx="1371600" cy="1576914"/>
          </a:xfrm>
          <a:prstGeom prst="straightConnector1">
            <a:avLst/>
          </a:prstGeom>
          <a:ln w="57150">
            <a:solidFill>
              <a:srgbClr val="FF93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27FFAA8-274D-09D7-7C99-E967CDE895EE}"/>
              </a:ext>
            </a:extLst>
          </p:cNvPr>
          <p:cNvCxnSpPr>
            <a:cxnSpLocks/>
          </p:cNvCxnSpPr>
          <p:nvPr/>
        </p:nvCxnSpPr>
        <p:spPr>
          <a:xfrm>
            <a:off x="7799170" y="3652007"/>
            <a:ext cx="2683933" cy="1286934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CCB4D2E-3166-216B-3B1F-AAA924DFDEFD}"/>
              </a:ext>
            </a:extLst>
          </p:cNvPr>
          <p:cNvCxnSpPr>
            <a:cxnSpLocks/>
          </p:cNvCxnSpPr>
          <p:nvPr/>
        </p:nvCxnSpPr>
        <p:spPr>
          <a:xfrm flipV="1">
            <a:off x="7799170" y="2218267"/>
            <a:ext cx="1134533" cy="1433740"/>
          </a:xfrm>
          <a:prstGeom prst="straightConnector1">
            <a:avLst/>
          </a:prstGeom>
          <a:ln w="57150">
            <a:solidFill>
              <a:srgbClr val="0432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C4EBC1D-F1E0-EA09-EEB1-5E7F5019F8B6}"/>
                  </a:ext>
                </a:extLst>
              </p:cNvPr>
              <p:cNvSpPr txBox="1"/>
              <p:nvPr/>
            </p:nvSpPr>
            <p:spPr>
              <a:xfrm>
                <a:off x="6105837" y="5228921"/>
                <a:ext cx="558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FF93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US" sz="2800" b="1">
                  <a:solidFill>
                    <a:srgbClr val="FF930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C4EBC1D-F1E0-EA09-EEB1-5E7F5019F8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5837" y="5228921"/>
                <a:ext cx="558800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44B8D98-3BC3-9D1E-E3F8-D15842E3D8E5}"/>
                  </a:ext>
                </a:extLst>
              </p:cNvPr>
              <p:cNvSpPr txBox="1"/>
              <p:nvPr/>
            </p:nvSpPr>
            <p:spPr>
              <a:xfrm>
                <a:off x="10203703" y="5019368"/>
                <a:ext cx="558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sz="2800" b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44B8D98-3BC3-9D1E-E3F8-D15842E3D8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3703" y="5019368"/>
                <a:ext cx="558800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3CA5860-BD46-6BDC-FB55-21F08ED5ADA2}"/>
                  </a:ext>
                </a:extLst>
              </p:cNvPr>
              <p:cNvSpPr txBox="1"/>
              <p:nvPr/>
            </p:nvSpPr>
            <p:spPr>
              <a:xfrm>
                <a:off x="8861736" y="1846462"/>
                <a:ext cx="558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US" sz="2800" b="1">
                  <a:solidFill>
                    <a:srgbClr val="0432FF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3CA5860-BD46-6BDC-FB55-21F08ED5AD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1736" y="1846462"/>
                <a:ext cx="558800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B767996-AAFE-9E70-A8A7-DF26100303C7}"/>
              </a:ext>
            </a:extLst>
          </p:cNvPr>
          <p:cNvCxnSpPr>
            <a:cxnSpLocks/>
          </p:cNvCxnSpPr>
          <p:nvPr/>
        </p:nvCxnSpPr>
        <p:spPr>
          <a:xfrm>
            <a:off x="7799170" y="3652007"/>
            <a:ext cx="1018801" cy="1715860"/>
          </a:xfrm>
          <a:prstGeom prst="straightConnector1">
            <a:avLst/>
          </a:prstGeom>
          <a:ln w="57150">
            <a:solidFill>
              <a:srgbClr val="0432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DC641AE-E88B-208B-E9E8-CFF2B38CACE7}"/>
                  </a:ext>
                </a:extLst>
              </p:cNvPr>
              <p:cNvSpPr txBox="1"/>
              <p:nvPr/>
            </p:nvSpPr>
            <p:spPr>
              <a:xfrm>
                <a:off x="8791138" y="4966368"/>
                <a:ext cx="558800" cy="5347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2800" b="1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b="1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</m:acc>
                    </m:oMath>
                  </m:oMathPara>
                </a14:m>
                <a:endParaRPr lang="en-US" sz="2800" b="1">
                  <a:solidFill>
                    <a:srgbClr val="0432FF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DC641AE-E88B-208B-E9E8-CFF2B38CAC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1138" y="4966368"/>
                <a:ext cx="558800" cy="53476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4E51882-9B04-5F25-2384-91E1EA52973B}"/>
                  </a:ext>
                </a:extLst>
              </p14:cNvPr>
              <p14:cNvContentPartPr/>
              <p14:nvPr/>
            </p14:nvContentPartPr>
            <p14:xfrm>
              <a:off x="8581320" y="2341800"/>
              <a:ext cx="2561040" cy="256644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4E51882-9B04-5F25-2384-91E1EA52973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565120" y="2325600"/>
                <a:ext cx="2593440" cy="2598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3351468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E3C47-675E-0926-64FB-4E0844644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Takeaways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6760EBB-B557-69AA-1A2E-F3C26046F82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We just showed that simple linear regression, when written in matrix form, is a </a:t>
                </a:r>
                <a:r>
                  <a:rPr lang="en-US" i="1"/>
                  <a:t>projection</a:t>
                </a:r>
                <a:r>
                  <a:rPr lang="en-US"/>
                  <a:t> from the space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/>
                  <a:t> observations onto a subspace (plane)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+1=2</m:t>
                    </m:r>
                  </m:oMath>
                </a14:m>
                <a:r>
                  <a:rPr lang="en-US"/>
                  <a:t> parameters.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 algn="ctr">
                  <a:buNone/>
                </a:pPr>
                <a:r>
                  <a:rPr lang="en-US" i="1"/>
                  <a:t>orthogonal projection </a:t>
                </a:r>
                <a:r>
                  <a:rPr lang="en-US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/>
                  <a:t> </a:t>
                </a:r>
                <a:r>
                  <a:rPr lang="en-US" i="1"/>
                  <a:t>least squares estimator</a:t>
                </a:r>
              </a:p>
              <a:p>
                <a:endParaRPr lang="en-US"/>
              </a:p>
              <a:p>
                <a:r>
                  <a:rPr lang="en-US"/>
                  <a:t>Why do we care?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6760EBB-B557-69AA-1A2E-F3C26046F82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4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99C504-B553-8E9F-BD4F-0E2FE60C9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45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23523D84-DAEA-CCD3-E3B5-F376147D8AA9}"/>
                  </a:ext>
                </a:extLst>
              </p14:cNvPr>
              <p14:cNvContentPartPr/>
              <p14:nvPr/>
            </p14:nvContentPartPr>
            <p14:xfrm>
              <a:off x="1734803" y="5186749"/>
              <a:ext cx="488160" cy="3258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23523D84-DAEA-CCD3-E3B5-F376147D8AA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719334" y="5171269"/>
                <a:ext cx="518737" cy="35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B29A5E88-0478-0C8E-42F2-874DC1B542FB}"/>
                  </a:ext>
                </a:extLst>
              </p14:cNvPr>
              <p14:cNvContentPartPr/>
              <p14:nvPr/>
            </p14:nvContentPartPr>
            <p14:xfrm>
              <a:off x="6694163" y="4945549"/>
              <a:ext cx="1584720" cy="60912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B29A5E88-0478-0C8E-42F2-874DC1B542F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678683" y="4930069"/>
                <a:ext cx="1615320" cy="63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C394DAEC-FBA8-1717-3712-EFAA0F12C4D0}"/>
                  </a:ext>
                </a:extLst>
              </p14:cNvPr>
              <p14:cNvContentPartPr/>
              <p14:nvPr/>
            </p14:nvContentPartPr>
            <p14:xfrm>
              <a:off x="5865083" y="5087029"/>
              <a:ext cx="314280" cy="31824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C394DAEC-FBA8-1717-3712-EFAA0F12C4D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849621" y="5071549"/>
                <a:ext cx="344845" cy="34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27188207-7075-C1B9-EA6C-147EBC933335}"/>
                  </a:ext>
                </a:extLst>
              </p14:cNvPr>
              <p14:cNvContentPartPr/>
              <p14:nvPr/>
            </p14:nvContentPartPr>
            <p14:xfrm>
              <a:off x="3823523" y="5050309"/>
              <a:ext cx="1605960" cy="42552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27188207-7075-C1B9-EA6C-147EBC933335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808046" y="5034829"/>
                <a:ext cx="1636553" cy="45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7682B875-33F5-0103-B3A3-2E0510D4AEC4}"/>
                  </a:ext>
                </a:extLst>
              </p14:cNvPr>
              <p14:cNvContentPartPr/>
              <p14:nvPr/>
            </p14:nvContentPartPr>
            <p14:xfrm>
              <a:off x="2517443" y="5139589"/>
              <a:ext cx="805680" cy="36792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7682B875-33F5-0103-B3A3-2E0510D4AEC4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501963" y="5124094"/>
                <a:ext cx="836280" cy="39855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F3587012-46F2-839B-2FE2-7D2C4C1D32B6}"/>
                  </a:ext>
                </a:extLst>
              </p14:cNvPr>
              <p14:cNvContentPartPr/>
              <p14:nvPr/>
            </p14:nvContentPartPr>
            <p14:xfrm>
              <a:off x="9129563" y="4940149"/>
              <a:ext cx="640440" cy="35208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F3587012-46F2-839B-2FE2-7D2C4C1D32B6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9114074" y="4924653"/>
                <a:ext cx="671057" cy="38271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E6D1D448-10ED-4695-704D-0304A9407537}"/>
                  </a:ext>
                </a:extLst>
              </p14:cNvPr>
              <p14:cNvContentPartPr/>
              <p14:nvPr/>
            </p14:nvContentPartPr>
            <p14:xfrm>
              <a:off x="8478323" y="4858429"/>
              <a:ext cx="283680" cy="46836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E6D1D448-10ED-4695-704D-0304A9407537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8462843" y="4842937"/>
                <a:ext cx="314280" cy="49898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FA7AEA89-5C16-99EF-C332-891CF75ABD56}"/>
                  </a:ext>
                </a:extLst>
              </p14:cNvPr>
              <p14:cNvContentPartPr/>
              <p14:nvPr/>
            </p14:nvContentPartPr>
            <p14:xfrm>
              <a:off x="10341323" y="5129149"/>
              <a:ext cx="231120" cy="17352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FA7AEA89-5C16-99EF-C332-891CF75ABD56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0325843" y="5113669"/>
                <a:ext cx="261720" cy="20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D4AA76DB-F34B-C5CB-7ACD-96C15F5DD99E}"/>
                  </a:ext>
                </a:extLst>
              </p14:cNvPr>
              <p14:cNvContentPartPr/>
              <p14:nvPr/>
            </p14:nvContentPartPr>
            <p14:xfrm>
              <a:off x="4375043" y="5811349"/>
              <a:ext cx="1007280" cy="53064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D4AA76DB-F34B-C5CB-7ACD-96C15F5DD99E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4359563" y="5795858"/>
                <a:ext cx="1037880" cy="56126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36B3A659-F7EE-BC3D-C09E-458075C4D66A}"/>
                  </a:ext>
                </a:extLst>
              </p14:cNvPr>
              <p14:cNvContentPartPr/>
              <p14:nvPr/>
            </p14:nvContentPartPr>
            <p14:xfrm>
              <a:off x="1608803" y="5905669"/>
              <a:ext cx="2278080" cy="367920"/>
            </p14:xfrm>
          </p:contentPart>
        </mc:Choice>
        <mc:Fallback xmlns=""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36B3A659-F7EE-BC3D-C09E-458075C4D66A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593321" y="5890174"/>
                <a:ext cx="2308685" cy="39855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9803009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9B8863-B68B-3F47-2FC4-B210C8F15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A3C69-337E-2417-7FC5-D3DE70234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Design Matrix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CBE6C59-4B03-487D-A519-9269D698752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/>
                  <a:t>The design matrix</a:t>
                </a:r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≔[</m:t>
                      </m:r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mr>
                      </m:m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:r>
                  <a:rPr lang="en-US" b="1"/>
                  <a:t>    </a:t>
                </a:r>
                <a:r>
                  <a:rPr lang="en-US"/>
                  <a:t>can be generalized:</a:t>
                </a:r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≔[</m:t>
                      </m:r>
                      <m:m>
                        <m:mPr>
                          <m:mcs>
                            <m:mc>
                              <m:mcPr>
                                <m:count m:val="4"/>
                                <m:mcJc m:val="center"/>
                              </m:mcPr>
                            </m:mc>
                          </m:mcs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…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b>
                            </m:sSub>
                          </m:e>
                        </m:mr>
                      </m:m>
                      <m:r>
                        <a:rPr lang="en-US" b="1" i="1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:r>
                  <a:rPr lang="en-US" b="1"/>
                  <a:t>    </a:t>
                </a:r>
                <a:r>
                  <a:rPr lang="en-US"/>
                  <a:t>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/>
                  <a:t> predictor (input) variables.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CBE6C59-4B03-487D-A519-9269D69875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b="-3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1C9CDE-98CD-C80B-EC89-E93C5D330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11487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A663E2-19F5-FAA8-94B0-4C920C081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FA098-3BCE-963B-A39B-093CB90DA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Design Matrix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510A042-82BD-BBB6-4575-142B7DB2F0A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≔[</m:t>
                      </m:r>
                      <m:m>
                        <m:mPr>
                          <m:mcs>
                            <m:mc>
                              <m:mcPr>
                                <m:count m:val="4"/>
                                <m:mcJc m:val="center"/>
                              </m:mcPr>
                            </m:mc>
                          </m:mcs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…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b>
                            </m:sSub>
                          </m:e>
                        </m:mr>
                      </m:m>
                      <m:r>
                        <a:rPr lang="en-US" b="1" i="1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r>
                  <a:rPr lang="en-US"/>
                  <a:t>Hence, we can solve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/>
                  <a:t> parameters:</a:t>
                </a:r>
              </a:p>
              <a:p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b="1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510A042-82BD-BBB6-4575-142B7DB2F0A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524165-54BF-907C-2E94-3B863A477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86714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10954-8540-187C-92A1-8C2A0E5FB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Et </a:t>
            </a:r>
            <a:r>
              <a:rPr lang="en-US" err="1"/>
              <a:t>Voilá</a:t>
            </a:r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0F91466-BB7B-7DD2-815C-84BE8460C51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We have Multiple Linear Regression!</a:t>
                </a:r>
              </a:p>
              <a:p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𝑯𝒀</m:t>
                      </m:r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   (without multivariable calculus).</a:t>
                </a:r>
              </a:p>
              <a:p>
                <a:r>
                  <a:rPr lang="en-US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/>
                  <a:t> has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/>
                  <a:t> predictors, the fitted subspace has dimension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endParaRPr lang="en-US"/>
              </a:p>
              <a:p>
                <a:r>
                  <a:rPr lang="en-US"/>
                  <a:t>The residual space has dimension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/>
                  <a:t>.</a:t>
                </a:r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0F91466-BB7B-7DD2-815C-84BE8460C51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D32F0C-740C-1DF9-D967-511A7244E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36342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730735-9442-B26C-A211-3661382EC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BCC9F-1D10-F3C7-DE0E-5BE012F9F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Linear Regression as a Projection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F643D8-ECD8-C54E-0183-A14CF393E54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6214035" cy="1702318"/>
              </a:xfrm>
              <a:ln>
                <a:noFill/>
              </a:ln>
            </p:spPr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Thus, we need an </a:t>
                </a:r>
                <a:r>
                  <a:rPr lang="en-US" i="1"/>
                  <a:t>Orthogonal Projection </a:t>
                </a:r>
                <a:r>
                  <a:rPr lang="en-US"/>
                  <a:t>to get us to our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acc>
                  </m:oMath>
                </a14:m>
                <a:r>
                  <a:rPr lang="en-US" i="1"/>
                  <a:t> </a:t>
                </a:r>
                <a:r>
                  <a:rPr lang="en-US"/>
                  <a:t>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i="1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F643D8-ECD8-C54E-0183-A14CF393E54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6214035" cy="1702318"/>
              </a:xfrm>
              <a:blipFill>
                <a:blip r:embed="rId2"/>
                <a:stretch>
                  <a:fillRect l="-2061" t="-571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E80AD0-62A7-CC51-6809-D5572B0FD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49</a:t>
            </a:fld>
            <a:endParaRPr lang="en-US"/>
          </a:p>
        </p:txBody>
      </p:sp>
      <p:sp>
        <p:nvSpPr>
          <p:cNvPr id="6" name="Parallelogram 5">
            <a:extLst>
              <a:ext uri="{FF2B5EF4-FFF2-40B4-BE49-F238E27FC236}">
                <a16:creationId xmlns:a16="http://schemas.microsoft.com/office/drawing/2014/main" id="{71A5F9AB-38B9-1A9B-86C6-47960A68E595}"/>
              </a:ext>
            </a:extLst>
          </p:cNvPr>
          <p:cNvSpPr/>
          <p:nvPr/>
        </p:nvSpPr>
        <p:spPr>
          <a:xfrm rot="758992">
            <a:off x="4559178" y="3655776"/>
            <a:ext cx="7384548" cy="2931295"/>
          </a:xfrm>
          <a:prstGeom prst="parallelogram">
            <a:avLst>
              <a:gd name="adj" fmla="val 98039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106A76A-55F3-A914-1E92-01ABE051D28D}"/>
              </a:ext>
            </a:extLst>
          </p:cNvPr>
          <p:cNvCxnSpPr>
            <a:cxnSpLocks/>
          </p:cNvCxnSpPr>
          <p:nvPr/>
        </p:nvCxnSpPr>
        <p:spPr>
          <a:xfrm flipH="1">
            <a:off x="6427570" y="3652007"/>
            <a:ext cx="1371600" cy="1576914"/>
          </a:xfrm>
          <a:prstGeom prst="straightConnector1">
            <a:avLst/>
          </a:prstGeom>
          <a:ln w="57150">
            <a:solidFill>
              <a:srgbClr val="FF93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A0EE231-E951-525F-6C04-C7B8B4EC3696}"/>
              </a:ext>
            </a:extLst>
          </p:cNvPr>
          <p:cNvCxnSpPr>
            <a:cxnSpLocks/>
          </p:cNvCxnSpPr>
          <p:nvPr/>
        </p:nvCxnSpPr>
        <p:spPr>
          <a:xfrm>
            <a:off x="7799170" y="3652007"/>
            <a:ext cx="2683933" cy="1286934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923B666-8553-91DF-D15F-42A4E049A70B}"/>
              </a:ext>
            </a:extLst>
          </p:cNvPr>
          <p:cNvCxnSpPr>
            <a:cxnSpLocks/>
          </p:cNvCxnSpPr>
          <p:nvPr/>
        </p:nvCxnSpPr>
        <p:spPr>
          <a:xfrm flipV="1">
            <a:off x="7799170" y="2218267"/>
            <a:ext cx="1134533" cy="1433740"/>
          </a:xfrm>
          <a:prstGeom prst="straightConnector1">
            <a:avLst/>
          </a:prstGeom>
          <a:ln w="57150">
            <a:solidFill>
              <a:srgbClr val="0432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400AEAF-E104-B004-5B61-583A0AC54976}"/>
                  </a:ext>
                </a:extLst>
              </p:cNvPr>
              <p:cNvSpPr txBox="1"/>
              <p:nvPr/>
            </p:nvSpPr>
            <p:spPr>
              <a:xfrm>
                <a:off x="6105837" y="5228921"/>
                <a:ext cx="558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FF93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US" sz="2800" b="1">
                  <a:solidFill>
                    <a:srgbClr val="FF9300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400AEAF-E104-B004-5B61-583A0AC549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5837" y="5228921"/>
                <a:ext cx="558800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7870690-144E-714D-E343-F8DD0E5143AD}"/>
                  </a:ext>
                </a:extLst>
              </p:cNvPr>
              <p:cNvSpPr txBox="1"/>
              <p:nvPr/>
            </p:nvSpPr>
            <p:spPr>
              <a:xfrm>
                <a:off x="10203703" y="5019368"/>
                <a:ext cx="558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sz="2800" b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7870690-144E-714D-E343-F8DD0E5143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3703" y="5019368"/>
                <a:ext cx="558800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99B158A-6551-706E-08CC-E6158E0B2456}"/>
                  </a:ext>
                </a:extLst>
              </p:cNvPr>
              <p:cNvSpPr txBox="1"/>
              <p:nvPr/>
            </p:nvSpPr>
            <p:spPr>
              <a:xfrm>
                <a:off x="8861736" y="1846462"/>
                <a:ext cx="558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US" sz="2800" b="1">
                  <a:solidFill>
                    <a:srgbClr val="0432FF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99B158A-6551-706E-08CC-E6158E0B24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1736" y="1846462"/>
                <a:ext cx="558800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BD23435-BEEA-03D1-4FEB-9EC72EF96199}"/>
              </a:ext>
            </a:extLst>
          </p:cNvPr>
          <p:cNvCxnSpPr>
            <a:cxnSpLocks/>
          </p:cNvCxnSpPr>
          <p:nvPr/>
        </p:nvCxnSpPr>
        <p:spPr>
          <a:xfrm>
            <a:off x="7799170" y="3652007"/>
            <a:ext cx="1018801" cy="1715860"/>
          </a:xfrm>
          <a:prstGeom prst="straightConnector1">
            <a:avLst/>
          </a:prstGeom>
          <a:ln w="57150">
            <a:solidFill>
              <a:srgbClr val="0432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F0648FC-A7B7-8488-CE48-0B4248860E5F}"/>
                  </a:ext>
                </a:extLst>
              </p:cNvPr>
              <p:cNvSpPr txBox="1"/>
              <p:nvPr/>
            </p:nvSpPr>
            <p:spPr>
              <a:xfrm>
                <a:off x="8791138" y="4966368"/>
                <a:ext cx="558800" cy="5347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2800" b="1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b="1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</m:acc>
                    </m:oMath>
                  </m:oMathPara>
                </a14:m>
                <a:endParaRPr lang="en-US" sz="2800" b="1">
                  <a:solidFill>
                    <a:srgbClr val="0432FF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F0648FC-A7B7-8488-CE48-0B4248860E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1138" y="4966368"/>
                <a:ext cx="558800" cy="53476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1060664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E7D1E6-F55F-08E2-8A06-FB91B2FBE2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309F7-7111-E485-A4E0-D15507EE6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Design Matrix for SLR.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F95727-672D-C7A7-55AE-AE54B4AF0C2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≔[</m:t>
                      </m:r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mr>
                      </m:m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:r>
                  <a:rPr lang="en-US" b="1"/>
                  <a:t> </a:t>
                </a:r>
                <a:r>
                  <a:rPr lang="en-US"/>
                  <a:t> 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b="1"/>
                  <a:t> </a:t>
                </a:r>
                <a:r>
                  <a:rPr lang="en-US"/>
                  <a:t>observations. What are its dimensions?</a:t>
                </a:r>
                <a:endParaRPr lang="en-US" b="1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F95727-672D-C7A7-55AE-AE54B4AF0C2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346F27-DB7E-41EC-E61F-8DA5B5159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63615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65D6C5-C041-BE69-CDA0-5F81ED2DB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89C8D-5982-D9AA-AA27-BFF3EEE67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Hat Matrix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218EBA-8B2A-5C4C-A43A-A3C8A62A853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/>
                  <a:t>We showed that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</m:e>
                              <m:sup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𝑻</m:t>
                                </m:r>
                              </m:sup>
                            </m:sSup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</m:d>
                      </m:e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𝒀</m:t>
                    </m:r>
                  </m:oMath>
                </a14:m>
                <a:r>
                  <a:rPr lang="en-US"/>
                  <a:t>.</a:t>
                </a:r>
              </a:p>
              <a:p>
                <a:r>
                  <a:rPr lang="en-US"/>
                  <a:t>We write the predicted (projected),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acc>
                  </m:oMath>
                </a14:m>
                <a:r>
                  <a:rPr lang="en-US"/>
                  <a:t>, in terms of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</m:acc>
                  </m:oMath>
                </a14:m>
                <a:r>
                  <a:rPr lang="en-US"/>
                  <a:t>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𝑿</m:t>
                      </m:r>
                      <m:acc>
                        <m:accPr>
                          <m:chr m:val="̂"/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 dirty="0" smtClean="0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𝑿</m:t>
                      </m:r>
                      <m:sSup>
                        <m:sSupPr>
                          <m:ctrlPr>
                            <a:rPr lang="en-US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1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US"/>
              </a:p>
              <a:p>
                <a:r>
                  <a:rPr lang="en-US"/>
                  <a:t>The matrix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𝑿</m:t>
                    </m:r>
                    <m:sSup>
                      <m:sSupPr>
                        <m:ctrlPr>
                          <a:rPr lang="en-US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1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b="1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1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</m:e>
                              <m:sup>
                                <m:r>
                                  <a:rPr lang="en-US" b="1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𝑻</m:t>
                                </m:r>
                              </m:sup>
                            </m:sSup>
                            <m:r>
                              <a:rPr lang="en-US" b="1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</m:d>
                      </m:e>
                      <m:sup>
                        <m:r>
                          <a:rPr lang="en-US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p>
                      <m:sSupPr>
                        <m:ctrlPr>
                          <a:rPr lang="en-US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p>
                        <m:r>
                          <a:rPr lang="en-US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</m:oMath>
                </a14:m>
                <a:r>
                  <a:rPr lang="en-US" b="1"/>
                  <a:t> </a:t>
                </a:r>
                <a:r>
                  <a:rPr lang="en-US"/>
                  <a:t>is so important that it gets its own name.</a:t>
                </a:r>
                <a:r>
                  <a:rPr lang="en-US" b="1"/>
                  <a:t> </a:t>
                </a:r>
                <a:r>
                  <a:rPr lang="en-US"/>
                  <a:t>It is called the </a:t>
                </a:r>
                <a:r>
                  <a:rPr lang="en-US" i="1"/>
                  <a:t>hat matrix </a:t>
                </a:r>
                <a:r>
                  <a:rPr lang="en-US"/>
                  <a:t>and we denote it by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𝑯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i="1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218EBA-8B2A-5C4C-A43A-A3C8A62A853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r="-1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3106C0-D3BA-455D-7FD3-890C7C960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51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FC2082E9-8A35-A387-A99C-EDB9BFE2838E}"/>
                  </a:ext>
                </a:extLst>
              </p14:cNvPr>
              <p14:cNvContentPartPr/>
              <p14:nvPr/>
            </p14:nvContentPartPr>
            <p14:xfrm>
              <a:off x="4257360" y="777600"/>
              <a:ext cx="6335280" cy="34934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FC2082E9-8A35-A387-A99C-EDB9BFE2838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241160" y="761400"/>
                <a:ext cx="6367680" cy="3525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3904820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6133D5-0FDC-2645-52D0-CAFE6B8A7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B1BCF-BBAD-4A56-5F6E-7B1033149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Properties of the Hat Matrix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A3E28D4-C7D2-E417-0A9B-1CC6138D4DA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𝑯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𝑿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</m:oMath>
                  </m:oMathPara>
                </a14:m>
                <a:endParaRPr lang="en-US"/>
              </a:p>
              <a:p>
                <a:endParaRPr lang="en-US"/>
              </a:p>
              <a:p>
                <a:r>
                  <a:rPr lang="en-US"/>
                  <a:t>The matrix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en-US" b="1"/>
                  <a:t> </a:t>
                </a:r>
                <a:r>
                  <a:rPr lang="en-US"/>
                  <a:t>has the following properties:</a:t>
                </a:r>
              </a:p>
              <a:p>
                <a:pPr marL="971550" lvl="1" indent="-514350">
                  <a:buFont typeface="+mj-lt"/>
                  <a:buAutoNum type="arabicPeriod"/>
                </a:pPr>
                <a:r>
                  <a:rPr lang="en-US"/>
                  <a:t>Symmetry: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𝑯</m:t>
                      </m:r>
                    </m:oMath>
                  </m:oMathPara>
                </a14:m>
                <a:endParaRPr lang="en-US" b="1"/>
              </a:p>
              <a:p>
                <a:pPr marL="914400" lvl="1" indent="-457200">
                  <a:buAutoNum type="arabicPeriod" startAt="2"/>
                </a:pPr>
                <a:r>
                  <a:rPr lang="en-US"/>
                  <a:t>Idempotent: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𝑯</m:t>
                      </m:r>
                    </m:oMath>
                  </m:oMathPara>
                </a14:m>
                <a:endParaRPr lang="en-US" b="1"/>
              </a:p>
              <a:p>
                <a:pPr marL="914400" lvl="1" indent="-457200">
                  <a:buAutoNum type="arabicPeriod" startAt="3"/>
                </a:pPr>
                <a:r>
                  <a:rPr lang="en-US"/>
                  <a:t>Influence: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b="1" i="1" dirty="0" smtClean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 smtClean="0"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b="1"/>
              </a:p>
              <a:p>
                <a:pPr marL="457200" lvl="1" indent="0">
                  <a:buNone/>
                </a:pPr>
                <a:endParaRPr lang="en-US" b="1"/>
              </a:p>
              <a:p>
                <a:r>
                  <a:rPr lang="en-US"/>
                  <a:t>A matrix that satisfies (1) and (2) is called an </a:t>
                </a:r>
                <a:r>
                  <a:rPr lang="en-US" i="1"/>
                  <a:t>orthogonal projection.</a:t>
                </a:r>
                <a:endParaRPr lang="en-US"/>
              </a:p>
              <a:p>
                <a:pPr marL="457200" lvl="1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A3E28D4-C7D2-E417-0A9B-1CC6138D4DA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b="-14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52DED8-E97C-5510-4048-867EE2BC5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52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AAFB692-0406-8437-9B7D-B74C36D90D3D}"/>
                  </a:ext>
                </a:extLst>
              </p14:cNvPr>
              <p14:cNvContentPartPr/>
              <p14:nvPr/>
            </p14:nvContentPartPr>
            <p14:xfrm>
              <a:off x="2454480" y="177120"/>
              <a:ext cx="8993520" cy="24548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AAFB692-0406-8437-9B7D-B74C36D90D3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438280" y="160920"/>
                <a:ext cx="9025920" cy="2487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8131755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7CDA84-F43B-1875-7B0E-097A1CC8B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87CA6-99F8-4CCA-D5D8-721B01539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Properties of the Hat Matrix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691F0B0-FC15-3BFB-9749-D430BE58B6B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/>
                  <a:t>A matrix that satisfies (1) and (2) is called </a:t>
                </a:r>
                <a:br>
                  <a:rPr lang="en-US"/>
                </a:br>
                <a:r>
                  <a:rPr lang="en-US"/>
                  <a:t>an </a:t>
                </a:r>
                <a:r>
                  <a:rPr lang="en-US" i="1"/>
                  <a:t>orthogonal projection.</a:t>
                </a:r>
              </a:p>
              <a:p>
                <a:r>
                  <a:rPr lang="en-US"/>
                  <a:t>Thus,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𝑯𝒀</m:t>
                    </m:r>
                  </m:oMath>
                </a14:m>
                <a:r>
                  <a:rPr lang="en-US" b="1"/>
                  <a:t> </a:t>
                </a:r>
                <a:r>
                  <a:rPr lang="en-US"/>
                  <a:t>is the orthogonal projection</a:t>
                </a:r>
                <a:br>
                  <a:rPr lang="en-US"/>
                </a:br>
                <a:r>
                  <a:rPr lang="en-US"/>
                  <a:t>of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/>
                  <a:t>onto</a:t>
                </a:r>
                <a:r>
                  <a:rPr lang="en-US" b="1"/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</m:acc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b="1"/>
                  <a:t> </a:t>
                </a:r>
                <a:r>
                  <a:rPr lang="en-US"/>
                  <a:t>which lies on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b="1"/>
                  <a:t> </a:t>
                </a:r>
                <a:r>
                  <a:rPr lang="en-US"/>
                  <a:t>plane.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691F0B0-FC15-3BFB-9749-D430BE58B6B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687B40-FDC4-569C-3F1F-DE05283E0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53</a:t>
            </a:fld>
            <a:endParaRPr lang="en-US"/>
          </a:p>
        </p:txBody>
      </p:sp>
      <p:sp>
        <p:nvSpPr>
          <p:cNvPr id="5" name="Parallelogram 4">
            <a:extLst>
              <a:ext uri="{FF2B5EF4-FFF2-40B4-BE49-F238E27FC236}">
                <a16:creationId xmlns:a16="http://schemas.microsoft.com/office/drawing/2014/main" id="{3C48B27B-A472-79BF-2DFA-2E697FD99FA2}"/>
              </a:ext>
            </a:extLst>
          </p:cNvPr>
          <p:cNvSpPr/>
          <p:nvPr/>
        </p:nvSpPr>
        <p:spPr>
          <a:xfrm rot="758992">
            <a:off x="4559178" y="3655776"/>
            <a:ext cx="7384548" cy="2931295"/>
          </a:xfrm>
          <a:prstGeom prst="parallelogram">
            <a:avLst>
              <a:gd name="adj" fmla="val 98039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4C73D48-990A-4402-FA1C-65DC95E82475}"/>
              </a:ext>
            </a:extLst>
          </p:cNvPr>
          <p:cNvCxnSpPr>
            <a:cxnSpLocks/>
          </p:cNvCxnSpPr>
          <p:nvPr/>
        </p:nvCxnSpPr>
        <p:spPr>
          <a:xfrm flipH="1">
            <a:off x="6427570" y="3652007"/>
            <a:ext cx="1371600" cy="1576914"/>
          </a:xfrm>
          <a:prstGeom prst="straightConnector1">
            <a:avLst/>
          </a:prstGeom>
          <a:ln w="57150">
            <a:solidFill>
              <a:srgbClr val="FF93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27FFAA8-274D-09D7-7C99-E967CDE895EE}"/>
              </a:ext>
            </a:extLst>
          </p:cNvPr>
          <p:cNvCxnSpPr>
            <a:cxnSpLocks/>
          </p:cNvCxnSpPr>
          <p:nvPr/>
        </p:nvCxnSpPr>
        <p:spPr>
          <a:xfrm>
            <a:off x="7799170" y="3652007"/>
            <a:ext cx="2683933" cy="1286934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CCB4D2E-3166-216B-3B1F-AAA924DFDEFD}"/>
              </a:ext>
            </a:extLst>
          </p:cNvPr>
          <p:cNvCxnSpPr>
            <a:cxnSpLocks/>
          </p:cNvCxnSpPr>
          <p:nvPr/>
        </p:nvCxnSpPr>
        <p:spPr>
          <a:xfrm flipV="1">
            <a:off x="7799170" y="2218267"/>
            <a:ext cx="1134533" cy="1433740"/>
          </a:xfrm>
          <a:prstGeom prst="straightConnector1">
            <a:avLst/>
          </a:prstGeom>
          <a:ln w="57150">
            <a:solidFill>
              <a:srgbClr val="0432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C4EBC1D-F1E0-EA09-EEB1-5E7F5019F8B6}"/>
                  </a:ext>
                </a:extLst>
              </p:cNvPr>
              <p:cNvSpPr txBox="1"/>
              <p:nvPr/>
            </p:nvSpPr>
            <p:spPr>
              <a:xfrm>
                <a:off x="6105837" y="5228921"/>
                <a:ext cx="558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FF93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US" sz="2800" b="1">
                  <a:solidFill>
                    <a:srgbClr val="FF930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C4EBC1D-F1E0-EA09-EEB1-5E7F5019F8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5837" y="5228921"/>
                <a:ext cx="558800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44B8D98-3BC3-9D1E-E3F8-D15842E3D8E5}"/>
                  </a:ext>
                </a:extLst>
              </p:cNvPr>
              <p:cNvSpPr txBox="1"/>
              <p:nvPr/>
            </p:nvSpPr>
            <p:spPr>
              <a:xfrm>
                <a:off x="10203703" y="5019368"/>
                <a:ext cx="558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sz="2800" b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44B8D98-3BC3-9D1E-E3F8-D15842E3D8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3703" y="5019368"/>
                <a:ext cx="558800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3CA5860-BD46-6BDC-FB55-21F08ED5ADA2}"/>
                  </a:ext>
                </a:extLst>
              </p:cNvPr>
              <p:cNvSpPr txBox="1"/>
              <p:nvPr/>
            </p:nvSpPr>
            <p:spPr>
              <a:xfrm>
                <a:off x="8861736" y="1846462"/>
                <a:ext cx="558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US" sz="2800" b="1">
                  <a:solidFill>
                    <a:srgbClr val="0432FF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3CA5860-BD46-6BDC-FB55-21F08ED5AD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1736" y="1846462"/>
                <a:ext cx="558800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B767996-AAFE-9E70-A8A7-DF26100303C7}"/>
              </a:ext>
            </a:extLst>
          </p:cNvPr>
          <p:cNvCxnSpPr>
            <a:cxnSpLocks/>
          </p:cNvCxnSpPr>
          <p:nvPr/>
        </p:nvCxnSpPr>
        <p:spPr>
          <a:xfrm>
            <a:off x="7799170" y="3652007"/>
            <a:ext cx="1134533" cy="1890581"/>
          </a:xfrm>
          <a:prstGeom prst="straightConnector1">
            <a:avLst/>
          </a:prstGeom>
          <a:ln w="57150">
            <a:solidFill>
              <a:srgbClr val="0432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DC641AE-E88B-208B-E9E8-CFF2B38CACE7}"/>
                  </a:ext>
                </a:extLst>
              </p:cNvPr>
              <p:cNvSpPr txBox="1"/>
              <p:nvPr/>
            </p:nvSpPr>
            <p:spPr>
              <a:xfrm>
                <a:off x="8949951" y="5275207"/>
                <a:ext cx="558800" cy="5347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2800" b="1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b="1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</m:acc>
                    </m:oMath>
                  </m:oMathPara>
                </a14:m>
                <a:endParaRPr lang="en-US" sz="2800" b="1">
                  <a:solidFill>
                    <a:srgbClr val="0432FF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DC641AE-E88B-208B-E9E8-CFF2B38CAC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49951" y="5275207"/>
                <a:ext cx="558800" cy="53476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67213CE-389A-A94F-1A37-51C2BAAAEB81}"/>
              </a:ext>
            </a:extLst>
          </p:cNvPr>
          <p:cNvCxnSpPr/>
          <p:nvPr/>
        </p:nvCxnSpPr>
        <p:spPr>
          <a:xfrm>
            <a:off x="8933703" y="2218267"/>
            <a:ext cx="0" cy="3324321"/>
          </a:xfrm>
          <a:prstGeom prst="straightConnector1">
            <a:avLst/>
          </a:prstGeom>
          <a:ln w="38100">
            <a:prstDash val="sysDot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509026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394FD8C-E190-7A40-F84F-851E56D34D6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Let’s Show that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en-US" b="1"/>
                  <a:t> </a:t>
                </a:r>
                <a:r>
                  <a:rPr lang="en-US"/>
                  <a:t>is Symmetric: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en-US"/>
                  <a:t> </a:t>
                </a:r>
                <a:endParaRPr lang="en-US" b="1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394FD8C-E190-7A40-F84F-851E56D34D6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5E070C7-564E-E64F-5112-924B4724DC8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>
                          <a:latin typeface="Cambria Math" panose="02040503050406030204" pitchFamily="18" charset="0"/>
                        </a:rPr>
                        <m:t>𝑯</m:t>
                      </m:r>
                      <m:r>
                        <a:rPr lang="en-US" b="1" i="1" dirty="0"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US" b="1" i="1" dirty="0">
                          <a:latin typeface="Cambria Math" panose="02040503050406030204" pitchFamily="18" charset="0"/>
                        </a:rPr>
                        <m:t>𝑿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5E070C7-564E-E64F-5112-924B4724DC8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EAB608-F8E8-556C-CCF1-59EB290BA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54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5B83D93-DDBF-71AD-CF95-068FD30913D7}"/>
                  </a:ext>
                </a:extLst>
              </p14:cNvPr>
              <p14:cNvContentPartPr/>
              <p14:nvPr/>
            </p14:nvContentPartPr>
            <p14:xfrm>
              <a:off x="4142160" y="1360080"/>
              <a:ext cx="7381080" cy="42264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5B83D93-DDBF-71AD-CF95-068FD30913D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125960" y="1343880"/>
                <a:ext cx="7413480" cy="4258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4360546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A45794-04EA-1E34-8E98-B51B0FC0D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1085280-FCCC-3FDB-9D04-F82D1839471C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Let’s Show that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en-US" b="1"/>
                  <a:t> </a:t>
                </a:r>
                <a:r>
                  <a:rPr lang="en-US"/>
                  <a:t>is Idempotent: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en-US"/>
                  <a:t> </a:t>
                </a:r>
                <a:endParaRPr lang="en-US" b="1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1085280-FCCC-3FDB-9D04-F82D1839471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CDB64D1-BE54-75A1-1348-D4015990F30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>
                          <a:latin typeface="Cambria Math" panose="02040503050406030204" pitchFamily="18" charset="0"/>
                        </a:rPr>
                        <m:t>𝑯</m:t>
                      </m:r>
                      <m:r>
                        <a:rPr lang="en-US" b="1" i="1" dirty="0"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US" b="1" i="1" dirty="0">
                          <a:latin typeface="Cambria Math" panose="02040503050406030204" pitchFamily="18" charset="0"/>
                        </a:rPr>
                        <m:t>𝑿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CDB64D1-BE54-75A1-1348-D4015990F30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346985-D245-2FF7-D0DF-0147DCF53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55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D584BCA-5550-E80D-A5D2-431A574A2074}"/>
                  </a:ext>
                </a:extLst>
              </p14:cNvPr>
              <p14:cNvContentPartPr/>
              <p14:nvPr/>
            </p14:nvContentPartPr>
            <p14:xfrm>
              <a:off x="4510080" y="2635920"/>
              <a:ext cx="6716520" cy="33782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D584BCA-5550-E80D-A5D2-431A574A207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493880" y="2619720"/>
                <a:ext cx="6748920" cy="3410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2288341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7BBB2-72C9-D489-7974-28D5C8C6A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Why Do We Care About Idempotence?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0658C4-EF15-7E75-E891-07BD855954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7068961" cy="4351338"/>
              </a:xfrm>
            </p:spPr>
            <p:txBody>
              <a:bodyPr/>
              <a:lstStyle/>
              <a:p>
                <a:r>
                  <a:rPr lang="en-US"/>
                  <a:t>It guarantees that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acc>
                  </m:oMath>
                </a14:m>
                <a:r>
                  <a:rPr lang="en-US"/>
                  <a:t> is the projection that was optimal.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𝑯</m:t>
                      </m:r>
                      <m:acc>
                        <m:accPr>
                          <m:chr m:val="̂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b="0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0658C4-EF15-7E75-E891-07BD855954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7068961" cy="4351338"/>
              </a:xfrm>
              <a:blipFill>
                <a:blip r:embed="rId2"/>
                <a:stretch>
                  <a:fillRect l="-1553" t="-1961" r="-23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7F5FC9-D89B-51B5-E80F-90E809D91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56</a:t>
            </a:fld>
            <a:endParaRPr lang="en-US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68839B92-D9A2-8FDD-0C40-11D9B8459D9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04715" y="3712897"/>
            <a:ext cx="4700428" cy="290883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E3F7DC2-73E7-559F-49B9-2AFA41A148D1}"/>
                  </a:ext>
                </a:extLst>
              </p14:cNvPr>
              <p14:cNvContentPartPr/>
              <p14:nvPr/>
            </p14:nvContentPartPr>
            <p14:xfrm>
              <a:off x="4961880" y="2449800"/>
              <a:ext cx="239400" cy="5922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E3F7DC2-73E7-559F-49B9-2AFA41A148D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945680" y="2433600"/>
                <a:ext cx="271800" cy="624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7031941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9B8863-B68B-3F47-2FC4-B210C8F15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A3C69-337E-2417-7FC5-D3DE70234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Design Matrix in MLR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CBE6C59-4B03-487D-A519-9269D698752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/>
                  <a:t>The design matrix</a:t>
                </a:r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≔[</m:t>
                      </m:r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mr>
                      </m:m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:r>
                  <a:rPr lang="en-US" b="1"/>
                  <a:t>    </a:t>
                </a:r>
                <a:r>
                  <a:rPr lang="en-US"/>
                  <a:t>can be generalized:</a:t>
                </a:r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≔[</m:t>
                      </m:r>
                      <m:m>
                        <m:mPr>
                          <m:mcs>
                            <m:mc>
                              <m:mcPr>
                                <m:count m:val="4"/>
                                <m:mcJc m:val="center"/>
                              </m:mcPr>
                            </m:mc>
                          </m:mcs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…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b>
                            </m:sSub>
                          </m:e>
                        </m:mr>
                      </m:m>
                      <m:r>
                        <a:rPr lang="en-US" b="1" i="1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:r>
                  <a:rPr lang="en-US" b="1"/>
                  <a:t>    </a:t>
                </a:r>
                <a:r>
                  <a:rPr lang="en-US"/>
                  <a:t>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/>
                  <a:t> predictor (input) variables. What are its dimensions?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CBE6C59-4B03-487D-A519-9269D69875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b="-3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1C9CDE-98CD-C80B-EC89-E93C5D330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57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12F004F-3B97-6047-56C5-FFFE164441BB}"/>
                  </a:ext>
                </a:extLst>
              </p14:cNvPr>
              <p14:cNvContentPartPr/>
              <p14:nvPr/>
            </p14:nvContentPartPr>
            <p14:xfrm>
              <a:off x="10247040" y="5622120"/>
              <a:ext cx="899640" cy="4111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12F004F-3B97-6047-56C5-FFFE164441B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230840" y="5605920"/>
                <a:ext cx="932040" cy="443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2581052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A663E2-19F5-FAA8-94B0-4C920C081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FA098-3BCE-963B-A39B-093CB90DA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Design Matrix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510A042-82BD-BBB6-4575-142B7DB2F0A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≔[</m:t>
                      </m:r>
                      <m:m>
                        <m:mPr>
                          <m:mcs>
                            <m:mc>
                              <m:mcPr>
                                <m:count m:val="4"/>
                                <m:mcJc m:val="center"/>
                              </m:mcPr>
                            </m:mc>
                          </m:mcs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…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b>
                            </m:sSub>
                          </m:e>
                        </m:mr>
                      </m:m>
                      <m:r>
                        <a:rPr lang="en-US" b="1" i="1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r>
                  <a:rPr lang="en-US"/>
                  <a:t>Hence, we can solve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/>
                  <a:t> parameters:</a:t>
                </a:r>
              </a:p>
              <a:p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b="1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510A042-82BD-BBB6-4575-142B7DB2F0A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524165-54BF-907C-2E94-3B863A477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39187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B3B06-3931-CAF6-66C5-DD11378F9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Multiple Linear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880A722-F803-256F-3633-7B4E541FE51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In SLR, we examined the effect of a single variable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b="1"/>
                  <a:t> </a:t>
                </a:r>
                <a:r>
                  <a:rPr lang="en-US"/>
                  <a:t>on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𝒀</m:t>
                    </m:r>
                  </m:oMath>
                </a14:m>
                <a:r>
                  <a:rPr lang="en-US"/>
                  <a:t>.</a:t>
                </a:r>
              </a:p>
              <a:p>
                <a:r>
                  <a:rPr lang="en-US"/>
                  <a:t>In MLR, we look at the relationships between multiple input variables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b="1"/>
                  <a:t> </a:t>
                </a:r>
                <a:r>
                  <a:rPr lang="en-US"/>
                  <a:t>and their effect on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𝒀</m:t>
                    </m:r>
                  </m:oMath>
                </a14:m>
                <a:r>
                  <a:rPr lang="en-US"/>
                  <a:t>.</a:t>
                </a:r>
              </a:p>
              <a:p>
                <a:r>
                  <a:rPr lang="en-US"/>
                  <a:t>In the linear algebra environment, this means selecting which columns of data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/>
                  <a:t> to include in our design matrix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US"/>
                  <a:t> to multiply with the data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n-US"/>
                  <a:t> that gives us the estimates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/>
                  <a:t>.</a:t>
                </a:r>
              </a:p>
              <a:p>
                <a:pPr lvl="1"/>
                <a:r>
                  <a:rPr lang="en-US"/>
                  <a:t>Alternatively, we choose the columns to comprise our design matrix which, through matrix multiplication, becomes the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en-US" b="1"/>
                  <a:t> </a:t>
                </a:r>
                <a:r>
                  <a:rPr lang="en-US"/>
                  <a:t>that puts the hat on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b="1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880A722-F803-256F-3633-7B4E541FE51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9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45422E-0524-852F-2AC8-5AA30E703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92708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DFE56-50F5-C295-9E96-8A0C197AA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are Degrees of Freedom Anyways?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EF8C03-A959-5A91-B702-488D65916E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How have you heard this defined as?</a:t>
            </a:r>
          </a:p>
          <a:p>
            <a:r>
              <a:rPr lang="en-US" err="1"/>
              <a:t>Df</a:t>
            </a:r>
            <a:r>
              <a:rPr lang="en-US"/>
              <a:t> =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0EF1DD-4E40-CD7B-6DC3-7ADFF3A63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65244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E4432-EA8C-0323-4325-3C3810344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Decomposing a Data Vector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C2509C9-165E-B6B2-1275-E24AD148CE1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Suppose we have two observations, shown as a vector of data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𝒀</m:t>
                    </m:r>
                  </m:oMath>
                </a14:m>
                <a:r>
                  <a:rPr lang="en-US"/>
                  <a:t>.</a:t>
                </a:r>
                <a:br>
                  <a:rPr lang="en-US"/>
                </a:b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r>
                  <a:rPr lang="en-US" i="1"/>
                  <a:t>You can’t stop me</a:t>
                </a:r>
                <a:r>
                  <a:rPr lang="en-US"/>
                  <a:t> from adding and subtracting the sample mean.</a:t>
                </a:r>
              </a:p>
              <a:p>
                <a:pPr marL="0" indent="0">
                  <a:buNone/>
                </a:pPr>
                <a:endParaRPr lang="en-US" b="1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C2509C9-165E-B6B2-1275-E24AD148CE1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77D547-0845-E99A-D60D-0143C8B87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35903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5D5E2D-9D26-68BA-9C34-34093B31A7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C5996-7144-D53D-8581-C368191F2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Decomposing a Data Vector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32C3D6C-B45F-8BDC-2413-B7768943D48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i="1"/>
                  <a:t>You can’t stop me</a:t>
                </a:r>
                <a:r>
                  <a:rPr lang="en-US"/>
                  <a:t> from adding and subtracting the sample mean:</a:t>
                </a:r>
                <a:br>
                  <a:rPr lang="en-US"/>
                </a:b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:endParaRPr lang="en-US" b="1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32C3D6C-B45F-8BDC-2413-B7768943D4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818124-3600-87EE-06B7-5BB5126C9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63100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6FEF75-B0C1-5DF1-DC7B-7F0788BE2D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CCA2C-DC30-23EE-9E6F-683C2FFE9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Decomposing a Data Vector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EB9DE74-234F-E696-BA40-C5F21777B1D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And this decomposes into a residual vector and a sample mean vector.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</m:mr>
                          </m:m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</m:mr>
                            <m:m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:endParaRPr lang="en-US" b="1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EB9DE74-234F-E696-BA40-C5F21777B1D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3E6CF1-1C05-42F6-C347-226190BB7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9022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06FA0-C11A-1E85-BCD2-2D5EE1CD31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43942-1309-B3C3-03E7-9AF9E28D0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Decomposing a Data Vector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F577F37-7F6C-4D3E-8AA5-12A2BC4ECA1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Since the original sample size is 2,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𝒀</m:t>
                    </m:r>
                  </m:oMath>
                </a14:m>
                <a:r>
                  <a:rPr lang="en-US" b="1"/>
                  <a:t> </a:t>
                </a:r>
                <a:r>
                  <a:rPr lang="en-US"/>
                  <a:t>itself has 2 degrees of freedom.</a:t>
                </a:r>
                <a:endParaRPr lang="en-US" b="1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</m:mr>
                          </m:m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d>
                        <m:dPr>
                          <m:begChr m:val="["/>
                          <m:endChr m:val="]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:endParaRPr lang="en-US" b="1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F577F37-7F6C-4D3E-8AA5-12A2BC4ECA1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34D100-C4F7-A3E2-9C80-61A822A6E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32316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AC45DA-27D9-6627-FF6F-849AFD740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6DE2A-27DF-DA8E-F18A-7226F2810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Decomposing a Data Vector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00B670-5F02-1D01-D488-BB36DD5FC17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b="1"/>
                  <a:t>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𝒀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</m:mr>
                        </m:m>
                      </m:e>
                    </m:d>
                    <m:r>
                      <a:rPr lang="en-US" b="1" i="1" smtClean="0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d>
                      <m:dPr>
                        <m:begChr m:val="["/>
                        <m:endChr m:val="]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:endParaRPr lang="en-US" b="1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00B670-5F02-1D01-D488-BB36DD5FC17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0A5BDF-3310-DA3C-6D9F-20BA005CD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65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D58CFB2-EC89-7967-2632-ADB7857EE9F3}"/>
              </a:ext>
            </a:extLst>
          </p:cNvPr>
          <p:cNvCxnSpPr>
            <a:cxnSpLocks/>
          </p:cNvCxnSpPr>
          <p:nvPr/>
        </p:nvCxnSpPr>
        <p:spPr>
          <a:xfrm>
            <a:off x="7856570" y="2425048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959985A-A8AF-0D44-322D-708E73A2E2AC}"/>
              </a:ext>
            </a:extLst>
          </p:cNvPr>
          <p:cNvCxnSpPr>
            <a:cxnSpLocks/>
          </p:cNvCxnSpPr>
          <p:nvPr/>
        </p:nvCxnSpPr>
        <p:spPr>
          <a:xfrm flipH="1">
            <a:off x="5931399" y="4018165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81BDB3C-77E1-43BC-F95F-2BA205AE62C9}"/>
                  </a:ext>
                </a:extLst>
              </p:cNvPr>
              <p:cNvSpPr txBox="1"/>
              <p:nvPr/>
            </p:nvSpPr>
            <p:spPr>
              <a:xfrm>
                <a:off x="6934200" y="3816628"/>
                <a:ext cx="6096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brk m:alnAt="7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m:rPr>
                              <m:brk m:alnAt="7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81BDB3C-77E1-43BC-F95F-2BA205AE62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4200" y="3816628"/>
                <a:ext cx="6096000" cy="369332"/>
              </a:xfrm>
              <a:prstGeom prst="rect">
                <a:avLst/>
              </a:prstGeom>
              <a:blipFill>
                <a:blip r:embed="rId3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E9C5CAD-7653-DDA6-1F5A-5A3FB5D787E3}"/>
                  </a:ext>
                </a:extLst>
              </p:cNvPr>
              <p:cNvSpPr txBox="1"/>
              <p:nvPr/>
            </p:nvSpPr>
            <p:spPr>
              <a:xfrm>
                <a:off x="4629151" y="2055716"/>
                <a:ext cx="647276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E9C5CAD-7653-DDA6-1F5A-5A3FB5D787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9151" y="2055716"/>
                <a:ext cx="6472766" cy="369332"/>
              </a:xfrm>
              <a:prstGeom prst="rect">
                <a:avLst/>
              </a:prstGeom>
              <a:blipFill>
                <a:blip r:embed="rId4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5769219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3ACEA0-C68C-3C43-EAA1-7F2F2DF29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9FB82-5D70-F4C9-D23E-77A6EC2DC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Decomposing a Data Vector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341C12-1110-D41A-D1F5-86CF7B909AA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ln>
                <a:noFill/>
              </a:ln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/>
                  <a:t>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𝒀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1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1" i="1" smtClean="0">
                            <a:solidFill>
                              <a:srgbClr val="FF93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1" i="1">
                                <a:solidFill>
                                  <a:srgbClr val="FF93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FF93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solidFill>
                                        <a:srgbClr val="FF93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solidFill>
                                        <a:srgbClr val="FF93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solidFill>
                                    <a:srgbClr val="FF93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b="0" i="1" smtClean="0">
                                      <a:solidFill>
                                        <a:srgbClr val="FF93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solidFill>
                                        <a:srgbClr val="FF93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FF93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FF93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FF93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rgbClr val="FF93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i="1">
                                      <a:solidFill>
                                        <a:srgbClr val="FF93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solidFill>
                                        <a:srgbClr val="FF93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</m:mr>
                        </m:m>
                      </m:e>
                    </m:d>
                    <m:r>
                      <a:rPr lang="en-US" b="1" i="1" smtClean="0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b="1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d>
                      <m:dPr>
                        <m:begChr m:val="["/>
                        <m:endChr m:val="]"/>
                        <m:ctrlPr>
                          <a:rPr lang="en-US" b="1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1" i="1">
                                <a:solidFill>
                                  <a:srgbClr val="0432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:r>
                  <a:rPr lang="en-US"/>
                  <a:t>The residual variation must lie on the</a:t>
                </a:r>
                <a:br>
                  <a:rPr lang="en-US"/>
                </a:br>
                <a:r>
                  <a:rPr lang="en-US">
                    <a:solidFill>
                      <a:srgbClr val="FF9300"/>
                    </a:solidFill>
                  </a:rPr>
                  <a:t>residual vector.</a:t>
                </a:r>
              </a:p>
              <a:p>
                <a:pPr marL="0" indent="0">
                  <a:buNone/>
                </a:pPr>
                <a:endParaRPr lang="en-US" b="1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341C12-1110-D41A-D1F5-86CF7B909AA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b="-126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5D9245-96CD-E60E-1DE3-9CD943D8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66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CE01C87-65E2-7FC7-6E2D-27525E0AFE09}"/>
              </a:ext>
            </a:extLst>
          </p:cNvPr>
          <p:cNvCxnSpPr>
            <a:cxnSpLocks/>
          </p:cNvCxnSpPr>
          <p:nvPr/>
        </p:nvCxnSpPr>
        <p:spPr>
          <a:xfrm>
            <a:off x="7856570" y="2425048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B2F1F26-041C-6A29-B1F0-7F9FB08EBBE8}"/>
              </a:ext>
            </a:extLst>
          </p:cNvPr>
          <p:cNvCxnSpPr>
            <a:cxnSpLocks/>
          </p:cNvCxnSpPr>
          <p:nvPr/>
        </p:nvCxnSpPr>
        <p:spPr>
          <a:xfrm flipH="1">
            <a:off x="5931399" y="4018165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9E1BCF2-CEF5-0D36-ACC1-8F67269709D1}"/>
                  </a:ext>
                </a:extLst>
              </p:cNvPr>
              <p:cNvSpPr txBox="1"/>
              <p:nvPr/>
            </p:nvSpPr>
            <p:spPr>
              <a:xfrm>
                <a:off x="6934200" y="3816628"/>
                <a:ext cx="6096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brk m:alnAt="7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m:rPr>
                              <m:brk m:alnAt="7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9E1BCF2-CEF5-0D36-ACC1-8F67269709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4200" y="3816628"/>
                <a:ext cx="6096000" cy="369332"/>
              </a:xfrm>
              <a:prstGeom prst="rect">
                <a:avLst/>
              </a:prstGeom>
              <a:blipFill>
                <a:blip r:embed="rId3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EEA5893-4086-DAA9-0034-DCDB4AEC48AA}"/>
                  </a:ext>
                </a:extLst>
              </p:cNvPr>
              <p:cNvSpPr txBox="1"/>
              <p:nvPr/>
            </p:nvSpPr>
            <p:spPr>
              <a:xfrm>
                <a:off x="4629151" y="2055716"/>
                <a:ext cx="647276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EEA5893-4086-DAA9-0034-DCDB4AEC48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9151" y="2055716"/>
                <a:ext cx="6472766" cy="369332"/>
              </a:xfrm>
              <a:prstGeom prst="rect">
                <a:avLst/>
              </a:prstGeom>
              <a:blipFill>
                <a:blip r:embed="rId4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91A13B7-00E3-5D93-41C5-31515F6168C2}"/>
              </a:ext>
            </a:extLst>
          </p:cNvPr>
          <p:cNvCxnSpPr/>
          <p:nvPr/>
        </p:nvCxnSpPr>
        <p:spPr>
          <a:xfrm flipV="1">
            <a:off x="7856570" y="2734733"/>
            <a:ext cx="203697" cy="128343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C684A22-93CA-1DD0-C9CC-FEC01D6DB770}"/>
              </a:ext>
            </a:extLst>
          </p:cNvPr>
          <p:cNvCxnSpPr>
            <a:cxnSpLocks/>
          </p:cNvCxnSpPr>
          <p:nvPr/>
        </p:nvCxnSpPr>
        <p:spPr>
          <a:xfrm flipV="1">
            <a:off x="7865535" y="3217333"/>
            <a:ext cx="745065" cy="800832"/>
          </a:xfrm>
          <a:prstGeom prst="straightConnector1">
            <a:avLst/>
          </a:prstGeom>
          <a:ln w="28575">
            <a:solidFill>
              <a:srgbClr val="0432FF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2E66A84-84F9-14AF-3B83-F8C5C9E624BC}"/>
              </a:ext>
            </a:extLst>
          </p:cNvPr>
          <p:cNvCxnSpPr>
            <a:cxnSpLocks/>
          </p:cNvCxnSpPr>
          <p:nvPr/>
        </p:nvCxnSpPr>
        <p:spPr>
          <a:xfrm flipH="1" flipV="1">
            <a:off x="7255933" y="3429000"/>
            <a:ext cx="609602" cy="589165"/>
          </a:xfrm>
          <a:prstGeom prst="straightConnector1">
            <a:avLst/>
          </a:prstGeom>
          <a:ln w="28575">
            <a:solidFill>
              <a:srgbClr val="FF9300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446165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CF28B1-221C-ECF3-4C9F-015AA18E5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arallelogram 22">
            <a:extLst>
              <a:ext uri="{FF2B5EF4-FFF2-40B4-BE49-F238E27FC236}">
                <a16:creationId xmlns:a16="http://schemas.microsoft.com/office/drawing/2014/main" id="{F23B1888-7089-B51F-BDE9-64DBE6E95855}"/>
              </a:ext>
            </a:extLst>
          </p:cNvPr>
          <p:cNvSpPr/>
          <p:nvPr/>
        </p:nvSpPr>
        <p:spPr>
          <a:xfrm rot="714894" flipH="1">
            <a:off x="5469467" y="2462253"/>
            <a:ext cx="4089400" cy="3849647"/>
          </a:xfrm>
          <a:prstGeom prst="parallelogram">
            <a:avLst>
              <a:gd name="adj" fmla="val 51105"/>
            </a:avLst>
          </a:prstGeom>
          <a:solidFill>
            <a:srgbClr val="FFC000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0DA3D4-081C-6964-B59C-D1FF0D736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Decomposing a Data Vector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41B31B4-D4F4-2F6B-E03E-349BD85F405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ln>
                <a:noFill/>
              </a:ln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b="1"/>
                  <a:t>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𝒀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1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1" i="1" smtClean="0">
                            <a:solidFill>
                              <a:srgbClr val="FF93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 smtClean="0">
                                <a:solidFill>
                                  <a:srgbClr val="FF93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FF93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b="0" i="1">
                                      <a:solidFill>
                                        <a:srgbClr val="FF93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b="0" i="1">
                                      <a:solidFill>
                                        <a:srgbClr val="FF93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b="0" i="1">
                                  <a:solidFill>
                                    <a:srgbClr val="FF93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i="1">
                                      <a:solidFill>
                                        <a:srgbClr val="FF93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>
                                      <a:solidFill>
                                        <a:srgbClr val="FF93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FF93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>
                                      <a:solidFill>
                                        <a:srgbClr val="FF93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>
                                      <a:solidFill>
                                        <a:srgbClr val="FF93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b="0" i="1">
                                  <a:solidFill>
                                    <a:srgbClr val="FF93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i="1">
                                      <a:solidFill>
                                        <a:srgbClr val="FF93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>
                                      <a:solidFill>
                                        <a:srgbClr val="FF93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 smtClean="0">
                                      <a:solidFill>
                                        <a:srgbClr val="FF93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FF93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FF93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solidFill>
                                    <a:srgbClr val="FF93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i="1" smtClean="0">
                                      <a:solidFill>
                                        <a:srgbClr val="FF93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solidFill>
                                        <a:srgbClr val="FF93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</m:mr>
                        </m:m>
                      </m:e>
                    </m:d>
                    <m:r>
                      <a:rPr lang="en-US" b="1" i="1" smtClean="0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b="1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d>
                      <m:dPr>
                        <m:begChr m:val="["/>
                        <m:endChr m:val="]"/>
                        <m:ctrlPr>
                          <a:rPr lang="en-US" b="1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solidFill>
                                  <a:srgbClr val="0432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:r>
                  <a:rPr lang="en-US"/>
                  <a:t>We’ll demo this more clearly</a:t>
                </a:r>
                <a:br>
                  <a:rPr lang="en-US"/>
                </a:br>
                <a:r>
                  <a:rPr lang="en-US"/>
                  <a:t>in </a:t>
                </a:r>
                <a:r>
                  <a:rPr lang="en-US" err="1"/>
                  <a:t>desmos</a:t>
                </a:r>
                <a:r>
                  <a:rPr lang="en-US"/>
                  <a:t>.</a:t>
                </a:r>
              </a:p>
              <a:p>
                <a:pPr marL="0" indent="0">
                  <a:buNone/>
                </a:pPr>
                <a:endParaRPr lang="en-US" b="1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41B31B4-D4F4-2F6B-E03E-349BD85F405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B558F64-781F-8633-ADE4-51EE2F279668}"/>
              </a:ext>
            </a:extLst>
          </p:cNvPr>
          <p:cNvCxnSpPr>
            <a:cxnSpLocks/>
          </p:cNvCxnSpPr>
          <p:nvPr/>
        </p:nvCxnSpPr>
        <p:spPr>
          <a:xfrm>
            <a:off x="7407837" y="1487304"/>
            <a:ext cx="0" cy="461100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92B335F-B1B4-DC18-0CD9-86E74EB97011}"/>
              </a:ext>
            </a:extLst>
          </p:cNvPr>
          <p:cNvCxnSpPr>
            <a:cxnSpLocks/>
          </p:cNvCxnSpPr>
          <p:nvPr/>
        </p:nvCxnSpPr>
        <p:spPr>
          <a:xfrm flipH="1">
            <a:off x="5960533" y="3344333"/>
            <a:ext cx="4250267" cy="202636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70DE7EC-A47F-BFF2-AD08-6C207EF313B1}"/>
              </a:ext>
            </a:extLst>
          </p:cNvPr>
          <p:cNvCxnSpPr>
            <a:cxnSpLocks/>
          </p:cNvCxnSpPr>
          <p:nvPr/>
        </p:nvCxnSpPr>
        <p:spPr>
          <a:xfrm flipH="1" flipV="1">
            <a:off x="6163733" y="3484983"/>
            <a:ext cx="3191934" cy="300789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FC72CEB-773F-70B0-7D3C-5D26278543EC}"/>
              </a:ext>
            </a:extLst>
          </p:cNvPr>
          <p:cNvCxnSpPr>
            <a:cxnSpLocks/>
          </p:cNvCxnSpPr>
          <p:nvPr/>
        </p:nvCxnSpPr>
        <p:spPr>
          <a:xfrm flipV="1">
            <a:off x="7407837" y="2074333"/>
            <a:ext cx="3310963" cy="2599206"/>
          </a:xfrm>
          <a:prstGeom prst="straightConnector1">
            <a:avLst/>
          </a:prstGeom>
          <a:ln w="28575">
            <a:solidFill>
              <a:srgbClr val="0432FF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94F37CD-66F2-4B33-6BB7-AD6AF4412C3A}"/>
                  </a:ext>
                </a:extLst>
              </p:cNvPr>
              <p:cNvSpPr txBox="1"/>
              <p:nvPr/>
            </p:nvSpPr>
            <p:spPr>
              <a:xfrm>
                <a:off x="6553199" y="6374677"/>
                <a:ext cx="6096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94F37CD-66F2-4B33-6BB7-AD6AF4412C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3199" y="6374677"/>
                <a:ext cx="6096000" cy="369332"/>
              </a:xfrm>
              <a:prstGeom prst="rect">
                <a:avLst/>
              </a:prstGeom>
              <a:blipFill>
                <a:blip r:embed="rId3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597C063-76DC-B99B-02BA-62DD2C4E7BFB}"/>
                  </a:ext>
                </a:extLst>
              </p:cNvPr>
              <p:cNvSpPr txBox="1"/>
              <p:nvPr/>
            </p:nvSpPr>
            <p:spPr>
              <a:xfrm>
                <a:off x="7407837" y="3108408"/>
                <a:ext cx="6096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597C063-76DC-B99B-02BA-62DD2C4E7B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7837" y="3108408"/>
                <a:ext cx="6096000" cy="369332"/>
              </a:xfrm>
              <a:prstGeom prst="rect">
                <a:avLst/>
              </a:prstGeom>
              <a:blipFill>
                <a:blip r:embed="rId4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D6F9696-F648-A1DB-F670-C7DFA1BB60C5}"/>
                  </a:ext>
                </a:extLst>
              </p:cNvPr>
              <p:cNvSpPr txBox="1"/>
              <p:nvPr/>
            </p:nvSpPr>
            <p:spPr>
              <a:xfrm>
                <a:off x="3784602" y="1136691"/>
                <a:ext cx="72644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D6F9696-F648-A1DB-F670-C7DFA1BB60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4602" y="1136691"/>
                <a:ext cx="7264400" cy="369332"/>
              </a:xfrm>
              <a:prstGeom prst="rect">
                <a:avLst/>
              </a:prstGeom>
              <a:blipFill>
                <a:blip r:embed="rId5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50A6510-AEE5-6DA8-FD01-018DC9363247}"/>
              </a:ext>
            </a:extLst>
          </p:cNvPr>
          <p:cNvCxnSpPr>
            <a:cxnSpLocks/>
          </p:cNvCxnSpPr>
          <p:nvPr/>
        </p:nvCxnSpPr>
        <p:spPr>
          <a:xfrm flipV="1">
            <a:off x="7407837" y="1136691"/>
            <a:ext cx="2504375" cy="353684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341321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566D927-E3EB-9981-4079-0468174DFF06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The Design Matrix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/>
                  <a:t> and Degrees of Freedom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566D927-E3EB-9981-4079-0468174DFF0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 t="-13364" b="-211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561F47-65F1-1081-827B-CB3344B173C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Regression decomposes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/>
                  <a:t> into two pieces:</a:t>
                </a:r>
              </a:p>
              <a:p>
                <a:pPr marL="971550" lvl="1" indent="-514350">
                  <a:buFont typeface="+mj-lt"/>
                  <a:buAutoNum type="arabicPeriod"/>
                </a:pPr>
                <a:r>
                  <a:rPr lang="en-US"/>
                  <a:t>The subspace spanned by the design matrix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/>
                  <a:t>, and</a:t>
                </a:r>
              </a:p>
              <a:p>
                <a:pPr marL="971550" lvl="1" indent="-514350">
                  <a:buFont typeface="+mj-lt"/>
                  <a:buAutoNum type="arabicPeriod"/>
                </a:pPr>
                <a:r>
                  <a:rPr lang="en-US"/>
                  <a:t>The subspace of the where the residuals live</a:t>
                </a:r>
              </a:p>
              <a:p>
                <a:pPr marL="457200" lvl="1" indent="0">
                  <a:buNone/>
                </a:pPr>
                <a:r>
                  <a:rPr lang="en-US"/>
                  <a:t>(1) and (2) are orthogonal complements. </a:t>
                </a:r>
                <a:r>
                  <a:rPr lang="en-US" i="1"/>
                  <a:t>Every vector </a:t>
                </a:r>
                <a:r>
                  <a:rPr lang="en-US"/>
                  <a:t>in (1)</a:t>
                </a:r>
                <a:r>
                  <a:rPr lang="en-US" i="1"/>
                  <a:t> </a:t>
                </a:r>
                <a:r>
                  <a:rPr lang="en-US"/>
                  <a:t>is orthogonal to </a:t>
                </a:r>
                <a:r>
                  <a:rPr lang="en-US" i="1"/>
                  <a:t>every vector (the </a:t>
                </a:r>
                <a:r>
                  <a:rPr lang="en-US" b="1" i="1"/>
                  <a:t>residuals</a:t>
                </a:r>
                <a:r>
                  <a:rPr lang="en-US" i="1"/>
                  <a:t>) </a:t>
                </a:r>
                <a:r>
                  <a:rPr lang="en-US"/>
                  <a:t>in (2).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561F47-65F1-1081-827B-CB3344B173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CD351D-5E7B-AC32-ED13-87A164FAD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68</a:t>
            </a:fld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F8F97FC-171C-478E-0F69-1D62DD90712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60386" y="3630082"/>
            <a:ext cx="4700428" cy="2908830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5B4D9F79-FAC7-A85A-D529-D946106F8A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3304" y="4002295"/>
            <a:ext cx="3071038" cy="253661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67AC06DF-FD0F-2B07-D7CA-7D0B9B7E6B70}"/>
                  </a:ext>
                </a:extLst>
              </p14:cNvPr>
              <p14:cNvContentPartPr/>
              <p14:nvPr/>
            </p14:nvContentPartPr>
            <p14:xfrm>
              <a:off x="1528560" y="3530880"/>
              <a:ext cx="8315640" cy="27162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67AC06DF-FD0F-2B07-D7CA-7D0B9B7E6B7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512360" y="3514680"/>
                <a:ext cx="8348040" cy="2748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5200232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2019C-5D48-6FCA-FC0F-5E90F7A38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“Big 4” Subspaces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C7DFA0-7CF1-5E20-B6CA-F0983D0ACE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Many linear algebraists (particularly Gilbert Strang) refer to four subspaces. We look at these for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US"/>
                  <a:t>:</a:t>
                </a:r>
              </a:p>
              <a:p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C7DFA0-7CF1-5E20-B6CA-F0983D0ACE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B96D04-680D-E344-B543-A9DDAA1C8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69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AC46C546-5DF6-8F4A-6404-A5525336570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84634322"/>
                  </p:ext>
                </p:extLst>
              </p:nvPr>
            </p:nvGraphicFramePr>
            <p:xfrm>
              <a:off x="567267" y="3242733"/>
              <a:ext cx="11040534" cy="239757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3680178">
                      <a:extLst>
                        <a:ext uri="{9D8B030D-6E8A-4147-A177-3AD203B41FA5}">
                          <a16:colId xmlns:a16="http://schemas.microsoft.com/office/drawing/2014/main" val="3181555199"/>
                        </a:ext>
                      </a:extLst>
                    </a:gridCol>
                    <a:gridCol w="3680178">
                      <a:extLst>
                        <a:ext uri="{9D8B030D-6E8A-4147-A177-3AD203B41FA5}">
                          <a16:colId xmlns:a16="http://schemas.microsoft.com/office/drawing/2014/main" val="586403495"/>
                        </a:ext>
                      </a:extLst>
                    </a:gridCol>
                    <a:gridCol w="3680178">
                      <a:extLst>
                        <a:ext uri="{9D8B030D-6E8A-4147-A177-3AD203B41FA5}">
                          <a16:colId xmlns:a16="http://schemas.microsoft.com/office/drawing/2014/main" val="104558681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Strang’s Subspace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Regression Meaning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Dimension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0119466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Column space of </a:t>
                          </a:r>
                          <a14:m>
                            <m:oMath xmlns:m="http://schemas.openxmlformats.org/officeDocument/2006/math"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oMath>
                          </a14:m>
                          <a:endParaRPr lang="en-US" b="1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Fitted values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̂"/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</m:acc>
                            </m:oMath>
                          </a14:m>
                          <a:endParaRPr lang="en-US" b="1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oMath>
                            </m:oMathPara>
                          </a14:m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095932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Left null space of </a:t>
                          </a:r>
                          <a14:m>
                            <m:oMath xmlns:m="http://schemas.openxmlformats.org/officeDocument/2006/math"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oMath>
                          </a14:m>
                          <a:r>
                            <a:rPr lang="en-US"/>
                            <a:t> </a:t>
                          </a:r>
                          <a:br>
                            <a:rPr lang="en-US"/>
                          </a:br>
                          <a:r>
                            <a:rPr lang="en-US"/>
                            <a:t> (null</a:t>
                          </a:r>
                          <a:r>
                            <a:rPr lang="en-US" baseline="0"/>
                            <a:t> space of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b="1" i="1" baseline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 baseline="0" smtClean="0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 baseline="0" smtClean="0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/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Residuals </a:t>
                          </a:r>
                          <a14:m>
                            <m:oMath xmlns:m="http://schemas.openxmlformats.org/officeDocument/2006/math"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𝒆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̂"/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</m:acc>
                            </m:oMath>
                          </a14:m>
                          <a:r>
                            <a:rPr lang="en-US"/>
                            <a:t> </a:t>
                          </a:r>
                          <a:br>
                            <a:rPr lang="en-US"/>
                          </a:br>
                          <a:r>
                            <a:rPr lang="en-US"/>
                            <a:t>(Remember,</a:t>
                          </a:r>
                          <a:r>
                            <a:rPr lang="en-US" baseline="0"/>
                            <a:t> these estimate </a:t>
                          </a:r>
                          <a14:m>
                            <m:oMath xmlns:m="http://schemas.openxmlformats.org/officeDocument/2006/math">
                              <m:r>
                                <a:rPr lang="en-US" b="1" i="1" baseline="0" smtClean="0">
                                  <a:latin typeface="Cambria Math" panose="02040503050406030204" pitchFamily="18" charset="0"/>
                                </a:rPr>
                                <m:t>𝝐</m:t>
                              </m:r>
                              <m:r>
                                <a:rPr lang="en-US" b="0" i="1" baseline="0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oMath>
                            </m:oMathPara>
                          </a14:m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8019703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Row space of </a:t>
                          </a:r>
                          <a14:m>
                            <m:oMath xmlns:m="http://schemas.openxmlformats.org/officeDocument/2006/math">
                              <m:r>
                                <a:rPr lang="en-US" b="1" i="1" dirty="0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oMath>
                          </a14:m>
                          <a:endParaRPr lang="en-US" b="1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Linear constraints on </a:t>
                          </a:r>
                          <a14:m>
                            <m:oMath xmlns:m="http://schemas.openxmlformats.org/officeDocument/2006/math"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𝜷</m:t>
                              </m:r>
                            </m:oMath>
                          </a14:m>
                          <a:endParaRPr lang="en-US" b="1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oMath>
                            </m:oMathPara>
                          </a14:m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48276239"/>
                      </a:ext>
                    </a:extLst>
                  </a:tr>
                  <a:tr h="221827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Null space of </a:t>
                          </a:r>
                          <a14:m>
                            <m:oMath xmlns:m="http://schemas.openxmlformats.org/officeDocument/2006/math"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oMath>
                          </a14:m>
                          <a:endParaRPr lang="en-US" b="1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Non-identifiable directions (multicollinearity)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varies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1210704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AC46C546-5DF6-8F4A-6404-A5525336570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84634322"/>
                  </p:ext>
                </p:extLst>
              </p:nvPr>
            </p:nvGraphicFramePr>
            <p:xfrm>
              <a:off x="567267" y="3242733"/>
              <a:ext cx="11040534" cy="239757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3680178">
                      <a:extLst>
                        <a:ext uri="{9D8B030D-6E8A-4147-A177-3AD203B41FA5}">
                          <a16:colId xmlns:a16="http://schemas.microsoft.com/office/drawing/2014/main" val="3181555199"/>
                        </a:ext>
                      </a:extLst>
                    </a:gridCol>
                    <a:gridCol w="3680178">
                      <a:extLst>
                        <a:ext uri="{9D8B030D-6E8A-4147-A177-3AD203B41FA5}">
                          <a16:colId xmlns:a16="http://schemas.microsoft.com/office/drawing/2014/main" val="586403495"/>
                        </a:ext>
                      </a:extLst>
                    </a:gridCol>
                    <a:gridCol w="3680178">
                      <a:extLst>
                        <a:ext uri="{9D8B030D-6E8A-4147-A177-3AD203B41FA5}">
                          <a16:colId xmlns:a16="http://schemas.microsoft.com/office/drawing/2014/main" val="104558681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Strang’s Subspace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Regression Meaning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Dimension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0119466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66" t="-108197" r="-200662" b="-4721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166" t="-108197" r="-100662" b="-4721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166" t="-108197" r="-662" b="-47213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09593216"/>
                      </a:ext>
                    </a:extLst>
                  </a:tr>
                  <a:tr h="64497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66" t="-119811" r="-200662" b="-1716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166" t="-119811" r="-100662" b="-1716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166" t="-119811" r="-662" b="-17169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8019703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66" t="-375806" r="-200662" b="-1935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166" t="-375806" r="-100662" b="-1935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166" t="-375806" r="-662" b="-1935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48276239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66" t="-280952" r="-200662" b="-1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Non-identifiable directions (multicollinearity)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varies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1210704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1DE91CDC-C9C9-AEB6-1603-8C82C8A1542B}"/>
              </a:ext>
            </a:extLst>
          </p:cNvPr>
          <p:cNvSpPr txBox="1"/>
          <p:nvPr/>
        </p:nvSpPr>
        <p:spPr>
          <a:xfrm>
            <a:off x="0" y="6593085"/>
            <a:ext cx="10117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*See </a:t>
            </a:r>
            <a:r>
              <a:rPr lang="en-US" sz="1400" i="1"/>
              <a:t>Linear Algebra and Its Applications</a:t>
            </a:r>
            <a:r>
              <a:rPr lang="en-US" sz="1400"/>
              <a:t> by Gilbert Strang, as well as his MIT Open Courseware Videos for more. </a:t>
            </a:r>
          </a:p>
        </p:txBody>
      </p:sp>
    </p:spTree>
    <p:extLst>
      <p:ext uri="{BB962C8B-B14F-4D97-AF65-F5344CB8AC3E}">
        <p14:creationId xmlns:p14="http://schemas.microsoft.com/office/powerpoint/2010/main" val="251841045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06CB5E-C0DC-D0EA-DF10-953A5C2EE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2FC2E-A484-9647-27F1-CFE6CF79E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Degrees of Freedom as Leftover Dimensions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5E3BB91-E150-D4DC-18F6-7728452EC7C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10786533" cy="4351338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en-US"/>
                  <a:t>Sample mean: We started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/>
                  <a:t> observations,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/>
                  <a:t> degrees of freedom.</a:t>
                </a:r>
              </a:p>
              <a:p>
                <a:pPr lvl="1"/>
                <a:r>
                  <a:rPr lang="en-US"/>
                  <a:t>Estimating the mean constrains the data on a 1-dimensional subspace.</a:t>
                </a:r>
              </a:p>
              <a:p>
                <a:pPr lvl="1"/>
                <a:r>
                  <a:rPr lang="en-US"/>
                  <a:t>The remaining variation (residuals) live in an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−1)</m:t>
                    </m:r>
                  </m:oMath>
                </a14:m>
                <a:r>
                  <a:rPr lang="en-US"/>
                  <a:t> dimensional orthogonal complement.</a:t>
                </a:r>
              </a:p>
              <a:p>
                <a:pPr lvl="1"/>
                <a:r>
                  <a:rPr lang="en-US"/>
                  <a:t>This is why the sample variance divides by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/>
                  <a:t>! (This is </a:t>
                </a:r>
                <a:r>
                  <a:rPr lang="en-US" err="1"/>
                  <a:t>Df</a:t>
                </a:r>
                <a:r>
                  <a:rPr lang="en-US"/>
                  <a:t>).</a:t>
                </a:r>
              </a:p>
              <a:p>
                <a:r>
                  <a:rPr lang="en-US"/>
                  <a:t>SLR: 2 parameters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 </m:t>
                    </m:r>
                  </m:oMath>
                </a14:m>
                <a:r>
                  <a:rPr lang="en-US"/>
                  <a:t>2 degrees of freedom</a:t>
                </a:r>
              </a:p>
              <a:p>
                <a:pPr lvl="1"/>
                <a:r>
                  <a:rPr lang="en-US"/>
                  <a:t>Design matrix: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× 2</m:t>
                    </m:r>
                  </m:oMath>
                </a14:m>
                <a:endParaRPr lang="en-US"/>
              </a:p>
              <a:p>
                <a:pPr lvl="1"/>
                <a:r>
                  <a:rPr lang="en-US"/>
                  <a:t>Fitted values lie in a 2-dimensional plane, which is a subspace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/>
                  <a:t>.</a:t>
                </a:r>
              </a:p>
              <a:p>
                <a:pPr lvl="1"/>
                <a:r>
                  <a:rPr lang="en-US"/>
                  <a:t>Residuals live in the orthogonal complement: Dimension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−2</m:t>
                    </m:r>
                  </m:oMath>
                </a14:m>
                <a:r>
                  <a:rPr lang="en-US"/>
                  <a:t>.</a:t>
                </a:r>
              </a:p>
              <a:p>
                <a:r>
                  <a:rPr lang="en-US"/>
                  <a:t>MLR: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/>
                  <a:t> parameters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/>
                  <a:t> degrees of freedom</a:t>
                </a:r>
              </a:p>
              <a:p>
                <a:pPr lvl="1"/>
                <a:r>
                  <a:rPr lang="en-US"/>
                  <a:t>Design matrix: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× 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+1)</m:t>
                    </m:r>
                  </m:oMath>
                </a14:m>
                <a:endParaRPr lang="en-US"/>
              </a:p>
              <a:p>
                <a:pPr lvl="1"/>
                <a:r>
                  <a:rPr lang="en-US"/>
                  <a:t>Fitted values lie in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</m:oMath>
                </a14:m>
                <a:r>
                  <a:rPr lang="en-US"/>
                  <a:t>-dimensional subspace (a hyperplane).</a:t>
                </a:r>
              </a:p>
              <a:p>
                <a:pPr lvl="1"/>
                <a:r>
                  <a:rPr lang="en-US"/>
                  <a:t>Residuals live in an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−1)</m:t>
                    </m:r>
                  </m:oMath>
                </a14:m>
                <a:r>
                  <a:rPr lang="en-US"/>
                  <a:t>-dimensional orthogonal complement.</a:t>
                </a:r>
              </a:p>
              <a:p>
                <a:r>
                  <a:rPr lang="en-US"/>
                  <a:t>This is why the denominator of the F-test uses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−1)</m:t>
                    </m:r>
                  </m:oMath>
                </a14:m>
                <a:r>
                  <a:rPr lang="en-US"/>
                  <a:t> degrees of freedom.</a:t>
                </a:r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5E3BB91-E150-D4DC-18F6-7728452EC7C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10786533" cy="4351338"/>
              </a:xfrm>
              <a:blipFill>
                <a:blip r:embed="rId2"/>
                <a:stretch>
                  <a:fillRect l="-734" t="-32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F64827-7AC8-B3C7-6333-647A62D0A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91181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08445-9D09-5955-C389-A59595486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Identifiability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D10786-43B9-6652-7E42-9C919D67E69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We had shown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𝜷</m:t>
                              </m:r>
                            </m:e>
                          </m:acc>
                          <m:r>
                            <a:rPr lang="en-US" b="1" i="1" dirty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US"/>
              </a:p>
              <a:p>
                <a:r>
                  <a:rPr lang="en-US"/>
                  <a:t>There is a </a:t>
                </a:r>
                <a:r>
                  <a:rPr lang="en-US" b="1"/>
                  <a:t>unique</a:t>
                </a:r>
                <a:r>
                  <a:rPr lang="en-US"/>
                  <a:t> least-squares estimated regression coefficient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</m:acc>
                  </m:oMath>
                </a14:m>
                <a:r>
                  <a:rPr lang="en-US" b="1"/>
                  <a:t> </a:t>
                </a:r>
                <a:r>
                  <a:rPr lang="en-US"/>
                  <a:t>provided that the determinant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  <m:r>
                      <a:rPr lang="en-US" b="1" i="1" smtClean="0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US" b="1"/>
                  <a:t> </a:t>
                </a:r>
                <a:r>
                  <a:rPr lang="en-US"/>
                  <a:t>is not zero. What does this mean?</a:t>
                </a:r>
              </a:p>
              <a:p>
                <a:r>
                  <a:rPr lang="en-US"/>
                  <a:t>When does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det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</m:e>
                              <m:sup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𝑻</m:t>
                                </m:r>
                              </m:sup>
                            </m:sSup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</m:d>
                      </m:e>
                    </m:func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/>
                  <a:t> happen?</a:t>
                </a:r>
              </a:p>
              <a:p>
                <a:r>
                  <a:rPr lang="en-US"/>
                  <a:t>When columns of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US" b="1"/>
                  <a:t> </a:t>
                </a:r>
                <a:r>
                  <a:rPr lang="en-US"/>
                  <a:t>are linearly dependent. What does this mean?</a:t>
                </a:r>
              </a:p>
              <a:p>
                <a:r>
                  <a:rPr lang="en-US"/>
                  <a:t>In this case, there is an infinite number of least-squares solutions and we say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</m:acc>
                  </m:oMath>
                </a14:m>
                <a:r>
                  <a:rPr lang="en-US" b="1"/>
                  <a:t> </a:t>
                </a:r>
                <a:r>
                  <a:rPr lang="en-US"/>
                  <a:t>is </a:t>
                </a:r>
                <a:r>
                  <a:rPr lang="en-US" i="1"/>
                  <a:t>not identified</a:t>
                </a:r>
                <a:r>
                  <a:rPr lang="en-US"/>
                  <a:t>.</a:t>
                </a:r>
                <a:endParaRPr lang="en-US" b="1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D10786-43B9-6652-7E42-9C919D67E6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928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678BED-53C5-10B6-8D06-A7140B82F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42911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5D8B489-F5A0-9976-2E81-FAAF4CE1F0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8333" y="1247004"/>
            <a:ext cx="4627034" cy="480185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E54CB9E-6D9A-B8EB-BCE1-C684973FC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Non-Identifiability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25E20A1-7475-3C24-8614-C4312CAEA8B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Suppose we have:</a:t>
                </a:r>
              </a:p>
              <a:p>
                <a:pPr marL="0" indent="0">
                  <a:buNone/>
                </a:pPr>
                <a:r>
                  <a:rPr lang="en-US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/>
                  <a:t>	temperature measured in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℃</m:t>
                    </m:r>
                  </m:oMath>
                </a14:m>
                <a:endParaRPr lang="en-US"/>
              </a:p>
              <a:p>
                <a:pPr marL="0" indent="0">
                  <a:buNone/>
                </a:pPr>
                <a:r>
                  <a:rPr lang="en-US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/>
                  <a:t>	temperature measured in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℉</m:t>
                    </m:r>
                  </m:oMath>
                </a14:m>
                <a:br>
                  <a:rPr lang="en-US" i="1"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+32</m:t>
                      </m:r>
                    </m:oMath>
                  </m:oMathPara>
                </a14:m>
                <a:endParaRPr lang="en-US" b="0" i="1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	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/>
                  <a:t>??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25E20A1-7475-3C24-8614-C4312CAEA8B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18AC2F-25F2-D3E0-A63E-AB8DE8CDB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90230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3F9284-1795-F11E-4A11-D304903E31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F08B7-1856-2C94-4E63-DACEC9575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Multiple Linear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A32770F-CCD1-31E8-96C1-5DFD82C9896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78145"/>
                <a:ext cx="10515600" cy="4351338"/>
              </a:xfrm>
            </p:spPr>
            <p:txBody>
              <a:bodyPr>
                <a:noAutofit/>
              </a:bodyPr>
              <a:lstStyle/>
              <a:p>
                <a:r>
                  <a:rPr lang="en-US" dirty="0"/>
                  <a:t>Simple Linear Regression (SLR)</a:t>
                </a:r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Multiple Linear Regression (MLR)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r>
                  <a:rPr lang="en-US" b="1" dirty="0"/>
                  <a:t>    </a:t>
                </a:r>
                <a:r>
                  <a:rPr lang="en-US" dirty="0"/>
                  <a:t>For our assumptions 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b="1" dirty="0"/>
                  <a:t>.</a:t>
                </a:r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r>
                  <a:rPr lang="en-US" b="1" dirty="0"/>
                  <a:t>    </a:t>
                </a:r>
                <a:r>
                  <a:rPr lang="en-US" dirty="0"/>
                  <a:t>Where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is the design matrix and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𝜷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is the vector of coefficients.</a:t>
                </a:r>
                <a:endParaRPr lang="en-US" b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A32770F-CCD1-31E8-96C1-5DFD82C989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78145"/>
                <a:ext cx="10515600" cy="4351338"/>
              </a:xfrm>
              <a:blipFill>
                <a:blip r:embed="rId2"/>
                <a:stretch>
                  <a:fillRect l="-1043" t="-2381" b="-117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5BB985-2FD0-3438-5E55-1B0DF20BD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02804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0BCF3-054C-37D8-3737-A5D786077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Different?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E8F772-9F7F-0A6F-1007-D16731C284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 Multiple Linear Regression, we can have multiple predictors.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Tradeoff:</a:t>
            </a:r>
          </a:p>
          <a:p>
            <a:pPr lvl="1"/>
            <a:r>
              <a:rPr lang="en-US" sz="2800" dirty="0"/>
              <a:t>Graphics are difficult in higher dimensions.</a:t>
            </a:r>
          </a:p>
          <a:p>
            <a:pPr lvl="1"/>
            <a:r>
              <a:rPr lang="en-US" sz="2800" dirty="0"/>
              <a:t>Least squares fit is now a </a:t>
            </a:r>
            <a:r>
              <a:rPr lang="en-US" sz="2800" i="1" dirty="0"/>
              <a:t>(hyper) plane </a:t>
            </a:r>
            <a:r>
              <a:rPr lang="en-US" sz="2800" dirty="0"/>
              <a:t>instead of a line.</a:t>
            </a:r>
            <a:endParaRPr lang="en-US" sz="2800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B7CFCB-4785-E6BA-CDEE-5FDE2DBFD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446943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5678ED-8F69-A88D-862B-70BF6EF31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32008-1B67-803A-19D9-1B5D32C9F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Different?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7703C-5058-9D88-A5E8-4216FAEDFD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48648"/>
            <a:ext cx="10515600" cy="4351338"/>
          </a:xfrm>
        </p:spPr>
        <p:txBody>
          <a:bodyPr/>
          <a:lstStyle/>
          <a:p>
            <a:pPr lvl="1"/>
            <a:r>
              <a:rPr lang="en-US" sz="2800" dirty="0"/>
              <a:t>Least squares fit is now a </a:t>
            </a:r>
            <a:r>
              <a:rPr lang="en-US" sz="2800" i="1" dirty="0"/>
              <a:t>(hyper) plane </a:t>
            </a:r>
            <a:r>
              <a:rPr lang="en-US" sz="2800" dirty="0"/>
              <a:t>instead of a line</a:t>
            </a:r>
            <a:r>
              <a:rPr lang="en-US" dirty="0"/>
              <a:t>.</a:t>
            </a:r>
            <a:endParaRPr lang="en-US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49345C-FA3D-C557-78D4-A6B1545D8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75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787BE26-DEF7-9014-CD69-CC7222C54E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5764" y="2241756"/>
            <a:ext cx="4272265" cy="447972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04E3C5F-EE53-9B05-2729-849C99D24D18}"/>
              </a:ext>
            </a:extLst>
          </p:cNvPr>
          <p:cNvSpPr txBox="1"/>
          <p:nvPr/>
        </p:nvSpPr>
        <p:spPr>
          <a:xfrm>
            <a:off x="0" y="6551054"/>
            <a:ext cx="46899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Source: </a:t>
            </a:r>
            <a:r>
              <a:rPr lang="en-US" sz="1200" i="1" dirty="0"/>
              <a:t>ISLP</a:t>
            </a:r>
            <a:r>
              <a:rPr lang="en-US" sz="1200" dirty="0"/>
              <a:t> Figure 3.4</a:t>
            </a:r>
          </a:p>
        </p:txBody>
      </p:sp>
    </p:spTree>
    <p:extLst>
      <p:ext uri="{BB962C8B-B14F-4D97-AF65-F5344CB8AC3E}">
        <p14:creationId xmlns:p14="http://schemas.microsoft.com/office/powerpoint/2010/main" val="88216649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592D7-541E-321D-B801-736E0C846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Look at a 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7EAD03-76B5-1D3D-0F34-682B3D91D4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Advertising.csv</a:t>
            </a:r>
          </a:p>
          <a:p>
            <a:r>
              <a:rPr lang="en-US" dirty="0"/>
              <a:t>Contains data on </a:t>
            </a:r>
          </a:p>
          <a:p>
            <a:pPr lvl="1"/>
            <a:r>
              <a:rPr lang="en-US" dirty="0"/>
              <a:t>(Selected) Response Variable: 	Sales	 	thousands of units</a:t>
            </a:r>
          </a:p>
          <a:p>
            <a:pPr lvl="1"/>
            <a:r>
              <a:rPr lang="en-US" dirty="0"/>
              <a:t>Predictors are advertising budgets:</a:t>
            </a:r>
            <a:br>
              <a:rPr lang="en-US" dirty="0"/>
            </a:br>
            <a:r>
              <a:rPr lang="en-US" dirty="0"/>
              <a:t>						TV		thousands of dollars</a:t>
            </a:r>
            <a:br>
              <a:rPr lang="en-US" dirty="0"/>
            </a:br>
            <a:r>
              <a:rPr lang="en-US" dirty="0"/>
              <a:t>						Radio		thousands of dollars</a:t>
            </a:r>
            <a:br>
              <a:rPr lang="en-US" dirty="0"/>
            </a:br>
            <a:r>
              <a:rPr lang="en-US" dirty="0"/>
              <a:t>						</a:t>
            </a:r>
            <a:r>
              <a:rPr lang="en-US" dirty="0" err="1"/>
              <a:t>Nespaper</a:t>
            </a:r>
            <a:r>
              <a:rPr lang="en-US" dirty="0"/>
              <a:t>	thousands of dollars</a:t>
            </a:r>
          </a:p>
          <a:p>
            <a:pPr lvl="1"/>
            <a:endParaRPr lang="en-US" dirty="0"/>
          </a:p>
          <a:p>
            <a:r>
              <a:rPr lang="en-US" dirty="0"/>
              <a:t>200 different markets. </a:t>
            </a:r>
            <a:br>
              <a:rPr lang="en-US" dirty="0"/>
            </a:br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69B261-DF69-100E-AAC1-3209391EC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473573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7DBE6-92DD-40BF-0F34-ED8DBA78C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Important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E622C9-2532-8937-166A-E4483797F2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Is at least one of the predictors (TV, Radio, Newspaper) useful in predicting the response (Sales)?</a:t>
            </a:r>
          </a:p>
          <a:p>
            <a:r>
              <a:rPr lang="en-US" dirty="0"/>
              <a:t>Do all of the predictors help to explain Sales, or is only a subset of predictors useful?</a:t>
            </a:r>
          </a:p>
          <a:p>
            <a:r>
              <a:rPr lang="en-US" dirty="0"/>
              <a:t>How well does the model fit the data?</a:t>
            </a:r>
          </a:p>
          <a:p>
            <a:r>
              <a:rPr lang="en-US" dirty="0"/>
              <a:t>Given a set of predictor values, what response value should we predict for Sales, and how accurate is our prediction?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E4326C-CD9D-7356-158C-19723C995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5563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5090F47-3E84-93E8-0BF0-24A8271B18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EFD3187-89E2-86F8-F402-4FF4F0508A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Scatterplot Matrix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E0EA2D-FEB3-C9F6-ACD0-F58F2705C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288895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C8D36-46A9-9BDF-3023-DDDC48F36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Things to Note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5B790A-BF2F-82B9-97F6-413A37B404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Which predictors have the strongest correlation with Sales?</a:t>
            </a:r>
          </a:p>
          <a:p>
            <a:r>
              <a:rPr lang="en-US" dirty="0"/>
              <a:t>Which predictors have the strongest correlation with each other?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7899DA-5CF5-41D5-0841-D26670A04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184568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80261-4A93-49CC-2AF7-8CD02AA73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Truth + Error Representation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FFF70D5-55D0-94C2-34FE-782147418F2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/>
                  <a:t>Why we are diving back into theory here:</a:t>
                </a:r>
              </a:p>
              <a:p>
                <a:pPr marL="0" indent="0">
                  <a:buNone/>
                </a:pPr>
                <a:endParaRPr lang="en-US"/>
              </a:p>
              <a:p>
                <a:r>
                  <a:rPr lang="en-US"/>
                  <a:t>Understanding the theoretical behavior of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/>
                  <a:t>and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𝝐</m:t>
                    </m:r>
                  </m:oMath>
                </a14:m>
                <a:r>
                  <a:rPr lang="en-US"/>
                  <a:t> allows us to analyze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</m:acc>
                  </m:oMath>
                </a14:m>
                <a:r>
                  <a:rPr lang="en-US" b="1"/>
                  <a:t> </a:t>
                </a:r>
                <a:r>
                  <a:rPr lang="en-US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𝒆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=[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],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∈1…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/>
                  <a:t>, so we can make meaningful </a:t>
                </a:r>
                <a:r>
                  <a:rPr lang="en-US" i="1"/>
                  <a:t>inference</a:t>
                </a:r>
                <a:r>
                  <a:rPr lang="en-US"/>
                  <a:t> about what the data may or may not be telling us. </a:t>
                </a:r>
              </a:p>
              <a:p>
                <a:endParaRPr lang="en-US"/>
              </a:p>
              <a:p>
                <a:r>
                  <a:rPr lang="en-US"/>
                  <a:t>Up until now, we have vaguely referred to assumptions about the data. We want a way to be able to verify (</a:t>
                </a:r>
                <a:r>
                  <a:rPr lang="en-US" i="1"/>
                  <a:t>test hypotheses)</a:t>
                </a:r>
                <a:r>
                  <a:rPr lang="en-US"/>
                  <a:t> what is true with some level of confidence.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FFF70D5-55D0-94C2-34FE-782147418F2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6070A7-B081-0653-6AAA-562BEA11A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145613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8E86E-FAF3-E681-4856-C0B60B6A1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Truth + Error Representation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06E1DFA-D0E4-77C0-19D6-1CB06B28944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If we </a:t>
                </a:r>
                <a:r>
                  <a:rPr lang="en-US" i="1"/>
                  <a:t>fix</a:t>
                </a:r>
                <a:r>
                  <a:rPr lang="en-US"/>
                  <a:t> the design matrix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/>
                  <a:t>and let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𝒀</m:t>
                    </m:r>
                  </m:oMath>
                </a14:m>
                <a:r>
                  <a:rPr lang="en-US" b="1"/>
                  <a:t> </a:t>
                </a:r>
                <a:r>
                  <a:rPr lang="en-US"/>
                  <a:t>vary randomly,</a:t>
                </a:r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:r>
                  <a:rPr lang="en-US"/>
                  <a:t>Where does the randomness come from?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:endParaRPr lang="en-US" b="1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06E1DFA-D0E4-77C0-19D6-1CB06B28944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743CF7-68B0-7B68-F4E5-990E40827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04044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A8B85F-F128-8638-00B5-A955FDFFB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89CC8-D71D-FE7A-B4A4-7F6592263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Truth + Error Representation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663D229-A251-A35D-61D6-6E81260D481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If we </a:t>
                </a:r>
                <a:r>
                  <a:rPr lang="en-US" i="1"/>
                  <a:t>fix</a:t>
                </a:r>
                <a:r>
                  <a:rPr lang="en-US"/>
                  <a:t> the design matrix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/>
                  <a:t>and let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𝒀</m:t>
                    </m:r>
                  </m:oMath>
                </a14:m>
                <a:r>
                  <a:rPr lang="en-US" b="1"/>
                  <a:t> </a:t>
                </a:r>
                <a:r>
                  <a:rPr lang="en-US"/>
                  <a:t>vary randomly,</a:t>
                </a:r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:r>
                  <a:rPr lang="en-US"/>
                  <a:t>Where does the randomness come from?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:r>
                  <a:rPr lang="en-US" b="1"/>
                  <a:t>Yes. </a:t>
                </a:r>
                <a:r>
                  <a:rPr lang="en-US"/>
                  <a:t>From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𝝐</m:t>
                    </m:r>
                  </m:oMath>
                </a14:m>
                <a:r>
                  <a:rPr lang="en-US"/>
                  <a:t>, where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𝝐</m:t>
                    </m:r>
                  </m:oMath>
                </a14:m>
                <a:r>
                  <a:rPr lang="en-US" b="1"/>
                  <a:t> </a:t>
                </a:r>
                <a:r>
                  <a:rPr lang="en-US"/>
                  <a:t>is 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× 1</m:t>
                    </m:r>
                  </m:oMath>
                </a14:m>
                <a:r>
                  <a:rPr lang="en-US" b="1"/>
                  <a:t> </a:t>
                </a:r>
                <a:r>
                  <a:rPr lang="en-US"/>
                  <a:t>random  vector of noise terms.</a:t>
                </a:r>
                <a:endParaRPr lang="en-US" b="1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663D229-A251-A35D-61D6-6E81260D481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75C550-B60C-D9C0-2B8F-01096D0CE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476875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6B98C0-336F-5F3F-7471-DB2D7111E0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9880C-89FE-1213-55FC-3452A7D3E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Truth + Error Representation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9DE3FB-96FF-0FEE-81AC-BA381DA68E9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/>
                  <a:t>First, let’s look at the behavior of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𝜷</m:t>
                    </m:r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</m:acc>
                  </m:oMath>
                </a14:m>
                <a:r>
                  <a:rPr lang="en-US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9DE3FB-96FF-0FEE-81AC-BA381DA68E9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A3C9FE-E314-BAD4-537C-20C701CF9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701901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763F38-0452-99A0-1144-C1ACA83AD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CFD1E-4601-65EB-1EFF-1F299DC7A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Truth + Error Representation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77ED26-5E45-B766-3DFB-4D9CE72EB8D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𝝐</m:t>
                    </m:r>
                  </m:oMath>
                </a14:m>
                <a:r>
                  <a:rPr lang="en-US" b="1"/>
                  <a:t> </a:t>
                </a:r>
                <a:r>
                  <a:rPr lang="en-US"/>
                  <a:t>is 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× 1</m:t>
                    </m:r>
                  </m:oMath>
                </a14:m>
                <a:r>
                  <a:rPr lang="en-US" b="1"/>
                  <a:t> </a:t>
                </a:r>
                <a:r>
                  <a:rPr lang="en-US"/>
                  <a:t>random  vector of noise terms, and</a:t>
                </a:r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:r>
                  <a:rPr lang="en-US"/>
                  <a:t>Then we can rewrite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acc>
                  </m:oMath>
                </a14:m>
                <a:r>
                  <a:rPr lang="en-US"/>
                  <a:t> as…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𝝐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77ED26-5E45-B766-3DFB-4D9CE72EB8D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b="-47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D8C39F-54B1-05AF-A75C-6EF7E3784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84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30F9FA4-1FED-6D74-2031-FE1710CDA2AC}"/>
                  </a:ext>
                </a:extLst>
              </p14:cNvPr>
              <p14:cNvContentPartPr/>
              <p14:nvPr/>
            </p14:nvContentPartPr>
            <p14:xfrm>
              <a:off x="5878800" y="2228400"/>
              <a:ext cx="2618640" cy="24858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30F9FA4-1FED-6D74-2031-FE1710CDA2A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862600" y="2212200"/>
                <a:ext cx="2651040" cy="2518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05786206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8A072B-3E80-FE57-205E-8D2CD7576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A5E48-CE4D-FE0F-1955-62639FACD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Truth + Error Representation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6F5FE63-D5C4-DCFA-5017-324FA6E7DEC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/>
                  <a:t>Then we can rewrite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acc>
                  </m:oMath>
                </a14:m>
                <a:r>
                  <a:rPr lang="en-US"/>
                  <a:t> as…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𝝐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When we distribute, we get: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6F5FE63-D5C4-DCFA-5017-324FA6E7DEC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16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E78A44-28CE-2A4D-EC1F-22E6CA9E2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253135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9F5587-E4E6-BA52-6965-763EF124A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27789-0AE1-2752-EA3C-D19FA7D9F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Truth + Error Representation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C04488C-6371-2DD4-5007-B8193B6285A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And this simplifies to: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u="sng" dirty="0"/>
                  <a:t>Question 1</a:t>
                </a:r>
                <a:r>
                  <a:rPr lang="en-US" dirty="0"/>
                  <a:t>: What does this equation </a:t>
                </a:r>
                <a:r>
                  <a:rPr lang="en-US" i="1" dirty="0"/>
                  <a:t>say</a:t>
                </a:r>
                <a:r>
                  <a:rPr lang="en-US" dirty="0"/>
                  <a:t>?</a:t>
                </a:r>
              </a:p>
              <a:p>
                <a:pPr marL="0" indent="0" algn="ctr">
                  <a:buNone/>
                </a:pPr>
                <a:r>
                  <a:rPr lang="en-US" i="1" dirty="0">
                    <a:solidFill>
                      <a:srgbClr val="0432FF"/>
                    </a:solidFill>
                  </a:rPr>
                  <a:t>Each coefficient has its own associated error.</a:t>
                </a:r>
                <a:endParaRPr lang="en-US" i="1" dirty="0"/>
              </a:p>
              <a:p>
                <a:pPr marL="0" indent="0" algn="ctr">
                  <a:buNone/>
                </a:pPr>
                <a:r>
                  <a:rPr lang="en-US" i="1" dirty="0"/>
                  <a:t>This is the Truth + Error Representation.</a:t>
                </a: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C04488C-6371-2DD4-5007-B8193B6285A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  <a:blipFill>
                <a:blip r:embed="rId2"/>
                <a:stretch>
                  <a:fillRect l="-1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AFD3CE-8F45-B099-24E5-531DB7285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15821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15FD7B-611B-D856-0C0E-431416400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19EA9-520B-4882-6C55-E36D68EEB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Truth + Error Representation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82CFEDA-51EE-CE14-7937-38F8FE01220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/>
                  <a:t>The Truth + Error Representation is convenient for us.</a:t>
                </a:r>
              </a:p>
              <a:p>
                <a:pPr marL="0" indent="0">
                  <a:buNone/>
                </a:pPr>
                <a:endParaRPr lang="en-US"/>
              </a:p>
              <a:p>
                <a:r>
                  <a:rPr lang="en-US"/>
                  <a:t>For example, we can ask our next question:</a:t>
                </a:r>
              </a:p>
              <a:p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 u="sng"/>
                  <a:t>Question 2</a:t>
                </a:r>
                <a:r>
                  <a:rPr lang="en-US"/>
                  <a:t>: What is the expectation of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</m:acc>
                  </m:oMath>
                </a14:m>
                <a:r>
                  <a:rPr lang="en-US"/>
                  <a:t>?</a:t>
                </a:r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82CFEDA-51EE-CE14-7937-38F8FE0122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75624D-66AE-E68C-DAAE-BFFC18881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252054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6C232F-59DD-3416-2F4C-5AC922176B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B42EE-DA32-1A6C-12AC-C9E033AF7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Truth + Error Representation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4283D92-59DE-4222-7C11-FDA5F83C6B7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u="sng"/>
                  <a:t>Question 2</a:t>
                </a:r>
                <a:r>
                  <a:rPr lang="en-US"/>
                  <a:t>: What is the expectation of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</m:acc>
                  </m:oMath>
                </a14:m>
                <a:r>
                  <a:rPr lang="en-US"/>
                  <a:t>?</a:t>
                </a:r>
              </a:p>
              <a:p>
                <a:pPr marL="0" indent="0">
                  <a:buNone/>
                </a:pPr>
                <a:endParaRPr lang="en-US"/>
              </a:p>
              <a:p>
                <a:r>
                  <a:rPr lang="en-US"/>
                  <a:t>Take the Expectation of both sides:</a:t>
                </a:r>
              </a:p>
              <a:p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𝜷</m:t>
                              </m:r>
                            </m:e>
                          </m:acc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When can we make this the sum of expectations? </a:t>
                </a:r>
                <a:r>
                  <a:rPr lang="en-US" b="1"/>
                  <a:t>Always.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4283D92-59DE-4222-7C11-FDA5F83C6B7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1821" b="-67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CA02A1-5B14-C72D-31E2-D8A948BB9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385170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F0E128-1784-BC2B-C6FD-74FEA6C69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75758-4D10-DE44-0966-AE6F328C0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Truth + Error Representation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E354F6-C36D-82B0-A15E-D7C6796082A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u="sng"/>
                  <a:t>Question 2</a:t>
                </a:r>
                <a:r>
                  <a:rPr lang="en-US"/>
                  <a:t>: What is the expectation of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</m:acc>
                  </m:oMath>
                </a14:m>
                <a:r>
                  <a:rPr lang="en-US"/>
                  <a:t>?</a:t>
                </a:r>
              </a:p>
              <a:p>
                <a:pPr marL="0" indent="0">
                  <a:buNone/>
                </a:pPr>
                <a:endParaRPr lang="en-US"/>
              </a:p>
              <a:p>
                <a:r>
                  <a:rPr lang="en-US"/>
                  <a:t>So we get: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𝜷</m:t>
                              </m:r>
                            </m:e>
                          </m:acc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  <m:sup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𝑻</m:t>
                                      </m:r>
                                    </m:sup>
                                  </m:s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𝝐</m:t>
                          </m:r>
                        </m:e>
                      </m:d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  <m:sup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𝑻</m:t>
                                      </m:r>
                                    </m:sup>
                                  </m:s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𝝐</m:t>
                          </m:r>
                        </m:e>
                      </m:d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E354F6-C36D-82B0-A15E-D7C6796082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ADCB67-8A6B-F1AB-3756-BD3CDC1A5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327215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C279C-1DEA-F672-3C21-61109D73B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Recall our “Big Three” Assumptions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FD7D11-ACF3-3C6E-5134-ABBB2E965B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In order of preference / strength: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1. 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2. 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3.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A77331-F221-5AF8-A853-2C074F500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90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3C6A0B8-7246-DAD6-DA54-1352A6246F56}"/>
                  </a:ext>
                </a:extLst>
              </p14:cNvPr>
              <p14:cNvContentPartPr/>
              <p14:nvPr/>
            </p14:nvContentPartPr>
            <p14:xfrm>
              <a:off x="1470960" y="2139840"/>
              <a:ext cx="10026000" cy="32212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3C6A0B8-7246-DAD6-DA54-1352A6246F5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54760" y="2123640"/>
                <a:ext cx="10058400" cy="3253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45179794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B8F8C1-E6DB-29CD-58C5-11098ADF3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2EEBE-7D0E-F8B0-AD3B-599A5A1A3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Truth + Error Representation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4A3988-9004-DA8A-AADA-CCC350AC640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u="sng"/>
                  <a:t>Question 2</a:t>
                </a:r>
                <a:r>
                  <a:rPr lang="en-US"/>
                  <a:t>: What is the expectation of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</m:acc>
                  </m:oMath>
                </a14:m>
                <a:r>
                  <a:rPr lang="en-US"/>
                  <a:t>?</a:t>
                </a:r>
              </a:p>
              <a:p>
                <a:pPr marL="0" indent="0">
                  <a:buNone/>
                </a:pPr>
                <a:endParaRPr lang="en-US"/>
              </a:p>
              <a:p>
                <a:r>
                  <a:rPr lang="en-US"/>
                  <a:t>So we get: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𝜷</m:t>
                              </m:r>
                            </m:e>
                          </m:acc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  <m:sup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𝑻</m:t>
                                      </m:r>
                                    </m:sup>
                                  </m:s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𝝐</m:t>
                          </m:r>
                        </m:e>
                      </m:d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  <m:sup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𝑻</m:t>
                                      </m:r>
                                    </m:sup>
                                  </m:s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𝝐</m:t>
                          </m:r>
                        </m:e>
                      </m:d>
                    </m:oMath>
                  </m:oMathPara>
                </a14:m>
                <a:endParaRPr lang="en-US" b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  <m:sup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𝑻</m:t>
                                      </m:r>
                                    </m:sup>
                                  </m:s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𝝐</m:t>
                          </m:r>
                        </m:e>
                      </m:d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𝜷</m:t>
                      </m:r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4A3988-9004-DA8A-AADA-CCC350AC640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993047-37A9-3FA2-9F08-EFBDC4272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353485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07E270A9-CB49-8C2D-B315-5B1C53031E8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Variance of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</m:acc>
                  </m:oMath>
                </a14:m>
                <a:endParaRPr lang="en-US" b="1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07E270A9-CB49-8C2D-B315-5B1C53031E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9AFD68F-B6CB-FF7E-A3BE-D9A55641090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We conclude that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</m:acc>
                  </m:oMath>
                </a14:m>
                <a:r>
                  <a:rPr lang="en-US" b="1"/>
                  <a:t> </a:t>
                </a:r>
                <a:r>
                  <a:rPr lang="en-US"/>
                  <a:t>is </a:t>
                </a:r>
                <a:r>
                  <a:rPr lang="en-US" b="1" i="1"/>
                  <a:t>unbiased.</a:t>
                </a:r>
              </a:p>
              <a:p>
                <a:r>
                  <a:rPr lang="en-US"/>
                  <a:t>Next we look at the variance of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</m:acc>
                  </m:oMath>
                </a14:m>
                <a:r>
                  <a:rPr lang="en-US"/>
                  <a:t>:</a:t>
                </a:r>
              </a:p>
              <a:p>
                <a:endParaRPr lang="en-US"/>
              </a:p>
              <a:p>
                <a:r>
                  <a:rPr lang="en-US"/>
                  <a:t>Assume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Var</m:t>
                    </m:r>
                    <m:d>
                      <m:dPr>
                        <m:begChr m:val="["/>
                        <m:endChr m:val="]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𝝐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/>
                  <a:t>.</a:t>
                </a:r>
              </a:p>
              <a:p>
                <a:r>
                  <a:rPr lang="en-US"/>
                  <a:t>We use the 2</a:t>
                </a:r>
                <a:r>
                  <a:rPr lang="en-US" baseline="30000"/>
                  <a:t>nd</a:t>
                </a:r>
                <a:r>
                  <a:rPr lang="en-US"/>
                  <a:t> assumption.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9AFD68F-B6CB-FF7E-A3BE-D9A55641090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A87057-1435-C45C-04B0-CE16991E7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92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B39503B-231E-09F1-892C-42EBA72EF969}"/>
                  </a:ext>
                </a:extLst>
              </p14:cNvPr>
              <p14:cNvContentPartPr/>
              <p14:nvPr/>
            </p14:nvContentPartPr>
            <p14:xfrm>
              <a:off x="6276600" y="3452760"/>
              <a:ext cx="5051880" cy="2475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B39503B-231E-09F1-892C-42EBA72EF96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260400" y="3436560"/>
                <a:ext cx="5084280" cy="2507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8831495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1F3EA0-2740-6E06-E335-B8CD31762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0A2F13D-BC2D-F737-488F-6F740F2ADF4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Variance of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</m:acc>
                  </m:oMath>
                </a14:m>
                <a:endParaRPr lang="en-US" b="1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0A2F13D-BC2D-F737-488F-6F740F2ADF4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FEEA29B-D7EC-D533-508C-6B5CEDE3086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Assume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Var</m:t>
                    </m:r>
                    <m:d>
                      <m:dPr>
                        <m:begChr m:val="["/>
                        <m:endChr m:val="]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𝝐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/>
                  <a:t>.</a:t>
                </a:r>
              </a:p>
              <a:p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r>
                  <a:rPr lang="en-US"/>
                  <a:t>so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Var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[</m:t>
                      </m:r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Var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  <m:sup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𝑻</m:t>
                                      </m:r>
                                    </m:sup>
                                  </m:s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𝝐</m:t>
                          </m:r>
                        </m:e>
                      </m:d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FEEA29B-D7EC-D533-508C-6B5CEDE3086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16EB64-5857-A969-C91F-9F05790D8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93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1955B92-AB18-D8CB-B57A-7753A7B065FE}"/>
                  </a:ext>
                </a:extLst>
              </p14:cNvPr>
              <p14:cNvContentPartPr/>
              <p14:nvPr/>
            </p14:nvContentPartPr>
            <p14:xfrm>
              <a:off x="5648040" y="3483000"/>
              <a:ext cx="1019160" cy="9388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1955B92-AB18-D8CB-B57A-7753A7B065F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631840" y="3466800"/>
                <a:ext cx="1051560" cy="971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05472675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1BD951-4FD7-8092-DAA5-09ED7570D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8BCB87-2672-D1F5-AB7C-4DD793180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Variance of a Linear Transformation</a:t>
            </a:r>
            <a:endParaRPr lang="en-US" b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F930127-4BE6-C882-A250-9D825726D8A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Recall: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Var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𝑎𝑌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                </m:t>
                      </m:r>
                    </m:oMath>
                  </m:oMathPara>
                </a14:m>
                <a:endParaRPr lang="en-US"/>
              </a:p>
              <a:p>
                <a:endParaRPr lang="en-US"/>
              </a:p>
              <a:p>
                <a:r>
                  <a:rPr lang="en-US"/>
                  <a:t>An extension of this in matrix – vector form is:</a:t>
                </a:r>
              </a:p>
              <a:p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Var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𝐴𝑌</m:t>
                          </m:r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Var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   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/>
                  <a:t>is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× 1</m:t>
                    </m:r>
                  </m:oMath>
                </a14:m>
                <a:r>
                  <a:rPr lang="en-US"/>
                  <a:t> 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/>
                  <a:t>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×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F930127-4BE6-C882-A250-9D825726D8A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2CEC01-0F89-CC70-698D-A58D79B33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94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A70C22D-0F20-BE2F-67AE-4060A3A1EE40}"/>
                  </a:ext>
                </a:extLst>
              </p14:cNvPr>
              <p14:cNvContentPartPr/>
              <p14:nvPr/>
            </p14:nvContentPartPr>
            <p14:xfrm>
              <a:off x="6343920" y="2197440"/>
              <a:ext cx="1400040" cy="3769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A70C22D-0F20-BE2F-67AE-4060A3A1EE4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327720" y="2181240"/>
                <a:ext cx="1432440" cy="409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46556822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4EE9B4-1ED4-9588-0580-303EBC78BA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EABCC1C-B78C-CD93-F5BC-FCFA679C8F6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Variance of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</m:acc>
                  </m:oMath>
                </a14:m>
                <a:endParaRPr lang="en-US" b="1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EABCC1C-B78C-CD93-F5BC-FCFA679C8F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4B76FC0-5774-320E-3062-67ACBE832A1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Assume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Var</m:t>
                    </m:r>
                    <m:d>
                      <m:dPr>
                        <m:begChr m:val="["/>
                        <m:endChr m:val="]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𝝐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𝑰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/>
                  <a:t>.</a:t>
                </a:r>
              </a:p>
              <a:p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r>
                  <a:rPr lang="en-US"/>
                  <a:t>so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Var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[</m:t>
                      </m:r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Var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  <m:sup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𝑻</m:t>
                                      </m:r>
                                    </m:sup>
                                  </m:s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𝝐</m:t>
                          </m:r>
                        </m:e>
                      </m:d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Var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𝝐</m:t>
                          </m:r>
                        </m:e>
                      </m:d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b="1" i="1">
                                              <a:latin typeface="Cambria Math" panose="02040503050406030204" pitchFamily="18" charset="0"/>
                                            </a:rPr>
                                            <m:t>𝑿</m:t>
                                          </m:r>
                                        </m:e>
                                        <m:sup>
                                          <m:r>
                                            <a:rPr lang="en-US" b="1" i="1">
                                              <a:latin typeface="Cambria Math" panose="02040503050406030204" pitchFamily="18" charset="0"/>
                                            </a:rPr>
                                            <m:t>𝑻</m:t>
                                          </m:r>
                                        </m:sup>
                                      </m:sSup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4B76FC0-5774-320E-3062-67ACBE832A1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7CE7D6-9C52-3759-BC53-039CE460D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95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967E683-42F7-9EF7-4160-86EB2A2C2533}"/>
                  </a:ext>
                </a:extLst>
              </p14:cNvPr>
              <p14:cNvContentPartPr/>
              <p14:nvPr/>
            </p14:nvContentPartPr>
            <p14:xfrm>
              <a:off x="2937240" y="2228400"/>
              <a:ext cx="3081960" cy="40096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967E683-42F7-9EF7-4160-86EB2A2C253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921040" y="2212200"/>
                <a:ext cx="3114360" cy="4042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98626994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A118FA-B289-2746-23F0-9525447D90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1E9FAE7-F667-FA9F-2AF1-5D4E3757107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Variance of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</m:acc>
                  </m:oMath>
                </a14:m>
                <a:endParaRPr lang="en-US" b="1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1E9FAE7-F667-FA9F-2AF1-5D4E375710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7F4811-4625-A162-2B7A-E52D50AC81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Assume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Var</m:t>
                    </m:r>
                    <m:d>
                      <m:dPr>
                        <m:begChr m:val="["/>
                        <m:endChr m:val="]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𝝐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𝑰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/>
                  <a:t>.</a:t>
                </a:r>
              </a:p>
              <a:p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r>
                  <a:rPr lang="en-US"/>
                  <a:t>so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Var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[</m:t>
                      </m:r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Var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  <m:sup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𝑻</m:t>
                                      </m:r>
                                    </m:sup>
                                  </m:s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𝝐</m:t>
                          </m:r>
                        </m:e>
                      </m:d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𝑰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b="1" i="1">
                                              <a:latin typeface="Cambria Math" panose="02040503050406030204" pitchFamily="18" charset="0"/>
                                            </a:rPr>
                                            <m:t>𝑿</m:t>
                                          </m:r>
                                        </m:e>
                                        <m:sup>
                                          <m:r>
                                            <a:rPr lang="en-US" b="1" i="1">
                                              <a:latin typeface="Cambria Math" panose="02040503050406030204" pitchFamily="18" charset="0"/>
                                            </a:rPr>
                                            <m:t>𝑻</m:t>
                                          </m:r>
                                        </m:sup>
                                      </m:sSup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7F4811-4625-A162-2B7A-E52D50AC81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5B3DBF-3ADB-13D5-B1E4-D8A98E342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96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198ED4C-7F17-B97A-063F-44CB7AAE2C82}"/>
                  </a:ext>
                </a:extLst>
              </p14:cNvPr>
              <p14:cNvContentPartPr/>
              <p14:nvPr/>
            </p14:nvContentPartPr>
            <p14:xfrm>
              <a:off x="3848760" y="4622760"/>
              <a:ext cx="1982520" cy="4946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198ED4C-7F17-B97A-063F-44CB7AAE2C8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832560" y="4606560"/>
                <a:ext cx="2014920" cy="527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45836199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E9D9D7-0C63-1EA4-0FED-15B9E01FA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9F9CA13-C0ED-F2A4-1D25-3448955C771B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Variance of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</m:acc>
                  </m:oMath>
                </a14:m>
                <a:endParaRPr lang="en-US" b="1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9F9CA13-C0ED-F2A4-1D25-3448955C771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02B907-8149-19B6-E9ED-6755FFF48F8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Assume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Var</m:t>
                    </m:r>
                    <m:d>
                      <m:dPr>
                        <m:begChr m:val="["/>
                        <m:endChr m:val="]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𝝐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𝑰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/>
                  <a:t>.</a:t>
                </a:r>
              </a:p>
              <a:p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r>
                  <a:rPr lang="en-US"/>
                  <a:t>so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Var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[</m:t>
                      </m:r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Var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  <m:sup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𝑻</m:t>
                                      </m:r>
                                    </m:sup>
                                  </m:s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𝝐</m:t>
                          </m:r>
                        </m:e>
                      </m:d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b="1" i="1">
                                              <a:latin typeface="Cambria Math" panose="02040503050406030204" pitchFamily="18" charset="0"/>
                                            </a:rPr>
                                            <m:t>𝑿</m:t>
                                          </m:r>
                                        </m:e>
                                        <m:sup>
                                          <m:r>
                                            <a:rPr lang="en-US" b="1" i="1">
                                              <a:latin typeface="Cambria Math" panose="02040503050406030204" pitchFamily="18" charset="0"/>
                                            </a:rPr>
                                            <m:t>𝑻</m:t>
                                          </m:r>
                                        </m:sup>
                                      </m:sSup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02B907-8149-19B6-E9ED-6755FFF48F8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764E65-8B74-59BE-C705-974BAE0D1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492160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0805AA-83EC-9572-1B6A-86278E638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9E31E9D-6CF2-580D-8BE7-FD717517FA7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Variance of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</m:acc>
                  </m:oMath>
                </a14:m>
                <a:endParaRPr lang="en-US" b="1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9E31E9D-6CF2-580D-8BE7-FD717517FA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58B6702-A42E-2763-35DC-F9EDFF2CDB4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Assume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Var</m:t>
                    </m:r>
                    <m:d>
                      <m:dPr>
                        <m:begChr m:val="["/>
                        <m:endChr m:val="]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𝝐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𝑰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/>
                  <a:t>.</a:t>
                </a:r>
              </a:p>
              <a:p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r>
                  <a:rPr lang="en-US"/>
                  <a:t>so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Var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[</m:t>
                      </m:r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Var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  <m:sup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𝑻</m:t>
                                      </m:r>
                                    </m:sup>
                                  </m:s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𝝐</m:t>
                          </m:r>
                        </m:e>
                      </m:d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𝑿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  <m:sup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𝑻</m:t>
                                      </m:r>
                                    </m:sup>
                                  </m:s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</m:sSup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58B6702-A42E-2763-35DC-F9EDFF2CDB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C70156-8340-1E51-28E7-8A43CF40D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98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3A0E767-A182-22F5-839B-FC7E14072000}"/>
                  </a:ext>
                </a:extLst>
              </p14:cNvPr>
              <p14:cNvContentPartPr/>
              <p14:nvPr/>
            </p14:nvContentPartPr>
            <p14:xfrm>
              <a:off x="5954760" y="4776840"/>
              <a:ext cx="2321280" cy="14346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3A0E767-A182-22F5-839B-FC7E1407200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938560" y="4760640"/>
                <a:ext cx="2353680" cy="1467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14918726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184D0D-C5B2-D242-3684-A07609E46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7997506-DF0D-DDEC-8562-FD2BD969EAFD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Variance of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</m:acc>
                  </m:oMath>
                </a14:m>
                <a:endParaRPr lang="en-US" b="1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7997506-DF0D-DDEC-8562-FD2BD969EA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252F9E7-1629-B78D-761D-17E795C8D6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Assume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Var</m:t>
                    </m:r>
                    <m:d>
                      <m:dPr>
                        <m:begChr m:val="["/>
                        <m:endChr m:val="]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𝝐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𝑰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/>
                  <a:t>.</a:t>
                </a:r>
              </a:p>
              <a:p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r>
                  <a:rPr lang="en-US"/>
                  <a:t>so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Var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[</m:t>
                      </m:r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Var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  <m:sup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𝑻</m:t>
                                      </m:r>
                                    </m:sup>
                                  </m:s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𝝐</m:t>
                          </m:r>
                        </m:e>
                      </m:d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252F9E7-1629-B78D-761D-17E795C8D6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E39694-1CBB-C0FB-4388-59B4314CF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79499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070F71-808D-C46C-62FC-4681F9282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15A55C8-EA27-999A-A6E9-0D9ED7A9D2C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Variance of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</m:acc>
                  </m:oMath>
                </a14:m>
                <a:endParaRPr lang="en-US" b="1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15A55C8-EA27-999A-A6E9-0D9ED7A9D2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7B89A6D-EF37-B032-226A-747B97E1C4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ln>
                <a:noFill/>
              </a:ln>
            </p:spPr>
            <p:txBody>
              <a:bodyPr>
                <a:noAutofit/>
              </a:bodyPr>
              <a:lstStyle/>
              <a:p>
                <a:r>
                  <a:rPr lang="en-US"/>
                  <a:t>Assume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Var</m:t>
                    </m:r>
                    <m:d>
                      <m:dPr>
                        <m:begChr m:val="["/>
                        <m:endChr m:val="]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𝝐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𝑰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/>
                  <a:t>.</a:t>
                </a:r>
              </a:p>
              <a:p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r>
                  <a:rPr lang="en-US"/>
                  <a:t>so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Var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[</m:t>
                      </m:r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Var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  <m:sup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𝑻</m:t>
                                      </m:r>
                                    </m:sup>
                                  </m:s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𝝐</m:t>
                          </m:r>
                        </m:e>
                      </m:d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What does this mean?</a:t>
                </a:r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7B89A6D-EF37-B032-226A-747B97E1C4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17" t="-2241" b="-1106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7E5CA0-A8BA-71A6-3360-913071E0F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100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8E24092-405B-802D-0DDA-741411B27D93}"/>
                  </a:ext>
                </a:extLst>
              </p14:cNvPr>
              <p14:cNvContentPartPr/>
              <p14:nvPr/>
            </p14:nvContentPartPr>
            <p14:xfrm>
              <a:off x="3952440" y="4988520"/>
              <a:ext cx="974160" cy="4852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8E24092-405B-802D-0DDA-741411B27D9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936240" y="4972320"/>
                <a:ext cx="1006560" cy="51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4887FA57-0584-B8F1-E8C3-D67C2DAEDAC7}"/>
                  </a:ext>
                </a:extLst>
              </p14:cNvPr>
              <p14:cNvContentPartPr/>
              <p14:nvPr/>
            </p14:nvContentPartPr>
            <p14:xfrm>
              <a:off x="4651801" y="5842407"/>
              <a:ext cx="1053360" cy="5169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4887FA57-0584-B8F1-E8C3-D67C2DAEDAC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636321" y="5826927"/>
                <a:ext cx="1083960" cy="54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5680947E-4E59-7FB4-6681-40F9DD0CAE0C}"/>
                  </a:ext>
                </a:extLst>
              </p14:cNvPr>
              <p14:cNvContentPartPr/>
              <p14:nvPr/>
            </p14:nvContentPartPr>
            <p14:xfrm>
              <a:off x="6419401" y="6097287"/>
              <a:ext cx="134640" cy="13788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5680947E-4E59-7FB4-6681-40F9DD0CAE0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403921" y="6081807"/>
                <a:ext cx="165240" cy="16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21AA5825-F02F-1273-9BCA-A2CC50037B69}"/>
                  </a:ext>
                </a:extLst>
              </p14:cNvPr>
              <p14:cNvContentPartPr/>
              <p14:nvPr/>
            </p14:nvContentPartPr>
            <p14:xfrm>
              <a:off x="5916121" y="5990007"/>
              <a:ext cx="215280" cy="25380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21AA5825-F02F-1273-9BCA-A2CC50037B69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900615" y="5974527"/>
                <a:ext cx="245931" cy="28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BEE62EB4-3367-03B0-55F9-091F58853BEF}"/>
                  </a:ext>
                </a:extLst>
              </p14:cNvPr>
              <p14:cNvContentPartPr/>
              <p14:nvPr/>
            </p14:nvContentPartPr>
            <p14:xfrm>
              <a:off x="7918801" y="5839167"/>
              <a:ext cx="225000" cy="33228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BEE62EB4-3367-03B0-55F9-091F58853BEF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903321" y="5823704"/>
                <a:ext cx="255600" cy="36284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667C2B76-75B1-F04C-75E7-3D18B1D845A0}"/>
                  </a:ext>
                </a:extLst>
              </p14:cNvPr>
              <p14:cNvContentPartPr/>
              <p14:nvPr/>
            </p14:nvContentPartPr>
            <p14:xfrm>
              <a:off x="6744841" y="5872647"/>
              <a:ext cx="992880" cy="51012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667C2B76-75B1-F04C-75E7-3D18B1D845A0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729361" y="5857167"/>
                <a:ext cx="1023480" cy="54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402086BD-6096-4CDB-2EA2-87D425C8726A}"/>
                  </a:ext>
                </a:extLst>
              </p14:cNvPr>
              <p14:cNvContentPartPr/>
              <p14:nvPr/>
            </p14:nvContentPartPr>
            <p14:xfrm>
              <a:off x="8347921" y="5755287"/>
              <a:ext cx="1420920" cy="40932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402086BD-6096-4CDB-2EA2-87D425C8726A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332441" y="5739793"/>
                <a:ext cx="1451520" cy="43994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38B2D659-3248-BCE9-4065-34DC6A24DFC5}"/>
                  </a:ext>
                </a:extLst>
              </p14:cNvPr>
              <p14:cNvContentPartPr/>
              <p14:nvPr/>
            </p14:nvContentPartPr>
            <p14:xfrm>
              <a:off x="10092308" y="5736960"/>
              <a:ext cx="704160" cy="35748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38B2D659-3248-BCE9-4065-34DC6A24DFC5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0076820" y="5721464"/>
                <a:ext cx="734776" cy="38811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2271E1BA-4083-F678-DC03-0FA895EB8D4C}"/>
                  </a:ext>
                </a:extLst>
              </p14:cNvPr>
              <p14:cNvContentPartPr/>
              <p14:nvPr/>
            </p14:nvContentPartPr>
            <p14:xfrm>
              <a:off x="5872899" y="6312659"/>
              <a:ext cx="458280" cy="32112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2271E1BA-4083-F678-DC03-0FA895EB8D4C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857419" y="6297179"/>
                <a:ext cx="488880" cy="35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AE534830-73CB-DBEE-1C87-3E19222C2B7F}"/>
                  </a:ext>
                </a:extLst>
              </p14:cNvPr>
              <p14:cNvContentPartPr/>
              <p14:nvPr/>
            </p14:nvContentPartPr>
            <p14:xfrm>
              <a:off x="6840219" y="6240659"/>
              <a:ext cx="664200" cy="410400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AE534830-73CB-DBEE-1C87-3E19222C2B7F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6824739" y="6225165"/>
                <a:ext cx="694800" cy="44102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961D3883-4EC8-021E-D10D-EE19FE9085E6}"/>
                  </a:ext>
                </a:extLst>
              </p14:cNvPr>
              <p14:cNvContentPartPr/>
              <p14:nvPr/>
            </p14:nvContentPartPr>
            <p14:xfrm>
              <a:off x="7478859" y="6599579"/>
              <a:ext cx="17280" cy="5760"/>
            </p14:xfrm>
          </p:contentPart>
        </mc:Choice>
        <mc:Fallback xmlns=""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961D3883-4EC8-021E-D10D-EE19FE9085E6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7463695" y="6584099"/>
                <a:ext cx="47256" cy="3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8A95BB12-625F-9E53-32DC-10E25BDA5BFE}"/>
                  </a:ext>
                </a:extLst>
              </p14:cNvPr>
              <p14:cNvContentPartPr/>
              <p14:nvPr/>
            </p14:nvContentPartPr>
            <p14:xfrm>
              <a:off x="11110556" y="6179459"/>
              <a:ext cx="150840" cy="272880"/>
            </p14:xfrm>
          </p:contentPart>
        </mc:Choice>
        <mc:Fallback xmlns=""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8A95BB12-625F-9E53-32DC-10E25BDA5BFE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1095039" y="6163979"/>
                <a:ext cx="181513" cy="30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790DBBC2-EBF9-B569-912D-076C7D74895E}"/>
                  </a:ext>
                </a:extLst>
              </p14:cNvPr>
              <p14:cNvContentPartPr/>
              <p14:nvPr/>
            </p14:nvContentPartPr>
            <p14:xfrm>
              <a:off x="10622036" y="6216899"/>
              <a:ext cx="235800" cy="241560"/>
            </p14:xfrm>
          </p:contentPart>
        </mc:Choice>
        <mc:Fallback xmlns=""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790DBBC2-EBF9-B569-912D-076C7D74895E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0606556" y="6201419"/>
                <a:ext cx="266400" cy="27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47A9ECAF-9168-1B88-2B08-42E0E270EF6A}"/>
                  </a:ext>
                </a:extLst>
              </p14:cNvPr>
              <p14:cNvContentPartPr/>
              <p14:nvPr/>
            </p14:nvContentPartPr>
            <p14:xfrm>
              <a:off x="9855236" y="6291779"/>
              <a:ext cx="552240" cy="208800"/>
            </p14:xfrm>
          </p:contentPart>
        </mc:Choice>
        <mc:Fallback xmlns=""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47A9ECAF-9168-1B88-2B08-42E0E270EF6A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9839746" y="6276299"/>
                <a:ext cx="582860" cy="23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95F8DE09-FD5F-DB3F-F32B-45A23DE89F4B}"/>
                  </a:ext>
                </a:extLst>
              </p14:cNvPr>
              <p14:cNvContentPartPr/>
              <p14:nvPr/>
            </p14:nvContentPartPr>
            <p14:xfrm>
              <a:off x="9432956" y="6394379"/>
              <a:ext cx="236520" cy="137160"/>
            </p14:xfrm>
          </p:contentPart>
        </mc:Choice>
        <mc:Fallback xmlns=""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95F8DE09-FD5F-DB3F-F32B-45A23DE89F4B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9417452" y="6378858"/>
                <a:ext cx="267167" cy="16784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558B6ACA-E654-CEEF-89F6-05102AA8BB2C}"/>
                  </a:ext>
                </a:extLst>
              </p14:cNvPr>
              <p14:cNvContentPartPr/>
              <p14:nvPr/>
            </p14:nvContentPartPr>
            <p14:xfrm>
              <a:off x="8616476" y="6302219"/>
              <a:ext cx="601200" cy="270360"/>
            </p14:xfrm>
          </p:contentPart>
        </mc:Choice>
        <mc:Fallback xmlns=""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558B6ACA-E654-CEEF-89F6-05102AA8BB2C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8600996" y="6286739"/>
                <a:ext cx="631800" cy="30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064BCDC5-EAE7-70AE-2F91-73FD1AF24E9E}"/>
                  </a:ext>
                </a:extLst>
              </p14:cNvPr>
              <p14:cNvContentPartPr/>
              <p14:nvPr/>
            </p14:nvContentPartPr>
            <p14:xfrm>
              <a:off x="7680836" y="6339659"/>
              <a:ext cx="696960" cy="235800"/>
            </p14:xfrm>
          </p:contentPart>
        </mc:Choice>
        <mc:Fallback xmlns=""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064BCDC5-EAE7-70AE-2F91-73FD1AF24E9E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7665356" y="6324179"/>
                <a:ext cx="727560" cy="26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6F24B5CB-3E97-77D4-5226-BF3F294D668F}"/>
                  </a:ext>
                </a:extLst>
              </p14:cNvPr>
              <p14:cNvContentPartPr/>
              <p14:nvPr/>
            </p14:nvContentPartPr>
            <p14:xfrm>
              <a:off x="5947619" y="6569483"/>
              <a:ext cx="668880" cy="275760"/>
            </p14:xfrm>
          </p:contentPart>
        </mc:Choice>
        <mc:Fallback xmlns=""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6F24B5CB-3E97-77D4-5226-BF3F294D668F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5932139" y="6554003"/>
                <a:ext cx="699480" cy="30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F0B40041-D6FC-AA66-15E0-3EA8CD4E3687}"/>
                  </a:ext>
                </a:extLst>
              </p14:cNvPr>
              <p14:cNvContentPartPr/>
              <p14:nvPr/>
            </p14:nvContentPartPr>
            <p14:xfrm>
              <a:off x="7884419" y="6548243"/>
              <a:ext cx="799200" cy="274320"/>
            </p14:xfrm>
          </p:contentPart>
        </mc:Choice>
        <mc:Fallback xmlns=""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F0B40041-D6FC-AA66-15E0-3EA8CD4E3687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7868939" y="6532763"/>
                <a:ext cx="829800" cy="30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B4F323B5-95F5-6A06-9BBE-1A20E5E08C1B}"/>
                  </a:ext>
                </a:extLst>
              </p14:cNvPr>
              <p14:cNvContentPartPr/>
              <p14:nvPr/>
            </p14:nvContentPartPr>
            <p14:xfrm>
              <a:off x="7078739" y="6620963"/>
              <a:ext cx="338040" cy="226080"/>
            </p14:xfrm>
          </p:contentPart>
        </mc:Choice>
        <mc:Fallback xmlns=""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B4F323B5-95F5-6A06-9BBE-1A20E5E08C1B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7063242" y="6605483"/>
                <a:ext cx="368673" cy="256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09091681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C19FF7F-056D-7A89-CB73-BA11FDDFCCA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Takeaways for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</m:acc>
                  </m:oMath>
                </a14:m>
                <a:r>
                  <a:rPr lang="en-US" b="1"/>
                  <a:t> </a:t>
                </a:r>
                <a:r>
                  <a:rPr lang="en-US"/>
                  <a:t>continued</a:t>
                </a:r>
                <a:endParaRPr lang="en-US" b="1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C19FF7F-056D-7A89-CB73-BA11FDDFCCA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0240B17-4BAE-5E18-48FE-15B5CF2AC6C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r>
                  <a:rPr lang="en-US"/>
                  <a:t>We conclude that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</m:acc>
                  </m:oMath>
                </a14:m>
                <a:r>
                  <a:rPr lang="en-US" b="1"/>
                  <a:t> </a:t>
                </a:r>
                <a:r>
                  <a:rPr lang="en-US"/>
                  <a:t>is </a:t>
                </a:r>
                <a:r>
                  <a:rPr lang="en-US" b="1" i="1"/>
                  <a:t>unbiased.</a:t>
                </a:r>
              </a:p>
              <a:p>
                <a:r>
                  <a:rPr lang="en-US"/>
                  <a:t>We have the proportion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Var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[</m:t>
                      </m:r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b="1" i="1"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r>
                  <a:rPr lang="en-US"/>
                  <a:t>What about the distribution of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</m:acc>
                  </m:oMath>
                </a14:m>
                <a:r>
                  <a:rPr lang="en-US"/>
                  <a:t>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0240B17-4BAE-5E18-48FE-15B5CF2AC6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1D813C-AD2C-7CCD-990A-7F191D561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083118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4050A-695F-01D9-457D-31D5A3FBF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20ACD49-DEBD-4EB2-6EA1-370A4ED8CAA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Distribution of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</m:acc>
                  </m:oMath>
                </a14:m>
                <a:r>
                  <a:rPr lang="en-US" b="1"/>
                  <a:t> 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20ACD49-DEBD-4EB2-6EA1-370A4ED8CA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12C6EC8-38D3-44E7-7256-61F4815F87A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Third assumption: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Then, since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</m:acc>
                  </m:oMath>
                </a14:m>
                <a:r>
                  <a:rPr lang="en-US"/>
                  <a:t> is a linear transformation of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𝝐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				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~</m:t>
                    </m:r>
                  </m:oMath>
                </a14:m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12C6EC8-38D3-44E7-7256-61F4815F87A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0EBAA8-D620-6249-4C6E-D558BE042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102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F80A0F3-EA14-C629-F194-835B53B60F3B}"/>
                  </a:ext>
                </a:extLst>
              </p14:cNvPr>
              <p14:cNvContentPartPr/>
              <p14:nvPr/>
            </p14:nvContentPartPr>
            <p14:xfrm>
              <a:off x="4044960" y="2295000"/>
              <a:ext cx="7269840" cy="31723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F80A0F3-EA14-C629-F194-835B53B60F3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028760" y="2278800"/>
                <a:ext cx="7302240" cy="3204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06658398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59755-0FFE-0FA7-11E0-B1454BB06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0D7FCE-A5FC-52D7-476C-E51D17603C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/>
              <a:t> </a:t>
            </a:r>
          </a:p>
          <a:p>
            <a:pPr marL="514350" indent="-514350">
              <a:buFont typeface="+mj-lt"/>
              <a:buAutoNum type="arabicPeriod"/>
            </a:pPr>
            <a:endParaRPr lang="en-US"/>
          </a:p>
          <a:p>
            <a:pPr marL="514350" indent="-514350">
              <a:buFont typeface="+mj-lt"/>
              <a:buAutoNum type="arabicPeriod"/>
            </a:pPr>
            <a:endParaRPr lang="en-US"/>
          </a:p>
          <a:p>
            <a:pPr marL="514350" indent="-514350">
              <a:buFont typeface="+mj-lt"/>
              <a:buAutoNum type="arabicPeriod"/>
            </a:pPr>
            <a:r>
              <a:rPr lang="en-US"/>
              <a:t> </a:t>
            </a:r>
          </a:p>
          <a:p>
            <a:pPr marL="514350" indent="-514350">
              <a:buFont typeface="+mj-lt"/>
              <a:buAutoNum type="arabicPeriod"/>
            </a:pPr>
            <a:endParaRPr lang="en-US"/>
          </a:p>
          <a:p>
            <a:pPr marL="514350" indent="-514350">
              <a:buFont typeface="+mj-lt"/>
              <a:buAutoNum type="arabicPeriod"/>
            </a:pPr>
            <a:endParaRPr lang="en-US"/>
          </a:p>
          <a:p>
            <a:pPr marL="514350" indent="-514350">
              <a:buFont typeface="+mj-lt"/>
              <a:buAutoNum type="arabicPeriod"/>
            </a:pPr>
            <a:r>
              <a:rPr lang="en-US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63DB02-11D6-95B5-BFE0-A3641FF7C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103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D0E7B2D1-F808-03EE-DEC7-C1BC54975CE6}"/>
                  </a:ext>
                </a:extLst>
              </p14:cNvPr>
              <p14:cNvContentPartPr/>
              <p14:nvPr/>
            </p14:nvContentPartPr>
            <p14:xfrm>
              <a:off x="1546200" y="1508400"/>
              <a:ext cx="4025880" cy="38080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D0E7B2D1-F808-03EE-DEC7-C1BC54975CE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30000" y="1492200"/>
                <a:ext cx="4058280" cy="3840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84686902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29588-D836-3561-F44C-94424C739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Residual Vector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F0C676B-8DD1-6B9F-CAE2-A4ADFFBE10C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75973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/>
                  <a:t>Let’s establish similar properties for the </a:t>
                </a:r>
                <a:br>
                  <a:rPr lang="en-US"/>
                </a:br>
                <a:r>
                  <a:rPr lang="en-US"/>
                  <a:t>residual vector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,…,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/>
                  <a:t>.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𝒆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̂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𝝐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acc>
                        <m:accPr>
                          <m:chr m:val="̂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400" b="1" i="1">
                        <a:latin typeface="Cambria Math" panose="02040503050406030204" pitchFamily="18" charset="0"/>
                      </a:rPr>
                      <m:t>𝒆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b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,…,</m:t>
                            </m:r>
                            <m:sSub>
                              <m:sSubPr>
                                <m:ctrlPr>
                                  <a:rPr lang="en-US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b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sz="1400" b="1"/>
                  <a:t> </a:t>
                </a:r>
                <a:r>
                  <a:rPr lang="en-US" sz="1400"/>
                  <a:t>is a compact way of writing </a:t>
                </a:r>
                <a14:m>
                  <m:oMath xmlns:m="http://schemas.openxmlformats.org/officeDocument/2006/math">
                    <m:r>
                      <a:rPr lang="en-US" sz="1400" b="1" i="1" smtClean="0">
                        <a:latin typeface="Cambria Math" panose="02040503050406030204" pitchFamily="18" charset="0"/>
                      </a:rPr>
                      <m:t>𝒆</m:t>
                    </m:r>
                    <m:r>
                      <a:rPr lang="en-US" sz="1400" b="1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1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en-US" sz="140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F0C676B-8DD1-6B9F-CAE2-A4ADFFBE10C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759733"/>
              </a:xfrm>
              <a:blipFill>
                <a:blip r:embed="rId2"/>
                <a:stretch>
                  <a:fillRect l="-1217" t="-20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109C14-1B25-33F0-3F33-3E0D190EE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104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D6873D4-A033-6871-9779-5D26AB374B8F}"/>
                  </a:ext>
                </a:extLst>
              </p14:cNvPr>
              <p14:cNvContentPartPr/>
              <p14:nvPr/>
            </p14:nvContentPartPr>
            <p14:xfrm>
              <a:off x="4731480" y="2693520"/>
              <a:ext cx="3061800" cy="13294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D6873D4-A033-6871-9779-5D26AB374B8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715280" y="2677320"/>
                <a:ext cx="3094200" cy="1361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40145180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91B789-0D67-3FF5-7B0B-27567B769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49590-C569-C9B3-38CB-B483A5642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Residual Vector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0414145-035E-65A7-F8BD-725A058AD97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Using the </a:t>
                </a:r>
                <a:r>
                  <a:rPr lang="en-US" i="1"/>
                  <a:t>truth + error</a:t>
                </a:r>
                <a:r>
                  <a:rPr lang="en-US"/>
                  <a:t> representation: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𝒆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𝑿</m:t>
                      </m:r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𝑿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  <m:sup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𝑻</m:t>
                                      </m:r>
                                    </m:sup>
                                  </m:s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𝝐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0414145-035E-65A7-F8BD-725A058AD9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210FA7-BCBE-6B7C-2802-B8C379612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105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5240F4D-EED5-5A4A-449C-9145E0313466}"/>
                  </a:ext>
                </a:extLst>
              </p14:cNvPr>
              <p14:cNvContentPartPr/>
              <p14:nvPr/>
            </p14:nvContentPartPr>
            <p14:xfrm>
              <a:off x="4833360" y="2055960"/>
              <a:ext cx="2844720" cy="25830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5240F4D-EED5-5A4A-449C-9145E031346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817160" y="2039760"/>
                <a:ext cx="2877120" cy="2615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39577726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320968-480D-6150-F01C-9A3F15BCD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FF397-6D30-EBEC-1C3B-B01D99A8E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Residual Vector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C21330-F82D-66F4-FB75-D4605AE309C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Using the </a:t>
                </a:r>
                <a:r>
                  <a:rPr lang="en-US" i="1"/>
                  <a:t>truth + error</a:t>
                </a:r>
                <a:r>
                  <a:rPr lang="en-US"/>
                  <a:t> representation: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𝒆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𝑿</m:t>
                      </m:r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𝑿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  <m:sup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𝑻</m:t>
                                      </m:r>
                                    </m:sup>
                                  </m:s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𝝐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C21330-F82D-66F4-FB75-D4605AE309C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514160-4CFB-5E58-EFDD-0E95292C0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106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FBBE3694-3BA8-BD13-632D-81EB3C5C2ED1}"/>
                  </a:ext>
                </a:extLst>
              </p14:cNvPr>
              <p14:cNvContentPartPr/>
              <p14:nvPr/>
            </p14:nvContentPartPr>
            <p14:xfrm>
              <a:off x="3947760" y="4609080"/>
              <a:ext cx="4501080" cy="12528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FBBE3694-3BA8-BD13-632D-81EB3C5C2ED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931560" y="4592880"/>
                <a:ext cx="4533480" cy="1285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1600558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6B2195-C968-0D4D-803F-B827E940C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9FAD9-5EAD-48EC-0D1E-FF2A27F8E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Residual Vector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490D81-1534-30D1-B25B-6CAE8107DFC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Using the </a:t>
                </a:r>
                <a:r>
                  <a:rPr lang="en-US" i="1"/>
                  <a:t>truth + error</a:t>
                </a:r>
                <a:r>
                  <a:rPr lang="en-US"/>
                  <a:t> representation: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𝒆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𝑿</m:t>
                      </m:r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𝑿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  <m:sup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𝑻</m:t>
                                      </m:r>
                                    </m:sup>
                                  </m:s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𝝐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490D81-1534-30D1-B25B-6CAE8107DFC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62AA80-55F4-18B1-4B1A-DD9850579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107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3C90ADE-2FE2-6939-820F-DA1965BB61EA}"/>
                  </a:ext>
                </a:extLst>
              </p14:cNvPr>
              <p14:cNvContentPartPr/>
              <p14:nvPr/>
            </p14:nvContentPartPr>
            <p14:xfrm>
              <a:off x="5418720" y="5271840"/>
              <a:ext cx="1856160" cy="576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3C90ADE-2FE2-6939-820F-DA1965BB61E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402520" y="5255640"/>
                <a:ext cx="1888560" cy="608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24938357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9872B2-2389-2097-7AD9-054BBCE910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A0899-B9CF-1F5E-55D1-17452C7F6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Residual Vector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DEE87F6-4A7F-1397-C29F-692518BBA03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Using the </a:t>
                </a:r>
                <a:r>
                  <a:rPr lang="en-US" i="1"/>
                  <a:t>truth + error</a:t>
                </a:r>
                <a:r>
                  <a:rPr lang="en-US"/>
                  <a:t> representation: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𝒆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𝑿</m:t>
                      </m:r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𝑿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  <m:sup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𝑻</m:t>
                                      </m:r>
                                    </m:sup>
                                  </m:s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𝝐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𝑯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DEE87F6-4A7F-1397-C29F-692518BBA0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5147F3-B5BB-1F26-D140-22D65D2F2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124896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ABFACF-B2CF-8D30-68A0-D16FA4930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6D785-C33E-0BC7-E212-466E36A55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Residual Vector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F1225A6-F7BB-1153-1202-CAFF678A6D3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/>
                  <a:t>Using the </a:t>
                </a:r>
                <a:r>
                  <a:rPr lang="en-US" i="1"/>
                  <a:t>truth + error</a:t>
                </a:r>
                <a:r>
                  <a:rPr lang="en-US"/>
                  <a:t> representation: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𝒆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𝑿</m:t>
                      </m:r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𝑿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  <m:sup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𝑻</m:t>
                                      </m:r>
                                    </m:sup>
                                  </m:s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𝝐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𝑰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𝑯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:r>
                  <a:rPr lang="en-US"/>
                  <a:t>* You can’t stop me from multiplying a vector by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𝑰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F1225A6-F7BB-1153-1202-CAFF678A6D3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 b="-53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9F740D-C13B-79F8-5F63-1FDE13810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109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E6FDFE8-989D-7561-5E22-A69901FB95F2}"/>
                  </a:ext>
                </a:extLst>
              </p14:cNvPr>
              <p14:cNvContentPartPr/>
              <p14:nvPr/>
            </p14:nvContentPartPr>
            <p14:xfrm>
              <a:off x="5357160" y="5214240"/>
              <a:ext cx="1634040" cy="3682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E6FDFE8-989D-7561-5E22-A69901FB95F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340960" y="5198040"/>
                <a:ext cx="1666440" cy="400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72787590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BC11D3-F237-5FCF-A8DA-056DE6DFB3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B2C9E-21D6-C0AF-3CB5-E55D02307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Residual Vector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8FDBAAC-5FCD-1A84-E005-92EE4E55733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So we have: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𝒆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𝑰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Another fact: If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𝑯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/>
                  <a:t>is an orthogonal projection (______________  and     </a:t>
                </a:r>
                <a:br>
                  <a:rPr lang="en-US"/>
                </a:br>
                <a:r>
                  <a:rPr lang="en-US"/>
                  <a:t>	_____________), then so is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𝑰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en-US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8FDBAAC-5FCD-1A84-E005-92EE4E55733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 r="-9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3630AF-716B-E6B1-A5FC-25CAC4AA5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110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7DA8336-BF6C-CCC8-A6A5-223A404C753E}"/>
                  </a:ext>
                </a:extLst>
              </p14:cNvPr>
              <p14:cNvContentPartPr/>
              <p14:nvPr/>
            </p14:nvContentPartPr>
            <p14:xfrm>
              <a:off x="1798560" y="3571920"/>
              <a:ext cx="8037000" cy="10555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7DA8336-BF6C-CCC8-A6A5-223A404C753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782360" y="3555720"/>
                <a:ext cx="8069400" cy="1087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24223056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5BF5B-289D-E1FE-2F4B-2F8C1B90A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Quick Tangent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47B9468-AD14-AC8D-EA87-1B12DCE07F5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Let’s show that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𝑰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en-US" b="1"/>
                  <a:t> </a:t>
                </a:r>
                <a:r>
                  <a:rPr lang="en-US"/>
                  <a:t>is an orthogonal projection.</a:t>
                </a:r>
                <a:endParaRPr lang="en-US" b="1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47B9468-AD14-AC8D-EA87-1B12DCE07F5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21A031-1F4F-D50C-4594-FDD173B5F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111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95D0BA9-99FB-B37D-C27D-85BB8937ACAF}"/>
                  </a:ext>
                </a:extLst>
              </p14:cNvPr>
              <p14:cNvContentPartPr/>
              <p14:nvPr/>
            </p14:nvContentPartPr>
            <p14:xfrm>
              <a:off x="168480" y="2480760"/>
              <a:ext cx="8768160" cy="40320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95D0BA9-99FB-B37D-C27D-85BB8937ACA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2280" y="2464560"/>
                <a:ext cx="8800560" cy="4064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82927896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A352C0-CE03-95FA-62C5-1707BDAF4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DEDD5-8C26-000B-6784-87F62BE86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Residual Vector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4B8804-A818-972C-6A2E-38E616D315A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𝒆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𝑰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</m:d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r>
                  <a:rPr lang="en-US"/>
                  <a:t>Therefore:</a:t>
                </a:r>
              </a:p>
              <a:p>
                <a:r>
                  <a:rPr lang="en-US"/>
                  <a:t>First assumption on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𝝐</m:t>
                    </m:r>
                  </m:oMath>
                </a14:m>
                <a:r>
                  <a:rPr lang="en-US"/>
                  <a:t>: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	So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4B8804-A818-972C-6A2E-38E616D315A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ABF986-9B31-D455-856A-29C17660E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112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1BCAC1E-FD69-909E-59DF-E6662C66EDBF}"/>
                  </a:ext>
                </a:extLst>
              </p14:cNvPr>
              <p14:cNvContentPartPr/>
              <p14:nvPr/>
            </p14:nvContentPartPr>
            <p14:xfrm>
              <a:off x="3592800" y="2848680"/>
              <a:ext cx="3274560" cy="24778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1BCAC1E-FD69-909E-59DF-E6662C66EDB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576600" y="2832480"/>
                <a:ext cx="3306960" cy="2510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29815873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085D63-FAE0-DD7E-303E-1C9E1FF62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CED75-28DF-A12B-85BF-AE655D346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Residual Vector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18050B3-7B49-BC5B-D1A0-4D564694D9B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𝒆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𝑰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</m:d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r>
                  <a:rPr lang="en-US"/>
                  <a:t>Therefore:</a:t>
                </a:r>
              </a:p>
              <a:p>
                <a:r>
                  <a:rPr lang="en-US"/>
                  <a:t>Second assumption on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𝝐</m:t>
                    </m:r>
                  </m:oMath>
                </a14:m>
                <a:r>
                  <a:rPr lang="en-US"/>
                  <a:t>: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	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Var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𝑰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𝑯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</m:d>
                  </m:oMath>
                </a14:m>
                <a:endParaRPr lang="en-US"/>
              </a:p>
              <a:p>
                <a:pPr marL="0" indent="0">
                  <a:buNone/>
                </a:pPr>
                <a:r>
                  <a:rPr lang="en-US"/>
                  <a:t>		  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18050B3-7B49-BC5B-D1A0-4D564694D9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08DA5A-0E4B-1DC8-47BD-BAD15D9BA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113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3DE42B6-23E5-19A9-BFD2-F208490AA39B}"/>
                  </a:ext>
                </a:extLst>
              </p14:cNvPr>
              <p14:cNvContentPartPr/>
              <p14:nvPr/>
            </p14:nvContentPartPr>
            <p14:xfrm>
              <a:off x="5238360" y="2768760"/>
              <a:ext cx="6081120" cy="6768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3DE42B6-23E5-19A9-BFD2-F208490AA39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222160" y="2752560"/>
                <a:ext cx="6113520" cy="709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22293208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92E4A8-99B5-720E-FE4D-5B43CF931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DC2F8-7EC1-8ADE-D76F-8CDCC2485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Residual Vector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9FB906-B1A3-5D76-F3D3-53B69B609B9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𝒆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𝑰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</m:d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r>
                  <a:rPr lang="en-US"/>
                  <a:t>Therefore:</a:t>
                </a:r>
              </a:p>
              <a:p>
                <a:r>
                  <a:rPr lang="en-US"/>
                  <a:t>Second assumption on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𝝐</m:t>
                    </m:r>
                  </m:oMath>
                </a14:m>
                <a:r>
                  <a:rPr lang="en-US"/>
                  <a:t>: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	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Var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𝑰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</m:d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𝑰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𝑯</m:t>
                            </m:r>
                          </m:e>
                        </m:d>
                      </m:e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</m:oMath>
                </a14:m>
                <a:endParaRPr lang="en-US"/>
              </a:p>
              <a:p>
                <a:pPr marL="0" indent="0">
                  <a:buNone/>
                </a:pPr>
                <a:r>
                  <a:rPr lang="en-US"/>
                  <a:t>		  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9FB906-B1A3-5D76-F3D3-53B69B609B9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589A17-56AE-9F01-2D60-D14120C62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114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FB7EF9E9-1561-C90E-71B5-9B6D4CD14703}"/>
                  </a:ext>
                </a:extLst>
              </p14:cNvPr>
              <p14:cNvContentPartPr/>
              <p14:nvPr/>
            </p14:nvContentPartPr>
            <p14:xfrm>
              <a:off x="3458160" y="2095560"/>
              <a:ext cx="7449480" cy="36104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FB7EF9E9-1561-C90E-71B5-9B6D4CD1470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441960" y="2079360"/>
                <a:ext cx="7481880" cy="3642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61088137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E1B1C9-E69C-DD31-4080-13BBEE2B0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65853-0EC0-0EEA-2972-DE25C0F43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Residual Vector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A4DB29-95A9-E7EA-235B-A027D9FDBD0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𝒆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𝑰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</m:d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r>
                  <a:rPr lang="en-US"/>
                  <a:t>Therefore:</a:t>
                </a:r>
              </a:p>
              <a:p>
                <a:r>
                  <a:rPr lang="en-US"/>
                  <a:t>Third assumption on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𝝐</m:t>
                    </m:r>
                  </m:oMath>
                </a14:m>
                <a:r>
                  <a:rPr lang="en-US"/>
                  <a:t>: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	So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~</m:t>
                    </m:r>
                  </m:oMath>
                </a14:m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A4DB29-95A9-E7EA-235B-A027D9FDBD0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08C8CE-DD51-CA9A-AF27-AEF9AC355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115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1F57111-090A-E082-DDEE-47449A64B992}"/>
                  </a:ext>
                </a:extLst>
              </p14:cNvPr>
              <p14:cNvContentPartPr/>
              <p14:nvPr/>
            </p14:nvContentPartPr>
            <p14:xfrm>
              <a:off x="2888640" y="2697840"/>
              <a:ext cx="7070760" cy="16664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1F57111-090A-E082-DDEE-47449A64B99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872440" y="2681640"/>
                <a:ext cx="7103160" cy="1698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415163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53E6C1-3802-FBC0-1BE9-C44EA137E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15A36-9238-2519-3FFA-C4EA0FEA3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Residual Vector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7BEEF21-CD80-DE5A-BEDC-FD973E4BBE0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These results suggest that we can </a:t>
                </a:r>
                <a:r>
                  <a:rPr lang="en-US" b="1">
                    <a:solidFill>
                      <a:srgbClr val="00B050"/>
                    </a:solidFill>
                  </a:rPr>
                  <a:t>verify modeling assumptions </a:t>
                </a:r>
                <a:r>
                  <a:rPr lang="en-US"/>
                  <a:t>by </a:t>
                </a:r>
                <a:r>
                  <a:rPr lang="en-US" b="1">
                    <a:solidFill>
                      <a:srgbClr val="0432FF"/>
                    </a:solidFill>
                  </a:rPr>
                  <a:t>looking at properties of the residuals</a:t>
                </a:r>
                <a:r>
                  <a:rPr lang="en-US"/>
                  <a:t>.</a:t>
                </a:r>
              </a:p>
              <a:p>
                <a:pPr marL="0" indent="0">
                  <a:buNone/>
                </a:pPr>
                <a:endParaRPr lang="en-US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/>
                  <a:t>has mean zero for each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/>
                  <a:t> </a:t>
                </a:r>
                <a:r>
                  <a:rPr lang="en-US" i="1"/>
                  <a:t>suggests</a:t>
                </a:r>
                <a:r>
                  <a:rPr lang="en-US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/>
                  <a:t> has mean zero.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/>
                  <a:t>is </a:t>
                </a:r>
                <a:r>
                  <a:rPr lang="en-US" err="1"/>
                  <a:t>homoskedastic</a:t>
                </a:r>
                <a:r>
                  <a:rPr lang="en-US"/>
                  <a:t> </a:t>
                </a:r>
                <a:r>
                  <a:rPr lang="en-US" i="1"/>
                  <a:t>suggests</a:t>
                </a:r>
                <a:r>
                  <a:rPr lang="en-US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/>
                  <a:t> has constant variance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/>
                  <a:t>.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is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approx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/>
                  <a:t> normally distributed </a:t>
                </a:r>
                <a:r>
                  <a:rPr lang="en-US" i="1"/>
                  <a:t>suggests</a:t>
                </a:r>
                <a:r>
                  <a:rPr lang="en-US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(0,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7BEEF21-CD80-DE5A-BEDC-FD973E4BBE0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796E99-A171-6FC8-B53F-F9971226E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138717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23EAB-636E-D7A3-75F9-7B6E93355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Takeaways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656A8E9-373A-F995-3D84-51B29EE2164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en-US"/>
                  <a:t>We can look at the behavior of the coefficients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acc>
                  </m:oMath>
                </a14:m>
                <a:r>
                  <a:rPr lang="en-US"/>
                  <a:t>.</a:t>
                </a:r>
              </a:p>
              <a:p>
                <a:pPr lvl="1"/>
                <a:r>
                  <a:rPr lang="en-US"/>
                  <a:t>They are unbiased estimators of the true (unknown)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/>
                  <a:t>.</a:t>
                </a:r>
              </a:p>
              <a:p>
                <a:pPr lvl="1"/>
                <a:r>
                  <a:rPr lang="en-US"/>
                  <a:t>We can use the residuals to estimate the variance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/>
              </a:p>
              <a:p>
                <a:pPr lvl="2"/>
                <a:r>
                  <a:rPr lang="en-US" sz="2400"/>
                  <a:t>This means: We can meaningfully estimate how far off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sz="2400"/>
                  <a:t> we are.</a:t>
                </a:r>
              </a:p>
              <a:p>
                <a:endParaRPr lang="en-US"/>
              </a:p>
              <a:p>
                <a:pPr marL="514350" indent="-514350">
                  <a:buFont typeface="+mj-lt"/>
                  <a:buAutoNum type="arabicPeriod" startAt="2"/>
                </a:pPr>
                <a:r>
                  <a:rPr lang="en-US"/>
                  <a:t>We can look at the </a:t>
                </a:r>
                <a:r>
                  <a:rPr lang="en-US" i="1"/>
                  <a:t>residuals</a:t>
                </a:r>
                <a:r>
                  <a:rPr lang="en-US"/>
                  <a:t> and it will tell us whether we truly meet the assumptions we’ve made.</a:t>
                </a:r>
              </a:p>
              <a:p>
                <a:pPr lvl="1"/>
                <a:r>
                  <a:rPr lang="en-US"/>
                  <a:t>These are called </a:t>
                </a:r>
                <a:r>
                  <a:rPr lang="en-US" i="1"/>
                  <a:t>diagnostics</a:t>
                </a:r>
                <a:r>
                  <a:rPr lang="en-US"/>
                  <a:t>. We are doing a “health check” of the assumptions by looking at the residuals.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656A8E9-373A-F995-3D84-51B29EE2164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E8992B-CD37-01E7-FD9F-26B0E153E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870103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graph with dots and numbers&#10;&#10;AI-generated content may be incorrect.">
            <a:extLst>
              <a:ext uri="{FF2B5EF4-FFF2-40B4-BE49-F238E27FC236}">
                <a16:creationId xmlns:a16="http://schemas.microsoft.com/office/drawing/2014/main" id="{FBC54390-0C79-DF03-A756-876CC2701C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1191078"/>
            <a:ext cx="7772400" cy="505322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518A95B-6607-9062-AFDE-BB5038192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D94345-ECD1-D037-4460-21B685E1E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9455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132DC9-158B-553E-670F-18D3884A8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with blue dots&#10;&#10;AI-generated content may be incorrect.">
            <a:extLst>
              <a:ext uri="{FF2B5EF4-FFF2-40B4-BE49-F238E27FC236}">
                <a16:creationId xmlns:a16="http://schemas.microsoft.com/office/drawing/2014/main" id="{3AE7A2F5-3B03-2746-511E-2AF85D7EF0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1649" y="1262743"/>
            <a:ext cx="8787493" cy="51099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73DDCFA-AB8F-C373-87C3-265BC6C40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378C22-6479-942B-667B-1A510B5C4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230175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CD6FD-12A0-495E-32A6-7E7E8A653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Moon Motion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2EF74D-A253-0AED-25E7-504968EBD2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638364" cy="4351338"/>
          </a:xfrm>
        </p:spPr>
        <p:txBody>
          <a:bodyPr/>
          <a:lstStyle/>
          <a:p>
            <a:r>
              <a:rPr lang="en-US"/>
              <a:t>The Moon is tidally locked… but not perfectly.</a:t>
            </a:r>
          </a:p>
          <a:p>
            <a:r>
              <a:rPr lang="en-US"/>
              <a:t>The Moon “wobbles” in three ways:</a:t>
            </a:r>
          </a:p>
          <a:p>
            <a:pPr lvl="1"/>
            <a:r>
              <a:rPr lang="en-US"/>
              <a:t>Longitude</a:t>
            </a:r>
          </a:p>
          <a:p>
            <a:pPr lvl="1"/>
            <a:r>
              <a:rPr lang="en-US"/>
              <a:t>Latitude</a:t>
            </a:r>
          </a:p>
          <a:p>
            <a:pPr lvl="1"/>
            <a:r>
              <a:rPr lang="en-US"/>
              <a:t>Diurnal </a:t>
            </a:r>
          </a:p>
          <a:p>
            <a:r>
              <a:rPr lang="en-US"/>
              <a:t>So we can actually see approximately 59% of the near side of the moon (vice 50% with a </a:t>
            </a:r>
            <a:r>
              <a:rPr lang="en-US" i="1"/>
              <a:t>perfect</a:t>
            </a:r>
            <a:r>
              <a:rPr lang="en-US"/>
              <a:t> tidal lock.)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62D8A7-4A1D-FA3B-1C0E-2447CA61C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120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0D5256-E13D-E23B-2BCE-0ABE5D5D63CE}"/>
              </a:ext>
            </a:extLst>
          </p:cNvPr>
          <p:cNvSpPr txBox="1"/>
          <p:nvPr/>
        </p:nvSpPr>
        <p:spPr>
          <a:xfrm>
            <a:off x="0" y="6492875"/>
            <a:ext cx="109464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By Gregory H. Revera, CC BY-SA 3.0, </a:t>
            </a:r>
            <a:r>
              <a:rPr lang="en-US" sz="1200">
                <a:hlinkClick r:id="rId2"/>
              </a:rPr>
              <a:t>https://commons.wikimedia.org/w/index.php?curid=11901243</a:t>
            </a:r>
            <a:r>
              <a:rPr lang="en-US" sz="1200"/>
              <a:t> </a:t>
            </a:r>
          </a:p>
        </p:txBody>
      </p:sp>
      <p:pic>
        <p:nvPicPr>
          <p:cNvPr id="6" name="Picture 4" descr="Full Moon in the darkness of the night sky. It is patterned with a mix of light-tone regions and darker, irregular blotches, and scattered with varied circles surrounded by out-thrown rays of bright ejecta: impact craters.">
            <a:extLst>
              <a:ext uri="{FF2B5EF4-FFF2-40B4-BE49-F238E27FC236}">
                <a16:creationId xmlns:a16="http://schemas.microsoft.com/office/drawing/2014/main" id="{4CFEAA00-7D50-5B9C-3DF9-A8D3CD8F4D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6564" y="681037"/>
            <a:ext cx="4118170" cy="3912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6131071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80261-4A93-49CC-2AF7-8CD02AA73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Moon Motion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FF70D5-55D0-94C2-34FE-782147418F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Tobias Mayer (1723-1762) collected data to describe this wobbling motion of the moon, </a:t>
            </a:r>
            <a:r>
              <a:rPr lang="en-US" i="1" err="1"/>
              <a:t>libration</a:t>
            </a:r>
            <a:r>
              <a:rPr lang="en-US"/>
              <a:t>, as a linear function of two variables.</a:t>
            </a:r>
          </a:p>
          <a:p>
            <a:r>
              <a:rPr lang="en-US"/>
              <a:t>He collected 27 measurements total, placed into 3 groups of 9 measurements each.</a:t>
            </a:r>
          </a:p>
          <a:p>
            <a:r>
              <a:rPr lang="en-US"/>
              <a:t>His objective was to solve for the coefficients in the linear function.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6070A7-B081-0653-6AAA-562BEA11A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595165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9B576-D1E7-C64F-2D4A-2C699CF61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Mayer’s Equation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345E786-CA94-57DF-F869-B11CB0CAB23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47446"/>
                <a:ext cx="5984631" cy="462951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/>
                  <a:t>Given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≔</m:t>
                    </m:r>
                  </m:oMath>
                </a14:m>
                <a:r>
                  <a:rPr lang="en-US"/>
                  <a:t> arc (</a:t>
                </a:r>
                <a:r>
                  <a:rPr lang="en-US" err="1"/>
                  <a:t>libration</a:t>
                </a:r>
                <a:r>
                  <a:rPr lang="en-US"/>
                  <a:t>)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≔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sin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en-US"/>
                  <a:t>of a key angle relative </a:t>
                </a:r>
                <a:br>
                  <a:rPr lang="en-US"/>
                </a:br>
                <a:r>
                  <a:rPr lang="en-US"/>
                  <a:t>to the </a:t>
                </a:r>
                <a:r>
                  <a:rPr lang="en-US" err="1"/>
                  <a:t>Manilius</a:t>
                </a:r>
                <a:r>
                  <a:rPr lang="en-US"/>
                  <a:t> crater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≔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func>
                  </m:oMath>
                </a14:m>
                <a:r>
                  <a:rPr lang="en-US"/>
                  <a:t>of of a key angle relative</a:t>
                </a:r>
                <a:br>
                  <a:rPr lang="en-US"/>
                </a:br>
                <a:r>
                  <a:rPr lang="en-US"/>
                  <a:t>to the </a:t>
                </a:r>
                <a:r>
                  <a:rPr lang="en-US" err="1"/>
                  <a:t>Manilius</a:t>
                </a:r>
                <a:r>
                  <a:rPr lang="en-US"/>
                  <a:t> crater</a:t>
                </a:r>
                <a:br>
                  <a:rPr lang="en-US"/>
                </a:b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𝛼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𝛾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Objective: Solve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/>
                  <a:t>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345E786-CA94-57DF-F869-B11CB0CAB2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47446"/>
                <a:ext cx="5984631" cy="4629517"/>
              </a:xfrm>
              <a:blipFill>
                <a:blip r:embed="rId2"/>
                <a:stretch>
                  <a:fillRect l="-2141" t="-2240" b="-25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1EDADD-4C62-066C-535C-238661570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122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E372C4-D881-3A6D-B438-F685B998510F}"/>
              </a:ext>
            </a:extLst>
          </p:cNvPr>
          <p:cNvSpPr txBox="1"/>
          <p:nvPr/>
        </p:nvSpPr>
        <p:spPr>
          <a:xfrm>
            <a:off x="0" y="6492875"/>
            <a:ext cx="109464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By Gregory H. Revera, CC BY-SA 3.0, </a:t>
            </a:r>
            <a:r>
              <a:rPr lang="en-US" sz="1200">
                <a:hlinkClick r:id="rId3"/>
              </a:rPr>
              <a:t>https://commons.wikimedia.org/w/index.php?curid=11901243</a:t>
            </a:r>
            <a:r>
              <a:rPr lang="en-US" sz="1200"/>
              <a:t> </a:t>
            </a:r>
          </a:p>
        </p:txBody>
      </p:sp>
      <p:pic>
        <p:nvPicPr>
          <p:cNvPr id="5124" name="Picture 4" descr="Full Moon in the darkness of the night sky. It is patterned with a mix of light-tone regions and darker, irregular blotches, and scattered with varied circles surrounded by out-thrown rays of bright ejecta: impact craters.">
            <a:extLst>
              <a:ext uri="{FF2B5EF4-FFF2-40B4-BE49-F238E27FC236}">
                <a16:creationId xmlns:a16="http://schemas.microsoft.com/office/drawing/2014/main" id="{4694E480-56CC-30B5-8C33-1440415F75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9852" y="545122"/>
            <a:ext cx="5265705" cy="50028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9171EEC-E3B2-4C85-153B-57B79CC3217B}"/>
              </a:ext>
            </a:extLst>
          </p:cNvPr>
          <p:cNvCxnSpPr>
            <a:cxnSpLocks/>
            <a:stCxn id="2" idx="2"/>
          </p:cNvCxnSpPr>
          <p:nvPr/>
        </p:nvCxnSpPr>
        <p:spPr>
          <a:xfrm>
            <a:off x="6096000" y="1690688"/>
            <a:ext cx="3786554" cy="80840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7076631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F02CF-21E4-E4E9-D849-637995A94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Bivariate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99F4294-F716-3FB0-192C-3503FAA5C46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5773615" cy="4351338"/>
              </a:xfrm>
            </p:spPr>
            <p:txBody>
              <a:bodyPr/>
              <a:lstStyle/>
              <a:p>
                <a:r>
                  <a:rPr lang="en-US"/>
                  <a:t>With two predictors and a single response, we project the arc data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𝒀</m:t>
                    </m:r>
                  </m:oMath>
                </a14:m>
                <a:r>
                  <a:rPr lang="en-US" b="1"/>
                  <a:t> </a:t>
                </a:r>
                <a:r>
                  <a:rPr lang="en-US"/>
                  <a:t>onto a 2-dimensional plane.</a:t>
                </a:r>
              </a:p>
              <a:p>
                <a:r>
                  <a:rPr lang="en-US"/>
                  <a:t>As we expect from an overdetermined set of data, not all 27 points lie on the plane.</a:t>
                </a:r>
              </a:p>
              <a:p>
                <a:r>
                  <a:rPr lang="en-US"/>
                  <a:t>Each data point has an associated distance (in the direction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/>
                  <a:t>) from the regression plane.</a:t>
                </a:r>
              </a:p>
              <a:p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99F4294-F716-3FB0-192C-3503FAA5C4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5773615" cy="4351338"/>
              </a:xfrm>
              <a:blipFill>
                <a:blip r:embed="rId2"/>
                <a:stretch>
                  <a:fillRect l="-1901" t="-2241" r="-1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2368EA-751E-68C0-FFF2-3154CEFBF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123</a:t>
            </a:fld>
            <a:endParaRPr lang="en-US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6965D2DC-EE8B-F501-EF2A-46691A6D886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09" t="14115" r="11809" b="11305"/>
          <a:stretch>
            <a:fillRect/>
          </a:stretch>
        </p:blipFill>
        <p:spPr bwMode="auto">
          <a:xfrm>
            <a:off x="6522427" y="1013191"/>
            <a:ext cx="5669573" cy="55257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94189088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3A1371-DF75-5047-B356-B1E0F4D29E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0C615-BF13-73CF-F0B9-931DDFBA0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Gives?!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499096C-8C7A-824B-5F8A-35F641A42B2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5105400" cy="4351338"/>
              </a:xfrm>
            </p:spPr>
            <p:txBody>
              <a:bodyPr>
                <a:normAutofit/>
              </a:bodyPr>
              <a:lstStyle/>
              <a:p>
                <a:r>
                  <a:rPr lang="en-US"/>
                  <a:t>This does not look “linear.”</a:t>
                </a:r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</m:e>
                    </m:func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/>
                  <a:t>and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</m:func>
                  </m:oMath>
                </a14:m>
                <a:r>
                  <a:rPr lang="en-US"/>
                  <a:t> aren’t linear functions</a:t>
                </a:r>
              </a:p>
              <a:p>
                <a:r>
                  <a:rPr lang="en-US"/>
                  <a:t>So how do we define linear?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499096C-8C7A-824B-5F8A-35F641A42B2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5105400" cy="4351338"/>
              </a:xfrm>
              <a:blipFill>
                <a:blip r:embed="rId2"/>
                <a:stretch>
                  <a:fillRect l="-2151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ED2E19-5FC8-D594-49B0-743CF51C4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124</a:t>
            </a:fld>
            <a:endParaRPr lang="en-US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08097FEA-EDF5-A156-13D6-5BA738ACD11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09" t="14115" r="11809" b="11305"/>
          <a:stretch>
            <a:fillRect/>
          </a:stretch>
        </p:blipFill>
        <p:spPr bwMode="auto">
          <a:xfrm>
            <a:off x="6522427" y="1013191"/>
            <a:ext cx="5669573" cy="55257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10515987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8A58B-A46B-C1D1-76D9-787E842AD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From Linear Algebra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F3C40CC-E55A-4CAB-4EC9-34FAFFAD980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/>
                  <a:t>We can define a </a:t>
                </a:r>
                <a:r>
                  <a:rPr lang="en-US" i="1"/>
                  <a:t>basis</a:t>
                </a:r>
                <a:r>
                  <a:rPr lang="en-US"/>
                  <a:t> any way we want to</a:t>
                </a:r>
                <a:r>
                  <a:rPr lang="en-US" baseline="30000"/>
                  <a:t>*</a:t>
                </a:r>
                <a:r>
                  <a:rPr lang="en-US"/>
                  <a:t>, as long as:</a:t>
                </a:r>
              </a:p>
              <a:p>
                <a:pPr lvl="1"/>
                <a:r>
                  <a:rPr lang="en-US"/>
                  <a:t>Scalar multiplication behaves properly</a:t>
                </a:r>
              </a:p>
              <a:p>
                <a:pPr lvl="1"/>
                <a:r>
                  <a:rPr lang="en-US"/>
                  <a:t>Addition behaves properly</a:t>
                </a:r>
              </a:p>
              <a:p>
                <a:r>
                  <a:rPr lang="en-US" b="0"/>
                  <a:t>Recall the </a:t>
                </a:r>
                <a:r>
                  <a:rPr lang="en-US" i="1"/>
                  <a:t>basis</a:t>
                </a:r>
                <a:r>
                  <a:rPr lang="en-US" b="1" i="1"/>
                  <a:t> </a:t>
                </a:r>
                <a:r>
                  <a:rPr lang="en-US"/>
                  <a:t>is just a set of directions that can uniquely describe every vector in the space. </a:t>
                </a:r>
              </a:p>
              <a:p>
                <a:pPr lvl="1"/>
                <a:r>
                  <a:rPr lang="en-US"/>
                  <a:t>Ex: </a:t>
                </a:r>
              </a:p>
              <a:p>
                <a:pPr lvl="2"/>
                <a:r>
                  <a:rPr lang="en-US"/>
                  <a:t>The standard basis.</a:t>
                </a:r>
              </a:p>
              <a:p>
                <a:pPr lvl="2"/>
                <a:r>
                  <a:rPr lang="en-US" b="0"/>
                  <a:t>The polynomial bas</a:t>
                </a:r>
                <a:r>
                  <a:rPr lang="en-US"/>
                  <a:t>is. </a:t>
                </a:r>
              </a:p>
              <a:p>
                <a:r>
                  <a:rPr lang="en-US"/>
                  <a:t>Therefore, a </a:t>
                </a:r>
                <a:r>
                  <a:rPr lang="en-US" b="1"/>
                  <a:t>linear model</a:t>
                </a:r>
                <a:r>
                  <a:rPr lang="en-US"/>
                  <a:t> is one that incorporates a linear relationship among the </a:t>
                </a:r>
                <a:r>
                  <a:rPr lang="en-US" b="1" i="1"/>
                  <a:t>parameters</a:t>
                </a:r>
                <a:r>
                  <a:rPr lang="en-US" i="1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i="1"/>
                  <a:t>, </a:t>
                </a:r>
                <a:r>
                  <a:rPr lang="en-US"/>
                  <a:t>not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b="0"/>
              </a:p>
              <a:p>
                <a:pPr marL="457200" lvl="1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F3C40CC-E55A-4CAB-4EC9-34FAFFAD980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A88E5C-5F10-31D7-AFB0-2793604C2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125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1A5914-B49C-E774-35DF-E32ECF719BE5}"/>
              </a:ext>
            </a:extLst>
          </p:cNvPr>
          <p:cNvSpPr txBox="1"/>
          <p:nvPr/>
        </p:nvSpPr>
        <p:spPr>
          <a:xfrm>
            <a:off x="0" y="6492875"/>
            <a:ext cx="109464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aseline="30000"/>
              <a:t>*</a:t>
            </a:r>
            <a:r>
              <a:rPr lang="en-US" sz="1200"/>
              <a:t>I call this a cousin of “You can’t stop me…”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80297CB9-D318-EFA1-AFDA-C8D75B39D719}"/>
                  </a:ext>
                </a:extLst>
              </p14:cNvPr>
              <p14:cNvContentPartPr/>
              <p14:nvPr/>
            </p14:nvContentPartPr>
            <p14:xfrm>
              <a:off x="4892400" y="4594680"/>
              <a:ext cx="1381320" cy="4284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80297CB9-D318-EFA1-AFDA-C8D75B39D71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876200" y="4578480"/>
                <a:ext cx="1413720" cy="460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71598881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A1003-8C94-53A1-6810-57B6ABEC6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Which of These Models is Linear?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33C3C79-5DF8-D94A-AE33-ACDF975898C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5026269" cy="4351338"/>
              </a:xfrm>
            </p:spPr>
            <p:txBody>
              <a:bodyPr>
                <a:normAutofit fontScale="92500" lnSpcReduction="20000"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/>
              </a:p>
              <a:p>
                <a:endParaRPr lang="en-US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US"/>
              </a:p>
              <a:p>
                <a:endParaRPr lang="en-US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p>
                    </m:sSup>
                  </m:oMath>
                </a14:m>
                <a:endParaRPr lang="en-US" b="0"/>
              </a:p>
              <a:p>
                <a:endParaRPr lang="en-US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n-US" i="1">
                  <a:latin typeface="Cambria Math" panose="02040503050406030204" pitchFamily="18" charset="0"/>
                </a:endParaRPr>
              </a:p>
              <a:p>
                <a:endParaRPr lang="en-US" i="1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endParaRPr lang="en-US" b="0"/>
              </a:p>
              <a:p>
                <a:endParaRPr lang="en-US"/>
              </a:p>
              <a:p>
                <a:endParaRPr lang="en-US"/>
              </a:p>
              <a:p>
                <a:endParaRPr lang="en-US" b="0"/>
              </a:p>
              <a:p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33C3C79-5DF8-D94A-AE33-ACDF975898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5026269" cy="4351338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578679-9098-D4AB-4DA6-FA5474F2D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126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2F936841-BD6C-FD70-6DD6-11734361020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864469" y="1825625"/>
                <a:ext cx="5026269" cy="435133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den>
                    </m:f>
                  </m:oMath>
                </a14:m>
                <a:endParaRPr lang="en-US" b="0" i="1">
                  <a:latin typeface="Cambria Math" panose="02040503050406030204" pitchFamily="18" charset="0"/>
                </a:endParaRPr>
              </a:p>
              <a:p>
                <a:endParaRPr lang="en-US" b="0" i="1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</m:oMath>
                </a14:m>
                <a:endParaRPr lang="en-US" b="0"/>
              </a:p>
              <a:p>
                <a:endParaRPr lang="en-US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/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2F936841-BD6C-FD70-6DD6-1173436102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4469" y="1825625"/>
                <a:ext cx="5026269" cy="435133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A078EE0F-CDF3-235F-7E5F-EA76259FB4C7}"/>
                  </a:ext>
                </a:extLst>
              </p14:cNvPr>
              <p14:cNvContentPartPr/>
              <p14:nvPr/>
            </p14:nvContentPartPr>
            <p14:xfrm>
              <a:off x="1914480" y="1874520"/>
              <a:ext cx="9187920" cy="39560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A078EE0F-CDF3-235F-7E5F-EA76259FB4C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898280" y="1858320"/>
                <a:ext cx="9220320" cy="3988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17894708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FB4D8-BB60-1454-80A9-9B2FAE706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How can we tell “at a glance”?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2C7881C-1A22-8FAE-9FFF-212CF439490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Look at the design matrix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US" b="1"/>
                  <a:t> </a:t>
                </a:r>
                <a:r>
                  <a:rPr lang="en-US"/>
                  <a:t>and parameters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</m:acc>
                  </m:oMath>
                </a14:m>
                <a:r>
                  <a:rPr lang="en-US" b="1"/>
                  <a:t>.</a:t>
                </a:r>
              </a:p>
              <a:p>
                <a:endParaRPr lang="en-US" b="1"/>
              </a:p>
              <a:p>
                <a:r>
                  <a:rPr lang="en-US"/>
                  <a:t>Ex: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US" b="1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2C7881C-1A22-8FAE-9FFF-212CF439490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975530-9A95-F62F-9CDB-D444237F2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127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DFFC8311-D385-8F37-9460-51D818827057}"/>
                  </a:ext>
                </a:extLst>
              </p14:cNvPr>
              <p14:cNvContentPartPr/>
              <p14:nvPr/>
            </p14:nvContentPartPr>
            <p14:xfrm>
              <a:off x="1276560" y="4031640"/>
              <a:ext cx="6769080" cy="21178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DFFC8311-D385-8F37-9460-51D81882705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60360" y="4015440"/>
                <a:ext cx="6801480" cy="2150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36663886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E1032-1EF8-E66F-8D18-4E3B4C358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Design Matrix View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30A6808-411D-F6A4-76AD-595C80CC93B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If the model can be written as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r>
                  <a:rPr lang="en-US"/>
                  <a:t>   it is </a:t>
                </a:r>
                <a:r>
                  <a:rPr lang="en-US" i="1"/>
                  <a:t>linear.</a:t>
                </a:r>
              </a:p>
              <a:p>
                <a:pPr marL="0" indent="0">
                  <a:buNone/>
                </a:pPr>
                <a:endParaRPr lang="en-US" i="1"/>
              </a:p>
              <a:p>
                <a:r>
                  <a:rPr lang="en-US"/>
                  <a:t>Example: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      </m:t>
                      </m:r>
                      <m:acc>
                        <m:accPr>
                          <m:chr m:val="̂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b="0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b="0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b="0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                       </m:t>
                      </m:r>
                    </m:oMath>
                  </m:oMathPara>
                </a14:m>
                <a:endParaRPr lang="en-US" b="1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30A6808-411D-F6A4-76AD-595C80CC93B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8DBFFE-35DA-68A6-9073-34D8275CC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651029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00F046-0C84-E527-E495-34058DF16D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32C6B-FADB-4D7C-7646-561A841A6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Mayer’s Equation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926C61F-30B4-5E85-C14F-3CA4AB54D35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47446"/>
                <a:ext cx="5984631" cy="462951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/>
                  <a:t>Given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≔</m:t>
                    </m:r>
                  </m:oMath>
                </a14:m>
                <a:r>
                  <a:rPr lang="en-US"/>
                  <a:t> arc (</a:t>
                </a:r>
                <a:r>
                  <a:rPr lang="en-US" err="1"/>
                  <a:t>libration</a:t>
                </a:r>
                <a:r>
                  <a:rPr lang="en-US"/>
                  <a:t>)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≔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sin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en-US"/>
                  <a:t>of a key angle relative </a:t>
                </a:r>
                <a:br>
                  <a:rPr lang="en-US"/>
                </a:br>
                <a:r>
                  <a:rPr lang="en-US"/>
                  <a:t>to the </a:t>
                </a:r>
                <a:r>
                  <a:rPr lang="en-US" err="1"/>
                  <a:t>Manilius</a:t>
                </a:r>
                <a:r>
                  <a:rPr lang="en-US"/>
                  <a:t> crater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≔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func>
                  </m:oMath>
                </a14:m>
                <a:r>
                  <a:rPr lang="en-US"/>
                  <a:t>of of a key angle relative</a:t>
                </a:r>
                <a:br>
                  <a:rPr lang="en-US"/>
                </a:br>
                <a:r>
                  <a:rPr lang="en-US"/>
                  <a:t>to the </a:t>
                </a:r>
                <a:r>
                  <a:rPr lang="en-US" err="1"/>
                  <a:t>Manilius</a:t>
                </a:r>
                <a:r>
                  <a:rPr lang="en-US"/>
                  <a:t> crater</a:t>
                </a:r>
                <a:br>
                  <a:rPr lang="en-US"/>
                </a:b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𝛼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𝛾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Objective: Solve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/>
                  <a:t>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926C61F-30B4-5E85-C14F-3CA4AB54D35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47446"/>
                <a:ext cx="5984631" cy="4629517"/>
              </a:xfrm>
              <a:blipFill>
                <a:blip r:embed="rId2"/>
                <a:stretch>
                  <a:fillRect l="-2141" t="-2240" b="-25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A065F8-216C-34E2-82AD-18FFFCFFE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129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E528C2-B910-5D20-7685-9F373B6F2196}"/>
              </a:ext>
            </a:extLst>
          </p:cNvPr>
          <p:cNvSpPr txBox="1"/>
          <p:nvPr/>
        </p:nvSpPr>
        <p:spPr>
          <a:xfrm>
            <a:off x="0" y="6492875"/>
            <a:ext cx="109464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By Gregory H. Revera, CC BY-SA 3.0, </a:t>
            </a:r>
            <a:r>
              <a:rPr lang="en-US" sz="1200">
                <a:hlinkClick r:id="rId3"/>
              </a:rPr>
              <a:t>https://commons.wikimedia.org/w/index.php?curid=11901243</a:t>
            </a:r>
            <a:r>
              <a:rPr lang="en-US" sz="1200"/>
              <a:t> </a:t>
            </a:r>
          </a:p>
        </p:txBody>
      </p:sp>
      <p:pic>
        <p:nvPicPr>
          <p:cNvPr id="5124" name="Picture 4" descr="Full Moon in the darkness of the night sky. It is patterned with a mix of light-tone regions and darker, irregular blotches, and scattered with varied circles surrounded by out-thrown rays of bright ejecta: impact craters.">
            <a:extLst>
              <a:ext uri="{FF2B5EF4-FFF2-40B4-BE49-F238E27FC236}">
                <a16:creationId xmlns:a16="http://schemas.microsoft.com/office/drawing/2014/main" id="{A1613075-D6F2-961B-3B0A-5A5B6B0E00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9852" y="545122"/>
            <a:ext cx="5265705" cy="50028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1E78D40-DA66-91C0-ADC2-D35D44F9FED4}"/>
              </a:ext>
            </a:extLst>
          </p:cNvPr>
          <p:cNvCxnSpPr>
            <a:cxnSpLocks/>
            <a:stCxn id="2" idx="2"/>
          </p:cNvCxnSpPr>
          <p:nvPr/>
        </p:nvCxnSpPr>
        <p:spPr>
          <a:xfrm>
            <a:off x="6096000" y="1690688"/>
            <a:ext cx="3786554" cy="80840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57583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6C9492-43EA-3AB2-9CC4-DDA2F8C69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92867-35D9-7598-5F35-7BC3FBBF7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Transformations	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2996795-88EE-A8A8-3812-8087354F7AC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/>
                  <a:t>This gives us a </a:t>
                </a:r>
                <a:r>
                  <a:rPr lang="en-US" b="1"/>
                  <a:t>powerful</a:t>
                </a:r>
                <a:r>
                  <a:rPr lang="en-US"/>
                  <a:t> tool for fitting our data to more realistic models.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𝛼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𝛾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≔</m:t>
                    </m:r>
                  </m:oMath>
                </a14:m>
                <a:r>
                  <a:rPr lang="en-US" dirty="0"/>
                  <a:t> arc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≔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sin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≔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func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2996795-88EE-A8A8-3812-8087354F7AC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705517-5939-D212-4B7F-86E061F55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927200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AD26D-4297-1EF5-9301-74BA36E01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Better Fitting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F2BD47-4BDD-2569-280F-1A35E6C194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This opens up many more possibilities of modeling the relationship of our data with a linear model.</a:t>
            </a:r>
          </a:p>
          <a:p>
            <a:endParaRPr lang="en-US"/>
          </a:p>
          <a:p>
            <a:r>
              <a:rPr lang="en-US"/>
              <a:t>We can examine the </a:t>
            </a:r>
            <a:r>
              <a:rPr lang="en-US" i="1"/>
              <a:t>residual</a:t>
            </a:r>
            <a:r>
              <a:rPr lang="en-US"/>
              <a:t> behavior from our </a:t>
            </a:r>
            <a:r>
              <a:rPr lang="en-US" err="1"/>
              <a:t>Truth+Error</a:t>
            </a:r>
            <a:r>
              <a:rPr lang="en-US"/>
              <a:t> discussion to help us decide what a “better” model is.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4EF903-DC0F-7FB2-2FD6-D6601E530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669514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53E6C1-3802-FBC0-1BE9-C44EA137E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15A36-9238-2519-3FFA-C4EA0FEA3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Residual Vector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7BEEF21-CD80-DE5A-BEDC-FD973E4BBE0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We can </a:t>
                </a:r>
                <a:r>
                  <a:rPr lang="en-US" b="1" dirty="0">
                    <a:solidFill>
                      <a:srgbClr val="00B050"/>
                    </a:solidFill>
                  </a:rPr>
                  <a:t>verify modeling assumptions </a:t>
                </a:r>
                <a:r>
                  <a:rPr lang="en-US" dirty="0"/>
                  <a:t>by </a:t>
                </a:r>
                <a:r>
                  <a:rPr lang="en-US" b="1" dirty="0">
                    <a:solidFill>
                      <a:srgbClr val="0432FF"/>
                    </a:solidFill>
                  </a:rPr>
                  <a:t>looking at properties of the residuals</a:t>
                </a:r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has mean zero for each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</a:t>
                </a:r>
                <a:r>
                  <a:rPr lang="en-US" i="1" dirty="0"/>
                  <a:t>suggests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/>
                  <a:t> has mean zero.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is </a:t>
                </a:r>
                <a:r>
                  <a:rPr lang="en-US" dirty="0" err="1"/>
                  <a:t>homoskedastic</a:t>
                </a:r>
                <a:r>
                  <a:rPr lang="en-US" dirty="0"/>
                  <a:t> </a:t>
                </a:r>
                <a:r>
                  <a:rPr lang="en-US" i="1" dirty="0"/>
                  <a:t>suggests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/>
                  <a:t> has constant variance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.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is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approx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dirty="0"/>
                  <a:t> normally distributed </a:t>
                </a:r>
                <a:r>
                  <a:rPr lang="en-US" i="1" dirty="0"/>
                  <a:t>suggests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(0,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doesn’t meet these conditions, we can try to update our predictors.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7BEEF21-CD80-DE5A-BEDC-FD973E4BBE0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381"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796E99-A171-6FC8-B53F-F9971226E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600632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DD7DF4-07E7-2FA5-1DC6-3C24E0069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5A991-E889-46F6-7A18-1C0F72CDA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23E8DB-430F-9952-19C9-F672D9C78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133</a:t>
            </a:fld>
            <a:endParaRPr lang="en-US"/>
          </a:p>
        </p:txBody>
      </p:sp>
      <p:pic>
        <p:nvPicPr>
          <p:cNvPr id="8" name="Picture 7" descr="A graph of a graph with circles&#10;&#10;AI-generated content may be incorrect.">
            <a:extLst>
              <a:ext uri="{FF2B5EF4-FFF2-40B4-BE49-F238E27FC236}">
                <a16:creationId xmlns:a16="http://schemas.microsoft.com/office/drawing/2014/main" id="{31AD2FAC-B11F-FA51-9BA0-F721A576E8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6749" y="1999330"/>
            <a:ext cx="6295251" cy="3966062"/>
          </a:xfrm>
          <a:prstGeom prst="rect">
            <a:avLst/>
          </a:prstGeom>
        </p:spPr>
      </p:pic>
      <p:pic>
        <p:nvPicPr>
          <p:cNvPr id="3" name="Content Placeholder 5" descr="A graph with circles and lines&#10;&#10;AI-generated content may be incorrect.">
            <a:extLst>
              <a:ext uri="{FF2B5EF4-FFF2-40B4-BE49-F238E27FC236}">
                <a16:creationId xmlns:a16="http://schemas.microsoft.com/office/drawing/2014/main" id="{5A8813CB-8E78-8F74-F60B-0B6DD18627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99330"/>
            <a:ext cx="6176378" cy="3917376"/>
          </a:xfrm>
        </p:spPr>
      </p:pic>
    </p:spTree>
    <p:extLst>
      <p:ext uri="{BB962C8B-B14F-4D97-AF65-F5344CB8AC3E}">
        <p14:creationId xmlns:p14="http://schemas.microsoft.com/office/powerpoint/2010/main" val="378545245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B423F2-3B4D-E245-383B-FB5CE4CEA3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24D4A-BB56-844E-5B5B-374745B25A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8092C8-5821-37B0-11A1-4BB746159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134</a:t>
            </a:fld>
            <a:endParaRPr lang="en-US"/>
          </a:p>
        </p:txBody>
      </p:sp>
      <p:pic>
        <p:nvPicPr>
          <p:cNvPr id="5" name="Picture 4" descr="A graph of a curve&#10;&#10;AI-generated content may be incorrect.">
            <a:extLst>
              <a:ext uri="{FF2B5EF4-FFF2-40B4-BE49-F238E27FC236}">
                <a16:creationId xmlns:a16="http://schemas.microsoft.com/office/drawing/2014/main" id="{E091FBD2-A0AF-AAD5-6575-9E34E79170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4088" y="1329736"/>
            <a:ext cx="8520742" cy="5391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21318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85FCEC-92B6-E0EA-B54E-ED2D992CF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5B2B7-3D8D-46E8-F847-BC2DA0DFD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D51253-37B5-F34C-177C-9EDB56F5E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135</a:t>
            </a:fld>
            <a:endParaRPr lang="en-US"/>
          </a:p>
        </p:txBody>
      </p:sp>
      <p:pic>
        <p:nvPicPr>
          <p:cNvPr id="5" name="Picture 4" descr="A graph with dots and numbers&#10;&#10;AI-generated content may be incorrect.">
            <a:extLst>
              <a:ext uri="{FF2B5EF4-FFF2-40B4-BE49-F238E27FC236}">
                <a16:creationId xmlns:a16="http://schemas.microsoft.com/office/drawing/2014/main" id="{4EA42CCB-88E0-2C98-8678-958E4BFFEB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0168" y="1266199"/>
            <a:ext cx="8531664" cy="5591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1717304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D71BCD-5FC5-A22C-F3DE-23F7CAC28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BB985-FDDA-E902-8035-98FCEC7E0B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Better Fitting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F4715E-D6AC-006B-4BDC-17C701FF5E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This opens up many more possibilities of modeling the relationship of our data with a linear model.</a:t>
            </a:r>
          </a:p>
          <a:p>
            <a:endParaRPr lang="en-US"/>
          </a:p>
          <a:p>
            <a:r>
              <a:rPr lang="en-US"/>
              <a:t>We can examine the </a:t>
            </a:r>
            <a:r>
              <a:rPr lang="en-US" i="1"/>
              <a:t>residual</a:t>
            </a:r>
            <a:r>
              <a:rPr lang="en-US"/>
              <a:t> behavior from our </a:t>
            </a:r>
            <a:r>
              <a:rPr lang="en-US" err="1"/>
              <a:t>Truth+Error</a:t>
            </a:r>
            <a:r>
              <a:rPr lang="en-US"/>
              <a:t> discussion to help us decide what a “better” model is.</a:t>
            </a:r>
          </a:p>
          <a:p>
            <a:endParaRPr lang="en-US"/>
          </a:p>
          <a:p>
            <a:r>
              <a:rPr lang="en-US" b="1"/>
              <a:t>Use this along with Test MSE to compare models.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FD9E0B-5E0B-34B9-3E6E-8C858592C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057416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162A50-0704-32AA-12B4-AC7AE764C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BEDA-7B6D-9B27-44EE-3F10A41D4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Residual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60E5A4-3019-004C-1679-A7394684BE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The Idea:</a:t>
            </a:r>
          </a:p>
          <a:p>
            <a:pPr marL="0" indent="0">
              <a:buNone/>
            </a:pPr>
            <a:r>
              <a:rPr lang="en-US"/>
              <a:t>Suppose our residuals are bad. What can we do about it?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Transform the predictors and/or the response.</a:t>
            </a:r>
            <a:endParaRPr lang="en-US" sz="24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7D1376-18EE-FD6B-5EE0-D48961232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911768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graph with dots and numbers&#10;&#10;AI-generated content may be incorrect.">
            <a:extLst>
              <a:ext uri="{FF2B5EF4-FFF2-40B4-BE49-F238E27FC236}">
                <a16:creationId xmlns:a16="http://schemas.microsoft.com/office/drawing/2014/main" id="{FBC54390-0C79-DF03-A756-876CC2701C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1191078"/>
            <a:ext cx="7772400" cy="505322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518A95B-6607-9062-AFDE-BB5038192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D94345-ECD1-D037-4460-21B685E1E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557414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132DC9-158B-553E-670F-18D3884A8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with blue dots&#10;&#10;AI-generated content may be incorrect.">
            <a:extLst>
              <a:ext uri="{FF2B5EF4-FFF2-40B4-BE49-F238E27FC236}">
                <a16:creationId xmlns:a16="http://schemas.microsoft.com/office/drawing/2014/main" id="{3AE7A2F5-3B03-2746-511E-2AF85D7EF0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1649" y="1262743"/>
            <a:ext cx="8787493" cy="51099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73DDCFA-AB8F-C373-87C3-265BC6C40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378C22-6479-942B-667B-1A510B5C4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822847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25C72B-0445-03FE-19C5-B744AC8F1A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91F78-34BB-A968-D461-F4E66C5942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Residual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BC412E-DA5E-C081-B6EC-B8F01AA318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The Idea: </a:t>
            </a:r>
          </a:p>
          <a:p>
            <a:r>
              <a:rPr lang="en-US"/>
              <a:t>Suppose our residuals are </a:t>
            </a:r>
            <a:r>
              <a:rPr lang="en-US" i="1"/>
              <a:t>bad</a:t>
            </a:r>
            <a:r>
              <a:rPr lang="en-US"/>
              <a:t>. What can we do about it?</a:t>
            </a:r>
          </a:p>
          <a:p>
            <a:pPr marL="971550" lvl="1" indent="-514350">
              <a:buFont typeface="+mj-lt"/>
              <a:buAutoNum type="arabicPeriod" startAt="3"/>
            </a:pPr>
            <a:endParaRPr lang="en-US" sz="2800"/>
          </a:p>
          <a:p>
            <a:pPr marL="971550" lvl="1" indent="-514350">
              <a:buFont typeface="+mj-lt"/>
              <a:buAutoNum type="arabicPeriod" startAt="2"/>
            </a:pPr>
            <a:r>
              <a:rPr lang="en-US" sz="2800"/>
              <a:t>Add </a:t>
            </a:r>
            <a:r>
              <a:rPr lang="en-US" sz="2800" i="1"/>
              <a:t>interactions</a:t>
            </a:r>
            <a:r>
              <a:rPr lang="en-US" sz="2800"/>
              <a:t> of variables.</a:t>
            </a:r>
            <a:endParaRPr lang="en-US" sz="2800" dirty="0"/>
          </a:p>
          <a:p>
            <a:pPr lvl="2"/>
            <a:r>
              <a:rPr lang="en-US" sz="2400"/>
              <a:t>We will discuss this in a separate lecture.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2ED3A9-0CA4-4349-E1E5-52AB9057D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648243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B214B4-E121-8C93-0EFD-B2AA495F24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2CE31-28BF-524D-1E12-87CDB329E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Residual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2C58E4-AFF6-4F1B-9FDF-4E840BCA5C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/>
              <a:t>The Idea: </a:t>
            </a:r>
          </a:p>
          <a:p>
            <a:r>
              <a:rPr lang="en-US"/>
              <a:t>Suppose our residuals are </a:t>
            </a:r>
            <a:r>
              <a:rPr lang="en-US" i="1"/>
              <a:t>bad</a:t>
            </a:r>
            <a:r>
              <a:rPr lang="en-US"/>
              <a:t>. What can we do about it?</a:t>
            </a:r>
          </a:p>
          <a:p>
            <a:pPr marL="971550" lvl="1" indent="-514350">
              <a:buFont typeface="+mj-lt"/>
              <a:buAutoNum type="arabicPeriod" startAt="3"/>
            </a:pPr>
            <a:endParaRPr lang="en-US" sz="2800"/>
          </a:p>
          <a:p>
            <a:pPr marL="971550" lvl="1" indent="-514350">
              <a:buFont typeface="+mj-lt"/>
              <a:buAutoNum type="arabicPeriod" startAt="3"/>
            </a:pPr>
            <a:r>
              <a:rPr lang="en-US" sz="2800"/>
              <a:t>Admit defeat. </a:t>
            </a:r>
            <a:endParaRPr lang="en-US" sz="2800" dirty="0"/>
          </a:p>
          <a:p>
            <a:pPr lvl="2"/>
            <a:r>
              <a:rPr lang="en-US" sz="2400"/>
              <a:t>There a few more niche tools to try out.</a:t>
            </a:r>
          </a:p>
          <a:p>
            <a:pPr lvl="2"/>
            <a:r>
              <a:rPr lang="en-US" sz="2400"/>
              <a:t>Step back and realize what this is telling us.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329A09-4A63-EEFF-10AC-61FFB0A7A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855857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C30C8-C33B-BC87-94D3-E0BDAD90B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Example: A Linear Fit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A91DF4-B860-E209-017D-397029E91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142</a:t>
            </a:fld>
            <a:endParaRPr lang="en-US"/>
          </a:p>
        </p:txBody>
      </p:sp>
      <p:pic>
        <p:nvPicPr>
          <p:cNvPr id="6" name="Picture 5" descr="A graph with lines and dots&#10;&#10;AI-generated content may be incorrect.">
            <a:extLst>
              <a:ext uri="{FF2B5EF4-FFF2-40B4-BE49-F238E27FC236}">
                <a16:creationId xmlns:a16="http://schemas.microsoft.com/office/drawing/2014/main" id="{4C292409-6426-9CA9-D052-5577307063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03701"/>
            <a:ext cx="6096000" cy="3811231"/>
          </a:xfrm>
          <a:prstGeom prst="rect">
            <a:avLst/>
          </a:prstGeom>
        </p:spPr>
      </p:pic>
      <p:pic>
        <p:nvPicPr>
          <p:cNvPr id="8" name="Picture 7" descr="A graph with dots and lines&#10;&#10;AI-generated content may be incorrect.">
            <a:extLst>
              <a:ext uri="{FF2B5EF4-FFF2-40B4-BE49-F238E27FC236}">
                <a16:creationId xmlns:a16="http://schemas.microsoft.com/office/drawing/2014/main" id="{D24BAEC5-81B2-495C-0CEA-979A33AFBD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165247"/>
            <a:ext cx="6010315" cy="3537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1303929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3D573-EB51-8228-C7E9-7AB1895A9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300"/>
              <a:t>Example: A 3</a:t>
            </a:r>
            <a:r>
              <a:rPr lang="en-US" sz="4300" baseline="30000"/>
              <a:t>rd</a:t>
            </a:r>
            <a:r>
              <a:rPr lang="en-US" sz="4300"/>
              <a:t> Deg Polynomial Transformation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235603-5C9A-431D-C523-4E43C3320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143</a:t>
            </a:fld>
            <a:endParaRPr lang="en-US"/>
          </a:p>
        </p:txBody>
      </p:sp>
      <p:pic>
        <p:nvPicPr>
          <p:cNvPr id="6" name="Picture 5" descr="A graph with a red line&#10;&#10;AI-generated content may be incorrect.">
            <a:extLst>
              <a:ext uri="{FF2B5EF4-FFF2-40B4-BE49-F238E27FC236}">
                <a16:creationId xmlns:a16="http://schemas.microsoft.com/office/drawing/2014/main" id="{9AE9F33F-2527-8CD7-EAF9-7F8DD2E60B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09726"/>
            <a:ext cx="6136782" cy="3869042"/>
          </a:xfrm>
          <a:prstGeom prst="rect">
            <a:avLst/>
          </a:prstGeom>
        </p:spPr>
      </p:pic>
      <p:pic>
        <p:nvPicPr>
          <p:cNvPr id="8" name="Picture 7" descr="A graph with dots and lines&#10;&#10;AI-generated content may be incorrect.">
            <a:extLst>
              <a:ext uri="{FF2B5EF4-FFF2-40B4-BE49-F238E27FC236}">
                <a16:creationId xmlns:a16="http://schemas.microsoft.com/office/drawing/2014/main" id="{F0DA2854-6564-5F18-D5CC-0BF389F9A2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109726"/>
            <a:ext cx="6114086" cy="3614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8100334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A8810-4563-4EEC-2E63-DF3E757DD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Example: A Square Root Transformation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FC0E6D-2654-56AB-9471-A4D9322F4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144</a:t>
            </a:fld>
            <a:endParaRPr lang="en-US"/>
          </a:p>
        </p:txBody>
      </p:sp>
      <p:pic>
        <p:nvPicPr>
          <p:cNvPr id="6" name="Picture 5" descr="A graph with a red line&#10;&#10;AI-generated content may be incorrect.">
            <a:extLst>
              <a:ext uri="{FF2B5EF4-FFF2-40B4-BE49-F238E27FC236}">
                <a16:creationId xmlns:a16="http://schemas.microsoft.com/office/drawing/2014/main" id="{F2490928-A65E-778B-2DC1-8CB600DFEF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66508"/>
            <a:ext cx="6333714" cy="3984724"/>
          </a:xfrm>
          <a:prstGeom prst="rect">
            <a:avLst/>
          </a:prstGeom>
        </p:spPr>
      </p:pic>
      <p:pic>
        <p:nvPicPr>
          <p:cNvPr id="8" name="Picture 7" descr="A graph with black dots and blue line&#10;&#10;AI-generated content may be incorrect.">
            <a:extLst>
              <a:ext uri="{FF2B5EF4-FFF2-40B4-BE49-F238E27FC236}">
                <a16:creationId xmlns:a16="http://schemas.microsoft.com/office/drawing/2014/main" id="{F83C53DA-C1A9-153D-DFA2-84AED58F60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0912" y="1466507"/>
            <a:ext cx="5957218" cy="3758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061813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76603-4363-C3FE-6A56-7FDC5175D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300"/>
              <a:t>Example: A Logarithmic-Linear Transformation</a:t>
            </a:r>
          </a:p>
        </p:txBody>
      </p:sp>
      <p:pic>
        <p:nvPicPr>
          <p:cNvPr id="6" name="Content Placeholder 5" descr="A graph with a red line&#10;&#10;AI-generated content may be incorrect.">
            <a:extLst>
              <a:ext uri="{FF2B5EF4-FFF2-40B4-BE49-F238E27FC236}">
                <a16:creationId xmlns:a16="http://schemas.microsoft.com/office/drawing/2014/main" id="{84266AFA-B2C2-8D11-967C-313ED4A658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690688"/>
            <a:ext cx="6134926" cy="3832316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31DDD0-3DEE-B325-AC50-96421F80B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145</a:t>
            </a:fld>
            <a:endParaRPr lang="en-US"/>
          </a:p>
        </p:txBody>
      </p:sp>
      <p:pic>
        <p:nvPicPr>
          <p:cNvPr id="8" name="Picture 7" descr="A graph with black dots&#10;&#10;AI-generated content may be incorrect.">
            <a:extLst>
              <a:ext uri="{FF2B5EF4-FFF2-40B4-BE49-F238E27FC236}">
                <a16:creationId xmlns:a16="http://schemas.microsoft.com/office/drawing/2014/main" id="{65DFC034-6786-B26B-0573-DE05FE47FD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4926" y="1708989"/>
            <a:ext cx="6057073" cy="3752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0956315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377F9-4F80-7670-1009-37191FF44F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Which One Wins?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B63E58-52E3-C302-1FF9-7FF516534D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There is a little bit of qualitative (read: subjective) analysis.</a:t>
            </a:r>
          </a:p>
          <a:p>
            <a:r>
              <a:rPr lang="en-US"/>
              <a:t>Use some of the intuition built during EDA.</a:t>
            </a:r>
          </a:p>
          <a:p>
            <a:r>
              <a:rPr lang="en-US"/>
              <a:t>We have other tools to help justify our analyses.</a:t>
            </a:r>
          </a:p>
          <a:p>
            <a:pPr lvl="1"/>
            <a:r>
              <a:rPr lang="en-US"/>
              <a:t>Be wary of taking a single hypothesis test in a vacuum.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636EB5-A6B2-E5EF-C21E-D02A8F2BC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5672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5C1E69E284ED9449A95CFBB495AA443" ma:contentTypeVersion="3" ma:contentTypeDescription="Create a new document." ma:contentTypeScope="" ma:versionID="0b241c33e045737e438af3f60eae4788">
  <xsd:schema xmlns:xsd="http://www.w3.org/2001/XMLSchema" xmlns:xs="http://www.w3.org/2001/XMLSchema" xmlns:p="http://schemas.microsoft.com/office/2006/metadata/properties" xmlns:ns2="0e81aeba-3fbe-492c-aacc-230c0d934791" targetNamespace="http://schemas.microsoft.com/office/2006/metadata/properties" ma:root="true" ma:fieldsID="caf66388037a8295bee7d70842c62fa7" ns2:_="">
    <xsd:import namespace="0e81aeba-3fbe-492c-aacc-230c0d9347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81aeba-3fbe-492c-aacc-230c0d93479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58BC304-DC2C-4F92-97A0-4E7A9C735621}">
  <ds:schemaRefs>
    <ds:schemaRef ds:uri="0e81aeba-3fbe-492c-aacc-230c0d934791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CE443BDF-FDF7-4AF7-AE5B-91E2340493AF}">
  <ds:schemaRefs>
    <ds:schemaRef ds:uri="0e81aeba-3fbe-492c-aacc-230c0d93479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0/xmlns/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E6E155B6-F5C5-410A-979A-1A6C1F39824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</TotalTime>
  <Words>5246</Words>
  <Application>Microsoft Office PowerPoint</Application>
  <PresentationFormat>Widescreen</PresentationFormat>
  <Paragraphs>1058</Paragraphs>
  <Slides>146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146</vt:i4>
      </vt:variant>
    </vt:vector>
  </HeadingPairs>
  <TitlesOfParts>
    <vt:vector size="152" baseType="lpstr">
      <vt:lpstr>Aptos</vt:lpstr>
      <vt:lpstr>Aptos Display</vt:lpstr>
      <vt:lpstr>Arial</vt:lpstr>
      <vt:lpstr>Cambria Math</vt:lpstr>
      <vt:lpstr>Courier New</vt:lpstr>
      <vt:lpstr>office theme</vt:lpstr>
      <vt:lpstr>PowerPoint Presentation</vt:lpstr>
      <vt:lpstr>Goals for Today</vt:lpstr>
      <vt:lpstr>Linear Algebra Warm-Up</vt:lpstr>
      <vt:lpstr>Vector Notation</vt:lpstr>
      <vt:lpstr>What Vectors look like in R^n Space</vt:lpstr>
      <vt:lpstr>What Vectors look like in R^n Space</vt:lpstr>
      <vt:lpstr>Vector addition (and subtraction)</vt:lpstr>
      <vt:lpstr>Linear combinations of vectors</vt:lpstr>
      <vt:lpstr>Matrix Notation</vt:lpstr>
      <vt:lpstr>Dot Products and their properties</vt:lpstr>
      <vt:lpstr>Projections</vt:lpstr>
      <vt:lpstr>The Linear Regression Problem</vt:lpstr>
      <vt:lpstr>The Linear Regression Problem</vt:lpstr>
      <vt:lpstr>The Linear Regression Problem</vt:lpstr>
      <vt:lpstr>Linear Regression (This Time, Using Linear Algebra)</vt:lpstr>
      <vt:lpstr>Rewriting our 3 Equations in Vector Notation</vt:lpstr>
      <vt:lpstr>Drawing them in 3D space</vt:lpstr>
      <vt:lpstr>Drawing them in 3D space</vt:lpstr>
      <vt:lpstr>Linear Solution</vt:lpstr>
      <vt:lpstr>Linear Regression</vt:lpstr>
      <vt:lpstr>Linear Regression</vt:lpstr>
      <vt:lpstr>Rewriting our 3 Equations in Vector Notation… again</vt:lpstr>
      <vt:lpstr>Linear Regression</vt:lpstr>
      <vt:lpstr>Linear Regression as a Projection</vt:lpstr>
      <vt:lpstr>Solving for β_0 and β_1.</vt:lpstr>
      <vt:lpstr>Solving for β_0 and β_1.</vt:lpstr>
      <vt:lpstr>Solving for β_0 and β_1.</vt:lpstr>
      <vt:lpstr>Solving for β_0 and β_1.</vt:lpstr>
      <vt:lpstr>Solving for β_0 and β_1.</vt:lpstr>
      <vt:lpstr>Solving for β_0 and β_1.</vt:lpstr>
      <vt:lpstr>Solving for β_0 and β_1.</vt:lpstr>
      <vt:lpstr>Solving for β_0 and β_1.</vt:lpstr>
      <vt:lpstr>Solving for β_0 and β_1.</vt:lpstr>
      <vt:lpstr>Solving for β_0 and β_1.</vt:lpstr>
      <vt:lpstr>Solving for β_0 and β_1.</vt:lpstr>
      <vt:lpstr>The Design Matrix</vt:lpstr>
      <vt:lpstr>The Design Matrix</vt:lpstr>
      <vt:lpstr>The Design Matrix</vt:lpstr>
      <vt:lpstr>The Design Matrix</vt:lpstr>
      <vt:lpstr>Back to Solving for β_0 and β_1.</vt:lpstr>
      <vt:lpstr>Back to Solving for β_0 and β_1.</vt:lpstr>
      <vt:lpstr>The Hat Matrix</vt:lpstr>
      <vt:lpstr>Properties of the Hat Matrix</vt:lpstr>
      <vt:lpstr>Properties of the Hat Matrix</vt:lpstr>
      <vt:lpstr>Takeaways</vt:lpstr>
      <vt:lpstr>The Design Matrix</vt:lpstr>
      <vt:lpstr>The Design Matrix</vt:lpstr>
      <vt:lpstr>Et Voilá</vt:lpstr>
      <vt:lpstr>Linear Regression as a Projection</vt:lpstr>
      <vt:lpstr>The Design Matrix for SLR.</vt:lpstr>
      <vt:lpstr>The Hat Matrix</vt:lpstr>
      <vt:lpstr>Properties of the Hat Matrix</vt:lpstr>
      <vt:lpstr>Properties of the Hat Matrix</vt:lpstr>
      <vt:lpstr>Let’s Show that H is Symmetric: H^T=H </vt:lpstr>
      <vt:lpstr>Let’s Show that H is Idempotent: H^2=H </vt:lpstr>
      <vt:lpstr>Why Do We Care About Idempotence?</vt:lpstr>
      <vt:lpstr>The Design Matrix in MLR</vt:lpstr>
      <vt:lpstr>The Design Matrix</vt:lpstr>
      <vt:lpstr>Multiple Linear Regression</vt:lpstr>
      <vt:lpstr>What are Degrees of Freedom Anyways?</vt:lpstr>
      <vt:lpstr>Decomposing a Data Vector</vt:lpstr>
      <vt:lpstr>Decomposing a Data Vector</vt:lpstr>
      <vt:lpstr>Decomposing a Data Vector</vt:lpstr>
      <vt:lpstr>Decomposing a Data Vector</vt:lpstr>
      <vt:lpstr>Decomposing a Data Vector</vt:lpstr>
      <vt:lpstr>Decomposing a Data Vector</vt:lpstr>
      <vt:lpstr>Decomposing a Data Vector</vt:lpstr>
      <vt:lpstr>The Design Matrix X and Degrees of Freedom</vt:lpstr>
      <vt:lpstr>The “Big 4” Subspaces</vt:lpstr>
      <vt:lpstr>Degrees of Freedom as Leftover Dimensions</vt:lpstr>
      <vt:lpstr>Identifiability</vt:lpstr>
      <vt:lpstr>Non-Identifiability Example</vt:lpstr>
      <vt:lpstr>Multiple Linear Regression</vt:lpstr>
      <vt:lpstr>What is Different?</vt:lpstr>
      <vt:lpstr>What is Different?</vt:lpstr>
      <vt:lpstr>Let’s Look at a Dataset</vt:lpstr>
      <vt:lpstr>Some Important Questions</vt:lpstr>
      <vt:lpstr>Scatterplot Matrix</vt:lpstr>
      <vt:lpstr>Things to Note</vt:lpstr>
      <vt:lpstr>Truth + Error Representation</vt:lpstr>
      <vt:lpstr>Truth + Error Representation</vt:lpstr>
      <vt:lpstr>Truth + Error Representation</vt:lpstr>
      <vt:lpstr>Truth + Error Representation</vt:lpstr>
      <vt:lpstr>Truth + Error Representation</vt:lpstr>
      <vt:lpstr>Truth + Error Representation</vt:lpstr>
      <vt:lpstr>Truth + Error Representation</vt:lpstr>
      <vt:lpstr>Truth + Error Representation</vt:lpstr>
      <vt:lpstr>Truth + Error Representation</vt:lpstr>
      <vt:lpstr>Truth + Error Representation</vt:lpstr>
      <vt:lpstr>Recall our “Big Three” Assumptions</vt:lpstr>
      <vt:lpstr>Truth + Error Representation</vt:lpstr>
      <vt:lpstr>Variance of β ̂</vt:lpstr>
      <vt:lpstr>Variance of β ̂</vt:lpstr>
      <vt:lpstr>Variance of a Linear Transformation</vt:lpstr>
      <vt:lpstr>Variance of β ̂</vt:lpstr>
      <vt:lpstr>Variance of β ̂</vt:lpstr>
      <vt:lpstr>Variance of β ̂</vt:lpstr>
      <vt:lpstr>Variance of β ̂</vt:lpstr>
      <vt:lpstr>Variance of β ̂</vt:lpstr>
      <vt:lpstr>Variance of β ̂</vt:lpstr>
      <vt:lpstr>Takeaways for β ̂ continued</vt:lpstr>
      <vt:lpstr>Distribution of β ̂ </vt:lpstr>
      <vt:lpstr>Takeaways</vt:lpstr>
      <vt:lpstr>The Residual Vector</vt:lpstr>
      <vt:lpstr>The Residual Vector</vt:lpstr>
      <vt:lpstr>The Residual Vector</vt:lpstr>
      <vt:lpstr>The Residual Vector</vt:lpstr>
      <vt:lpstr>The Residual Vector</vt:lpstr>
      <vt:lpstr>The Residual Vector</vt:lpstr>
      <vt:lpstr>The Residual Vector</vt:lpstr>
      <vt:lpstr>Quick Tangent </vt:lpstr>
      <vt:lpstr>The Residual Vector</vt:lpstr>
      <vt:lpstr>The Residual Vector</vt:lpstr>
      <vt:lpstr>The Residual Vector</vt:lpstr>
      <vt:lpstr>The Residual Vector</vt:lpstr>
      <vt:lpstr>The Residual Vector</vt:lpstr>
      <vt:lpstr>The Takeaways</vt:lpstr>
      <vt:lpstr>Examples</vt:lpstr>
      <vt:lpstr>Examples</vt:lpstr>
      <vt:lpstr>The Moon Motion Problem</vt:lpstr>
      <vt:lpstr>The Moon Motion Problem</vt:lpstr>
      <vt:lpstr>Mayer’s Equation</vt:lpstr>
      <vt:lpstr>Bivariate Model</vt:lpstr>
      <vt:lpstr>What Gives?!</vt:lpstr>
      <vt:lpstr>From Linear Algebra</vt:lpstr>
      <vt:lpstr>Which of These Models is Linear?</vt:lpstr>
      <vt:lpstr>How can we tell “at a glance”?</vt:lpstr>
      <vt:lpstr>Design Matrix View</vt:lpstr>
      <vt:lpstr>Mayer’s Equation</vt:lpstr>
      <vt:lpstr>Transformations </vt:lpstr>
      <vt:lpstr>Better Fitting Models</vt:lpstr>
      <vt:lpstr>The Residual Vector</vt:lpstr>
      <vt:lpstr>Example</vt:lpstr>
      <vt:lpstr>Example</vt:lpstr>
      <vt:lpstr>Example</vt:lpstr>
      <vt:lpstr>Better Fitting Models</vt:lpstr>
      <vt:lpstr>Residual Analysis</vt:lpstr>
      <vt:lpstr>Examples</vt:lpstr>
      <vt:lpstr>Examples</vt:lpstr>
      <vt:lpstr>Residual Analysis</vt:lpstr>
      <vt:lpstr>Residual Analysis</vt:lpstr>
      <vt:lpstr>Example: A Linear Fit</vt:lpstr>
      <vt:lpstr>Example: A 3rd Deg Polynomial Transformation</vt:lpstr>
      <vt:lpstr>Example: A Square Root Transformation</vt:lpstr>
      <vt:lpstr>Example: A Logarithmic-Linear Transformation</vt:lpstr>
      <vt:lpstr>Which One Wins?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OA3103: Data Analysis</dc:title>
  <dc:creator/>
  <cp:lastModifiedBy>christopher posadas</cp:lastModifiedBy>
  <cp:revision>2</cp:revision>
  <dcterms:created xsi:type="dcterms:W3CDTF">2026-04-07T19:55:26Z</dcterms:created>
  <dcterms:modified xsi:type="dcterms:W3CDTF">2026-04-22T22:29:38Z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0x010100B5C1E69E284ED9449A95CFBB495AA443</vt:lpwstr>
  </property>
  <property fmtid="{D5CDD505-2E9C-101B-9397-08002B2CF9AE}" pid="3" name="MSIP_Label_acbbd4a6-dc2f-44d9-ad2c-c28d4679873f_Enabled">
    <vt:lpwstr>true</vt:lpwstr>
  </property>
  <property fmtid="{D5CDD505-2E9C-101B-9397-08002B2CF9AE}" pid="4" name="MSIP_Label_acbbd4a6-dc2f-44d9-ad2c-c28d4679873f_SetDate">
    <vt:lpwstr>2026-04-12T15:33:53Z</vt:lpwstr>
  </property>
  <property fmtid="{D5CDD505-2E9C-101B-9397-08002B2CF9AE}" pid="5" name="MSIP_Label_acbbd4a6-dc2f-44d9-ad2c-c28d4679873f_Method">
    <vt:lpwstr>Privileged</vt:lpwstr>
  </property>
  <property fmtid="{D5CDD505-2E9C-101B-9397-08002B2CF9AE}" pid="6" name="MSIP_Label_acbbd4a6-dc2f-44d9-ad2c-c28d4679873f_Name">
    <vt:lpwstr>No Label</vt:lpwstr>
  </property>
  <property fmtid="{D5CDD505-2E9C-101B-9397-08002B2CF9AE}" pid="7" name="MSIP_Label_acbbd4a6-dc2f-44d9-ad2c-c28d4679873f_SiteId">
    <vt:lpwstr>6d936231-a517-40ea-9199-f7578963378e</vt:lpwstr>
  </property>
  <property fmtid="{D5CDD505-2E9C-101B-9397-08002B2CF9AE}" pid="8" name="MSIP_Label_acbbd4a6-dc2f-44d9-ad2c-c28d4679873f_ActionId">
    <vt:lpwstr>fe27e104-8566-487f-9ba8-243e65bcaa87</vt:lpwstr>
  </property>
  <property fmtid="{D5CDD505-2E9C-101B-9397-08002B2CF9AE}" pid="9" name="MSIP_Label_acbbd4a6-dc2f-44d9-ad2c-c28d4679873f_ContentBits">
    <vt:lpwstr>0</vt:lpwstr>
  </property>
  <property fmtid="{D5CDD505-2E9C-101B-9397-08002B2CF9AE}" pid="10" name="MSIP_Label_acbbd4a6-dc2f-44d9-ad2c-c28d4679873f_Tag">
    <vt:lpwstr>50, 0, 1, 1</vt:lpwstr>
  </property>
</Properties>
</file>