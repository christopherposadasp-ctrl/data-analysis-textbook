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6" r:id="rId5"/>
    <p:sldId id="400" r:id="rId6"/>
    <p:sldId id="413" r:id="rId7"/>
    <p:sldId id="418" r:id="rId8"/>
    <p:sldId id="419" r:id="rId9"/>
    <p:sldId id="420" r:id="rId10"/>
    <p:sldId id="421" r:id="rId11"/>
    <p:sldId id="423" r:id="rId12"/>
    <p:sldId id="424" r:id="rId13"/>
    <p:sldId id="437" r:id="rId14"/>
    <p:sldId id="438" r:id="rId15"/>
    <p:sldId id="422" r:id="rId16"/>
    <p:sldId id="439" r:id="rId17"/>
    <p:sldId id="44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7:15.737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7:14.149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7:14.174" v="271" actId="20577"/>
        <pc:sldMkLst>
          <pc:docMk/>
          <pc:sldMk cId="1150947162" sldId="256"/>
        </pc:sldMkLst>
        <pc:spChg chg="mod">
          <ac:chgData name="christopher posadas" userId="c785335156d879ca" providerId="LiveId" clId="{C9D886FB-ED5B-489B-8330-669FD307C29D}" dt="2026-04-22T23:17:14.160" v="270" actId="20577"/>
          <ac:spMkLst>
            <pc:docMk/>
            <pc:sldMk cId="1150947162" sldId="256"/>
            <ac:spMk id="2" creationId="{4A32A4E4-2DEA-9DD1-484A-9D59CD8B1C45}"/>
          </ac:spMkLst>
        </pc:spChg>
        <pc:spChg chg="mod">
          <ac:chgData name="christopher posadas" userId="c785335156d879ca" providerId="LiveId" clId="{C9D886FB-ED5B-489B-8330-669FD307C29D}" dt="2026-04-22T23:17:14.174" v="271" actId="20577"/>
          <ac:spMkLst>
            <pc:docMk/>
            <pc:sldMk cId="1150947162" sldId="256"/>
            <ac:spMk id="3" creationId="{BDE5B2DE-B248-F0D5-B911-B7598DDAA6D5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7:14.141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7:14.053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 del">
        <pc:chgData name="christopher posadas" userId="c785335156d879ca" providerId="LiveId" clId="{C9D886FB-ED5B-489B-8330-669FD307C29D}" dt="2026-04-22T23:17:13.670" v="257" actId="2696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 del">
        <pc:chgData name="christopher posadas" userId="c785335156d879ca" providerId="LiveId" clId="{C9D886FB-ED5B-489B-8330-669FD307C29D}" dt="2026-04-22T23:17:13.596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 del">
        <pc:chgData name="christopher posadas" userId="c785335156d879ca" providerId="LiveId" clId="{C9D886FB-ED5B-489B-8330-669FD307C29D}" dt="2026-04-22T23:17:13.523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7:13.391" v="254" actId="2696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7:11.496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 del">
        <pc:chgData name="christopher posadas" userId="c785335156d879ca" providerId="LiveId" clId="{C9D886FB-ED5B-489B-8330-669FD307C29D}" dt="2026-04-22T23:17:13.255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7:13.161" v="252" actId="2696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7:13.082" v="251" actId="2696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7:13.039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7:12.976" v="249" actId="2696"/>
        <pc:sldMkLst>
          <pc:docMk/>
          <pc:sldMk cId="1548435913" sldId="369"/>
        </pc:sldMkLst>
      </pc:sldChg>
      <pc:sldChg chg="add del">
        <pc:chgData name="christopher posadas" userId="c785335156d879ca" providerId="LiveId" clId="{C9D886FB-ED5B-489B-8330-669FD307C29D}" dt="2026-04-22T23:17:12.921" v="248" actId="2696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7:12.747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7:12.674" v="244" actId="2696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 del">
        <pc:chgData name="christopher posadas" userId="c785335156d879ca" providerId="LiveId" clId="{C9D886FB-ED5B-489B-8330-669FD307C29D}" dt="2026-04-22T23:17:12.871" v="247" actId="2696"/>
        <pc:sldMkLst>
          <pc:docMk/>
          <pc:sldMk cId="3101823733" sldId="374"/>
        </pc:sldMkLst>
      </pc:sldChg>
      <pc:sldChg chg="add del">
        <pc:chgData name="christopher posadas" userId="c785335156d879ca" providerId="LiveId" clId="{C9D886FB-ED5B-489B-8330-669FD307C29D}" dt="2026-04-22T23:17:12.711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7:12.593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7:12.518" v="242" actId="2696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7:12.447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7:12.376" v="240" actId="2696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7:12.303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7:12.202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 del">
        <pc:chgData name="christopher posadas" userId="c785335156d879ca" providerId="LiveId" clId="{C9D886FB-ED5B-489B-8330-669FD307C29D}" dt="2026-04-22T23:17:12.104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7:12.001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 del">
        <pc:chgData name="christopher posadas" userId="c785335156d879ca" providerId="LiveId" clId="{C9D886FB-ED5B-489B-8330-669FD307C29D}" dt="2026-04-22T23:17:11.842" v="235" actId="2696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 del">
        <pc:chgData name="christopher posadas" userId="c785335156d879ca" providerId="LiveId" clId="{C9D886FB-ED5B-489B-8330-669FD307C29D}" dt="2026-04-22T23:17:11.682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7:11.415" v="232" actId="2696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7:11.328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7:11.266" v="230" actId="2696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 del">
        <pc:chgData name="christopher posadas" userId="c785335156d879ca" providerId="LiveId" clId="{C9D886FB-ED5B-489B-8330-669FD307C29D}" dt="2026-04-22T23:17:11.211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 del">
        <pc:chgData name="christopher posadas" userId="c785335156d879ca" providerId="LiveId" clId="{C9D886FB-ED5B-489B-8330-669FD307C29D}" dt="2026-04-22T23:17:11.057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7:10.927" v="227" actId="2696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 del">
        <pc:chgData name="christopher posadas" userId="c785335156d879ca" providerId="LiveId" clId="{C9D886FB-ED5B-489B-8330-669FD307C29D}" dt="2026-04-22T23:17:10.801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7:10.699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 del">
        <pc:chgData name="christopher posadas" userId="c785335156d879ca" providerId="LiveId" clId="{C9D886FB-ED5B-489B-8330-669FD307C29D}" dt="2026-04-22T23:17:10.623" v="224" actId="2696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936181725" sldId="400"/>
        </pc:sldMkLst>
      </pc:sldChg>
      <pc:sldChg chg="add del">
        <pc:chgData name="christopher posadas" userId="c785335156d879ca" providerId="LiveId" clId="{C9D886FB-ED5B-489B-8330-669FD307C29D}" dt="2026-04-22T23:17:09.401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7:10.399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 del">
        <pc:chgData name="christopher posadas" userId="c785335156d879ca" providerId="LiveId" clId="{C9D886FB-ED5B-489B-8330-669FD307C29D}" dt="2026-04-22T23:17:10.554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7:10.484" v="222" actId="2696"/>
        <pc:sldMkLst>
          <pc:docMk/>
          <pc:sldMk cId="2493867149" sldId="404"/>
        </pc:sldMkLst>
      </pc:sldChg>
      <pc:sldChg chg="add del">
        <pc:chgData name="christopher posadas" userId="c785335156d879ca" providerId="LiveId" clId="{C9D886FB-ED5B-489B-8330-669FD307C29D}" dt="2026-04-22T23:17:14.003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 del">
        <pc:chgData name="christopher posadas" userId="c785335156d879ca" providerId="LiveId" clId="{C9D886FB-ED5B-489B-8330-669FD307C29D}" dt="2026-04-22T23:17:13.818" v="262" actId="2696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7:13.779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7:13.696" v="259" actId="2696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7:13.684" v="258" actId="2696"/>
        <pc:sldMkLst>
          <pc:docMk/>
          <pc:sldMk cId="3147270502" sldId="409"/>
        </pc:sldMkLst>
      </pc:sldChg>
      <pc:sldChg chg="add del">
        <pc:chgData name="christopher posadas" userId="c785335156d879ca" providerId="LiveId" clId="{C9D886FB-ED5B-489B-8330-669FD307C29D}" dt="2026-04-22T23:17:13.994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 del">
        <pc:chgData name="christopher posadas" userId="c785335156d879ca" providerId="LiveId" clId="{C9D886FB-ED5B-489B-8330-669FD307C29D}" dt="2026-04-22T23:17:13.919" v="263" actId="2696"/>
        <pc:sldMkLst>
          <pc:docMk/>
          <pc:sldMk cId="3866962762" sldId="412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1431309264" sldId="413"/>
        </pc:sldMkLst>
      </pc:sldChg>
      <pc:sldChg chg="add del">
        <pc:chgData name="christopher posadas" userId="c785335156d879ca" providerId="LiveId" clId="{C9D886FB-ED5B-489B-8330-669FD307C29D}" dt="2026-04-22T23:17:09.396" v="208" actId="2696"/>
        <pc:sldMkLst>
          <pc:docMk/>
          <pc:sldMk cId="2675359034" sldId="413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358108598" sldId="418"/>
        </pc:sldMkLst>
      </pc:sldChg>
      <pc:sldChg chg="add del">
        <pc:chgData name="christopher posadas" userId="c785335156d879ca" providerId="LiveId" clId="{C9D886FB-ED5B-489B-8330-669FD307C29D}" dt="2026-04-22T23:17:09.329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7:09.240" v="206" actId="2696"/>
        <pc:sldMkLst>
          <pc:docMk/>
          <pc:sldMk cId="271690220" sldId="419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662066355" sldId="419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937847502" sldId="420"/>
        </pc:sldMkLst>
      </pc:sldChg>
      <pc:sldChg chg="add del">
        <pc:chgData name="christopher posadas" userId="c785335156d879ca" providerId="LiveId" clId="{C9D886FB-ED5B-489B-8330-669FD307C29D}" dt="2026-04-22T23:17:09.151" v="205" actId="2696"/>
        <pc:sldMkLst>
          <pc:docMk/>
          <pc:sldMk cId="1209323168" sldId="420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3607187462" sldId="421"/>
        </pc:sldMkLst>
      </pc:sldChg>
      <pc:sldChg chg="add del">
        <pc:chgData name="christopher posadas" userId="c785335156d879ca" providerId="LiveId" clId="{C9D886FB-ED5B-489B-8330-669FD307C29D}" dt="2026-04-22T23:17:09.054" v="204" actId="2696"/>
        <pc:sldMkLst>
          <pc:docMk/>
          <pc:sldMk cId="4057692197" sldId="421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1428480366" sldId="422"/>
        </pc:sldMkLst>
      </pc:sldChg>
      <pc:sldChg chg="add del">
        <pc:chgData name="christopher posadas" userId="c785335156d879ca" providerId="LiveId" clId="{C9D886FB-ED5B-489B-8330-669FD307C29D}" dt="2026-04-22T23:17:08.569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7:08.961" v="203" actId="2696"/>
        <pc:sldMkLst>
          <pc:docMk/>
          <pc:sldMk cId="1004461656" sldId="423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1828773600" sldId="423"/>
        </pc:sldMkLst>
      </pc:sldChg>
      <pc:sldChg chg="add del">
        <pc:chgData name="christopher posadas" userId="c785335156d879ca" providerId="LiveId" clId="{C9D886FB-ED5B-489B-8330-669FD307C29D}" dt="2026-04-22T23:17:08.868" v="202" actId="2696"/>
        <pc:sldMkLst>
          <pc:docMk/>
          <pc:sldMk cId="3323413212" sldId="424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4059768656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7:13.749" v="260" actId="2696"/>
        <pc:sldMkLst>
          <pc:docMk/>
          <pc:sldMk cId="3702013967" sldId="425"/>
        </pc:sldMkLst>
      </pc:sldChg>
      <pc:sldChg chg="add del">
        <pc:chgData name="christopher posadas" userId="c785335156d879ca" providerId="LiveId" clId="{C9D886FB-ED5B-489B-8330-669FD307C29D}" dt="2026-04-22T23:17:10.330" v="220" actId="2696"/>
        <pc:sldMkLst>
          <pc:docMk/>
          <pc:sldMk cId="3910606642" sldId="426"/>
        </pc:sldMkLst>
      </pc:sldChg>
      <pc:sldChg chg="add del">
        <pc:chgData name="christopher posadas" userId="c785335156d879ca" providerId="LiveId" clId="{C9D886FB-ED5B-489B-8330-669FD307C29D}" dt="2026-04-22T23:17:10.289" v="219" actId="2696"/>
        <pc:sldMkLst>
          <pc:docMk/>
          <pc:sldMk cId="3514636155" sldId="427"/>
        </pc:sldMkLst>
      </pc:sldChg>
      <pc:sldChg chg="add del">
        <pc:chgData name="christopher posadas" userId="c785335156d879ca" providerId="LiveId" clId="{C9D886FB-ED5B-489B-8330-669FD307C29D}" dt="2026-04-22T23:17:10.212" v="218" actId="2696"/>
        <pc:sldMkLst>
          <pc:docMk/>
          <pc:sldMk cId="2639048209" sldId="428"/>
        </pc:sldMkLst>
      </pc:sldChg>
      <pc:sldChg chg="add del">
        <pc:chgData name="christopher posadas" userId="c785335156d879ca" providerId="LiveId" clId="{C9D886FB-ED5B-489B-8330-669FD307C29D}" dt="2026-04-22T23:17:10.078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7:09.973" v="216" actId="2696"/>
        <pc:sldMkLst>
          <pc:docMk/>
          <pc:sldMk cId="1195090263" sldId="430"/>
        </pc:sldMkLst>
      </pc:sldChg>
      <pc:sldChg chg="add del">
        <pc:chgData name="christopher posadas" userId="c785335156d879ca" providerId="LiveId" clId="{C9D886FB-ED5B-489B-8330-669FD307C29D}" dt="2026-04-22T23:17:09.883" v="215" actId="2696"/>
        <pc:sldMkLst>
          <pc:docMk/>
          <pc:sldMk cId="1543605468" sldId="431"/>
        </pc:sldMkLst>
      </pc:sldChg>
      <pc:sldChg chg="add del">
        <pc:chgData name="christopher posadas" userId="c785335156d879ca" providerId="LiveId" clId="{C9D886FB-ED5B-489B-8330-669FD307C29D}" dt="2026-04-22T23:17:09.800" v="214" actId="2696"/>
        <pc:sldMkLst>
          <pc:docMk/>
          <pc:sldMk cId="2922883410" sldId="432"/>
        </pc:sldMkLst>
      </pc:sldChg>
      <pc:sldChg chg="add del">
        <pc:chgData name="christopher posadas" userId="c785335156d879ca" providerId="LiveId" clId="{C9D886FB-ED5B-489B-8330-669FD307C29D}" dt="2026-04-22T23:17:09.721" v="213" actId="2696"/>
        <pc:sldMkLst>
          <pc:docMk/>
          <pc:sldMk cId="2070319411" sldId="433"/>
        </pc:sldMkLst>
      </pc:sldChg>
      <pc:sldChg chg="add del">
        <pc:chgData name="christopher posadas" userId="c785335156d879ca" providerId="LiveId" clId="{C9D886FB-ED5B-489B-8330-669FD307C29D}" dt="2026-04-22T23:17:09.676" v="212" actId="2696"/>
        <pc:sldMkLst>
          <pc:docMk/>
          <pc:sldMk cId="2125810529" sldId="434"/>
        </pc:sldMkLst>
      </pc:sldChg>
      <pc:sldChg chg="add del">
        <pc:chgData name="christopher posadas" userId="c785335156d879ca" providerId="LiveId" clId="{C9D886FB-ED5B-489B-8330-669FD307C29D}" dt="2026-04-22T23:17:09.600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7:09.510" v="210" actId="2696"/>
        <pc:sldMkLst>
          <pc:docMk/>
          <pc:sldMk cId="1102927084" sldId="436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2140511908" sldId="437"/>
        </pc:sldMkLst>
      </pc:sldChg>
      <pc:sldChg chg="add del">
        <pc:chgData name="christopher posadas" userId="c785335156d879ca" providerId="LiveId" clId="{C9D886FB-ED5B-489B-8330-669FD307C29D}" dt="2026-04-22T23:17:08.755" v="201" actId="2696"/>
        <pc:sldMkLst>
          <pc:docMk/>
          <pc:sldMk cId="2752002323" sldId="437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376837712" sldId="438"/>
        </pc:sldMkLst>
      </pc:sldChg>
      <pc:sldChg chg="add del">
        <pc:chgData name="christopher posadas" userId="c785335156d879ca" providerId="LiveId" clId="{C9D886FB-ED5B-489B-8330-669FD307C29D}" dt="2026-04-22T23:17:08.664" v="200" actId="2696"/>
        <pc:sldMkLst>
          <pc:docMk/>
          <pc:sldMk cId="2518410453" sldId="438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3249320568" sldId="439"/>
        </pc:sldMkLst>
      </pc:sldChg>
      <pc:sldChg chg="add del">
        <pc:chgData name="christopher posadas" userId="c785335156d879ca" providerId="LiveId" clId="{C9D886FB-ED5B-489B-8330-669FD307C29D}" dt="2026-04-22T23:17:08.422" v="198" actId="2696"/>
        <pc:sldMkLst>
          <pc:docMk/>
          <pc:sldMk cId="3865429110" sldId="439"/>
        </pc:sldMkLst>
      </pc:sldChg>
      <pc:sldChg chg="add">
        <pc:chgData name="christopher posadas" userId="c785335156d879ca" providerId="LiveId" clId="{C9D886FB-ED5B-489B-8330-669FD307C29D}" dt="2026-04-22T23:17:15.737" v="272"/>
        <pc:sldMkLst>
          <pc:docMk/>
          <pc:sldMk cId="2207467863" sldId="440"/>
        </pc:sldMkLst>
      </pc:sldChg>
      <pc:sldChg chg="add del">
        <pc:chgData name="christopher posadas" userId="c785335156d879ca" providerId="LiveId" clId="{C9D886FB-ED5B-489B-8330-669FD307C29D}" dt="2026-04-22T23:17:08.307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7:08.140" v="194" actId="2696"/>
        <pc:sldMkLst>
          <pc:docMk/>
          <pc:sldMk cId="882166497" sldId="441"/>
        </pc:sldMkLst>
      </pc:sldChg>
      <pc:sldChg chg="add del">
        <pc:chgData name="christopher posadas" userId="c785335156d879ca" providerId="LiveId" clId="{C9D886FB-ED5B-489B-8330-669FD307C29D}" dt="2026-04-22T23:17:08.136" v="193" actId="2696"/>
        <pc:sldMkLst>
          <pc:docMk/>
          <pc:sldMk cId="1554473573" sldId="442"/>
        </pc:sldMkLst>
      </pc:sldChg>
      <pc:sldChg chg="add del">
        <pc:chgData name="christopher posadas" userId="c785335156d879ca" providerId="LiveId" clId="{C9D886FB-ED5B-489B-8330-669FD307C29D}" dt="2026-04-22T23:17:08.132" v="192" actId="2696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7:08.128" v="191" actId="2696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7:08.124" v="190" actId="2696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7:08.211" v="196" actId="2696"/>
        <pc:sldMkLst>
          <pc:docMk/>
          <pc:sldMk cId="1876028045" sldId="457"/>
        </pc:sldMkLst>
      </pc:sldChg>
      <pc:sldChg chg="add del">
        <pc:chgData name="christopher posadas" userId="c785335156d879ca" providerId="LiveId" clId="{C9D886FB-ED5B-489B-8330-669FD307C29D}" dt="2026-04-22T23:17:08.144" v="195" actId="2696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 del">
        <pc:chgData name="christopher posadas" userId="c785335156d879ca" providerId="LiveId" clId="{C9D886FB-ED5B-489B-8330-669FD307C29D}" dt="2026-04-22T23:17:08.110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7:08.017" v="188" actId="2696"/>
        <pc:sldMkLst>
          <pc:docMk/>
          <pc:sldMk cId="66904044" sldId="461"/>
        </pc:sldMkLst>
      </pc:sldChg>
      <pc:sldChg chg="add del">
        <pc:chgData name="christopher posadas" userId="c785335156d879ca" providerId="LiveId" clId="{C9D886FB-ED5B-489B-8330-669FD307C29D}" dt="2026-04-22T23:17:07.965" v="187" actId="2696"/>
        <pc:sldMkLst>
          <pc:docMk/>
          <pc:sldMk cId="2130476875" sldId="462"/>
        </pc:sldMkLst>
      </pc:sldChg>
      <pc:sldChg chg="add del">
        <pc:chgData name="christopher posadas" userId="c785335156d879ca" providerId="LiveId" clId="{C9D886FB-ED5B-489B-8330-669FD307C29D}" dt="2026-04-22T23:17:07.895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7:07.843" v="185" actId="269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7:07.747" v="184" actId="269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7:07.644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 del">
        <pc:chgData name="christopher posadas" userId="c785335156d879ca" providerId="LiveId" clId="{C9D886FB-ED5B-489B-8330-669FD307C29D}" dt="2026-04-22T23:17:07.533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 del">
        <pc:chgData name="christopher posadas" userId="c785335156d879ca" providerId="LiveId" clId="{C9D886FB-ED5B-489B-8330-669FD307C29D}" dt="2026-04-22T23:17:07.460" v="181" actId="2696"/>
        <pc:sldMkLst>
          <pc:docMk/>
          <pc:sldMk cId="3723385170" sldId="476"/>
        </pc:sldMkLst>
      </pc:sldChg>
      <pc:sldChg chg="add del">
        <pc:chgData name="christopher posadas" userId="c785335156d879ca" providerId="LiveId" clId="{C9D886FB-ED5B-489B-8330-669FD307C29D}" dt="2026-04-22T23:17:07.352" v="180" actId="2696"/>
        <pc:sldMkLst>
          <pc:docMk/>
          <pc:sldMk cId="2606327215" sldId="477"/>
        </pc:sldMkLst>
      </pc:sldChg>
      <pc:sldChg chg="add del">
        <pc:chgData name="christopher posadas" userId="c785335156d879ca" providerId="LiveId" clId="{C9D886FB-ED5B-489B-8330-669FD307C29D}" dt="2026-04-22T23:17:07.248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7:07.228" v="178" actId="2696"/>
        <pc:sldMkLst>
          <pc:docMk/>
          <pc:sldMk cId="1477353485" sldId="480"/>
        </pc:sldMkLst>
      </pc:sldChg>
      <pc:sldChg chg="add del">
        <pc:chgData name="christopher posadas" userId="c785335156d879ca" providerId="LiveId" clId="{C9D886FB-ED5B-489B-8330-669FD307C29D}" dt="2026-04-22T23:17:07.103" v="177" actId="2696"/>
        <pc:sldMkLst>
          <pc:docMk/>
          <pc:sldMk cId="178831495" sldId="481"/>
        </pc:sldMkLst>
      </pc:sldChg>
      <pc:sldChg chg="add del">
        <pc:chgData name="christopher posadas" userId="c785335156d879ca" providerId="LiveId" clId="{C9D886FB-ED5B-489B-8330-669FD307C29D}" dt="2026-04-22T23:17:07.037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7:06.942" v="175" actId="2696"/>
        <pc:sldMkLst>
          <pc:docMk/>
          <pc:sldMk cId="1046556822" sldId="483"/>
        </pc:sldMkLst>
      </pc:sldChg>
      <pc:sldChg chg="add del">
        <pc:chgData name="christopher posadas" userId="c785335156d879ca" providerId="LiveId" clId="{C9D886FB-ED5B-489B-8330-669FD307C29D}" dt="2026-04-22T23:17:06.865" v="174" actId="2696"/>
        <pc:sldMkLst>
          <pc:docMk/>
          <pc:sldMk cId="698626994" sldId="484"/>
        </pc:sldMkLst>
      </pc:sldChg>
      <pc:sldChg chg="add del">
        <pc:chgData name="christopher posadas" userId="c785335156d879ca" providerId="LiveId" clId="{C9D886FB-ED5B-489B-8330-669FD307C29D}" dt="2026-04-22T23:17:06.729" v="173" actId="2696"/>
        <pc:sldMkLst>
          <pc:docMk/>
          <pc:sldMk cId="1945836199" sldId="485"/>
        </pc:sldMkLst>
      </pc:sldChg>
      <pc:sldChg chg="add del">
        <pc:chgData name="christopher posadas" userId="c785335156d879ca" providerId="LiveId" clId="{C9D886FB-ED5B-489B-8330-669FD307C29D}" dt="2026-04-22T23:17:06.591" v="172" actId="2696"/>
        <pc:sldMkLst>
          <pc:docMk/>
          <pc:sldMk cId="431492160" sldId="486"/>
        </pc:sldMkLst>
      </pc:sldChg>
      <pc:sldChg chg="add del">
        <pc:chgData name="christopher posadas" userId="c785335156d879ca" providerId="LiveId" clId="{C9D886FB-ED5B-489B-8330-669FD307C29D}" dt="2026-04-22T23:17:06.471" v="171" actId="2696"/>
        <pc:sldMkLst>
          <pc:docMk/>
          <pc:sldMk cId="1214918726" sldId="487"/>
        </pc:sldMkLst>
      </pc:sldChg>
      <pc:sldChg chg="add del">
        <pc:chgData name="christopher posadas" userId="c785335156d879ca" providerId="LiveId" clId="{C9D886FB-ED5B-489B-8330-669FD307C29D}" dt="2026-04-22T23:17:06.343" v="170" actId="2696"/>
        <pc:sldMkLst>
          <pc:docMk/>
          <pc:sldMk cId="86179499" sldId="488"/>
        </pc:sldMkLst>
      </pc:sldChg>
      <pc:sldChg chg="add del">
        <pc:chgData name="christopher posadas" userId="c785335156d879ca" providerId="LiveId" clId="{C9D886FB-ED5B-489B-8330-669FD307C29D}" dt="2026-04-22T23:17:06.229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7:06.101" v="168" actId="2696"/>
        <pc:sldMkLst>
          <pc:docMk/>
          <pc:sldMk cId="476083118" sldId="490"/>
        </pc:sldMkLst>
      </pc:sldChg>
      <pc:sldChg chg="add del">
        <pc:chgData name="christopher posadas" userId="c785335156d879ca" providerId="LiveId" clId="{C9D886FB-ED5B-489B-8330-669FD307C29D}" dt="2026-04-22T23:17:06.013" v="167" actId="2696"/>
        <pc:sldMkLst>
          <pc:docMk/>
          <pc:sldMk cId="3006658398" sldId="491"/>
        </pc:sldMkLst>
      </pc:sldChg>
      <pc:sldChg chg="add del">
        <pc:chgData name="christopher posadas" userId="c785335156d879ca" providerId="LiveId" clId="{C9D886FB-ED5B-489B-8330-669FD307C29D}" dt="2026-04-22T23:17:05.936" v="166" actId="2696"/>
        <pc:sldMkLst>
          <pc:docMk/>
          <pc:sldMk cId="2584686902" sldId="492"/>
        </pc:sldMkLst>
      </pc:sldChg>
      <pc:sldChg chg="add del">
        <pc:chgData name="christopher posadas" userId="c785335156d879ca" providerId="LiveId" clId="{C9D886FB-ED5B-489B-8330-669FD307C29D}" dt="2026-04-22T23:17:05.928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7:05.829" v="164" actId="2696"/>
        <pc:sldMkLst>
          <pc:docMk/>
          <pc:sldMk cId="639577726" sldId="494"/>
        </pc:sldMkLst>
      </pc:sldChg>
      <pc:sldChg chg="add del">
        <pc:chgData name="christopher posadas" userId="c785335156d879ca" providerId="LiveId" clId="{C9D886FB-ED5B-489B-8330-669FD307C29D}" dt="2026-04-22T23:17:05.760" v="163" actId="2696"/>
        <pc:sldMkLst>
          <pc:docMk/>
          <pc:sldMk cId="181600558" sldId="495"/>
        </pc:sldMkLst>
      </pc:sldChg>
      <pc:sldChg chg="add del">
        <pc:chgData name="christopher posadas" userId="c785335156d879ca" providerId="LiveId" clId="{C9D886FB-ED5B-489B-8330-669FD307C29D}" dt="2026-04-22T23:17:05.675" v="162" actId="2696"/>
        <pc:sldMkLst>
          <pc:docMk/>
          <pc:sldMk cId="2024938357" sldId="496"/>
        </pc:sldMkLst>
      </pc:sldChg>
      <pc:sldChg chg="add del">
        <pc:chgData name="christopher posadas" userId="c785335156d879ca" providerId="LiveId" clId="{C9D886FB-ED5B-489B-8330-669FD307C29D}" dt="2026-04-22T23:17:05.315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7:05.189" v="154" actId="2696"/>
        <pc:sldMkLst>
          <pc:docMk/>
          <pc:sldMk cId="42415163" sldId="498"/>
        </pc:sldMkLst>
      </pc:sldChg>
      <pc:sldChg chg="add del">
        <pc:chgData name="christopher posadas" userId="c785335156d879ca" providerId="LiveId" clId="{C9D886FB-ED5B-489B-8330-669FD307C29D}" dt="2026-04-22T23:17:05.142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7:04.997" v="151" actId="2696"/>
        <pc:sldMkLst>
          <pc:docMk/>
          <pc:sldMk cId="31799455" sldId="500"/>
        </pc:sldMkLst>
      </pc:sldChg>
      <pc:sldChg chg="add del">
        <pc:chgData name="christopher posadas" userId="c785335156d879ca" providerId="LiveId" clId="{C9D886FB-ED5B-489B-8330-669FD307C29D}" dt="2026-04-22T23:17:04.993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7:05.599" v="161" actId="2696"/>
        <pc:sldMkLst>
          <pc:docMk/>
          <pc:sldMk cId="1223124896" sldId="503"/>
        </pc:sldMkLst>
      </pc:sldChg>
      <pc:sldChg chg="add del">
        <pc:chgData name="christopher posadas" userId="c785335156d879ca" providerId="LiveId" clId="{C9D886FB-ED5B-489B-8330-669FD307C29D}" dt="2026-04-22T23:17:05.533" v="160" actId="2696"/>
        <pc:sldMkLst>
          <pc:docMk/>
          <pc:sldMk cId="3672787590" sldId="504"/>
        </pc:sldMkLst>
      </pc:sldChg>
      <pc:sldChg chg="add del">
        <pc:chgData name="christopher posadas" userId="c785335156d879ca" providerId="LiveId" clId="{C9D886FB-ED5B-489B-8330-669FD307C29D}" dt="2026-04-22T23:17:05.459" v="159" actId="2696"/>
        <pc:sldMkLst>
          <pc:docMk/>
          <pc:sldMk cId="2324223056" sldId="505"/>
        </pc:sldMkLst>
      </pc:sldChg>
      <pc:sldChg chg="add del">
        <pc:chgData name="christopher posadas" userId="c785335156d879ca" providerId="LiveId" clId="{C9D886FB-ED5B-489B-8330-669FD307C29D}" dt="2026-04-22T23:17:05.407" v="158" actId="2696"/>
        <pc:sldMkLst>
          <pc:docMk/>
          <pc:sldMk cId="2982927896" sldId="506"/>
        </pc:sldMkLst>
      </pc:sldChg>
      <pc:sldChg chg="add del">
        <pc:chgData name="christopher posadas" userId="c785335156d879ca" providerId="LiveId" clId="{C9D886FB-ED5B-489B-8330-669FD307C29D}" dt="2026-04-22T23:17:05.362" v="157" actId="2696"/>
        <pc:sldMkLst>
          <pc:docMk/>
          <pc:sldMk cId="2329815873" sldId="507"/>
        </pc:sldMkLst>
      </pc:sldChg>
      <pc:sldChg chg="add del">
        <pc:chgData name="christopher posadas" userId="c785335156d879ca" providerId="LiveId" clId="{C9D886FB-ED5B-489B-8330-669FD307C29D}" dt="2026-04-22T23:17:05.256" v="155" actId="2696"/>
        <pc:sldMkLst>
          <pc:docMk/>
          <pc:sldMk cId="2761088137" sldId="508"/>
        </pc:sldMkLst>
      </pc:sldChg>
      <pc:sldChg chg="add del">
        <pc:chgData name="christopher posadas" userId="c785335156d879ca" providerId="LiveId" clId="{C9D886FB-ED5B-489B-8330-669FD307C29D}" dt="2026-04-22T23:17:05.070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7:04.022" v="123" actId="2696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 del">
        <pc:chgData name="christopher posadas" userId="c785335156d879ca" providerId="LiveId" clId="{C9D886FB-ED5B-489B-8330-669FD307C29D}" dt="2026-04-22T23:17:04.070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7:04.079" v="135" actId="2696"/>
        <pc:sldMkLst>
          <pc:docMk/>
          <pc:sldMk cId="260721318" sldId="519"/>
        </pc:sldMkLst>
      </pc:sldChg>
      <pc:sldChg chg="add del">
        <pc:chgData name="christopher posadas" userId="c785335156d879ca" providerId="LiveId" clId="{C9D886FB-ED5B-489B-8330-669FD307C29D}" dt="2026-04-22T23:17:04.075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7:04.991" v="149" actId="2696"/>
        <pc:sldMkLst>
          <pc:docMk/>
          <pc:sldMk cId="2276131071" sldId="523"/>
        </pc:sldMkLst>
      </pc:sldChg>
      <pc:sldChg chg="add del">
        <pc:chgData name="christopher posadas" userId="c785335156d879ca" providerId="LiveId" clId="{C9D886FB-ED5B-489B-8330-669FD307C29D}" dt="2026-04-22T23:17:04.988" v="148" actId="2696"/>
        <pc:sldMkLst>
          <pc:docMk/>
          <pc:sldMk cId="2728595165" sldId="524"/>
        </pc:sldMkLst>
      </pc:sldChg>
      <pc:sldChg chg="add del">
        <pc:chgData name="christopher posadas" userId="c785335156d879ca" providerId="LiveId" clId="{C9D886FB-ED5B-489B-8330-669FD307C29D}" dt="2026-04-22T23:17:04.982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7:04.914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 del">
        <pc:chgData name="christopher posadas" userId="c785335156d879ca" providerId="LiveId" clId="{C9D886FB-ED5B-489B-8330-669FD307C29D}" dt="2026-04-22T23:17:04.865" v="145" actId="2696"/>
        <pc:sldMkLst>
          <pc:docMk/>
          <pc:sldMk cId="1110515987" sldId="527"/>
        </pc:sldMkLst>
      </pc:sldChg>
      <pc:sldChg chg="add del">
        <pc:chgData name="christopher posadas" userId="c785335156d879ca" providerId="LiveId" clId="{C9D886FB-ED5B-489B-8330-669FD307C29D}" dt="2026-04-22T23:17:04.825" v="144" actId="2696"/>
        <pc:sldMkLst>
          <pc:docMk/>
          <pc:sldMk cId="471598881" sldId="528"/>
        </pc:sldMkLst>
      </pc:sldChg>
      <pc:sldChg chg="add del">
        <pc:chgData name="christopher posadas" userId="c785335156d879ca" providerId="LiveId" clId="{C9D886FB-ED5B-489B-8330-669FD307C29D}" dt="2026-04-22T23:17:04.744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7:04.549" v="142" actId="2696"/>
        <pc:sldMkLst>
          <pc:docMk/>
          <pc:sldMk cId="2636663886" sldId="530"/>
        </pc:sldMkLst>
      </pc:sldChg>
      <pc:sldChg chg="add del">
        <pc:chgData name="christopher posadas" userId="c785335156d879ca" providerId="LiveId" clId="{C9D886FB-ED5B-489B-8330-669FD307C29D}" dt="2026-04-22T23:17:04.487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7:04.312" v="140" actId="2696"/>
        <pc:sldMkLst>
          <pc:docMk/>
          <pc:sldMk cId="34057583" sldId="532"/>
        </pc:sldMkLst>
      </pc:sldChg>
      <pc:sldChg chg="add del">
        <pc:chgData name="christopher posadas" userId="c785335156d879ca" providerId="LiveId" clId="{C9D886FB-ED5B-489B-8330-669FD307C29D}" dt="2026-04-22T23:17:04.245" v="139" actId="2696"/>
        <pc:sldMkLst>
          <pc:docMk/>
          <pc:sldMk cId="2874927200" sldId="533"/>
        </pc:sldMkLst>
      </pc:sldChg>
      <pc:sldChg chg="add del">
        <pc:chgData name="christopher posadas" userId="c785335156d879ca" providerId="LiveId" clId="{C9D886FB-ED5B-489B-8330-669FD307C29D}" dt="2026-04-22T23:17:04.174" v="138" actId="2696"/>
        <pc:sldMkLst>
          <pc:docMk/>
          <pc:sldMk cId="4139669514" sldId="534"/>
        </pc:sldMkLst>
      </pc:sldChg>
      <pc:sldChg chg="add del">
        <pc:chgData name="christopher posadas" userId="c785335156d879ca" providerId="LiveId" clId="{C9D886FB-ED5B-489B-8330-669FD307C29D}" dt="2026-04-22T23:17:04.168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7:04.085" v="136" actId="2696"/>
        <pc:sldMkLst>
          <pc:docMk/>
          <pc:sldMk cId="378545245" sldId="546"/>
        </pc:sldMkLst>
      </pc:sldChg>
      <pc:sldChg chg="add del">
        <pc:chgData name="christopher posadas" userId="c785335156d879ca" providerId="LiveId" clId="{C9D886FB-ED5B-489B-8330-669FD307C29D}" dt="2026-04-22T23:17:04.063" v="131" actId="2696"/>
        <pc:sldMkLst>
          <pc:docMk/>
          <pc:sldMk cId="3340557414" sldId="547"/>
        </pc:sldMkLst>
      </pc:sldChg>
      <pc:sldChg chg="add del">
        <pc:chgData name="christopher posadas" userId="c785335156d879ca" providerId="LiveId" clId="{C9D886FB-ED5B-489B-8330-669FD307C29D}" dt="2026-04-22T23:17:04.057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7:04.068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 del">
        <pc:chgData name="christopher posadas" userId="c785335156d879ca" providerId="LiveId" clId="{C9D886FB-ED5B-489B-8330-669FD307C29D}" dt="2026-04-22T23:17:04.054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 del">
        <pc:chgData name="christopher posadas" userId="c785335156d879ca" providerId="LiveId" clId="{C9D886FB-ED5B-489B-8330-669FD307C29D}" dt="2026-04-22T23:17:04.050" v="128" actId="2696"/>
        <pc:sldMkLst>
          <pc:docMk/>
          <pc:sldMk cId="2832855857" sldId="552"/>
        </pc:sldMkLst>
      </pc:sldChg>
      <pc:sldChg chg="add del">
        <pc:chgData name="christopher posadas" userId="c785335156d879ca" providerId="LiveId" clId="{C9D886FB-ED5B-489B-8330-669FD307C29D}" dt="2026-04-22T23:17:04.044" v="127" actId="2696"/>
        <pc:sldMkLst>
          <pc:docMk/>
          <pc:sldMk cId="801303929" sldId="553"/>
        </pc:sldMkLst>
      </pc:sldChg>
      <pc:sldChg chg="add del">
        <pc:chgData name="christopher posadas" userId="c785335156d879ca" providerId="LiveId" clId="{C9D886FB-ED5B-489B-8330-669FD307C29D}" dt="2026-04-22T23:17:04.038" v="126" actId="2696"/>
        <pc:sldMkLst>
          <pc:docMk/>
          <pc:sldMk cId="2888100334" sldId="554"/>
        </pc:sldMkLst>
      </pc:sldChg>
      <pc:sldChg chg="add del">
        <pc:chgData name="christopher posadas" userId="c785335156d879ca" providerId="LiveId" clId="{C9D886FB-ED5B-489B-8330-669FD307C29D}" dt="2026-04-22T23:17:04.032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7:04.028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62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25781 10190 8113,'-6'-6'-184,"-4"3"-275,6-5 820,-6 0 1,5-4-1,-3-1 1,4 1 666,2 0 1,-2-5-599,0 1 1,-4-2 0,2 3 0,1-3 140,-1-1 0,-3 4-135,1-1 1,-3-2-202,-2 2 1,-3-1 0,-2 5-1,0-1 160,1 1 0,-9 5-136,1 3 0,-6 4-167,2 4 0,-7 5 1,-1 7-1,-6 6-169,-5 5 0,-5 5 65,-1 5 1,-3 1 6,3 3 1,5-1 0,5 5 0,3 1-208,6 2 0,5 1-62,9 0 1,4 1 258,4-1 0,6-1 0,2-2 1,1-2 233,0-2 0,0 1-79,4-2 1,5 1-110,3 3 1,5-2-1,3-6 1,5-2 6,2-2 0,3-4-138,2-9 1,4-3 77,5-9 1,5 1 0,3-5 0,3-1-97,1-1 1,1-8 33,-1-2 1,-1-4 84,-3-5 1,-3 2 0,-6-5 0,-2-2 414,-1-1 0,-2-2-133,2 0 0,1-3-103,-5-1 1,4-4 0,-5 3 0,0 0 189,-2 0 0,-3-8-172,-2 1 0,-2 0-84,-3 0 0,-4 3 1,2-9-1,-4 2-13,-1 0 1,-3-4 42,-2 4 0,-3 0 47,-1 4 1,-1 2 0,-3 2 0,-5 4 146,-1 3 1,-8 5-150,-3 1 0,-3 5-35,-5-1 0,-3 2 0,-4 2 0,-1-1 127,0 1 0,-3-4-76,3-1 1,-2 5-121,6 4 0,-1 1 0,-1-3 0,4 3-42,1 2 0,-4 1 29,1 4 0,-3 1-117,-1 3 1,-4-1 0,2 4-1,2 0-111,3 0 0,5 2-173,-4 7 0,6 0 173,-2 4 0,7-4 0,3 5 0,1 1-284,3 1 0,-3 6 156,2 0 0,0 5 75,3-1 1,1 2 0,0 5 0,-1 2-78,1 3 0,0 6 154,-1-6 0,5 3 101,0 1 1,5 0 0,-1-1 0,3-3 61,1-4 0,1-2 58,3-3 1,3 1-93,5 0 1,5-5 0,1-4 0,1-3 29,3-4 1,1 0-34,1-4 0,1-2-45,0-7 1,1 3 0,4-3 0,5 2-79,5-2 1,5-2 34,-4-6 1,6 0 108,-2 0 0,-3-6 1,-1-4-1,-3-3 257,-1-4 0,-5-3-110,-4 3 0,3-4-37,-3 0 1,1-4 0,-3-2 0,3-3 202,3-1 0,7-1-187,-2-1 0,2-2-253,-6 2 0,1-3 0,-1-1 1,-5 1-59,-7-1 0,0 0 253,-9 0 0,3-4-11,-7 0 1,-2-3 0,-2 6 0,-3 2 380,-1 1 0,-1 5-150,-3 1 1,-3 4-137,-5 5 0,-2 2 0,-2 6 0,-5-1 56,-2 1 1,-3 0-186,-3-1 1,2 0-48,-6-4 1,4 2 0,-2-7 0,1-2-175,2-4 0,3 0-21,0 3 1,4 0 53,1 1 1,1 1 0,-2 2 0,3 6-80,1 6 0,2 3 52,-6 6 1,-1 1 103,-6 4 0,2 7 1,-6 8-1,-1 4 41,-4 0 0,-6-1-5,2-2 0,0 1 116,4-6 1,1 1 0,2-4 0,2 2 60,2 2 1,3 1-196,7-2 1,-2 3 32,5 6 0,-5 5 0,2 3 1,-2 4-16,1 4 1,-3 2-6,-1 7 0,1 1-69,-5-1 0,4 0 0,3-10 0,3-3-684,2-3 0,4-8-74,5-1-211,5-1 0,7-10 0,10 1 0,4-5 1080,4-6 0,17-47 0,-16 16 0,-1 0 0</inkml:trace>
  <inkml:trace contextRef="#ctx0" brushRef="#br0" timeOffset="1">10374 12072 7960,'-12'-5'0,"4"2"537,-1-5 0,7 4 2160,-2-4-1246,-3-1-774,5 3 290,-3 0 1,6 2 872,3 0-1158,-2 0-557,3 9 0,-3-2 0,0 5 0,2 3 0,-1 4-3,-1 6 1,-2 2-1,0 2 1,0 1-177,0 2 0,0-2-330,0 3 1,0 1 164,0-1-322,0 0 1,0-9-1,0-1 1,0-1-1768,0-3 660,0-7 640,0-2 1,1-8 1007,3-2 0,8-35 0,7-15 0</inkml:trace>
  <inkml:trace contextRef="#ctx0" brushRef="#br0" timeOffset="2">10300 12651 7960,'-12'-6'-864,"5"4"993,3-7 1,1 5 46,-1-4 1,3 4 110,-3-4 6,2 5 0,2-8 0,0 3 373,0-3 0,0 3 0,0 0 977,0-2-541,0 4-654,0-4 0,0 10-223,0 0 1,0 10-163,0 11 0,4 2 0,1 2 1,-3-1-156,0 1 0,-2 0-375,0-1 0,1-3-1342,3-1 1112,-2-5 1,4 2 696,-2-9 0,9-41 0,6-15 0</inkml:trace>
  <inkml:trace contextRef="#ctx0" brushRef="#br0" timeOffset="3">8971 13008 7960,'-7'-6'2210,"2"5"-760,5-5-556,-6 1-36,5 4-594,-4-5 1,5 12-1,0 2 1,0 3 0,0 2 36,0 4 1,0 6 0,0 7-1,0 2-118,0 2 0,0 1-276,0 2 1,0-1-1155,0-3 843,0 2 1,0-9 0,0 1 0,0-3 0,0-5-1476,0-1 1,1 1 1878,3-7 0,-3-8 0,5-11 0</inkml:trace>
  <inkml:trace contextRef="#ctx0" brushRef="#br0" timeOffset="4">8750 13758 7960,'-8'-4'1002,"-1"0"-190,7 0-265,-9 4 0,9 1 0,-3 3 378,-1 5-1139,5 2 0,-5 1-89,6 0 1,2 1 302,2-1 0,8 0 0,7 0 0</inkml:trace>
  <inkml:trace contextRef="#ctx0" brushRef="#br0" timeOffset="5">7704 14128 7937,'0'-13'0,"-4"5"588,-1 0 0,0 5 90,1-1 653,3 3 1,-6 1-612,3 0 0,2 1-376,-2 3-210,3 3 0,5 9 0,0 2 0,-1 1 0,-2 3-39,-1 1 0,0 3 1,0 2-1,0 0-571,0 0 1,0 2-447,0-1 1,0 5 401,0-1-334,0-3 1,0 4 0,0-5-1,0-2 854,0-1 0,11-18 0,3-4 0</inkml:trace>
  <inkml:trace contextRef="#ctx0" brushRef="#br0" timeOffset="6">7925 14669 7925,'-5'-12'28,"3"-1"157,-2 1 0,3 4 205,1 0 0,-4 4-290,0-5 1,0 5-57,4-4 194,0 5 0,0-4 399,0 3-176,0 3 314,0-10-284,0 10-228,0-5 40,0 6 87,0 0 0,0 6 0,0 3 1,0 8 580,0 7-896,0 6 1,-2 13-1,-1 3 1,-2 8-1,0 7-51,-1 7 1,2-30-1,0 1 89,2 0 0,0 0-266,-1-2 1,2-2-1,1 31 1,0-10-1,0-8 1,0-10-2048,0-8 1231,0-15 1,-2-4 968,-2-11 0,-19-43 0,-10-12 0</inkml:trace>
  <inkml:trace contextRef="#ctx0" brushRef="#br0" timeOffset="7">6916 15087 7948,'-4'-8'0,"0"0"0,-2 1 690,2-1 0,3 1 556,-3 3-158,2 3-900,2-5 0,0 12 0,0 3 1,0 5-1,0 4 26,0 1 0,0 1-586,0 5-101,6 0 0,-3-6 0,4-3 473,-2-2 0,10-13 0,-1-2 0</inkml:trace>
  <inkml:trace contextRef="#ctx0" brushRef="#br0" timeOffset="8">6252 15764 7933,'-13'6'620,"2"-4"-218,3 7-316,3-1-86,5 4 0,5-5 0,2-2 0</inkml:trace>
  <inkml:trace contextRef="#ctx0" brushRef="#br0" timeOffset="9">5575 16367 7933,'-13'0'2351,"1"0"-1999,0 6 1,5-4-159,3 7 1,2 0-26,2 8 0,0 3 0,0 9 0,0 4 356,0 2 1,0 8-230,0 2 0,-5 3-203,-3 1 0,1-5 0,0-3 0,0-4 40,0-5 1,5-6-490,-2-5-924,2-6 897,8 3 1,-4-12 0,7-1 382,0-4 0,13-28 0,4-8 0</inkml:trace>
  <inkml:trace contextRef="#ctx0" brushRef="#br0" timeOffset="10">4270 17216 7678,'-5'13'-497,"2"-2"1718,-5-3-787,5-3 1,-2-6 228,5-3-382,0 2 1,0-8 0,0 1-1,0-2 1045,0-1-1255,0 5 0,0 3-217,0 8 0,0 3 1,0 5-1,0 1-505,0-1 1,0 0-934,0 1 1584,0-7 0,16 33 0,5 2 0</inkml:trace>
  <inkml:trace contextRef="#ctx0" brushRef="#br0" timeOffset="11">12269 12282 7815,'-12'-6'0,"0"-1"870,-1-5 0,1 5 1,0 3-1,-1 3 1496,1 1 0,4 0-447,0 0 0,1 1-689,-1 3 0,2-1 581,6 5-1190,0-5 0,2 4 1211,2-3-1467,3-3 0,5 5 0,2-6 0,1 0-365,1 0 0,4 0 0,-3 0 0,5 0 0,-2 0 0,4 0 0,-4-2 0,1-1 0,-1-1 0,1 2 0,-1 0 0,-5-3 0,4 3 0,-4-3 0,2 1-1113,-2 0 755,-7 0 245,-3 4 44,-16 0 1,5 1-115,-7 3-110,1-2 5,11 3 0,-5-6-55,6-3 1,-1-2-1,-2-4-38,-1 2 470,0 0-95,-2-4 1,0-1-1,-7 1-409,1 0 1,0 5 117,-1 3 0,1-2-585,0 2 620,-1 0 0,1 0 0,0 0 0,-2 1 0,-1 2-41,-1 1 1,-2 0-1,3 0 1,-3 0 102,-1 0 0,3 1 257,-5 3 1,5 3 6,-5 6-85,6-1 1,-7 2-1,6 2 1,-1 4-1,1 4-287,0 0 1,-1 2-209,5 3 481,5 2 1,-3 6-1,6 2 1,2 0-1,0 2 52,2-1 1,2 1-1,0-3 1,4-2 629,1-1 0,5-5-337,4-1 0,6-8 760,-1-5-618,2-2 1,3-7-1,3-5 1,4-4 0,3-9 1472,5-8-1469,3-7 0,5-7 1,-2 0-1,-6 1 0,-8 4-548,-6 3 1,-8 13-813,-2 0 55,-4 7 0,-4 0 1,-1 6 848,1 3 0,8 9 0,2 6 0</inkml:trace>
  <inkml:trace contextRef="#ctx0" brushRef="#br0" timeOffset="12">12897 12614 7827,'-12'0'1190,"-1"0"1,1 0-365,0 0 1,5 1 715,3 3 0,2 7-1115,2 6 0,-4 5 1,0-3-1,1 3 178,2 2 0,2-2-324,4 7 0,-3-5 932,6-3-750,1 2 1,-1-9 0,1 1 0,4-4-1,2-4 251,0-2 0,4-1 0,0-4 0,2-1-221,-1-3 0,1-2-275,3-2 0,-5-7-1551,-2 3 0,-4-3 0,-2 1 1,-1-1 1332,-2-1 0,-16-12 0,0 2 0</inkml:trace>
  <inkml:trace contextRef="#ctx0" brushRef="#br0" timeOffset="13">12897 12392 7827,'-12'-1'0,"-1"-3"0,1 1 0,0-5 0,-1 5 7182,1-1-5157,5 3 0,4-3-2025,12 0 0,21-12 0,15 3 0</inkml:trace>
  <inkml:trace contextRef="#ctx0" brushRef="#br0" timeOffset="14">13931 12478 7828,'-17'0'107,"1"0"1,-1 0 148,5 0 0,0 0 1086,-1 0 564,1 0 286,5 6-1275,2-5-269,16-6 0,-7-3 0,8-10 0,1 1 532,2 1 0,-2-4-699,4 3 1,0-5 211,0 2-590,5-3 1,-3 2 0,5 2-1,0 1 1,-2 3-128,-2 1-57,1 2 0,2 5 0,-3 3 0,-3 3 0,-2 2-690,1 3 0,-3 4-201,-1 9 750,0-3 0,-6 5 0,3-4 1,-1 2-1,2 1-247,1 0 1,-3-3 488,0-7 0,1 3 1,3-4-1,0 1-79,0 0 128,1-5 0,-1 4 1,0-4-1,1 1 52,-1-1 1,0-2-64,1-1 218,-1 0-230,0 0 0,0 0 1,-1-1-1,-1-2 1,-2-3 157,2 0 1,-3 1-1,-1-3 3,0-1 0,-2 2-170,-4-1 0,1 1 0,2-3 0,1 2-49,-1-2-234,-2 0 0,1-3-137,2 1 1,-3 4-507,3-1 704,-2 7 0,-4-4 42,-2 6 65,3 0 1,-6 0-1,3 0 8,-4 0 0,1 2 0,0 2 59,2 4 0,-4 3 16,5 1 0,-4 1-75,4-1 84,-6 0 0,8 5 0,-5-1 1,0-1-1,1 0 80,1 1 1,-5-2 0,4 3 0,-3-4-52,1-1 0,4-1 1,-4-2-31,0 2 1,-5-9 0,1 5-29,0-1 0,1-4 21,3-6 1,-2 2-12,6-7 1,-2 1-1,4-4 1,-4-2 65,-1-2 1,3 2 12,-4-2 0,5 1 84,-1-2-119,-3 4 0,5-7 0,-5 5 0,0-1 0,2 1 75,-1 1 0,-2 2 0,2 1 0,1 1-61,-1 2 1,-2 4-63,4-4 0,-5 4-48,0-4 22,-2 5 0,-1-3 70,0 6-169,0 0 0,-1 0 1,0 0-1,-2 2-90,-2 2 0,1-1 1,3 5-1,1 1-33,0 2 1,-1 2 91,1-1 0,0 0 1,0 2-1,-1 2 115,1 5 1,-4 2 33,-1 2 1,-3-1 0,3 1-1,2-1 120,1 1 1,2-2-92,0-2 96,5-3-133,2-12 1,5-3-11,0-11 1,4-2 0,1-9 0,2 0 17,3 0 1,0-2 61,3-3 1,-1 1 0,0 1 0,1 3 102,-1 1 1,0-3 65,1 5 1,-1 0 0,0 3 0,1 1 79,-1 0 1,-4 3-236,0 1 1,0 5-1,5-1 1,-1 4 5,0 4 0,-3 3-275,-1 6 1,0-1-125,4 0 273,1 1 1,-1 3 0,0 0 0,1-1 0,-1-1 189,0-2 1,0 1-1,1-1 1,-1 0 246,0 1 1,1-1 29,-1 0-288,0 0 0,1-3 0,-1-1 0,0 1 0,-1 2 16,-3 2 1,3-5-12,-3 0-106,3-5 0,2 6 1,-1-4-1,0-3 0,1 0 77,-1-2 0,2 0 0,1 0 0,1-2 241,-1-2 0,4-3-54,2-5 1,-2 0-1,0-2 1,0-1 341,0-1 0,-4-5-367,2 5 1,-5-1-958,-4 5-2422,-2 0 3122,-6 5 0,-17 18 0,-3 9 0</inkml:trace>
  <inkml:trace contextRef="#ctx0" brushRef="#br0" timeOffset="15">15752 11986 7747,'-4'-8'162,"0"0"1,-2 0-49,2-5 1151,-3 6 1,-9 2-699,0 5 1,-6 1 0,1 5 0,-2 5 175,-2 4 0,-3 7-304,-1-2 0,1 3-230,8 2 1,-3 0 0,4-1 0,-1 0 136,4-4 0,6 2-37,2-6 0,6 5-45,-3-5 0,5 1 0,5-5 0,4-1-137,6-3 1,0 2 32,6-6 1,-1 0-92,5-4 0,1 0 0,1 0 0,2-1-106,-2-4 1,-5 4-88,-1-3 1,-6-2-17,1 2 1,-6 0 0,-5 4 157,-4 0 0,-3 0 223,-11 0 1,-4 0-355,-4 0 0,-3 2 1,-4 2-1,-2 4-275,-1 3 0,-2 3 258,-4 2 0,5 3 94,4 6 0,-2 3 0,1 3 0,3 0 20,4 3 1,4-2-101,6 0 0,5-4 289,3 0-139,3-2 0,2-6 1,5-4-1,4-2 1,8-3 963,5-3 0,1 1-196,9-4-340,-1-1 0,11-10 0,2-3 0,3-5 0,0-4 1160,-3-1 0,-4 5-654,-8 2-1686,-3 0 0,-11 10 0,-3-2 1,-2 4 717,-2 4 0,-16 14 0,-4 8 0</inkml:trace>
  <inkml:trace contextRef="#ctx0" brushRef="#br0" timeOffset="16">25055 11088 8031,'0'-7'-295,"0"-4"0,0 8 389,0-5 1,0 4 102,0-4 1,0 0-1,0-5 158,0 1 1,0 4-108,0 0 0,-4 4 438,0-5-344,0 1 0,4 0 0,0 0 1366,0-2-1210,0 5 642,0-1-407,0 6 1,0 2-298,0 2-347,0 8 0,-1 3 0,-2 6 0,-1 2 0,1 3 98,2 2 0,-3 7-193,0-3 33,0 4 0,-1 2 0,1 2 1,2 2-1,0 1-95,2-1 0,0 2-129,0-7 221,0 2 0,0-13 0,0 3 0,0-1 0,0-1 114,0 2 0,0-1 49,0-3-103,0 0 1,-1 0-1,-2 3 1,-1 1-1,0-1 76,-2 2 1,5-4-16,-3 3-229,3 2 0,1-5 1,0 3-1,0-4 0,1-3-100,3-2 0,-3 1 208,4 3-71,1-5 1,-4 3 0,2-5 0,-3-1 0,-1 2-51,0 2 1,0-2-57,0-1 162,0 2 1,0-4 0,0 5 0,0 1 0,0-1 59,0 1 0,-4-1 236,0 5-289,0 0 0,4 3 1,-1 1-1,-2-2 0,-1-1-58,1-1 0,2-2 77,1-2-58,0 2 0,0-9 0,0 2 0,0-1 0,0 0-36,0 2 0,0-1 37,0-4 9,0 1 0,0 3 1,0 0-1,0 1 1,0-1 17,0 1 0,0 4-269,0 0 256,-6 2 1,5 2 0,-3 1 0,1 1-1,0 2 9,-1-2 1,0 3 47,4-1 1,-4-2-1,0-5 1,1-1 106,2 1 0,1-1-141,0 0 1,0 1-39,0-6 0,0 5 0,0-3 0,0-1-79,0 1 1,0 3 32,0-5 0,0 2 1,0-3-1,0 3 6,0 1 0,0-4 30,0 1 0,0 2 1,0-2 1,0 6-1,0-3 1,-2 2-87,-2-1 0,3 0 260,-3 0 0,2 3-71,2-2 0,0-2 0,0 0 1,0 0 173,0 0 0,-4 1-13,0 0 1,0 2-137,4-6 0,0 2 1,0-1-1,0 3 23,0 3 0,0-2-158,0-1 1,0 1-85,0 3 1,0 5 0,0 0-1,0 0-132,0 1 0,0-4 193,0 2 0,-4 2 57,0-1 0,0 0 1,2-4-1,0-1 129,-2 1 1,-1 3-184,5 1 1,0 1-47,0-1 1,-4 1-1,0 4 1,2-1 20,0 1 0,2-4 19,0-1 0,0 1 14,0-1 0,0 0 0,0-5 0,0 1-136,0-1 0,0 1-93,0 0 1,0-1 92,0 1 0,0 4 1,-1 1-1,-2 1-28,-1 3 0,0 3 104,4 4 0,0-3 79,0 3 1,0-2-1,-2-2 1,0-2 177,-2-2 1,0-3-14,4-5 1,0-1-132,0 1 0,0-2 1,0-1-1,0-3-402,0-1 1,1 0 5,3-2 1,-3-1 160,3 6 0,-2-5 0,-2 5 0,0 1-245,0 1 0,0 4 83,0-2 1,0 1-232,0-10 0,-4 1 626,0-5 0,-17-33 0,1-7 0</inkml:trace>
  <inkml:trace contextRef="#ctx0" brushRef="#br0" timeOffset="17">27234 13918 7968,'-9'0'-124,"1"0"1,0 0 81,-4 0 1,4 0 868,-1 0 1,5 0 44,-4 0 335,5 0 1,-2 0-370,5 0 915,0 0-1145,0-5 1,4-2-314,0-5 0,4-1 240,-4 1-420,6-6 1,-7-1-1,5-7 1,0-4-1,0-7 502,0-7-664,1-9 1,2-7 0,-2-7 0,-5 32-1,-1 0 1,0-1 0,1 0-100,-1-1 0,1 1 0,-3 0 1,0 1-1,3-25 0,-2 3-444,-2 3 0,-2 5-521,-2 4 0,2 12 0,-7 11-2590,0 7 3701,3 0 0,-15 30 0,0 0 0</inkml:trace>
  <inkml:trace contextRef="#ctx0" brushRef="#br0" timeOffset="18">27086 13057 7968,'-12'5'2598,"5"-3"-536,1 9-1506,6-10 1,2 3-67,2-8 1,-1-4 0,5-10 0,3-5 229,4-5 1,-2-7-417,4-2 0,1 0-263,-2-4 53,6-3 0,-7 7 0,4 2 1,-1 9-1,-3 9-178,-1 8 0,-2 12 100,0 13-252,0 9 0,-5 21 1,-3 5-1,-1 2 1,0 2-1540,1-3 1,0-9 1774,-4-6 0,6-22 0,0-11 0</inkml:trace>
  <inkml:trace contextRef="#ctx0" brushRef="#br0" timeOffset="19">21400 14472 7968,'-12'-1'1198,"0"-3"585,0 2-215,-1-3 1,2-1-980,3-2 0,3-4 0,5-5 1,1-4 34,3-7 0,3-10-392,5-11 1,2-7-462,2-10 1,-8 30-1,-1-2 1,3-3 0,0 0-1,-1-1 1,-1 1-239,0-1 0,-1 2 0,2 3 0,0 1-212,8-25 679,-1 10 0,-9 14 0,-2 7 0</inkml:trace>
  <inkml:trace contextRef="#ctx0" brushRef="#br0" timeOffset="20">21327 13795 16818,'1'-18'588,"3"-2"1,3-10-515,5-7 1,6-11 21,3-9 1,6-2-256,2 1 0,1 6 0,-3 13 0,2 11-239,-2 13 1,-6 22 340,-5 18 0,-8 21-50,-4 20 47,-3-31 0,0 1 0,-1 32 1,0-3-1,0-8 0,0-9-847,0-10 0,1-9 907,3-13 0,14-48 0,8-23 0</inkml:trace>
  <inkml:trace contextRef="#ctx0" brushRef="#br0" timeOffset="21">20047 15789 7968,'-8'7'1331,"-1"-3"1,5-3-681,-4-1 1,5-7 163,-1-5 0,3-7 142,1-10-788,5-8 0,2-12 1,5-10-1,1-5 1,-7 29-1,0-1 72,0-2 1,0-1-242,1-3 1,-1-2 0,-2 0 0,0-1 0,0-1 0,0 1-1,1 0 1,0 2 0,0 3 0,-1 1-776,0 2 0,0 1 0,3-28 34,-3 11 1,-2 10-1,2 15 1,-3 3-2504,-1 5 3244,0 2 0,6 22 0,1 4 0</inkml:trace>
  <inkml:trace contextRef="#ctx0" brushRef="#br0" timeOffset="22">20071 14841 7968,'-8'-4'-516,"0"0"516,5 0 0,-8-1 0,9 3 2108,-7-2 1,7 1-844,-2-1 1,2 1-707,2-5 0,2 0-166,2-4 0,-2-2 0,8-4 0,2-6 115,3-8 0,7-9-559,-1-4 1,2-1-790,2 0 835,-6 4 1,3 16-1,-6 7 1,-1 9-1,-1 13-355,-2 12 1,-5 17 119,-3 17-132,-3 6 0,-1 5 1,0-4-1,2-7 372,2-7 0,14-25 0,8-8 0</inkml:trace>
  <inkml:trace contextRef="#ctx0" brushRef="#br0" timeOffset="23">23886 16847 7909,'-5'-12'1035,"2"-2"228,-5-2 1,5-6-581,-1-11 1,3-5-1,1-14 1,0-4 40,0-6 1,2 26 0,0-2-543,0 2 1,0-1 0,2-2-1,2 0-1423,-2 0 1,0 0 1059,1-2 1,1 1-1,-1 0 1,1-1 0,-1 3-1,-1 1 1,3-27 0,-2 15-2436,-2 13 1227,-1 20 1,-7 10 1388,1 14 0,-16 36 0,-1 10 0</inkml:trace>
  <inkml:trace contextRef="#ctx0" brushRef="#br0" timeOffset="24">23788 16146 7909,'-7'0'2952,"2"0"-2133,-1 0 697,5 0-780,-5 0-359,6-6 1,2-1 0,0-6 0,4-5 0,1-5 85,2-5 0,2-10-123,2 1-405,-1-8 1,4 1 0,2-4-1,1 3 1,3 6-95,1 4 1,-2 12 0,-2 11 0,0 11-267,0 12 1,-4 12 167,2 22 1,-9 1 45,-4 12 0,-3-1 0,-1 3 1,0-2-428,0-5 0,0-8-223,0-4 0,0-9 861,0-8 0,-11-43 0,-2-16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A4E4-2DEA-9DD1-484A-9D59CD8B1C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Degrees of Freedom, Subspaces, and Identifiability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5B2DE-B248-F0D5-B911-B7598DDAA6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8</a:t>
            </a:r>
          </a:p>
          <a:p>
            <a:r>
              <a:rPr lang="en-US"/>
              <a:t>Built from current MLR slides 60-72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7271F-0E13-187F-E97B-2E1A5A99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4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E56-50F5-C295-9E96-8A0C197A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Degrees of Freedom Anyways?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8C03-A959-5A91-B702-488D65916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have you heard this defined as?</a:t>
            </a:r>
          </a:p>
          <a:p>
            <a:r>
              <a:rPr lang="en-US" err="1"/>
              <a:t>Df</a:t>
            </a:r>
            <a:r>
              <a:rPr lang="en-US"/>
              <a:t>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F1DD-4E40-CD7B-6DC3-7ADFF3A6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8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4432-EA8C-0323-4325-3C381034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observations, shown as a vector of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7D547-0845-E99A-D60D-0143C8B8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0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5E2D-9D26-68BA-9C34-34093B31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5996-7144-D53D-8581-C368191F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8124-3600-87EE-06B7-5BB5126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EF75-B0C1-5DF1-DC7B-7F0788BE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A2C-DC30-23EE-9E6F-683C2FF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this decomposes into a residual vector and a sample mean vector.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6CF1-1C05-42F6-C347-226190BB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6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6FA0-C11A-1E85-BCD2-2D5EE1CD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942-1309-B3C3-03E7-9AF9E28D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the original sample size is 2,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itself has 2 degrees of freedom.</a:t>
                </a:r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D100-C4F7-A3E2-9C80-61A822A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4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45DA-27D9-6627-FF6F-849AFD74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DE2A-27DF-DA8E-F18A-7226F281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5BDF-3310-DA3C-6D9F-20BA005C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58CFB2-EC89-7967-2632-ADB7857EE9F3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9985A-A8AF-0D44-322D-708E73A2E2AC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18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CEA0-C68C-3C43-EAA1-7F2F2DF2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FB82-5D70-F4C9-D23E-77A6EC2D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 residual variation must lie on the</a:t>
                </a:r>
                <a:br>
                  <a:rPr lang="en-US"/>
                </a:br>
                <a:r>
                  <a:rPr lang="en-US">
                    <a:solidFill>
                      <a:srgbClr val="FF9300"/>
                    </a:solidFill>
                  </a:rPr>
                  <a:t>residual vector.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9245-96CD-E60E-1DE3-9CD943D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01C87-65E2-7FC7-6E2D-27525E0AFE09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F1F26-041C-6A29-B1F0-7F9FB08EBBE8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A13B7-00E3-5D93-41C5-31515F6168C2}"/>
              </a:ext>
            </a:extLst>
          </p:cNvPr>
          <p:cNvCxnSpPr/>
          <p:nvPr/>
        </p:nvCxnSpPr>
        <p:spPr>
          <a:xfrm flipV="1">
            <a:off x="7856570" y="2734733"/>
            <a:ext cx="203697" cy="1283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684A22-93CA-1DD0-C9CC-FEC01D6DB770}"/>
              </a:ext>
            </a:extLst>
          </p:cNvPr>
          <p:cNvCxnSpPr>
            <a:cxnSpLocks/>
          </p:cNvCxnSpPr>
          <p:nvPr/>
        </p:nvCxnSpPr>
        <p:spPr>
          <a:xfrm flipV="1">
            <a:off x="7865535" y="3217333"/>
            <a:ext cx="745065" cy="80083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E66A84-84F9-14AF-3B83-F8C5C9E624BC}"/>
              </a:ext>
            </a:extLst>
          </p:cNvPr>
          <p:cNvCxnSpPr>
            <a:cxnSpLocks/>
          </p:cNvCxnSpPr>
          <p:nvPr/>
        </p:nvCxnSpPr>
        <p:spPr>
          <a:xfrm flipH="1" flipV="1">
            <a:off x="7255933" y="3429000"/>
            <a:ext cx="609602" cy="589165"/>
          </a:xfrm>
          <a:prstGeom prst="straightConnector1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77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28B1-221C-ECF3-4C9F-015AA18E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rallelogram 22">
            <a:extLst>
              <a:ext uri="{FF2B5EF4-FFF2-40B4-BE49-F238E27FC236}">
                <a16:creationId xmlns:a16="http://schemas.microsoft.com/office/drawing/2014/main" id="{F23B1888-7089-B51F-BDE9-64DBE6E95855}"/>
              </a:ext>
            </a:extLst>
          </p:cNvPr>
          <p:cNvSpPr/>
          <p:nvPr/>
        </p:nvSpPr>
        <p:spPr>
          <a:xfrm rot="714894" flipH="1">
            <a:off x="5469467" y="2462253"/>
            <a:ext cx="4089400" cy="3849647"/>
          </a:xfrm>
          <a:prstGeom prst="parallelogram">
            <a:avLst>
              <a:gd name="adj" fmla="val 51105"/>
            </a:avLst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DA3D4-081C-6964-B59C-D1FF0D73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We’ll demo this more clearly</a:t>
                </a:r>
                <a:br>
                  <a:rPr lang="en-US"/>
                </a:br>
                <a:r>
                  <a:rPr lang="en-US"/>
                  <a:t>in </a:t>
                </a:r>
                <a:r>
                  <a:rPr lang="en-US" err="1"/>
                  <a:t>desmos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58F64-781F-8633-ADE4-51EE2F279668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0" cy="46110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B335F-B1B4-DC18-0CD9-86E74EB97011}"/>
              </a:ext>
            </a:extLst>
          </p:cNvPr>
          <p:cNvCxnSpPr>
            <a:cxnSpLocks/>
          </p:cNvCxnSpPr>
          <p:nvPr/>
        </p:nvCxnSpPr>
        <p:spPr>
          <a:xfrm flipH="1">
            <a:off x="5960533" y="3344333"/>
            <a:ext cx="4250267" cy="20263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DE7EC-A47F-BFF2-AD08-6C207EF313B1}"/>
              </a:ext>
            </a:extLst>
          </p:cNvPr>
          <p:cNvCxnSpPr>
            <a:cxnSpLocks/>
          </p:cNvCxnSpPr>
          <p:nvPr/>
        </p:nvCxnSpPr>
        <p:spPr>
          <a:xfrm flipH="1" flipV="1">
            <a:off x="6163733" y="3484983"/>
            <a:ext cx="3191934" cy="3007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C72CEB-773F-70B0-7D3C-5D26278543EC}"/>
              </a:ext>
            </a:extLst>
          </p:cNvPr>
          <p:cNvCxnSpPr>
            <a:cxnSpLocks/>
          </p:cNvCxnSpPr>
          <p:nvPr/>
        </p:nvCxnSpPr>
        <p:spPr>
          <a:xfrm flipV="1">
            <a:off x="7407837" y="2074333"/>
            <a:ext cx="3310963" cy="2599206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/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/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0A6510-AEE5-6DA8-FD01-018DC9363247}"/>
              </a:ext>
            </a:extLst>
          </p:cNvPr>
          <p:cNvCxnSpPr>
            <a:cxnSpLocks/>
          </p:cNvCxnSpPr>
          <p:nvPr/>
        </p:nvCxnSpPr>
        <p:spPr>
          <a:xfrm flipV="1">
            <a:off x="7407837" y="1136691"/>
            <a:ext cx="2504375" cy="35368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76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Degrees of Freedom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Regression decomposes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into two pieces: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spanned by 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and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of the where the residuals live</a:t>
                </a:r>
              </a:p>
              <a:p>
                <a:pPr marL="457200" lvl="1" indent="0">
                  <a:buNone/>
                </a:pPr>
                <a:r>
                  <a:rPr lang="en-US"/>
                  <a:t>(1) and (2) are orthogonal complements. </a:t>
                </a:r>
                <a:r>
                  <a:rPr lang="en-US" i="1"/>
                  <a:t>Every vector </a:t>
                </a:r>
                <a:r>
                  <a:rPr lang="en-US"/>
                  <a:t>in (1)</a:t>
                </a:r>
                <a:r>
                  <a:rPr lang="en-US" i="1"/>
                  <a:t> </a:t>
                </a:r>
                <a:r>
                  <a:rPr lang="en-US"/>
                  <a:t>is orthogonal to </a:t>
                </a:r>
                <a:r>
                  <a:rPr lang="en-US" i="1"/>
                  <a:t>every vector (the </a:t>
                </a:r>
                <a:r>
                  <a:rPr lang="en-US" b="1" i="1"/>
                  <a:t>residuals</a:t>
                </a:r>
                <a:r>
                  <a:rPr lang="en-US" i="1"/>
                  <a:t>) </a:t>
                </a:r>
                <a:r>
                  <a:rPr lang="en-US"/>
                  <a:t>in (2).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351D-5E7B-AC32-ED13-87A164FA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F97FC-171C-478E-0F69-1D62DD907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0386" y="3630082"/>
            <a:ext cx="4700428" cy="290883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B4D9F79-FAC7-A85A-D529-D946106F8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304" y="4002295"/>
            <a:ext cx="3071038" cy="25366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14:cNvPr>
              <p14:cNvContentPartPr/>
              <p14:nvPr/>
            </p14:nvContentPartPr>
            <p14:xfrm>
              <a:off x="1528560" y="3530880"/>
              <a:ext cx="8315640" cy="2716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360" y="3514680"/>
                <a:ext cx="8348040" cy="27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51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8197" r="-2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8197" r="-1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8197" r="-662" b="-472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9811" r="-2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9811" r="-1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9811" r="-662" b="-171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5806" r="-2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5806" r="-1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5806" r="-662" b="-1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952" r="-20066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37683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CB5E-C0DC-D0EA-DF10-953A5C2E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FC2E-A484-9647-27F1-CFE6CF79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Degrees of Freedom as Leftover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Sample mean: We started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lvl="1"/>
                <a:r>
                  <a:rPr lang="en-US"/>
                  <a:t>Estimating the mean constrains the data on a 1-dimensional subspace.</a:t>
                </a:r>
              </a:p>
              <a:p>
                <a:pPr lvl="1"/>
                <a:r>
                  <a:rPr lang="en-US"/>
                  <a:t>The remaining variation (residuals) live in an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dimensional orthogonal complement.</a:t>
                </a:r>
              </a:p>
              <a:p>
                <a:pPr lvl="1"/>
                <a:r>
                  <a:rPr lang="en-US"/>
                  <a:t>This is why the sample variance divides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! (This is </a:t>
                </a:r>
                <a:r>
                  <a:rPr lang="en-US" err="1"/>
                  <a:t>Df</a:t>
                </a:r>
                <a:r>
                  <a:rPr lang="en-US"/>
                  <a:t>).</a:t>
                </a:r>
              </a:p>
              <a:p>
                <a:r>
                  <a:rPr lang="en-US"/>
                  <a:t>SLR: 2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/>
                  <a:t>2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2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a 2-dimensional plane, which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Residuals live in the orthogonal complement: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MLR: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-dimensional subspace (a hyperplane).</a:t>
                </a:r>
              </a:p>
              <a:p>
                <a:pPr lvl="1"/>
                <a:r>
                  <a:rPr lang="en-US"/>
                  <a:t>Residuals live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-dimensional orthogonal complement.</a:t>
                </a:r>
              </a:p>
              <a:p>
                <a:r>
                  <a:rPr lang="en-US"/>
                  <a:t>This is why the denominator of the F-test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  <a:blipFill>
                <a:blip r:embed="rId2"/>
                <a:stretch>
                  <a:fillRect l="-734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4827-7AC8-B3C7-6333-647A62D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8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8445-9D09-5955-C389-A5959548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There is a </a:t>
                </a:r>
                <a:r>
                  <a:rPr lang="en-US" b="1"/>
                  <a:t>unique</a:t>
                </a:r>
                <a:r>
                  <a:rPr lang="en-US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not zero. What does this mean?</a:t>
                </a:r>
              </a:p>
              <a:p>
                <a:r>
                  <a:rPr lang="en-US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happen?</a:t>
                </a:r>
              </a:p>
              <a:p>
                <a:r>
                  <a:rPr lang="en-US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are linearly dependent. What does this mean?</a:t>
                </a:r>
              </a:p>
              <a:p>
                <a:r>
                  <a:rPr lang="en-US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i="1"/>
                  <a:t>not identified</a:t>
                </a:r>
                <a:r>
                  <a:rPr lang="en-US"/>
                  <a:t>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BED-53C5-10B6-8D06-A7140B82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2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6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687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Degrees of Freedom, Subspaces, and Identifiability</vt:lpstr>
      <vt:lpstr>What are Degrees of Freedom Anyways?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The Design Matrix X and Degrees of Freedom</vt:lpstr>
      <vt:lpstr>The “Big 4” Subspaces</vt:lpstr>
      <vt:lpstr>Degrees of Freedom as Leftover Dimensions</vt:lpstr>
      <vt:lpstr>Identifiability</vt:lpstr>
      <vt:lpstr>Non-Identifiability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