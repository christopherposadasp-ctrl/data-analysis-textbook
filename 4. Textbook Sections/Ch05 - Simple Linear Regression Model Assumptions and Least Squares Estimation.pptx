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8"/>
  </p:notesMasterIdLst>
  <p:sldIdLst>
    <p:sldId id="256" r:id="rId5"/>
    <p:sldId id="259" r:id="rId6"/>
    <p:sldId id="260" r:id="rId7"/>
    <p:sldId id="261" r:id="rId8"/>
    <p:sldId id="264" r:id="rId9"/>
    <p:sldId id="262" r:id="rId10"/>
    <p:sldId id="289" r:id="rId11"/>
    <p:sldId id="265" r:id="rId12"/>
    <p:sldId id="266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0" r:id="rId22"/>
    <p:sldId id="277" r:id="rId23"/>
    <p:sldId id="279" r:id="rId24"/>
    <p:sldId id="280" r:id="rId25"/>
    <p:sldId id="281" r:id="rId26"/>
    <p:sldId id="283" r:id="rId27"/>
    <p:sldId id="293" r:id="rId28"/>
    <p:sldId id="284" r:id="rId29"/>
    <p:sldId id="294" r:id="rId30"/>
    <p:sldId id="308" r:id="rId31"/>
    <p:sldId id="298" r:id="rId32"/>
    <p:sldId id="296" r:id="rId33"/>
    <p:sldId id="299" r:id="rId34"/>
    <p:sldId id="309" r:id="rId35"/>
    <p:sldId id="310" r:id="rId36"/>
    <p:sldId id="31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C9FB58-D9E4-403D-B254-754F0FABD7A8}" v="3" dt="2026-04-22T22:21:44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11" autoAdjust="0"/>
    <p:restoredTop sz="82586" autoAdjust="0"/>
  </p:normalViewPr>
  <p:slideViewPr>
    <p:cSldViewPr snapToGrid="0">
      <p:cViewPr varScale="1">
        <p:scale>
          <a:sx n="79" d="100"/>
          <a:sy n="79" d="100"/>
        </p:scale>
        <p:origin x="43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undo custSel addSld delSld modSld">
      <pc:chgData name="christopher posadas" userId="c785335156d879ca" providerId="LiveId" clId="{C9D886FB-ED5B-489B-8330-669FD307C29D}" dt="2026-04-22T23:15:47.093" v="163"/>
      <pc:docMkLst>
        <pc:docMk/>
      </pc:docMkLst>
      <pc:sldChg chg="del">
        <pc:chgData name="christopher posadas" userId="c785335156d879ca" providerId="LiveId" clId="{C9D886FB-ED5B-489B-8330-669FD307C29D}" dt="2026-04-22T19:09:03.092" v="34" actId="2696"/>
        <pc:sldMkLst>
          <pc:docMk/>
          <pc:sldMk cId="109857222" sldId="256"/>
        </pc:sldMkLst>
      </pc:sldChg>
      <pc:sldChg chg="modSp add mod">
        <pc:chgData name="christopher posadas" userId="c785335156d879ca" providerId="LiveId" clId="{C9D886FB-ED5B-489B-8330-669FD307C29D}" dt="2026-04-22T23:15:46.104" v="162" actId="20577"/>
        <pc:sldMkLst>
          <pc:docMk/>
          <pc:sldMk cId="441861587" sldId="256"/>
        </pc:sldMkLst>
        <pc:spChg chg="mod">
          <ac:chgData name="christopher posadas" userId="c785335156d879ca" providerId="LiveId" clId="{C9D886FB-ED5B-489B-8330-669FD307C29D}" dt="2026-04-22T23:15:46.088" v="161" actId="20577"/>
          <ac:spMkLst>
            <pc:docMk/>
            <pc:sldMk cId="441861587" sldId="256"/>
            <ac:spMk id="2" creationId="{D3F7DEAE-8AC6-24B5-8A1C-2495745DA3ED}"/>
          </ac:spMkLst>
        </pc:spChg>
        <pc:spChg chg="mod">
          <ac:chgData name="christopher posadas" userId="c785335156d879ca" providerId="LiveId" clId="{C9D886FB-ED5B-489B-8330-669FD307C29D}" dt="2026-04-22T23:15:46.104" v="162" actId="20577"/>
          <ac:spMkLst>
            <pc:docMk/>
            <pc:sldMk cId="441861587" sldId="256"/>
            <ac:spMk id="3" creationId="{39DCDA87-734F-EF54-9819-4A5C48B89F1E}"/>
          </ac:spMkLst>
        </pc:spChg>
      </pc:sldChg>
      <pc:sldChg chg="addSp modSp add del mod setBg">
        <pc:chgData name="christopher posadas" userId="c785335156d879ca" providerId="LiveId" clId="{C9D886FB-ED5B-489B-8330-669FD307C29D}" dt="2026-04-22T23:15:46.077" v="159" actId="2696"/>
        <pc:sldMkLst>
          <pc:docMk/>
          <pc:sldMk cId="491210050" sldId="256"/>
        </pc:sldMkLst>
        <pc:spChg chg="add mod">
          <ac:chgData name="christopher posadas" userId="c785335156d879ca" providerId="LiveId" clId="{C9D886FB-ED5B-489B-8330-669FD307C29D}" dt="2026-04-22T19:09:03.414" v="45" actId="948"/>
          <ac:spMkLst>
            <pc:docMk/>
            <pc:sldMk cId="491210050" sldId="256"/>
            <ac:spMk id="3" creationId="{A4BCEBC2-D54E-622E-6321-BF008016C892}"/>
          </ac:spMkLst>
        </pc:spChg>
        <pc:spChg chg="add mod">
          <ac:chgData name="christopher posadas" userId="c785335156d879ca" providerId="LiveId" clId="{C9D886FB-ED5B-489B-8330-669FD307C29D}" dt="2026-04-22T19:09:03.460" v="51" actId="948"/>
          <ac:spMkLst>
            <pc:docMk/>
            <pc:sldMk cId="491210050" sldId="256"/>
            <ac:spMk id="4" creationId="{1C0AA3C1-C3C1-22EE-A24A-2E4C797E5298}"/>
          </ac:spMkLst>
        </pc:spChg>
        <pc:spChg chg="add mod">
          <ac:chgData name="christopher posadas" userId="c785335156d879ca" providerId="LiveId" clId="{C9D886FB-ED5B-489B-8330-669FD307C29D}" dt="2026-04-22T19:09:03.491" v="57" actId="948"/>
          <ac:spMkLst>
            <pc:docMk/>
            <pc:sldMk cId="491210050" sldId="256"/>
            <ac:spMk id="5" creationId="{FE929497-0179-FE34-93B3-248EA1B68BB1}"/>
          </ac:spMkLst>
        </pc:spChg>
      </pc:sldChg>
      <pc:sldChg chg="del">
        <pc:chgData name="christopher posadas" userId="c785335156d879ca" providerId="LiveId" clId="{C9D886FB-ED5B-489B-8330-669FD307C29D}" dt="2026-04-22T18:34:26.297" v="2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9:09:03.092" v="33" actId="2696"/>
        <pc:sldMkLst>
          <pc:docMk/>
          <pc:sldMk cId="521013083" sldId="259"/>
        </pc:sldMkLst>
      </pc:sldChg>
      <pc:sldChg chg="delSp add del">
        <pc:chgData name="christopher posadas" userId="c785335156d879ca" providerId="LiveId" clId="{C9D886FB-ED5B-489B-8330-669FD307C29D}" dt="2026-04-22T23:15:46.074" v="158" actId="2696"/>
        <pc:sldMkLst>
          <pc:docMk/>
          <pc:sldMk cId="3811757678" sldId="259"/>
        </pc:sldMkLst>
        <pc:picChg chg="del">
          <ac:chgData name="christopher posadas" userId="c785335156d879ca" providerId="LiveId" clId="{C9D886FB-ED5B-489B-8330-669FD307C29D}" dt="2026-04-22T22:19:49.725" v="77" actId="478"/>
          <ac:picMkLst>
            <pc:docMk/>
            <pc:sldMk cId="3811757678" sldId="259"/>
            <ac:picMk id="2050" creationId="{9D23561C-7B07-DE6F-8944-808009FCA91A}"/>
          </ac:picMkLst>
        </pc:picChg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4167190255" sldId="259"/>
        </pc:sldMkLst>
      </pc:sldChg>
      <pc:sldChg chg="del">
        <pc:chgData name="christopher posadas" userId="c785335156d879ca" providerId="LiveId" clId="{C9D886FB-ED5B-489B-8330-669FD307C29D}" dt="2026-04-22T19:09:03.087" v="32" actId="2696"/>
        <pc:sldMkLst>
          <pc:docMk/>
          <pc:sldMk cId="2000130148" sldId="260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3639326819" sldId="260"/>
        </pc:sldMkLst>
      </pc:sldChg>
      <pc:sldChg chg="add del">
        <pc:chgData name="christopher posadas" userId="c785335156d879ca" providerId="LiveId" clId="{C9D886FB-ED5B-489B-8330-669FD307C29D}" dt="2026-04-22T23:15:46.068" v="157" actId="2696"/>
        <pc:sldMkLst>
          <pc:docMk/>
          <pc:sldMk cId="4089155283" sldId="260"/>
        </pc:sldMkLst>
      </pc:sldChg>
      <pc:sldChg chg="del">
        <pc:chgData name="christopher posadas" userId="c785335156d879ca" providerId="LiveId" clId="{C9D886FB-ED5B-489B-8330-669FD307C29D}" dt="2026-04-22T19:09:03.008" v="31" actId="2696"/>
        <pc:sldMkLst>
          <pc:docMk/>
          <pc:sldMk cId="1918356995" sldId="261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2392587858" sldId="261"/>
        </pc:sldMkLst>
      </pc:sldChg>
      <pc:sldChg chg="add del">
        <pc:chgData name="christopher posadas" userId="c785335156d879ca" providerId="LiveId" clId="{C9D886FB-ED5B-489B-8330-669FD307C29D}" dt="2026-04-22T23:15:45.885" v="156" actId="2696"/>
        <pc:sldMkLst>
          <pc:docMk/>
          <pc:sldMk cId="2971558731" sldId="261"/>
        </pc:sldMkLst>
      </pc:sldChg>
      <pc:sldChg chg="del">
        <pc:chgData name="christopher posadas" userId="c785335156d879ca" providerId="LiveId" clId="{C9D886FB-ED5B-489B-8330-669FD307C29D}" dt="2026-04-22T19:09:02.906" v="29" actId="2696"/>
        <pc:sldMkLst>
          <pc:docMk/>
          <pc:sldMk cId="879064840" sldId="262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2847847004" sldId="262"/>
        </pc:sldMkLst>
      </pc:sldChg>
      <pc:sldChg chg="add del">
        <pc:chgData name="christopher posadas" userId="c785335156d879ca" providerId="LiveId" clId="{C9D886FB-ED5B-489B-8330-669FD307C29D}" dt="2026-04-22T23:15:45.614" v="154" actId="2696"/>
        <pc:sldMkLst>
          <pc:docMk/>
          <pc:sldMk cId="3669879433" sldId="262"/>
        </pc:sldMkLst>
      </pc:sldChg>
      <pc:sldChg chg="add del">
        <pc:chgData name="christopher posadas" userId="c785335156d879ca" providerId="LiveId" clId="{C9D886FB-ED5B-489B-8330-669FD307C29D}" dt="2026-04-22T23:15:45.765" v="155" actId="2696"/>
        <pc:sldMkLst>
          <pc:docMk/>
          <pc:sldMk cId="2801662113" sldId="264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3459459068" sldId="264"/>
        </pc:sldMkLst>
      </pc:sldChg>
      <pc:sldChg chg="del">
        <pc:chgData name="christopher posadas" userId="c785335156d879ca" providerId="LiveId" clId="{C9D886FB-ED5B-489B-8330-669FD307C29D}" dt="2026-04-22T19:09:02.960" v="30" actId="2696"/>
        <pc:sldMkLst>
          <pc:docMk/>
          <pc:sldMk cId="4068771748" sldId="264"/>
        </pc:sldMkLst>
      </pc:sldChg>
      <pc:sldChg chg="del">
        <pc:chgData name="christopher posadas" userId="c785335156d879ca" providerId="LiveId" clId="{C9D886FB-ED5B-489B-8330-669FD307C29D}" dt="2026-04-22T19:09:02.675" v="25" actId="2696"/>
        <pc:sldMkLst>
          <pc:docMk/>
          <pc:sldMk cId="2147467948" sldId="265"/>
        </pc:sldMkLst>
      </pc:sldChg>
      <pc:sldChg chg="add del">
        <pc:chgData name="christopher posadas" userId="c785335156d879ca" providerId="LiveId" clId="{C9D886FB-ED5B-489B-8330-669FD307C29D}" dt="2026-04-22T23:15:45.341" v="152" actId="2696"/>
        <pc:sldMkLst>
          <pc:docMk/>
          <pc:sldMk cId="2605469160" sldId="265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3503901859" sldId="265"/>
        </pc:sldMkLst>
      </pc:sldChg>
      <pc:sldChg chg="del">
        <pc:chgData name="christopher posadas" userId="c785335156d879ca" providerId="LiveId" clId="{C9D886FB-ED5B-489B-8330-669FD307C29D}" dt="2026-04-22T19:09:02.592" v="24" actId="2696"/>
        <pc:sldMkLst>
          <pc:docMk/>
          <pc:sldMk cId="504220851" sldId="266"/>
        </pc:sldMkLst>
      </pc:sldChg>
      <pc:sldChg chg="add del">
        <pc:chgData name="christopher posadas" userId="c785335156d879ca" providerId="LiveId" clId="{C9D886FB-ED5B-489B-8330-669FD307C29D}" dt="2026-04-22T23:15:45.122" v="151" actId="2696"/>
        <pc:sldMkLst>
          <pc:docMk/>
          <pc:sldMk cId="1547284538" sldId="266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2343188647" sldId="266"/>
        </pc:sldMkLst>
      </pc:sldChg>
      <pc:sldChg chg="del">
        <pc:chgData name="christopher posadas" userId="c785335156d879ca" providerId="LiveId" clId="{C9D886FB-ED5B-489B-8330-669FD307C29D}" dt="2026-04-22T19:09:02.557" v="23" actId="2696"/>
        <pc:sldMkLst>
          <pc:docMk/>
          <pc:sldMk cId="417754383" sldId="267"/>
        </pc:sldMkLst>
      </pc:sldChg>
      <pc:sldChg chg="add del">
        <pc:chgData name="christopher posadas" userId="c785335156d879ca" providerId="LiveId" clId="{C9D886FB-ED5B-489B-8330-669FD307C29D}" dt="2026-04-22T22:20:13.458" v="78" actId="2696"/>
        <pc:sldMkLst>
          <pc:docMk/>
          <pc:sldMk cId="1795537350" sldId="267"/>
        </pc:sldMkLst>
      </pc:sldChg>
      <pc:sldChg chg="del">
        <pc:chgData name="christopher posadas" userId="c785335156d879ca" providerId="LiveId" clId="{C9D886FB-ED5B-489B-8330-669FD307C29D}" dt="2026-04-22T19:09:02.508" v="22" actId="2696"/>
        <pc:sldMkLst>
          <pc:docMk/>
          <pc:sldMk cId="502957492" sldId="268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1751612891" sldId="268"/>
        </pc:sldMkLst>
      </pc:sldChg>
      <pc:sldChg chg="add del">
        <pc:chgData name="christopher posadas" userId="c785335156d879ca" providerId="LiveId" clId="{C9D886FB-ED5B-489B-8330-669FD307C29D}" dt="2026-04-22T23:15:45.052" v="150" actId="2696"/>
        <pc:sldMkLst>
          <pc:docMk/>
          <pc:sldMk cId="3779873267" sldId="268"/>
        </pc:sldMkLst>
      </pc:sldChg>
      <pc:sldChg chg="del">
        <pc:chgData name="christopher posadas" userId="c785335156d879ca" providerId="LiveId" clId="{C9D886FB-ED5B-489B-8330-669FD307C29D}" dt="2026-04-22T19:09:02.426" v="21" actId="2696"/>
        <pc:sldMkLst>
          <pc:docMk/>
          <pc:sldMk cId="246081531" sldId="269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681607933" sldId="269"/>
        </pc:sldMkLst>
      </pc:sldChg>
      <pc:sldChg chg="add del">
        <pc:chgData name="christopher posadas" userId="c785335156d879ca" providerId="LiveId" clId="{C9D886FB-ED5B-489B-8330-669FD307C29D}" dt="2026-04-22T23:15:44.832" v="149" actId="2696"/>
        <pc:sldMkLst>
          <pc:docMk/>
          <pc:sldMk cId="3738112321" sldId="269"/>
        </pc:sldMkLst>
      </pc:sldChg>
      <pc:sldChg chg="add del">
        <pc:chgData name="christopher posadas" userId="c785335156d879ca" providerId="LiveId" clId="{C9D886FB-ED5B-489B-8330-669FD307C29D}" dt="2026-04-22T23:15:43.480" v="142" actId="2696"/>
        <pc:sldMkLst>
          <pc:docMk/>
          <pc:sldMk cId="1235926100" sldId="270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1667652962" sldId="270"/>
        </pc:sldMkLst>
      </pc:sldChg>
      <pc:sldChg chg="del">
        <pc:chgData name="christopher posadas" userId="c785335156d879ca" providerId="LiveId" clId="{C9D886FB-ED5B-489B-8330-669FD307C29D}" dt="2026-04-22T19:09:01.865" v="14" actId="2696"/>
        <pc:sldMkLst>
          <pc:docMk/>
          <pc:sldMk cId="2871786387" sldId="270"/>
        </pc:sldMkLst>
      </pc:sldChg>
      <pc:sldChg chg="del">
        <pc:chgData name="christopher posadas" userId="c785335156d879ca" providerId="LiveId" clId="{C9D886FB-ED5B-489B-8330-669FD307C29D}" dt="2026-04-22T19:09:02.342" v="20" actId="2696"/>
        <pc:sldMkLst>
          <pc:docMk/>
          <pc:sldMk cId="807190665" sldId="271"/>
        </pc:sldMkLst>
      </pc:sldChg>
      <pc:sldChg chg="add del">
        <pc:chgData name="christopher posadas" userId="c785335156d879ca" providerId="LiveId" clId="{C9D886FB-ED5B-489B-8330-669FD307C29D}" dt="2026-04-22T23:15:44.637" v="148" actId="2696"/>
        <pc:sldMkLst>
          <pc:docMk/>
          <pc:sldMk cId="1955988152" sldId="271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3712563719" sldId="271"/>
        </pc:sldMkLst>
      </pc:sldChg>
      <pc:sldChg chg="del">
        <pc:chgData name="christopher posadas" userId="c785335156d879ca" providerId="LiveId" clId="{C9D886FB-ED5B-489B-8330-669FD307C29D}" dt="2026-04-22T19:09:02.274" v="19" actId="2696"/>
        <pc:sldMkLst>
          <pc:docMk/>
          <pc:sldMk cId="663941902" sldId="272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1625715576" sldId="272"/>
        </pc:sldMkLst>
      </pc:sldChg>
      <pc:sldChg chg="add del">
        <pc:chgData name="christopher posadas" userId="c785335156d879ca" providerId="LiveId" clId="{C9D886FB-ED5B-489B-8330-669FD307C29D}" dt="2026-04-22T23:15:44.453" v="147" actId="2696"/>
        <pc:sldMkLst>
          <pc:docMk/>
          <pc:sldMk cId="2874698564" sldId="272"/>
        </pc:sldMkLst>
      </pc:sldChg>
      <pc:sldChg chg="add del">
        <pc:chgData name="christopher posadas" userId="c785335156d879ca" providerId="LiveId" clId="{C9D886FB-ED5B-489B-8330-669FD307C29D}" dt="2026-04-22T23:15:44.237" v="146" actId="2696"/>
        <pc:sldMkLst>
          <pc:docMk/>
          <pc:sldMk cId="491966880" sldId="273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1030682418" sldId="273"/>
        </pc:sldMkLst>
      </pc:sldChg>
      <pc:sldChg chg="del">
        <pc:chgData name="christopher posadas" userId="c785335156d879ca" providerId="LiveId" clId="{C9D886FB-ED5B-489B-8330-669FD307C29D}" dt="2026-04-22T19:09:02.190" v="18" actId="2696"/>
        <pc:sldMkLst>
          <pc:docMk/>
          <pc:sldMk cId="2821535996" sldId="273"/>
        </pc:sldMkLst>
      </pc:sldChg>
      <pc:sldChg chg="add del">
        <pc:chgData name="christopher posadas" userId="c785335156d879ca" providerId="LiveId" clId="{C9D886FB-ED5B-489B-8330-669FD307C29D}" dt="2026-04-22T23:15:43.934" v="145" actId="2696"/>
        <pc:sldMkLst>
          <pc:docMk/>
          <pc:sldMk cId="403200526" sldId="274"/>
        </pc:sldMkLst>
      </pc:sldChg>
      <pc:sldChg chg="del">
        <pc:chgData name="christopher posadas" userId="c785335156d879ca" providerId="LiveId" clId="{C9D886FB-ED5B-489B-8330-669FD307C29D}" dt="2026-04-22T19:09:02.056" v="17" actId="2696"/>
        <pc:sldMkLst>
          <pc:docMk/>
          <pc:sldMk cId="1913474571" sldId="274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3018911543" sldId="274"/>
        </pc:sldMkLst>
      </pc:sldChg>
      <pc:sldChg chg="del">
        <pc:chgData name="christopher posadas" userId="c785335156d879ca" providerId="LiveId" clId="{C9D886FB-ED5B-489B-8330-669FD307C29D}" dt="2026-04-22T19:09:01.974" v="16" actId="2696"/>
        <pc:sldMkLst>
          <pc:docMk/>
          <pc:sldMk cId="2624056911" sldId="275"/>
        </pc:sldMkLst>
      </pc:sldChg>
      <pc:sldChg chg="add del">
        <pc:chgData name="christopher posadas" userId="c785335156d879ca" providerId="LiveId" clId="{C9D886FB-ED5B-489B-8330-669FD307C29D}" dt="2026-04-22T23:15:43.722" v="144" actId="2696"/>
        <pc:sldMkLst>
          <pc:docMk/>
          <pc:sldMk cId="2640230076" sldId="275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3159853283" sldId="275"/>
        </pc:sldMkLst>
      </pc:sldChg>
      <pc:sldChg chg="del">
        <pc:chgData name="christopher posadas" userId="c785335156d879ca" providerId="LiveId" clId="{C9D886FB-ED5B-489B-8330-669FD307C29D}" dt="2026-04-22T19:09:01.924" v="15" actId="2696"/>
        <pc:sldMkLst>
          <pc:docMk/>
          <pc:sldMk cId="976215515" sldId="276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3350494846" sldId="276"/>
        </pc:sldMkLst>
      </pc:sldChg>
      <pc:sldChg chg="add del">
        <pc:chgData name="christopher posadas" userId="c785335156d879ca" providerId="LiveId" clId="{C9D886FB-ED5B-489B-8330-669FD307C29D}" dt="2026-04-22T23:15:43.605" v="143" actId="2696"/>
        <pc:sldMkLst>
          <pc:docMk/>
          <pc:sldMk cId="3914182830" sldId="276"/>
        </pc:sldMkLst>
      </pc:sldChg>
      <pc:sldChg chg="del">
        <pc:chgData name="christopher posadas" userId="c785335156d879ca" providerId="LiveId" clId="{C9D886FB-ED5B-489B-8330-669FD307C29D}" dt="2026-04-22T19:09:01.774" v="13" actId="2696"/>
        <pc:sldMkLst>
          <pc:docMk/>
          <pc:sldMk cId="1242675866" sldId="277"/>
        </pc:sldMkLst>
      </pc:sldChg>
      <pc:sldChg chg="add del">
        <pc:chgData name="christopher posadas" userId="c785335156d879ca" providerId="LiveId" clId="{C9D886FB-ED5B-489B-8330-669FD307C29D}" dt="2026-04-22T23:15:43.309" v="141" actId="2696"/>
        <pc:sldMkLst>
          <pc:docMk/>
          <pc:sldMk cId="1698415172" sldId="277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3915760405" sldId="277"/>
        </pc:sldMkLst>
      </pc:sldChg>
      <pc:sldChg chg="add del">
        <pc:chgData name="christopher posadas" userId="c785335156d879ca" providerId="LiveId" clId="{C9D886FB-ED5B-489B-8330-669FD307C29D}" dt="2026-04-22T19:36:46.704" v="64" actId="2696"/>
        <pc:sldMkLst>
          <pc:docMk/>
          <pc:sldMk cId="2913023172" sldId="278"/>
        </pc:sldMkLst>
      </pc:sldChg>
      <pc:sldChg chg="del">
        <pc:chgData name="christopher posadas" userId="c785335156d879ca" providerId="LiveId" clId="{C9D886FB-ED5B-489B-8330-669FD307C29D}" dt="2026-04-22T19:09:01.725" v="12" actId="2696"/>
        <pc:sldMkLst>
          <pc:docMk/>
          <pc:sldMk cId="2935875793" sldId="278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921403424" sldId="279"/>
        </pc:sldMkLst>
      </pc:sldChg>
      <pc:sldChg chg="add del">
        <pc:chgData name="christopher posadas" userId="c785335156d879ca" providerId="LiveId" clId="{C9D886FB-ED5B-489B-8330-669FD307C29D}" dt="2026-04-22T23:15:43.173" v="140" actId="2696"/>
        <pc:sldMkLst>
          <pc:docMk/>
          <pc:sldMk cId="2646766146" sldId="279"/>
        </pc:sldMkLst>
      </pc:sldChg>
      <pc:sldChg chg="del">
        <pc:chgData name="christopher posadas" userId="c785335156d879ca" providerId="LiveId" clId="{C9D886FB-ED5B-489B-8330-669FD307C29D}" dt="2026-04-22T19:09:01.659" v="11" actId="2696"/>
        <pc:sldMkLst>
          <pc:docMk/>
          <pc:sldMk cId="2854095526" sldId="279"/>
        </pc:sldMkLst>
      </pc:sldChg>
      <pc:sldChg chg="del">
        <pc:chgData name="christopher posadas" userId="c785335156d879ca" providerId="LiveId" clId="{C9D886FB-ED5B-489B-8330-669FD307C29D}" dt="2026-04-22T19:09:01.562" v="10" actId="2696"/>
        <pc:sldMkLst>
          <pc:docMk/>
          <pc:sldMk cId="426550173" sldId="280"/>
        </pc:sldMkLst>
      </pc:sldChg>
      <pc:sldChg chg="add del">
        <pc:chgData name="christopher posadas" userId="c785335156d879ca" providerId="LiveId" clId="{C9D886FB-ED5B-489B-8330-669FD307C29D}" dt="2026-04-22T23:15:42.901" v="139" actId="2696"/>
        <pc:sldMkLst>
          <pc:docMk/>
          <pc:sldMk cId="1280753987" sldId="280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3018618042" sldId="280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520569377" sldId="281"/>
        </pc:sldMkLst>
      </pc:sldChg>
      <pc:sldChg chg="del">
        <pc:chgData name="christopher posadas" userId="c785335156d879ca" providerId="LiveId" clId="{C9D886FB-ED5B-489B-8330-669FD307C29D}" dt="2026-04-22T19:09:01.511" v="9" actId="2696"/>
        <pc:sldMkLst>
          <pc:docMk/>
          <pc:sldMk cId="919554603" sldId="281"/>
        </pc:sldMkLst>
      </pc:sldChg>
      <pc:sldChg chg="add del">
        <pc:chgData name="christopher posadas" userId="c785335156d879ca" providerId="LiveId" clId="{C9D886FB-ED5B-489B-8330-669FD307C29D}" dt="2026-04-22T23:15:42.783" v="138" actId="2696"/>
        <pc:sldMkLst>
          <pc:docMk/>
          <pc:sldMk cId="2121993822" sldId="281"/>
        </pc:sldMkLst>
      </pc:sldChg>
      <pc:sldChg chg="add del">
        <pc:chgData name="christopher posadas" userId="c785335156d879ca" providerId="LiveId" clId="{C9D886FB-ED5B-489B-8330-669FD307C29D}" dt="2026-04-22T23:15:42.664" v="137" actId="2696"/>
        <pc:sldMkLst>
          <pc:docMk/>
          <pc:sldMk cId="3163744240" sldId="283"/>
        </pc:sldMkLst>
      </pc:sldChg>
      <pc:sldChg chg="del">
        <pc:chgData name="christopher posadas" userId="c785335156d879ca" providerId="LiveId" clId="{C9D886FB-ED5B-489B-8330-669FD307C29D}" dt="2026-04-22T19:09:01.473" v="8" actId="2696"/>
        <pc:sldMkLst>
          <pc:docMk/>
          <pc:sldMk cId="4057307550" sldId="283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4260339805" sldId="283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1513077955" sldId="284"/>
        </pc:sldMkLst>
      </pc:sldChg>
      <pc:sldChg chg="add del">
        <pc:chgData name="christopher posadas" userId="c785335156d879ca" providerId="LiveId" clId="{C9D886FB-ED5B-489B-8330-669FD307C29D}" dt="2026-04-22T23:15:42.371" v="135" actId="2696"/>
        <pc:sldMkLst>
          <pc:docMk/>
          <pc:sldMk cId="2857479359" sldId="284"/>
        </pc:sldMkLst>
      </pc:sldChg>
      <pc:sldChg chg="del">
        <pc:chgData name="christopher posadas" userId="c785335156d879ca" providerId="LiveId" clId="{C9D886FB-ED5B-489B-8330-669FD307C29D}" dt="2026-04-22T19:09:01.242" v="5" actId="2696"/>
        <pc:sldMkLst>
          <pc:docMk/>
          <pc:sldMk cId="2910328156" sldId="284"/>
        </pc:sldMkLst>
      </pc:sldChg>
      <pc:sldChg chg="del">
        <pc:chgData name="christopher posadas" userId="c785335156d879ca" providerId="LiveId" clId="{C9D886FB-ED5B-489B-8330-669FD307C29D}" dt="2026-04-22T19:09:01.197" v="4" actId="2696"/>
        <pc:sldMkLst>
          <pc:docMk/>
          <pc:sldMk cId="1024711986" sldId="285"/>
        </pc:sldMkLst>
      </pc:sldChg>
      <pc:sldChg chg="add del">
        <pc:chgData name="christopher posadas" userId="c785335156d879ca" providerId="LiveId" clId="{C9D886FB-ED5B-489B-8330-669FD307C29D}" dt="2026-04-22T19:36:46.528" v="62" actId="2696"/>
        <pc:sldMkLst>
          <pc:docMk/>
          <pc:sldMk cId="2725302212" sldId="285"/>
        </pc:sldMkLst>
      </pc:sldChg>
      <pc:sldChg chg="del">
        <pc:chgData name="christopher posadas" userId="c785335156d879ca" providerId="LiveId" clId="{C9D886FB-ED5B-489B-8330-669FD307C29D}" dt="2026-04-22T18:27:01.225" v="0" actId="2696"/>
        <pc:sldMkLst>
          <pc:docMk/>
          <pc:sldMk cId="707837057" sldId="286"/>
        </pc:sldMkLst>
      </pc:sldChg>
      <pc:sldChg chg="del">
        <pc:chgData name="christopher posadas" userId="c785335156d879ca" providerId="LiveId" clId="{C9D886FB-ED5B-489B-8330-669FD307C29D}" dt="2026-04-22T18:27:01.229" v="1" actId="2696"/>
        <pc:sldMkLst>
          <pc:docMk/>
          <pc:sldMk cId="2081730332" sldId="287"/>
        </pc:sldMkLst>
      </pc:sldChg>
      <pc:sldChg chg="del">
        <pc:chgData name="christopher posadas" userId="c785335156d879ca" providerId="LiveId" clId="{C9D886FB-ED5B-489B-8330-669FD307C29D}" dt="2026-04-22T19:09:02.809" v="27" actId="2696"/>
        <pc:sldMkLst>
          <pc:docMk/>
          <pc:sldMk cId="677769939" sldId="288"/>
        </pc:sldMkLst>
      </pc:sldChg>
      <pc:sldChg chg="add del">
        <pc:chgData name="christopher posadas" userId="c785335156d879ca" providerId="LiveId" clId="{C9D886FB-ED5B-489B-8330-669FD307C29D}" dt="2026-04-22T19:36:46.761" v="65" actId="2696"/>
        <pc:sldMkLst>
          <pc:docMk/>
          <pc:sldMk cId="699336374" sldId="288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2522839672" sldId="289"/>
        </pc:sldMkLst>
      </pc:sldChg>
      <pc:sldChg chg="add del">
        <pc:chgData name="christopher posadas" userId="c785335156d879ca" providerId="LiveId" clId="{C9D886FB-ED5B-489B-8330-669FD307C29D}" dt="2026-04-22T23:15:45.523" v="153" actId="2696"/>
        <pc:sldMkLst>
          <pc:docMk/>
          <pc:sldMk cId="3535306028" sldId="289"/>
        </pc:sldMkLst>
      </pc:sldChg>
      <pc:sldChg chg="del">
        <pc:chgData name="christopher posadas" userId="c785335156d879ca" providerId="LiveId" clId="{C9D886FB-ED5B-489B-8330-669FD307C29D}" dt="2026-04-22T19:09:02.758" v="26" actId="2696"/>
        <pc:sldMkLst>
          <pc:docMk/>
          <pc:sldMk cId="4134372806" sldId="289"/>
        </pc:sldMkLst>
      </pc:sldChg>
      <pc:sldChg chg="del">
        <pc:chgData name="christopher posadas" userId="c785335156d879ca" providerId="LiveId" clId="{C9D886FB-ED5B-489B-8330-669FD307C29D}" dt="2026-04-22T19:09:02.868" v="28" actId="2696"/>
        <pc:sldMkLst>
          <pc:docMk/>
          <pc:sldMk cId="1264432873" sldId="291"/>
        </pc:sldMkLst>
      </pc:sldChg>
      <pc:sldChg chg="add del">
        <pc:chgData name="christopher posadas" userId="c785335156d879ca" providerId="LiveId" clId="{C9D886FB-ED5B-489B-8330-669FD307C29D}" dt="2026-04-22T19:36:46.827" v="66" actId="2696"/>
        <pc:sldMkLst>
          <pc:docMk/>
          <pc:sldMk cId="3807947602" sldId="291"/>
        </pc:sldMkLst>
      </pc:sldChg>
      <pc:sldChg chg="del">
        <pc:chgData name="christopher posadas" userId="c785335156d879ca" providerId="LiveId" clId="{C9D886FB-ED5B-489B-8330-669FD307C29D}" dt="2026-04-22T19:09:01.427" v="7" actId="2696"/>
        <pc:sldMkLst>
          <pc:docMk/>
          <pc:sldMk cId="2511608294" sldId="292"/>
        </pc:sldMkLst>
      </pc:sldChg>
      <pc:sldChg chg="add del">
        <pc:chgData name="christopher posadas" userId="c785335156d879ca" providerId="LiveId" clId="{C9D886FB-ED5B-489B-8330-669FD307C29D}" dt="2026-04-22T19:36:46.639" v="63" actId="2696"/>
        <pc:sldMkLst>
          <pc:docMk/>
          <pc:sldMk cId="3430432683" sldId="292"/>
        </pc:sldMkLst>
      </pc:sldChg>
      <pc:sldChg chg="add del">
        <pc:chgData name="christopher posadas" userId="c785335156d879ca" providerId="LiveId" clId="{C9D886FB-ED5B-489B-8330-669FD307C29D}" dt="2026-04-22T23:15:42.579" v="136" actId="2696"/>
        <pc:sldMkLst>
          <pc:docMk/>
          <pc:sldMk cId="867607484" sldId="293"/>
        </pc:sldMkLst>
      </pc:sldChg>
      <pc:sldChg chg="del">
        <pc:chgData name="christopher posadas" userId="c785335156d879ca" providerId="LiveId" clId="{C9D886FB-ED5B-489B-8330-669FD307C29D}" dt="2026-04-22T19:09:01.343" v="6" actId="2696"/>
        <pc:sldMkLst>
          <pc:docMk/>
          <pc:sldMk cId="4015019811" sldId="293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4037002301" sldId="293"/>
        </pc:sldMkLst>
      </pc:sldChg>
      <pc:sldChg chg="add del">
        <pc:chgData name="christopher posadas" userId="c785335156d879ca" providerId="LiveId" clId="{C9D886FB-ED5B-489B-8330-669FD307C29D}" dt="2026-04-22T23:15:42.265" v="134" actId="2696"/>
        <pc:sldMkLst>
          <pc:docMk/>
          <pc:sldMk cId="879995875" sldId="294"/>
        </pc:sldMkLst>
      </pc:sldChg>
      <pc:sldChg chg="del">
        <pc:chgData name="christopher posadas" userId="c785335156d879ca" providerId="LiveId" clId="{C9D886FB-ED5B-489B-8330-669FD307C29D}" dt="2026-04-22T19:09:01.125" v="3" actId="2696"/>
        <pc:sldMkLst>
          <pc:docMk/>
          <pc:sldMk cId="2315510179" sldId="294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3706990445" sldId="294"/>
        </pc:sldMkLst>
      </pc:sldChg>
      <pc:sldChg chg="modSp add del mod">
        <pc:chgData name="christopher posadas" userId="c785335156d879ca" providerId="LiveId" clId="{C9D886FB-ED5B-489B-8330-669FD307C29D}" dt="2026-04-22T23:15:41.869" v="131" actId="2696"/>
        <pc:sldMkLst>
          <pc:docMk/>
          <pc:sldMk cId="346867428" sldId="296"/>
        </pc:sldMkLst>
        <pc:spChg chg="mod">
          <ac:chgData name="christopher posadas" userId="c785335156d879ca" providerId="LiveId" clId="{C9D886FB-ED5B-489B-8330-669FD307C29D}" dt="2026-04-22T22:21:44.196" v="88" actId="27636"/>
          <ac:spMkLst>
            <pc:docMk/>
            <pc:sldMk cId="346867428" sldId="296"/>
            <ac:spMk id="2" creationId="{7EE996CB-C8A3-7BA5-E238-655EA6B90509}"/>
          </ac:spMkLst>
        </pc:spChg>
        <pc:spChg chg="mod">
          <ac:chgData name="christopher posadas" userId="c785335156d879ca" providerId="LiveId" clId="{C9D886FB-ED5B-489B-8330-669FD307C29D}" dt="2026-04-22T22:21:41.536" v="86" actId="27636"/>
          <ac:spMkLst>
            <pc:docMk/>
            <pc:sldMk cId="346867428" sldId="296"/>
            <ac:spMk id="3" creationId="{25B68B08-F962-EBE0-6CBA-E4338A35E74A}"/>
          </ac:spMkLst>
        </pc:spChg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4188964810" sldId="296"/>
        </pc:sldMkLst>
      </pc:sldChg>
      <pc:sldChg chg="add del">
        <pc:chgData name="christopher posadas" userId="c785335156d879ca" providerId="LiveId" clId="{C9D886FB-ED5B-489B-8330-669FD307C29D}" dt="2026-04-22T22:02:28.108" v="74" actId="2696"/>
        <pc:sldMkLst>
          <pc:docMk/>
          <pc:sldMk cId="2134591857" sldId="297"/>
        </pc:sldMkLst>
      </pc:sldChg>
      <pc:sldChg chg="add del">
        <pc:chgData name="christopher posadas" userId="c785335156d879ca" providerId="LiveId" clId="{C9D886FB-ED5B-489B-8330-669FD307C29D}" dt="2026-04-22T23:15:41.970" v="132" actId="2696"/>
        <pc:sldMkLst>
          <pc:docMk/>
          <pc:sldMk cId="904951931" sldId="298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2414666186" sldId="298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1006149335" sldId="299"/>
        </pc:sldMkLst>
      </pc:sldChg>
      <pc:sldChg chg="add del">
        <pc:chgData name="christopher posadas" userId="c785335156d879ca" providerId="LiveId" clId="{C9D886FB-ED5B-489B-8330-669FD307C29D}" dt="2026-04-22T23:15:41.671" v="130" actId="2696"/>
        <pc:sldMkLst>
          <pc:docMk/>
          <pc:sldMk cId="3786921222" sldId="299"/>
        </pc:sldMkLst>
      </pc:sldChg>
      <pc:sldChg chg="add del">
        <pc:chgData name="christopher posadas" userId="c785335156d879ca" providerId="LiveId" clId="{C9D886FB-ED5B-489B-8330-669FD307C29D}" dt="2026-04-22T22:02:28.208" v="76" actId="2696"/>
        <pc:sldMkLst>
          <pc:docMk/>
          <pc:sldMk cId="1293220127" sldId="300"/>
        </pc:sldMkLst>
      </pc:sldChg>
      <pc:sldChg chg="add del">
        <pc:chgData name="christopher posadas" userId="c785335156d879ca" providerId="LiveId" clId="{C9D886FB-ED5B-489B-8330-669FD307C29D}" dt="2026-04-22T22:02:28.161" v="75" actId="2696"/>
        <pc:sldMkLst>
          <pc:docMk/>
          <pc:sldMk cId="138450688" sldId="303"/>
        </pc:sldMkLst>
      </pc:sldChg>
      <pc:sldChg chg="add del">
        <pc:chgData name="christopher posadas" userId="c785335156d879ca" providerId="LiveId" clId="{C9D886FB-ED5B-489B-8330-669FD307C29D}" dt="2026-04-22T22:02:28.052" v="73" actId="2696"/>
        <pc:sldMkLst>
          <pc:docMk/>
          <pc:sldMk cId="2942071227" sldId="306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2366389640" sldId="308"/>
        </pc:sldMkLst>
      </pc:sldChg>
      <pc:sldChg chg="addSp delSp modSp add del mod">
        <pc:chgData name="christopher posadas" userId="c785335156d879ca" providerId="LiveId" clId="{C9D886FB-ED5B-489B-8330-669FD307C29D}" dt="2026-04-22T23:15:42.115" v="133" actId="2696"/>
        <pc:sldMkLst>
          <pc:docMk/>
          <pc:sldMk cId="3316800374" sldId="308"/>
        </pc:sldMkLst>
        <pc:spChg chg="add del mod">
          <ac:chgData name="christopher posadas" userId="c785335156d879ca" providerId="LiveId" clId="{C9D886FB-ED5B-489B-8330-669FD307C29D}" dt="2026-04-22T22:21:30.493" v="84"/>
          <ac:spMkLst>
            <pc:docMk/>
            <pc:sldMk cId="3316800374" sldId="308"/>
            <ac:spMk id="2" creationId="{7A843D64-B175-AE50-5CDA-FD9300CCE4D2}"/>
          </ac:spMkLst>
        </pc:spChg>
        <pc:spChg chg="mod">
          <ac:chgData name="christopher posadas" userId="c785335156d879ca" providerId="LiveId" clId="{C9D886FB-ED5B-489B-8330-669FD307C29D}" dt="2026-04-22T22:21:29.341" v="83" actId="27636"/>
          <ac:spMkLst>
            <pc:docMk/>
            <pc:sldMk cId="3316800374" sldId="308"/>
            <ac:spMk id="3" creationId="{0974DE8B-970C-64AA-66C6-E812E765680F}"/>
          </ac:spMkLst>
        </pc:spChg>
      </pc:sldChg>
      <pc:sldChg chg="add del">
        <pc:chgData name="christopher posadas" userId="c785335156d879ca" providerId="LiveId" clId="{C9D886FB-ED5B-489B-8330-669FD307C29D}" dt="2026-04-22T23:15:41.570" v="129" actId="2696"/>
        <pc:sldMkLst>
          <pc:docMk/>
          <pc:sldMk cId="2168021223" sldId="309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4016259387" sldId="309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1236819771" sldId="310"/>
        </pc:sldMkLst>
      </pc:sldChg>
      <pc:sldChg chg="add del">
        <pc:chgData name="christopher posadas" userId="c785335156d879ca" providerId="LiveId" clId="{C9D886FB-ED5B-489B-8330-669FD307C29D}" dt="2026-04-22T23:15:41.493" v="128" actId="2696"/>
        <pc:sldMkLst>
          <pc:docMk/>
          <pc:sldMk cId="4163768200" sldId="310"/>
        </pc:sldMkLst>
      </pc:sldChg>
      <pc:sldChg chg="add">
        <pc:chgData name="christopher posadas" userId="c785335156d879ca" providerId="LiveId" clId="{C9D886FB-ED5B-489B-8330-669FD307C29D}" dt="2026-04-22T23:15:47.093" v="163"/>
        <pc:sldMkLst>
          <pc:docMk/>
          <pc:sldMk cId="784289065" sldId="311"/>
        </pc:sldMkLst>
      </pc:sldChg>
      <pc:sldChg chg="add del">
        <pc:chgData name="christopher posadas" userId="c785335156d879ca" providerId="LiveId" clId="{C9D886FB-ED5B-489B-8330-669FD307C29D}" dt="2026-04-22T23:15:41.268" v="127" actId="2696"/>
        <pc:sldMkLst>
          <pc:docMk/>
          <pc:sldMk cId="2852774993" sldId="311"/>
        </pc:sldMkLst>
      </pc:sldChg>
      <pc:sldChg chg="add del">
        <pc:chgData name="christopher posadas" userId="c785335156d879ca" providerId="LiveId" clId="{C9D886FB-ED5B-489B-8330-669FD307C29D}" dt="2026-04-22T21:12:55.445" v="68" actId="2696"/>
        <pc:sldMkLst>
          <pc:docMk/>
          <pc:sldMk cId="4128199463" sldId="312"/>
        </pc:sldMkLst>
      </pc:sldChg>
      <pc:sldChg chg="add del">
        <pc:chgData name="christopher posadas" userId="c785335156d879ca" providerId="LiveId" clId="{C9D886FB-ED5B-489B-8330-669FD307C29D}" dt="2026-04-22T23:15:41.031" v="122" actId="2696"/>
        <pc:sldMkLst>
          <pc:docMk/>
          <pc:sldMk cId="1689697220" sldId="313"/>
        </pc:sldMkLst>
      </pc:sldChg>
      <pc:sldChg chg="add del">
        <pc:chgData name="christopher posadas" userId="c785335156d879ca" providerId="LiveId" clId="{C9D886FB-ED5B-489B-8330-669FD307C29D}" dt="2026-04-22T23:15:41.035" v="123" actId="2696"/>
        <pc:sldMkLst>
          <pc:docMk/>
          <pc:sldMk cId="3038910214" sldId="314"/>
        </pc:sldMkLst>
      </pc:sldChg>
      <pc:sldChg chg="add del">
        <pc:chgData name="christopher posadas" userId="c785335156d879ca" providerId="LiveId" clId="{C9D886FB-ED5B-489B-8330-669FD307C29D}" dt="2026-04-22T23:15:41.027" v="121" actId="2696"/>
        <pc:sldMkLst>
          <pc:docMk/>
          <pc:sldMk cId="3034949548" sldId="315"/>
        </pc:sldMkLst>
      </pc:sldChg>
      <pc:sldChg chg="add del">
        <pc:chgData name="christopher posadas" userId="c785335156d879ca" providerId="LiveId" clId="{C9D886FB-ED5B-489B-8330-669FD307C29D}" dt="2026-04-22T23:15:41.004" v="118" actId="2696"/>
        <pc:sldMkLst>
          <pc:docMk/>
          <pc:sldMk cId="3773688487" sldId="316"/>
        </pc:sldMkLst>
      </pc:sldChg>
      <pc:sldChg chg="add del">
        <pc:chgData name="christopher posadas" userId="c785335156d879ca" providerId="LiveId" clId="{C9D886FB-ED5B-489B-8330-669FD307C29D}" dt="2026-04-22T23:15:40.995" v="117" actId="2696"/>
        <pc:sldMkLst>
          <pc:docMk/>
          <pc:sldMk cId="1664321397" sldId="317"/>
        </pc:sldMkLst>
      </pc:sldChg>
      <pc:sldChg chg="add del">
        <pc:chgData name="christopher posadas" userId="c785335156d879ca" providerId="LiveId" clId="{C9D886FB-ED5B-489B-8330-669FD307C29D}" dt="2026-04-22T23:15:40.986" v="116" actId="2696"/>
        <pc:sldMkLst>
          <pc:docMk/>
          <pc:sldMk cId="3844399872" sldId="318"/>
        </pc:sldMkLst>
      </pc:sldChg>
      <pc:sldChg chg="add del">
        <pc:chgData name="christopher posadas" userId="c785335156d879ca" providerId="LiveId" clId="{C9D886FB-ED5B-489B-8330-669FD307C29D}" dt="2026-04-22T23:15:40.956" v="115" actId="2696"/>
        <pc:sldMkLst>
          <pc:docMk/>
          <pc:sldMk cId="455386121" sldId="319"/>
        </pc:sldMkLst>
      </pc:sldChg>
      <pc:sldChg chg="add del">
        <pc:chgData name="christopher posadas" userId="c785335156d879ca" providerId="LiveId" clId="{C9D886FB-ED5B-489B-8330-669FD307C29D}" dt="2026-04-22T23:15:40.906" v="114" actId="2696"/>
        <pc:sldMkLst>
          <pc:docMk/>
          <pc:sldMk cId="2204901510" sldId="320"/>
        </pc:sldMkLst>
      </pc:sldChg>
      <pc:sldChg chg="add del">
        <pc:chgData name="christopher posadas" userId="c785335156d879ca" providerId="LiveId" clId="{C9D886FB-ED5B-489B-8330-669FD307C29D}" dt="2026-04-22T23:15:40.852" v="113" actId="2696"/>
        <pc:sldMkLst>
          <pc:docMk/>
          <pc:sldMk cId="2271973270" sldId="321"/>
        </pc:sldMkLst>
      </pc:sldChg>
      <pc:sldChg chg="add del">
        <pc:chgData name="christopher posadas" userId="c785335156d879ca" providerId="LiveId" clId="{C9D886FB-ED5B-489B-8330-669FD307C29D}" dt="2026-04-22T23:15:40.795" v="112" actId="2696"/>
        <pc:sldMkLst>
          <pc:docMk/>
          <pc:sldMk cId="2711823984" sldId="322"/>
        </pc:sldMkLst>
      </pc:sldChg>
      <pc:sldChg chg="add del">
        <pc:chgData name="christopher posadas" userId="c785335156d879ca" providerId="LiveId" clId="{C9D886FB-ED5B-489B-8330-669FD307C29D}" dt="2026-04-22T23:15:40.735" v="111" actId="2696"/>
        <pc:sldMkLst>
          <pc:docMk/>
          <pc:sldMk cId="3911219411" sldId="323"/>
        </pc:sldMkLst>
      </pc:sldChg>
      <pc:sldChg chg="add del">
        <pc:chgData name="christopher posadas" userId="c785335156d879ca" providerId="LiveId" clId="{C9D886FB-ED5B-489B-8330-669FD307C29D}" dt="2026-04-22T23:15:40.682" v="110" actId="2696"/>
        <pc:sldMkLst>
          <pc:docMk/>
          <pc:sldMk cId="2224209962" sldId="324"/>
        </pc:sldMkLst>
      </pc:sldChg>
      <pc:sldChg chg="add del">
        <pc:chgData name="christopher posadas" userId="c785335156d879ca" providerId="LiveId" clId="{C9D886FB-ED5B-489B-8330-669FD307C29D}" dt="2026-04-22T23:15:40.671" v="109" actId="2696"/>
        <pc:sldMkLst>
          <pc:docMk/>
          <pc:sldMk cId="1370400170" sldId="325"/>
        </pc:sldMkLst>
      </pc:sldChg>
      <pc:sldChg chg="add del">
        <pc:chgData name="christopher posadas" userId="c785335156d879ca" providerId="LiveId" clId="{C9D886FB-ED5B-489B-8330-669FD307C29D}" dt="2026-04-22T23:15:40.620" v="108" actId="2696"/>
        <pc:sldMkLst>
          <pc:docMk/>
          <pc:sldMk cId="2565778134" sldId="326"/>
        </pc:sldMkLst>
      </pc:sldChg>
      <pc:sldChg chg="add del">
        <pc:chgData name="christopher posadas" userId="c785335156d879ca" providerId="LiveId" clId="{C9D886FB-ED5B-489B-8330-669FD307C29D}" dt="2026-04-22T23:15:40.400" v="106" actId="2696"/>
        <pc:sldMkLst>
          <pc:docMk/>
          <pc:sldMk cId="815776170" sldId="327"/>
        </pc:sldMkLst>
      </pc:sldChg>
      <pc:sldChg chg="add del">
        <pc:chgData name="christopher posadas" userId="c785335156d879ca" providerId="LiveId" clId="{C9D886FB-ED5B-489B-8330-669FD307C29D}" dt="2026-04-22T23:15:40.322" v="105" actId="2696"/>
        <pc:sldMkLst>
          <pc:docMk/>
          <pc:sldMk cId="1200510590" sldId="328"/>
        </pc:sldMkLst>
      </pc:sldChg>
      <pc:sldChg chg="add del">
        <pc:chgData name="christopher posadas" userId="c785335156d879ca" providerId="LiveId" clId="{C9D886FB-ED5B-489B-8330-669FD307C29D}" dt="2026-04-22T23:15:40.226" v="103" actId="2696"/>
        <pc:sldMkLst>
          <pc:docMk/>
          <pc:sldMk cId="3349759245" sldId="329"/>
        </pc:sldMkLst>
      </pc:sldChg>
      <pc:sldChg chg="add del">
        <pc:chgData name="christopher posadas" userId="c785335156d879ca" providerId="LiveId" clId="{C9D886FB-ED5B-489B-8330-669FD307C29D}" dt="2026-04-22T23:15:40.109" v="102" actId="2696"/>
        <pc:sldMkLst>
          <pc:docMk/>
          <pc:sldMk cId="4106318688" sldId="330"/>
        </pc:sldMkLst>
      </pc:sldChg>
      <pc:sldChg chg="add del">
        <pc:chgData name="christopher posadas" userId="c785335156d879ca" providerId="LiveId" clId="{C9D886FB-ED5B-489B-8330-669FD307C29D}" dt="2026-04-22T23:15:40.059" v="101" actId="2696"/>
        <pc:sldMkLst>
          <pc:docMk/>
          <pc:sldMk cId="259620865" sldId="331"/>
        </pc:sldMkLst>
      </pc:sldChg>
      <pc:sldChg chg="add del">
        <pc:chgData name="christopher posadas" userId="c785335156d879ca" providerId="LiveId" clId="{C9D886FB-ED5B-489B-8330-669FD307C29D}" dt="2026-04-22T23:15:40.012" v="100" actId="2696"/>
        <pc:sldMkLst>
          <pc:docMk/>
          <pc:sldMk cId="3192646305" sldId="332"/>
        </pc:sldMkLst>
      </pc:sldChg>
      <pc:sldChg chg="add del">
        <pc:chgData name="christopher posadas" userId="c785335156d879ca" providerId="LiveId" clId="{C9D886FB-ED5B-489B-8330-669FD307C29D}" dt="2026-04-22T23:15:39.898" v="98" actId="2696"/>
        <pc:sldMkLst>
          <pc:docMk/>
          <pc:sldMk cId="1062296854" sldId="333"/>
        </pc:sldMkLst>
      </pc:sldChg>
      <pc:sldChg chg="add del">
        <pc:chgData name="christopher posadas" userId="c785335156d879ca" providerId="LiveId" clId="{C9D886FB-ED5B-489B-8330-669FD307C29D}" dt="2026-04-22T21:12:55.351" v="67" actId="2696"/>
        <pc:sldMkLst>
          <pc:docMk/>
          <pc:sldMk cId="3481729795" sldId="336"/>
        </pc:sldMkLst>
      </pc:sldChg>
      <pc:sldChg chg="add del">
        <pc:chgData name="christopher posadas" userId="c785335156d879ca" providerId="LiveId" clId="{C9D886FB-ED5B-489B-8330-669FD307C29D}" dt="2026-04-22T22:02:27.987" v="72" actId="2696"/>
        <pc:sldMkLst>
          <pc:docMk/>
          <pc:sldMk cId="410721235" sldId="338"/>
        </pc:sldMkLst>
      </pc:sldChg>
      <pc:sldChg chg="add del">
        <pc:chgData name="christopher posadas" userId="c785335156d879ca" providerId="LiveId" clId="{C9D886FB-ED5B-489B-8330-669FD307C29D}" dt="2026-04-22T23:15:39.295" v="91" actId="2696"/>
        <pc:sldMkLst>
          <pc:docMk/>
          <pc:sldMk cId="785559466" sldId="339"/>
        </pc:sldMkLst>
      </pc:sldChg>
      <pc:sldChg chg="add del">
        <pc:chgData name="christopher posadas" userId="c785335156d879ca" providerId="LiveId" clId="{C9D886FB-ED5B-489B-8330-669FD307C29D}" dt="2026-04-22T23:15:40.521" v="107" actId="2696"/>
        <pc:sldMkLst>
          <pc:docMk/>
          <pc:sldMk cId="446481306" sldId="340"/>
        </pc:sldMkLst>
      </pc:sldChg>
      <pc:sldChg chg="add del">
        <pc:chgData name="christopher posadas" userId="c785335156d879ca" providerId="LiveId" clId="{C9D886FB-ED5B-489B-8330-669FD307C29D}" dt="2026-04-22T23:15:39.955" v="99" actId="2696"/>
        <pc:sldMkLst>
          <pc:docMk/>
          <pc:sldMk cId="3703369179" sldId="341"/>
        </pc:sldMkLst>
      </pc:sldChg>
      <pc:sldChg chg="add del">
        <pc:chgData name="christopher posadas" userId="c785335156d879ca" providerId="LiveId" clId="{C9D886FB-ED5B-489B-8330-669FD307C29D}" dt="2026-04-22T23:15:39.892" v="97" actId="2696"/>
        <pc:sldMkLst>
          <pc:docMk/>
          <pc:sldMk cId="877244133" sldId="342"/>
        </pc:sldMkLst>
      </pc:sldChg>
      <pc:sldChg chg="add del">
        <pc:chgData name="christopher posadas" userId="c785335156d879ca" providerId="LiveId" clId="{C9D886FB-ED5B-489B-8330-669FD307C29D}" dt="2026-04-22T23:15:39.361" v="92" actId="2696"/>
        <pc:sldMkLst>
          <pc:docMk/>
          <pc:sldMk cId="1140085915" sldId="345"/>
        </pc:sldMkLst>
      </pc:sldChg>
      <pc:sldChg chg="add del">
        <pc:chgData name="christopher posadas" userId="c785335156d879ca" providerId="LiveId" clId="{C9D886FB-ED5B-489B-8330-669FD307C29D}" dt="2026-04-22T22:02:27.931" v="71" actId="2696"/>
        <pc:sldMkLst>
          <pc:docMk/>
          <pc:sldMk cId="2741786937" sldId="346"/>
        </pc:sldMkLst>
      </pc:sldChg>
      <pc:sldChg chg="add del">
        <pc:chgData name="christopher posadas" userId="c785335156d879ca" providerId="LiveId" clId="{C9D886FB-ED5B-489B-8330-669FD307C29D}" dt="2026-04-22T22:02:27.888" v="70" actId="2696"/>
        <pc:sldMkLst>
          <pc:docMk/>
          <pc:sldMk cId="106018526" sldId="347"/>
        </pc:sldMkLst>
      </pc:sldChg>
      <pc:sldChg chg="add del">
        <pc:chgData name="christopher posadas" userId="c785335156d879ca" providerId="LiveId" clId="{C9D886FB-ED5B-489B-8330-669FD307C29D}" dt="2026-04-22T23:15:39.767" v="96" actId="2696"/>
        <pc:sldMkLst>
          <pc:docMk/>
          <pc:sldMk cId="4063443782" sldId="348"/>
        </pc:sldMkLst>
      </pc:sldChg>
      <pc:sldChg chg="add del">
        <pc:chgData name="christopher posadas" userId="c785335156d879ca" providerId="LiveId" clId="{C9D886FB-ED5B-489B-8330-669FD307C29D}" dt="2026-04-22T23:15:39.666" v="95" actId="2696"/>
        <pc:sldMkLst>
          <pc:docMk/>
          <pc:sldMk cId="327615950" sldId="349"/>
        </pc:sldMkLst>
      </pc:sldChg>
      <pc:sldChg chg="add del">
        <pc:chgData name="christopher posadas" userId="c785335156d879ca" providerId="LiveId" clId="{C9D886FB-ED5B-489B-8330-669FD307C29D}" dt="2026-04-22T22:23:27.793" v="89" actId="47"/>
        <pc:sldMkLst>
          <pc:docMk/>
          <pc:sldMk cId="1755811174" sldId="350"/>
        </pc:sldMkLst>
      </pc:sldChg>
      <pc:sldChg chg="add del">
        <pc:chgData name="christopher posadas" userId="c785335156d879ca" providerId="LiveId" clId="{C9D886FB-ED5B-489B-8330-669FD307C29D}" dt="2026-04-22T23:15:39.557" v="94" actId="2696"/>
        <pc:sldMkLst>
          <pc:docMk/>
          <pc:sldMk cId="1733888949" sldId="351"/>
        </pc:sldMkLst>
      </pc:sldChg>
      <pc:sldChg chg="add del">
        <pc:chgData name="christopher posadas" userId="c785335156d879ca" providerId="LiveId" clId="{C9D886FB-ED5B-489B-8330-669FD307C29D}" dt="2026-04-22T23:15:39.440" v="93" actId="2696"/>
        <pc:sldMkLst>
          <pc:docMk/>
          <pc:sldMk cId="412566150" sldId="352"/>
        </pc:sldMkLst>
      </pc:sldChg>
      <pc:sldChg chg="add del">
        <pc:chgData name="christopher posadas" userId="c785335156d879ca" providerId="LiveId" clId="{C9D886FB-ED5B-489B-8330-669FD307C29D}" dt="2026-04-22T23:15:40.242" v="104" actId="2696"/>
        <pc:sldMkLst>
          <pc:docMk/>
          <pc:sldMk cId="1760613605" sldId="353"/>
        </pc:sldMkLst>
      </pc:sldChg>
      <pc:sldChg chg="add del">
        <pc:chgData name="christopher posadas" userId="c785335156d879ca" providerId="LiveId" clId="{C9D886FB-ED5B-489B-8330-669FD307C29D}" dt="2026-04-22T23:15:39.222" v="90" actId="2696"/>
        <pc:sldMkLst>
          <pc:docMk/>
          <pc:sldMk cId="455040510" sldId="354"/>
        </pc:sldMkLst>
      </pc:sldChg>
      <pc:sldChg chg="add del">
        <pc:chgData name="christopher posadas" userId="c785335156d879ca" providerId="LiveId" clId="{C9D886FB-ED5B-489B-8330-669FD307C29D}" dt="2026-04-22T23:15:41.156" v="126" actId="2696"/>
        <pc:sldMkLst>
          <pc:docMk/>
          <pc:sldMk cId="1830529543" sldId="355"/>
        </pc:sldMkLst>
      </pc:sldChg>
      <pc:sldChg chg="add del">
        <pc:chgData name="christopher posadas" userId="c785335156d879ca" providerId="LiveId" clId="{C9D886FB-ED5B-489B-8330-669FD307C29D}" dt="2026-04-22T19:36:46.450" v="61" actId="2696"/>
        <pc:sldMkLst>
          <pc:docMk/>
          <pc:sldMk cId="74772493" sldId="356"/>
        </pc:sldMkLst>
      </pc:sldChg>
      <pc:sldChg chg="add del">
        <pc:chgData name="christopher posadas" userId="c785335156d879ca" providerId="LiveId" clId="{C9D886FB-ED5B-489B-8330-669FD307C29D}" dt="2026-04-22T23:15:41.100" v="125" actId="2696"/>
        <pc:sldMkLst>
          <pc:docMk/>
          <pc:sldMk cId="3907289761" sldId="357"/>
        </pc:sldMkLst>
      </pc:sldChg>
      <pc:sldChg chg="add del">
        <pc:chgData name="christopher posadas" userId="c785335156d879ca" providerId="LiveId" clId="{C9D886FB-ED5B-489B-8330-669FD307C29D}" dt="2026-04-22T23:15:41.094" v="124" actId="2696"/>
        <pc:sldMkLst>
          <pc:docMk/>
          <pc:sldMk cId="1458531213" sldId="358"/>
        </pc:sldMkLst>
      </pc:sldChg>
      <pc:sldChg chg="add del">
        <pc:chgData name="christopher posadas" userId="c785335156d879ca" providerId="LiveId" clId="{C9D886FB-ED5B-489B-8330-669FD307C29D}" dt="2026-04-22T23:15:41.023" v="120" actId="2696"/>
        <pc:sldMkLst>
          <pc:docMk/>
          <pc:sldMk cId="1052718167" sldId="359"/>
        </pc:sldMkLst>
      </pc:sldChg>
      <pc:sldChg chg="add del">
        <pc:chgData name="christopher posadas" userId="c785335156d879ca" providerId="LiveId" clId="{C9D886FB-ED5B-489B-8330-669FD307C29D}" dt="2026-04-22T23:15:41.018" v="119" actId="2696"/>
        <pc:sldMkLst>
          <pc:docMk/>
          <pc:sldMk cId="2880899912" sldId="360"/>
        </pc:sldMkLst>
      </pc:sldChg>
      <pc:sldChg chg="add del">
        <pc:chgData name="christopher posadas" userId="c785335156d879ca" providerId="LiveId" clId="{C9D886FB-ED5B-489B-8330-669FD307C29D}" dt="2026-04-22T22:02:27.852" v="69" actId="2696"/>
        <pc:sldMkLst>
          <pc:docMk/>
          <pc:sldMk cId="1278671323" sldId="3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Think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>
                    <a:effectLst/>
                  </a:rPr>
                  <a:t>as the information we </a:t>
                </a:r>
                <a:r>
                  <a:rPr lang="en-US" i="1" dirty="0">
                    <a:effectLst/>
                  </a:rPr>
                  <a:t>can</a:t>
                </a:r>
                <a:r>
                  <a:rPr lang="en-US" dirty="0">
                    <a:effectLst/>
                  </a:rPr>
                  <a:t> know. Once we condition on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>
                    <a:effectLst/>
                  </a:rPr>
                  <a:t>, it’s no longer random — it’s fixed.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only randomness left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comes from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𝜖</m:t>
                    </m:r>
                  </m:oMath>
                </a14:m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conditional expectation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>
                    <a:effectLst/>
                  </a:rPr>
                  <a:t>is just the average value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over the noise. And because the noise has mean zero, that average is exactly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Think of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𝑋</a:t>
                </a:r>
                <a:r>
                  <a:rPr lang="en-US" dirty="0">
                    <a:effectLst/>
                  </a:rPr>
                  <a:t>as the information we </a:t>
                </a:r>
                <a:r>
                  <a:rPr lang="en-US" i="1" dirty="0">
                    <a:effectLst/>
                  </a:rPr>
                  <a:t>can</a:t>
                </a:r>
                <a:r>
                  <a:rPr lang="en-US" dirty="0">
                    <a:effectLst/>
                  </a:rPr>
                  <a:t> know. Once we condition on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𝑋</a:t>
                </a:r>
                <a:r>
                  <a:rPr lang="en-US" dirty="0">
                    <a:effectLst/>
                  </a:rPr>
                  <a:t>, it’s no longer random — it’s fixed.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only randomness left in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comes from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𝜖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conditional expectation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𝐸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[𝑌∣𝑋]</a:t>
                </a:r>
                <a:r>
                  <a:rPr lang="en-US" dirty="0">
                    <a:effectLst/>
                  </a:rPr>
                  <a:t>is just the average value of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over the noise. And because the noise has mean zero, that average is exactly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𝑓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(𝑋)</a:t>
                </a:r>
                <a:endParaRPr lang="ar-AE" dirty="0"/>
              </a:p>
              <a:p>
                <a:endParaRPr lang="en-US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4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B9BA-E63F-B891-D41B-8044ED91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70841-5999-15BE-B59F-0A0F1B214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592A018-3F97-ACEA-2D4B-0A5DFB787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Corr = 0 -&gt; independence only if Normal RVs.</a:t>
                </a:r>
              </a:p>
              <a:p>
                <a:endParaRPr lang="en-US" dirty="0"/>
              </a:p>
              <a:p>
                <a:r>
                  <a:rPr lang="en-US" dirty="0">
                    <a:effectLst/>
                  </a:rPr>
                  <a:t>Normality gives us </a:t>
                </a:r>
                <a:r>
                  <a:rPr lang="en-US" b="1" dirty="0">
                    <a:effectLst/>
                  </a:rPr>
                  <a:t>exact finite-sample distributions</a:t>
                </a:r>
                <a:r>
                  <a:rPr lang="en-US" dirty="0">
                    <a:effectLst/>
                  </a:rPr>
                  <a:t> for: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F‑statistics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prediction intervals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Everything becomes </a:t>
                </a:r>
                <a:r>
                  <a:rPr lang="en-US" b="1" dirty="0">
                    <a:effectLst/>
                  </a:rPr>
                  <a:t>exact</a:t>
                </a:r>
                <a:r>
                  <a:rPr lang="en-US" dirty="0">
                    <a:effectLst/>
                  </a:rPr>
                  <a:t>, not asymptotic.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can derive exact sampling distributions, use exact t- and F-tests</a:t>
                </a:r>
              </a:p>
              <a:p>
                <a:r>
                  <a:rPr lang="en-US" dirty="0"/>
                  <a:t>Construct exact prediction intervals</a:t>
                </a:r>
              </a:p>
              <a:p>
                <a:r>
                  <a:rPr lang="en-US" dirty="0"/>
                  <a:t>Use likelihood-based methods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592A018-3F97-ACEA-2D4B-0A5DFB787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Corr = 0 -&gt; independence only if Normal RVs.</a:t>
                </a:r>
              </a:p>
              <a:p>
                <a:endParaRPr lang="en-US" dirty="0"/>
              </a:p>
              <a:p>
                <a:r>
                  <a:rPr lang="en-US" dirty="0">
                    <a:effectLst/>
                  </a:rPr>
                  <a:t>Normality gives us </a:t>
                </a:r>
                <a:r>
                  <a:rPr lang="en-US" b="1" dirty="0">
                    <a:effectLst/>
                  </a:rPr>
                  <a:t>exact finite-sample distributions</a:t>
                </a:r>
                <a:r>
                  <a:rPr lang="en-US" dirty="0">
                    <a:effectLst/>
                  </a:rPr>
                  <a:t> for: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̂_0,𝛽 ̂_1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F‑statistics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prediction intervals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Everything becomes </a:t>
                </a:r>
                <a:r>
                  <a:rPr lang="en-US" b="1" dirty="0">
                    <a:effectLst/>
                  </a:rPr>
                  <a:t>exact</a:t>
                </a:r>
                <a:r>
                  <a:rPr lang="en-US" dirty="0">
                    <a:effectLst/>
                  </a:rPr>
                  <a:t>, not asymptotic.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can derive exact sampling distributions, use exact t- and F-tests</a:t>
                </a:r>
              </a:p>
              <a:p>
                <a:r>
                  <a:rPr lang="en-US" dirty="0"/>
                  <a:t>Construct exact prediction intervals</a:t>
                </a:r>
              </a:p>
              <a:p>
                <a:r>
                  <a:rPr lang="en-US" dirty="0"/>
                  <a:t>Use likelihood-based methods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CBEB9-BD06-B9FD-9E52-DCFF72C2A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181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F8D2-3011-D4EB-ABF4-1B8EA61F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D77AC-ED9F-9EFA-0079-B4CD79EA8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61F92F6-8D14-FA3E-5B55-FA13DB8892A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changes, on average, for a one‑unit change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b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measures how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effectLst/>
                  </a:rPr>
                  <a:t>measures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, scaled by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changes, on average, for a one‑unit change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̂_1=𝑠_𝑥𝑦/(𝑠_𝑥^2 )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𝑠_𝑥𝑦</a:t>
                </a:r>
                <a:r>
                  <a:rPr lang="en-US" dirty="0">
                    <a:effectLst/>
                  </a:rPr>
                  <a:t>measures how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𝑠_𝑥^2</a:t>
                </a:r>
                <a:r>
                  <a:rPr lang="en-US" dirty="0">
                    <a:effectLst/>
                  </a:rPr>
                  <a:t>measures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, scaled by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BAA26-FB62-E805-9359-421E9FB87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87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2D7F4-C6C1-D391-5DBE-6EF2AAFB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9ACCE-F6EC-FC84-B51D-1161C21DE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5D677-1746-16FE-C25F-AA0EEED97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B73FB-5647-70EB-C1E5-C1F2E0A4B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207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line: “bias” shouldn’t have a stigma attached to it. The unbiased estimator is indeed unbiased by its mathematical definition… but it is not always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40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F8D2-3011-D4EB-ABF4-1B8EA61F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D77AC-ED9F-9EFA-0079-B4CD79EA8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61F92F6-8D14-FA3E-5B55-FA13DB8892A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changes, on average, for a one‑unit change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b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measures how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effectLst/>
                  </a:rPr>
                  <a:t>measures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, scaled by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changes, on average, for a one‑unit change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̂_1=𝑠_𝑥𝑦/(𝑠_𝑥^2 )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𝑠_𝑥𝑦</a:t>
                </a:r>
                <a:r>
                  <a:rPr lang="en-US" dirty="0">
                    <a:effectLst/>
                  </a:rPr>
                  <a:t>measures how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𝑠_𝑥^2</a:t>
                </a:r>
                <a:r>
                  <a:rPr lang="en-US" dirty="0">
                    <a:effectLst/>
                  </a:rPr>
                  <a:t>measures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, scaled by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BAA26-FB62-E805-9359-421E9FB87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603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7DEAE-8AC6-24B5-8A1C-2495745DA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Simple Linear Regression: Model, Assumptions, and Least Squares Estimation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DCDA87-734F-EF54-9819-4A5C48B89F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5</a:t>
            </a:r>
          </a:p>
          <a:p>
            <a:r>
              <a:rPr lang="en-US"/>
              <a:t>Built from current SLR slides 2-33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4FEDE-3FA0-D8FF-C7BB-9781C7ED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61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A6705-E2CD-7489-5403-4D9A970B0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DD39-C79B-20D9-94FC-A62372071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What is the equation for the “best” line that fits through data comprised of a single input variable for an output/response variable?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7553CF-03A1-BE3B-1917-7FDE9CFC4D3F}"/>
              </a:ext>
            </a:extLst>
          </p:cNvPr>
          <p:cNvSpPr txBox="1"/>
          <p:nvPr/>
        </p:nvSpPr>
        <p:spPr>
          <a:xfrm>
            <a:off x="0" y="6596390"/>
            <a:ext cx="102257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Image sources: Simon Sinek </a:t>
            </a:r>
            <a:r>
              <a:rPr lang="en-US" sz="1100" i="1" dirty="0"/>
              <a:t>How Great Leaders Inspire Action</a:t>
            </a:r>
            <a:r>
              <a:rPr lang="en-US" sz="1100" dirty="0"/>
              <a:t>, TED (2009), and </a:t>
            </a:r>
            <a:r>
              <a:rPr lang="en-US" sz="1100" i="1" dirty="0"/>
              <a:t>ISLP</a:t>
            </a:r>
            <a:r>
              <a:rPr lang="en-US" sz="1100" dirty="0"/>
              <a:t> Figure 3.1.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6AA93-9575-3FE0-AFF7-493F3608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29F408-86A6-B2F0-DBFF-6E0CB42500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5" b="8507"/>
          <a:stretch>
            <a:fillRect/>
          </a:stretch>
        </p:blipFill>
        <p:spPr>
          <a:xfrm>
            <a:off x="3314700" y="3238186"/>
            <a:ext cx="5262740" cy="338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90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E9D2C-32D1-DE63-469A-D8F395D7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and Context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3C450B-37C9-2ED9-A777-02AC65376A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Last week: </a:t>
                </a:r>
              </a:p>
              <a:p>
                <a:r>
                  <a:rPr lang="en-US" dirty="0"/>
                  <a:t>We assumed a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and 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Since we don’t know the </a:t>
                </a:r>
                <a:r>
                  <a:rPr lang="en-US" b="1" dirty="0"/>
                  <a:t>true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we </a:t>
                </a:r>
                <a:r>
                  <a:rPr lang="en-US" i="1" dirty="0"/>
                  <a:t>estimate</a:t>
                </a:r>
                <a:r>
                  <a:rPr lang="en-US" dirty="0"/>
                  <a:t> it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A </a:t>
                </a:r>
                <a:r>
                  <a:rPr lang="en-US" i="1" dirty="0"/>
                  <a:t>good</a:t>
                </a:r>
                <a:r>
                  <a:rPr lang="en-US" dirty="0"/>
                  <a:t>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one that has low MSE.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𝐵𝑖𝑎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3C450B-37C9-2ED9-A777-02AC65376A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5EBC6-9922-89F7-8101-AA78423DA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26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D1508-08E2-6D80-092D-C854B440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B91BA-C3A6-7572-4AEB-BC98E8BACF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i="1" dirty="0"/>
                  <a:t>Simple linear regression</a:t>
                </a:r>
                <a:r>
                  <a:rPr lang="en-US" dirty="0"/>
                  <a:t> predicts a quantitative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using a single predictor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r>
                  <a:rPr lang="en-US" dirty="0"/>
                  <a:t>We assume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function is linear: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which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for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This is a parametric model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, using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In the data analysis lingo, we “regress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onto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B91BA-C3A6-7572-4AEB-BC98E8BACF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B4BEE-54E2-CD0C-31FE-45868E5B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87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FCAA-8FF2-7C89-ABE7-B43214AAE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Data Analysis Lingo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7448D-6111-97E7-7E6F-17ACF61DF3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The observed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minus predicted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dirty="0"/>
                  <a:t> is called a </a:t>
                </a:r>
                <a:r>
                  <a:rPr lang="en-US" i="1" dirty="0"/>
                  <a:t>residual.</a:t>
                </a:r>
              </a:p>
              <a:p>
                <a:r>
                  <a:rPr lang="en-US" dirty="0"/>
                  <a:t>We denote residuals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. (Some texts denote them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r>
                  <a:rPr lang="en-US" dirty="0"/>
                  <a:t>).</a:t>
                </a:r>
              </a:p>
              <a:p>
                <a:r>
                  <a:rPr lang="en-US" dirty="0"/>
                  <a:t>For the simple linear model, our observed residuals are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MSE of our 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can now be written as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i="1" dirty="0"/>
                  <a:t>Residual Sum of Squares</a:t>
                </a:r>
                <a:r>
                  <a:rPr lang="en-US" dirty="0"/>
                  <a:t> is: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Residuals will come up a lot in this course.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7448D-6111-97E7-7E6F-17ACF61DF3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724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74C47-3AA4-6D13-AFAA-B3C2311D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59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889B8-0274-CED6-EE09-E8005B6A2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BD90F-0A14-D4B2-9CD1-B6FA197DB5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Challenge:</a:t>
                </a:r>
              </a:p>
              <a:p>
                <a:pPr marL="0" indent="0" algn="ctr">
                  <a:buNone/>
                </a:pPr>
                <a:r>
                  <a:rPr lang="en-US" dirty="0"/>
                  <a:t>Identify the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r>
                  <a:rPr lang="en-US" dirty="0"/>
                  <a:t>We will denote our estimates of these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do each of these coefficients estimate, in a linear sense?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BD90F-0A14-D4B2-9CD1-B6FA197DB5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6652A-AA4E-A0FA-C75D-57A5C938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47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A735-B716-AF31-336B-7685FC7D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4633-6804-73A4-71A5-ABE86D56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We might make any of the following assumptions, in increasing order of preference.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the conditional mean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and hence is the best (minimum MSE) predictor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uncorrelated across observations, we satisfy the assumptions of the </a:t>
                </a:r>
                <a:r>
                  <a:rPr lang="en-US" sz="2400" u="sng" dirty="0"/>
                  <a:t>Simple Linear Regression Model</a:t>
                </a:r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independent across observations, we satisfy the assumptions of the </a:t>
                </a:r>
                <a:r>
                  <a:rPr lang="en-US" sz="2400" u="sng" dirty="0"/>
                  <a:t>Gaussian Noise Simple Linear Regression Model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65" r="-724" b="-2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E71B9-6F5F-6479-B7DD-903861C2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39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BCE6FB-9F47-6185-2BF3-AF8A5648518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BCE6FB-9F47-6185-2BF3-AF8A564851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8A3CE7-5A08-AAA0-C765-B537FCC95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We would like to minimize the MSE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practice, however, we have the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cannot compute the expectation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directly.</a:t>
                </a:r>
              </a:p>
              <a:p>
                <a:r>
                  <a:rPr lang="en-US" dirty="0"/>
                  <a:t>Instead, given the observations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we minimize the </a:t>
                </a:r>
                <a:r>
                  <a:rPr lang="en-US" i="1" dirty="0"/>
                  <a:t>empirical </a:t>
                </a:r>
                <a:r>
                  <a:rPr lang="en-US" dirty="0"/>
                  <a:t>mean-squared error: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How do we do this?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8A3CE7-5A08-AAA0-C765-B537FCC95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1217" t="-783" r="-986" b="-3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24B9B-2734-DAE3-3439-33FEFF2B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01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3074-D9F0-7BB3-156B-CF8090BF6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for some calculus.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ACA1C-3EAC-2928-CCE7-C41DAAC8A7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Find critical points.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Take partial derivatives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Set both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Use 2</a:t>
                </a:r>
                <a:r>
                  <a:rPr lang="en-US" baseline="30000" dirty="0"/>
                  <a:t>nd</a:t>
                </a:r>
                <a:r>
                  <a:rPr lang="en-US" dirty="0"/>
                  <a:t> derivative information to verify that our critical point is minimum.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ACA1C-3EAC-2928-CCE7-C41DAAC8A7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251AA-6281-C43E-E2D3-39A06C1E0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88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750FA-1C15-4078-92C4-8EFFFB1D9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C3F4D64-2BF0-11D5-87FD-E88FF4862C6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C3F4D64-2BF0-11D5-87FD-E88FF4862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A5715-67F0-BE35-B2D7-7207D85766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First, we take the derivative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A5715-67F0-BE35-B2D7-7207D85766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3140" b="-3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98251-F2ED-3DB6-F5EC-94404A59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612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E55EC-7101-75E0-71E0-FBF6954F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015BED-BF0C-F9BC-4D0B-6C8B7B3C302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015BED-BF0C-F9BC-4D0B-6C8B7B3C30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490D0-65AE-1D4C-4AAC-737405AF18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Then, we take the derivative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490D0-65AE-1D4C-4AAC-737405AF18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3140" b="-3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B76CD-DF20-A0AC-B4BE-72A8E56EB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607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18B2A-6032-068B-36A3-52BFBDD4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990281-FA4E-175F-3078-60CCC1C9D2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990281-FA4E-175F-3078-60CCC1C9D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589E6E-AB68-98E9-E9AC-69BA7800AE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Then, we want 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by setting them equal to 0.</a:t>
                </a:r>
              </a:p>
              <a:p>
                <a:r>
                  <a:rPr lang="en-US" dirty="0"/>
                  <a:t>Two variables and two unknowns: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589E6E-AB68-98E9-E9AC-69BA7800AE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4C3BF-FD87-C9A9-E4C4-F08E9932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563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994EA-3561-6E20-49F7-AE58F93CE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55CC2F-EC4A-CB89-875A-E1E609CB91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55CC2F-EC4A-CB89-875A-E1E609CB91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A32B3-56CF-EBEE-C160-0D605CFD8F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Dividing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from each of these equations gives us: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These are called the </a:t>
                </a:r>
                <a:r>
                  <a:rPr lang="en-US" b="1" i="1" dirty="0"/>
                  <a:t>Normal Equations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They are important because they determine and give us properties of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A32B3-56CF-EBEE-C160-0D605CFD8F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086" t="-13158" r="-1448" b="-14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166F8-DEC2-579D-822D-4877E332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715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70E42-46B7-5ACF-1A99-54F34BDA4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A1F77B-A047-1914-CDB3-8675F28123B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A1F77B-A047-1914-CDB3-8675F28123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81D16-01DC-5BE0-AD14-0C2062842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We will denote sample means using the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𝑏𝑎𝑟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notation. Then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After distributing the sums across each term.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81D16-01DC-5BE0-AD14-0C2062842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965" t="-12632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D76B1-3785-09EF-B4E9-A5F631A1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3ACF92-498A-4A9E-60B9-78D4BF80CB73}"/>
                  </a:ext>
                </a:extLst>
              </p:cNvPr>
              <p:cNvSpPr txBox="1"/>
              <p:nvPr/>
            </p:nvSpPr>
            <p:spPr>
              <a:xfrm>
                <a:off x="9640297" y="4844884"/>
                <a:ext cx="2518191" cy="115935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𝐵𝑎𝑟</m:t>
                        </m:r>
                      </m:e>
                    </m:acc>
                  </m:oMath>
                </a14:m>
                <a:r>
                  <a:rPr lang="en-US" i="1" dirty="0"/>
                  <a:t> notation</a:t>
                </a:r>
                <a:r>
                  <a:rPr lang="en-US" dirty="0"/>
                  <a:t>- Recall: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3ACF92-498A-4A9E-60B9-78D4BF80C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97" y="4844884"/>
                <a:ext cx="2518191" cy="1159356"/>
              </a:xfrm>
              <a:prstGeom prst="rect">
                <a:avLst/>
              </a:prstGeom>
              <a:blipFill>
                <a:blip r:embed="rId4"/>
                <a:stretch>
                  <a:fillRect t="-208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0682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9F5CE-F9A1-181E-24FB-43B85EF9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61813B-8DCC-4DCF-824B-3CCE89779A7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61813B-8DCC-4DCF-824B-3CCE89779A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17E7C-0406-F874-706B-C4774C5E8F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we multiply the top equation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and add it to the bottom equation: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r>
                  <a:rPr lang="en-US" dirty="0"/>
                  <a:t> (Note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are </a:t>
                </a:r>
                <a:r>
                  <a:rPr lang="en-US" b="1" dirty="0"/>
                  <a:t>not</a:t>
                </a:r>
                <a:r>
                  <a:rPr lang="en-US" dirty="0"/>
                  <a:t> the same thing!) We then have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we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17E7C-0406-F874-706B-C4774C5E8F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3D91A-7BDD-DB84-F3A2-A77768DB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911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D02FA-FBF3-8129-6FB6-8F40D2DC5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0B523A-D175-D857-A8AE-975C1016BBF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0B523A-D175-D857-A8AE-975C1016BB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4B6DA-AD5C-EC20-2EAA-A60AEF0EF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Similarly, from the original equation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4B6DA-AD5C-EC20-2EAA-A60AEF0EF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206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FC977-4357-7227-4296-F8D08E1F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3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FC9A2-BF3B-7F9D-E3DF-AC7632D8B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487A-1182-E119-DD6C-C7516BE0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 Voilà.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76647B-D78B-FA73-E36A-55712C323A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 little </a:t>
                </a:r>
                <a:r>
                  <a:rPr lang="en-US" dirty="0" err="1"/>
                  <a:t>mathing</a:t>
                </a:r>
                <a:r>
                  <a:rPr lang="en-US" dirty="0"/>
                  <a:t> shows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(which is what again?) is the relationship between the means of observed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values.</a:t>
                </a:r>
              </a:p>
              <a:p>
                <a:r>
                  <a:rPr lang="en-US" dirty="0"/>
                  <a:t>But how do we interpret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76647B-D78B-FA73-E36A-55712C323A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2"/>
                <a:stretch>
                  <a:fillRect l="-1086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593F8-9008-E232-FBB4-FC221EC5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494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11A1-C1F5-02DF-A900-95524661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8A46-41AF-5542-1D3D-C90070A60D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use the fact that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8A46-41AF-5542-1D3D-C90070A60D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616EF-A467-FAEB-39CF-1C75A481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52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03F8A-366D-1E79-7CB7-1C8F4363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3AF8-3B75-165C-3C07-D3AED1D9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28E595-C9DA-7E2A-9BDF-B5BEE93FEF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Similarly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28E595-C9DA-7E2A-9BDF-B5BEE93FEF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19A12-75EA-85EC-0B93-8751A8EF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60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9F9EE-2534-A8AA-9A0F-669531DC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AB9B5-C342-20B0-715F-8493406B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368502-94BA-7D3A-C88F-8CF145238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805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These are all equivalent: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(Using one of the “you can’t stop me” rules.)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368502-94BA-7D3A-C88F-8CF145238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8055"/>
              </a:xfrm>
              <a:blipFill>
                <a:blip r:embed="rId2"/>
                <a:stretch>
                  <a:fillRect l="-724" t="-2394" b="-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5056C-644E-0A5A-1134-722E1A12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03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554B5-FAEC-120F-A6E8-9EC89D95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from OA3102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03B9C-4CFA-7462-E6C1-EC48AEC0E6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/>
                  <a:t>unbiased</a:t>
                </a:r>
                <a:r>
                  <a:rPr lang="en-US" dirty="0"/>
                  <a:t> sample covariance and variance are: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03B9C-4CFA-7462-E6C1-EC48AEC0E6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3081" b="-4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7BAD4-0203-18E2-7F4C-13B304B7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18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9834B-8954-F63D-843A-FB46D3475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B6C5-A517-E3B4-13C0-EED470D4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from OA3102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49F40-5D23-758A-9152-2EB52FC2E9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/>
                  <a:t>biased</a:t>
                </a:r>
                <a:r>
                  <a:rPr lang="en-US" dirty="0"/>
                  <a:t> sample covariance and variance are: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49F40-5D23-758A-9152-2EB52FC2E9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3081" b="-4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717B0-95FA-648D-EEF0-4EA7C590C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69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0BED3-ABE5-506E-02A3-45268E96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12773-35CA-E08F-1268-66B397A4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Least Squares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Our derivation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called the </a:t>
                </a:r>
                <a:r>
                  <a:rPr lang="en-US" b="1" i="1" dirty="0"/>
                  <a:t>Least Squares Estimators</a:t>
                </a:r>
                <a:r>
                  <a:rPr lang="en-US" dirty="0"/>
                  <a:t> because they minimize the empirical mean squared error.</a:t>
                </a:r>
              </a:p>
              <a:p>
                <a:endParaRPr lang="en-US" dirty="0"/>
              </a:p>
              <a:p>
                <a:r>
                  <a:rPr lang="en-US" dirty="0"/>
                  <a:t>Note: We showed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:r>
                  <a:rPr lang="en-US" i="1" dirty="0"/>
                  <a:t>critical points</a:t>
                </a:r>
                <a:r>
                  <a:rPr lang="en-US" dirty="0"/>
                  <a:t>. We can further take the second derivatives to show they are indeed minimizers. For sanity and time we won’t do that here.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EEEA3-E865-38C9-78DA-3811E61E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39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0D1F-F5FC-A9E9-738D-74F69C8F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BE84-74FC-3623-2924-FABFF8AAA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We have shown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-intercept is a linear relationship   </a:t>
                </a:r>
                <a:br>
                  <a:rPr lang="en-US" sz="2400" dirty="0"/>
                </a:br>
                <a:r>
                  <a:rPr lang="en-US" sz="2400" dirty="0"/>
                  <a:t>   between the </a:t>
                </a:r>
                <a:r>
                  <a:rPr lang="en-US" sz="2400" b="1" dirty="0"/>
                  <a:t>sample means </a:t>
                </a:r>
                <a:r>
                  <a:rPr lang="en-US" sz="2400" dirty="0"/>
                  <a:t>of the observations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b="0" dirty="0"/>
                  <a:t>”</a:t>
                </a:r>
              </a:p>
              <a:p>
                <a:r>
                  <a:rPr lang="en-US" sz="2400" dirty="0"/>
                  <a:t>Also: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slope is a proportion of the </a:t>
                </a:r>
                <a:r>
                  <a:rPr lang="en-US" sz="2400" b="1" dirty="0"/>
                  <a:t>sample </a:t>
                </a:r>
                <a:br>
                  <a:rPr lang="en-US" sz="2400" b="1" dirty="0"/>
                </a:br>
                <a:r>
                  <a:rPr lang="en-US" sz="2400" b="1" dirty="0"/>
                  <a:t>   covariance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/>
                  <a:t> and sample 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D576-1630-E11D-67A2-76D76050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002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8D3B-DA14-407F-5D46-092C3C84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An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unit.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678C1-8188-238F-CF02-E2D3A583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0779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83DF0-07E4-02E2-9BD4-34618236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0204-FDB6-521B-A1E4-B4C961192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45575-9062-8780-06D2-0F4279104F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56976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unit.</a:t>
                </a:r>
              </a:p>
              <a:p>
                <a:pPr marL="0" indent="0">
                  <a:buNone/>
                </a:pPr>
                <a:r>
                  <a:rPr lang="en-US" dirty="0"/>
                  <a:t>Suppose we have a regression problem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the height of mercury in a thermometer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the ambient temperature. We have clean data and performed EDA, and now use SLR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u="sng" dirty="0"/>
                  <a:t>Question</a:t>
                </a:r>
                <a:r>
                  <a:rPr lang="en-US" dirty="0"/>
                  <a:t>: </a:t>
                </a:r>
                <a:r>
                  <a:rPr lang="en-US" i="1" dirty="0"/>
                  <a:t>How much do we expect the temperature to rise if we artificially increase the height of the mercury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unit?</a:t>
                </a:r>
              </a:p>
              <a:p>
                <a:pPr marL="0" indent="0">
                  <a:buNone/>
                </a:pPr>
                <a:r>
                  <a:rPr lang="en-US" b="1" u="sng" dirty="0"/>
                  <a:t>Answer</a:t>
                </a:r>
                <a:r>
                  <a:rPr lang="en-US" dirty="0"/>
                  <a:t>: ZERO! Remember our EDA and understanding of what the data tells us in the first place. We cannot let correlation imply causation here!</a:t>
                </a:r>
                <a:endParaRPr lang="en-US" b="1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45575-9062-8780-06D2-0F4279104F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56976" cy="4351338"/>
              </a:xfrm>
              <a:blipFill>
                <a:blip r:embed="rId3"/>
                <a:stretch>
                  <a:fillRect l="-1179" t="-2801" r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CBE19-0AFF-31E7-4DC3-6768929C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990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53AB0-F2B3-AC15-6B8B-556326CDE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43D64-B175-AE50-5CDA-FD9300CCE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Variance and Covariance notation: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74DE8B-970C-64AA-66C6-E812E76568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We denote the </a:t>
                </a:r>
                <a:r>
                  <a:rPr lang="en-US" i="1" dirty="0"/>
                  <a:t>unbiased</a:t>
                </a:r>
                <a:r>
                  <a:rPr lang="en-US" dirty="0"/>
                  <a:t> sample variance for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 </a:t>
                </a:r>
                <a:r>
                  <a:rPr lang="en-US" dirty="0"/>
                  <a:t>sample covariance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Where did the square go?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The statistical derivation reason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Variance is the </a:t>
                </a:r>
                <a:r>
                  <a:rPr lang="en-US" b="1" dirty="0"/>
                  <a:t>second-centralized moment: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reports spread of a single distribution.</a:t>
                </a:r>
              </a:p>
              <a:p>
                <a:pPr lvl="1"/>
                <a:r>
                  <a:rPr lang="en-US" dirty="0"/>
                  <a:t>Ex: Skewness is the </a:t>
                </a:r>
                <a:r>
                  <a:rPr lang="en-US" i="1" dirty="0"/>
                  <a:t>third-standardized moment: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Second moment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square superscript</a:t>
                </a:r>
              </a:p>
              <a:p>
                <a:r>
                  <a:rPr lang="en-US" dirty="0"/>
                  <a:t>Covariance, on the other hand, is a cross-moment that measures co-movement between variables.</a:t>
                </a:r>
              </a:p>
              <a:p>
                <a:pPr lvl="1"/>
                <a:r>
                  <a:rPr lang="en-US" dirty="0"/>
                  <a:t>Not a second moment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no square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74DE8B-970C-64AA-66C6-E812E76568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1043" t="-3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C0067-B512-0B7B-9473-02AB64CF7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89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BD64A-4FFE-B815-F5CA-F07A099D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4141-F25A-368E-AC82-B503803E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Etymology of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3BF001-5C8D-9A23-28F4-6EF38C3CE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On Variance and Covariance notation: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</a:t>
                </a:r>
                <a:r>
                  <a:rPr lang="en-US" dirty="0"/>
                  <a:t> sample variance for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 </a:t>
                </a:r>
                <a:r>
                  <a:rPr lang="en-US" dirty="0"/>
                  <a:t>sample covariance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Where did the square go?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The units reason</a:t>
                </a:r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takes the units-squared of our random variable: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 meters,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 dollars,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evil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Covariance, on the other hand, has units of:</a:t>
                </a:r>
              </a:p>
              <a:p>
                <a:pPr lvl="1"/>
                <a:r>
                  <a:rPr lang="en-US" dirty="0"/>
                  <a:t>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seconds</a:t>
                </a:r>
              </a:p>
              <a:p>
                <a:pPr lvl="1"/>
                <a:r>
                  <a:rPr lang="en-US" dirty="0"/>
                  <a:t>dollars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years</a:t>
                </a:r>
              </a:p>
              <a:p>
                <a:pPr lvl="1"/>
                <a:r>
                  <a:rPr lang="en-US" dirty="0"/>
                  <a:t>inches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lbs.</a:t>
                </a:r>
                <a:br>
                  <a:rPr lang="en-US" dirty="0"/>
                </a:b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3BF001-5C8D-9A23-28F4-6EF38C3CE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928" t="-2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E3087-3C0B-318E-46D1-DEAF2EDD6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66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3A102-55DE-FF0D-D527-EFB460A77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E996CB-C8A3-7BA5-E238-655EA6B9050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Do we ever select the </a:t>
                </a:r>
                <a:r>
                  <a:rPr lang="en-US" i="1" dirty="0"/>
                  <a:t>biased</a:t>
                </a:r>
                <a:r>
                  <a:rPr lang="en-US" dirty="0"/>
                  <a:t> 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instead of the </a:t>
                </a:r>
                <a:r>
                  <a:rPr lang="en-US" i="1" dirty="0"/>
                  <a:t>unbiased </a:t>
                </a:r>
                <a:r>
                  <a:rPr lang="en-US" dirty="0"/>
                  <a:t>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on purpose?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E996CB-C8A3-7BA5-E238-655EA6B905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29954" b="-37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68B08-F962-EBE0-6CBA-E4338A35E7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Answer: </a:t>
                </a:r>
                <a:r>
                  <a:rPr lang="en-US" b="1" dirty="0"/>
                  <a:t>Yes.</a:t>
                </a:r>
              </a:p>
              <a:p>
                <a:pPr lvl="1"/>
                <a:r>
                  <a:rPr lang="en-US" dirty="0"/>
                  <a:t>Remember the bias-variance tradeoff?</a:t>
                </a:r>
              </a:p>
              <a:p>
                <a:pPr lvl="1"/>
                <a:r>
                  <a:rPr lang="en-US" dirty="0"/>
                  <a:t>In OA3102 you showed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which is biased. That’s why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0" dirty="0"/>
                  <a:t> Thus</a:t>
                </a:r>
                <a:br>
                  <a:rPr lang="en-US" b="0" dirty="0"/>
                </a:br>
                <a:endParaRPr lang="en-US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 which is unbiased.</a:t>
                </a:r>
              </a:p>
              <a:p>
                <a:pPr lvl="1"/>
                <a:r>
                  <a:rPr lang="en-US" b="0" dirty="0"/>
                  <a:t>But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which means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so the unbiased estimator has higher variance.</a:t>
                </a:r>
                <a:endParaRPr lang="en-US" b="0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68B08-F962-EBE0-6CBA-E4338A35E7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1043" t="-3109" b="-1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99A79-2DFB-4ECC-7D7B-E968CCB0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64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8CA41-19E3-AA39-DA4D-04131ACF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E618-3639-88B9-F71A-59D503472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Biased vs Unbiased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4B67D-2B52-CEF8-0596-5FCE36186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Do we ever select the </a:t>
                </a:r>
                <a:r>
                  <a:rPr lang="en-US" i="1" dirty="0"/>
                  <a:t>biased</a:t>
                </a:r>
                <a:r>
                  <a:rPr lang="en-US" dirty="0"/>
                  <a:t> 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instead of the </a:t>
                </a:r>
                <a:r>
                  <a:rPr lang="en-US" i="1" dirty="0"/>
                  <a:t>unbiased </a:t>
                </a:r>
                <a:r>
                  <a:rPr lang="en-US" dirty="0"/>
                  <a:t>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on purpose?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we might select the </a:t>
                </a:r>
                <a:r>
                  <a:rPr lang="en-US" i="1" dirty="0"/>
                  <a:t>biased </a:t>
                </a:r>
                <a:r>
                  <a:rPr lang="en-US" dirty="0"/>
                  <a:t>estimators:</a:t>
                </a:r>
              </a:p>
              <a:p>
                <a:pPr lvl="1"/>
                <a:r>
                  <a:rPr lang="en-US" b="0" dirty="0"/>
                  <a:t>Strictly going for minimum MSE</a:t>
                </a:r>
              </a:p>
              <a:p>
                <a:pPr lvl="1"/>
                <a:r>
                  <a:rPr lang="en-US" b="0" dirty="0"/>
                  <a:t>Doing maximum likelihood estimation (MLE)</a:t>
                </a:r>
              </a:p>
              <a:p>
                <a:pPr lvl="1"/>
                <a:r>
                  <a:rPr lang="en-US" dirty="0"/>
                  <a:t>We care about prediction, but not inference</a:t>
                </a:r>
              </a:p>
              <a:p>
                <a:pPr lvl="1"/>
                <a:r>
                  <a:rPr lang="en-US" dirty="0"/>
                  <a:t>Examples: ML, signal processing, econometrics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When we might select the </a:t>
                </a:r>
                <a:r>
                  <a:rPr lang="en-US" b="0" i="1" dirty="0"/>
                  <a:t>unbiased </a:t>
                </a:r>
                <a:r>
                  <a:rPr lang="en-US" b="0" dirty="0"/>
                  <a:t>estimators:</a:t>
                </a:r>
              </a:p>
              <a:p>
                <a:pPr lvl="1"/>
                <a:r>
                  <a:rPr lang="en-US" dirty="0"/>
                  <a:t>Performing classical inference</a:t>
                </a:r>
              </a:p>
              <a:p>
                <a:pPr lvl="1"/>
                <a:r>
                  <a:rPr lang="en-US" b="0" dirty="0"/>
                  <a:t>Constructing confidence intervals (CIs)</a:t>
                </a:r>
              </a:p>
              <a:p>
                <a:pPr lvl="1"/>
                <a:r>
                  <a:rPr lang="en-US" dirty="0"/>
                  <a:t>Hypothesis testing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Later, we will work with Ridge and Lasso regression, which are </a:t>
                </a:r>
                <a:r>
                  <a:rPr lang="en-US" b="1" dirty="0"/>
                  <a:t>intentionally biased </a:t>
                </a:r>
                <a:r>
                  <a:rPr lang="en-US" dirty="0"/>
                  <a:t>to</a:t>
                </a:r>
                <a:br>
                  <a:rPr lang="en-US" dirty="0"/>
                </a:br>
                <a:r>
                  <a:rPr lang="en-US" dirty="0"/>
                  <a:t> reduce MSE!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4B67D-2B52-CEF8-0596-5FCE36186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754" t="-2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D296-1EDF-4A6A-BA78-E7CDFE0B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493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0BED3-ABE5-506E-02A3-45268E96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112773-35CA-E08F-1268-66B397A4F6C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dirty="0"/>
                  <a:t>The Least Squares Estimators for a Single Input Variable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112773-35CA-E08F-1268-66B397A4F6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Our derivations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called the </a:t>
                </a:r>
                <a:r>
                  <a:rPr lang="en-US" b="1" i="1" dirty="0"/>
                  <a:t>Least Squares Estimators</a:t>
                </a:r>
                <a:r>
                  <a:rPr lang="en-US" dirty="0"/>
                  <a:t> because they minimize the empirical mean squared error.</a:t>
                </a:r>
              </a:p>
              <a:p>
                <a:endParaRPr lang="en-US" dirty="0"/>
              </a:p>
              <a:p>
                <a:r>
                  <a:rPr lang="en-US" dirty="0"/>
                  <a:t>We literally built these parameters by deliberately minimizing the mean squared error via calculus.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EEEA3-E865-38C9-78DA-3811E61E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59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0D1F-F5FC-A9E9-738D-74F69C8F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05BE84-74FC-3623-2924-FABFF8AAA76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for SLR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05BE84-74FC-3623-2924-FABFF8AAA7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We showed the </a:t>
                </a:r>
                <a:r>
                  <a:rPr lang="en-US" sz="2400" b="1" i="1" dirty="0"/>
                  <a:t>y-intercept parameter </a:t>
                </a:r>
                <a:r>
                  <a:rPr lang="en-US" sz="2400" dirty="0"/>
                  <a:t>is: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-intercept is a linear relationship   </a:t>
                </a:r>
                <a:br>
                  <a:rPr lang="en-US" sz="2400" dirty="0"/>
                </a:br>
                <a:r>
                  <a:rPr lang="en-US" sz="2400" dirty="0"/>
                  <a:t>   between the </a:t>
                </a:r>
                <a:r>
                  <a:rPr lang="en-US" sz="2400" b="1" dirty="0"/>
                  <a:t>sample means </a:t>
                </a:r>
                <a:r>
                  <a:rPr lang="en-US" sz="2400" dirty="0"/>
                  <a:t>of the observations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b="0" dirty="0"/>
                  <a:t>”</a:t>
                </a:r>
              </a:p>
              <a:p>
                <a:r>
                  <a:rPr lang="en-US" sz="2400" dirty="0"/>
                  <a:t>Also the </a:t>
                </a:r>
                <a:r>
                  <a:rPr lang="en-US" sz="2400" b="1" i="1" dirty="0"/>
                  <a:t>slope parameter </a:t>
                </a:r>
                <a:r>
                  <a:rPr lang="en-US" sz="2400" dirty="0"/>
                  <a:t>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slope is a proportion of the </a:t>
                </a:r>
                <a:r>
                  <a:rPr lang="en-US" sz="2400" b="1" dirty="0"/>
                  <a:t>sample </a:t>
                </a:r>
                <a:br>
                  <a:rPr lang="en-US" sz="2400" b="1" dirty="0"/>
                </a:br>
                <a:r>
                  <a:rPr lang="en-US" sz="2400" b="1" dirty="0"/>
                  <a:t>   covariance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/>
                  <a:t> and sample 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844" t="-2035" b="-9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D576-1630-E11D-67A2-76D76050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197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218D3B-DA14-407F-5D46-092C3C84DC1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for SLR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218D3B-DA14-407F-5D46-092C3C84D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An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unit.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678C1-8188-238F-CF02-E2D3A583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89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443BDF-FDF7-4AF7-AE5B-91E2340493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8BC304-DC2C-4F92-97A0-4E7A9C735621}">
  <ds:schemaRefs>
    <ds:schemaRef ds:uri="http://purl.org/dc/elements/1.1/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terms/"/>
    <ds:schemaRef ds:uri="0e81aeba-3fbe-492c-aacc-230c0d934791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</TotalTime>
  <Words>2284</Words>
  <Application>Microsoft Office PowerPoint</Application>
  <PresentationFormat>Widescreen</PresentationFormat>
  <Paragraphs>315</Paragraphs>
  <Slides>33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office theme</vt:lpstr>
      <vt:lpstr>Simple Linear Regression: Model, Assumptions, and Least Squares Estimation</vt:lpstr>
      <vt:lpstr>The Big Picture</vt:lpstr>
      <vt:lpstr>Review and Context</vt:lpstr>
      <vt:lpstr>Simple Linear Regression</vt:lpstr>
      <vt:lpstr>More Data Analysis Lingo</vt:lpstr>
      <vt:lpstr>Simple linear regression</vt:lpstr>
      <vt:lpstr>Some Common Assumptions</vt:lpstr>
      <vt:lpstr>β ̂_0 and β ̂_1</vt:lpstr>
      <vt:lpstr>Time for some calculus.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et Voilà.</vt:lpstr>
      <vt:lpstr>Some More Algebra</vt:lpstr>
      <vt:lpstr>Some More Algebra</vt:lpstr>
      <vt:lpstr>Equivalences</vt:lpstr>
      <vt:lpstr>Recall from OA3102</vt:lpstr>
      <vt:lpstr>Recall from OA3102</vt:lpstr>
      <vt:lpstr>The  Least Squares Estimators</vt:lpstr>
      <vt:lpstr>The  Takeaways</vt:lpstr>
      <vt:lpstr>Interpretation</vt:lpstr>
      <vt:lpstr>An Application</vt:lpstr>
      <vt:lpstr>On Variance and Covariance notation: </vt:lpstr>
      <vt:lpstr>Etymology of notation</vt:lpstr>
      <vt:lpstr>Do we ever select the biased estimators σ ̂_x^2 and σ_xy instead of the unbiased estimators s_x^2  and s_xy on purpose?</vt:lpstr>
      <vt:lpstr>Biased vs Unbiased Estimators</vt:lpstr>
      <vt:lpstr>The Least Squares Estimators for a Single Input Variable X</vt:lpstr>
      <vt:lpstr>Interpretation of β ̂_0 and β ̂_1 for SLR</vt:lpstr>
      <vt:lpstr>Interpretation of β ̂_0 and β ̂_1 for SLR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8</cp:revision>
  <dcterms:created xsi:type="dcterms:W3CDTF">2026-04-07T19:55:26Z</dcterms:created>
  <dcterms:modified xsi:type="dcterms:W3CDTF">2026-04-22T23:15:52Z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2026-04-07T19:56:46Z</vt:lpwstr>
  </property>
  <property fmtid="{D5CDD505-2E9C-101B-9397-08002B2CF9AE}" pid="5" name="MSIP_Label_acbbd4a6-dc2f-44d9-ad2c-c28d4679873f_Method">
    <vt:lpwstr>Standard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10, 3, 0, 1</vt:lpwstr>
  </property>
</Properties>
</file>