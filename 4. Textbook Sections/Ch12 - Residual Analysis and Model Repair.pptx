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6" r:id="rId5"/>
    <p:sldId id="535" r:id="rId6"/>
    <p:sldId id="546" r:id="rId7"/>
    <p:sldId id="519" r:id="rId8"/>
    <p:sldId id="520" r:id="rId9"/>
    <p:sldId id="516" r:id="rId10"/>
    <p:sldId id="549" r:id="rId11"/>
    <p:sldId id="547" r:id="rId12"/>
    <p:sldId id="548" r:id="rId13"/>
    <p:sldId id="550" r:id="rId14"/>
    <p:sldId id="552" r:id="rId15"/>
    <p:sldId id="553" r:id="rId16"/>
    <p:sldId id="554" r:id="rId17"/>
    <p:sldId id="555" r:id="rId18"/>
    <p:sldId id="556" r:id="rId19"/>
    <p:sldId id="51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8:49.656" v="272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8:48.206" v="268" actId="2696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modSp add mod">
        <pc:chgData name="christopher posadas" userId="c785335156d879ca" providerId="LiveId" clId="{C9D886FB-ED5B-489B-8330-669FD307C29D}" dt="2026-04-22T23:18:48.241" v="271" actId="20577"/>
        <pc:sldMkLst>
          <pc:docMk/>
          <pc:sldMk cId="4155692348" sldId="256"/>
        </pc:sldMkLst>
        <pc:spChg chg="mod">
          <ac:chgData name="christopher posadas" userId="c785335156d879ca" providerId="LiveId" clId="{C9D886FB-ED5B-489B-8330-669FD307C29D}" dt="2026-04-22T23:18:48.223" v="270" actId="20577"/>
          <ac:spMkLst>
            <pc:docMk/>
            <pc:sldMk cId="4155692348" sldId="256"/>
            <ac:spMk id="2" creationId="{21850F0B-BF4F-F265-017B-ED399C68AD5F}"/>
          </ac:spMkLst>
        </pc:spChg>
        <pc:spChg chg="mod">
          <ac:chgData name="christopher posadas" userId="c785335156d879ca" providerId="LiveId" clId="{C9D886FB-ED5B-489B-8330-669FD307C29D}" dt="2026-04-22T23:18:48.241" v="271" actId="20577"/>
          <ac:spMkLst>
            <pc:docMk/>
            <pc:sldMk cId="4155692348" sldId="256"/>
            <ac:spMk id="3" creationId="{DE36FB7F-288E-CBE8-9CF3-6E18F7CAF291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 del">
        <pc:chgData name="christopher posadas" userId="c785335156d879ca" providerId="LiveId" clId="{C9D886FB-ED5B-489B-8330-669FD307C29D}" dt="2026-04-22T23:18:48.198" v="267" actId="2696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 del">
        <pc:chgData name="christopher posadas" userId="c785335156d879ca" providerId="LiveId" clId="{C9D886FB-ED5B-489B-8330-669FD307C29D}" dt="2026-04-22T23:18:48.108" v="266" actId="2696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 del">
        <pc:chgData name="christopher posadas" userId="c785335156d879ca" providerId="LiveId" clId="{C9D886FB-ED5B-489B-8330-669FD307C29D}" dt="2026-04-22T23:18:47.750" v="257" actId="2696"/>
        <pc:sldMkLst>
          <pc:docMk/>
          <pc:sldMk cId="88201507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 del">
        <pc:chgData name="christopher posadas" userId="c785335156d879ca" providerId="LiveId" clId="{C9D886FB-ED5B-489B-8330-669FD307C29D}" dt="2026-04-22T23:18:47.681" v="256" actId="2696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 del">
        <pc:chgData name="christopher posadas" userId="c785335156d879ca" providerId="LiveId" clId="{C9D886FB-ED5B-489B-8330-669FD307C29D}" dt="2026-04-22T23:18:47.615" v="255" actId="2696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 del">
        <pc:chgData name="christopher posadas" userId="c785335156d879ca" providerId="LiveId" clId="{C9D886FB-ED5B-489B-8330-669FD307C29D}" dt="2026-04-22T23:18:47.500" v="254" actId="2696"/>
        <pc:sldMkLst>
          <pc:docMk/>
          <pc:sldMk cId="89925186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 del">
        <pc:chgData name="christopher posadas" userId="c785335156d879ca" providerId="LiveId" clId="{C9D886FB-ED5B-489B-8330-669FD307C29D}" dt="2026-04-22T23:18:45.534" v="233" actId="2696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 del">
        <pc:chgData name="christopher posadas" userId="c785335156d879ca" providerId="LiveId" clId="{C9D886FB-ED5B-489B-8330-669FD307C29D}" dt="2026-04-22T23:18:47.283" v="253" actId="2696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 del">
        <pc:chgData name="christopher posadas" userId="c785335156d879ca" providerId="LiveId" clId="{C9D886FB-ED5B-489B-8330-669FD307C29D}" dt="2026-04-22T23:18:47.187" v="252" actId="2696"/>
        <pc:sldMkLst>
          <pc:docMk/>
          <pc:sldMk cId="3598625591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 del">
        <pc:chgData name="christopher posadas" userId="c785335156d879ca" providerId="LiveId" clId="{C9D886FB-ED5B-489B-8330-669FD307C29D}" dt="2026-04-22T23:18:47.121" v="251" actId="2696"/>
        <pc:sldMkLst>
          <pc:docMk/>
          <pc:sldMk cId="3491592372" sldId="367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 del">
        <pc:chgData name="christopher posadas" userId="c785335156d879ca" providerId="LiveId" clId="{C9D886FB-ED5B-489B-8330-669FD307C29D}" dt="2026-04-22T23:18:47.083" v="250" actId="2696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 del">
        <pc:chgData name="christopher posadas" userId="c785335156d879ca" providerId="LiveId" clId="{C9D886FB-ED5B-489B-8330-669FD307C29D}" dt="2026-04-22T23:18:47.019" v="249" actId="2696"/>
        <pc:sldMkLst>
          <pc:docMk/>
          <pc:sldMk cId="1548435913" sldId="369"/>
        </pc:sldMkLst>
      </pc:sldChg>
      <pc:sldChg chg="add del">
        <pc:chgData name="christopher posadas" userId="c785335156d879ca" providerId="LiveId" clId="{C9D886FB-ED5B-489B-8330-669FD307C29D}" dt="2026-04-22T23:18:46.972" v="248" actId="2696"/>
        <pc:sldMkLst>
          <pc:docMk/>
          <pc:sldMk cId="81929054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 del">
        <pc:chgData name="christopher posadas" userId="c785335156d879ca" providerId="LiveId" clId="{C9D886FB-ED5B-489B-8330-669FD307C29D}" dt="2026-04-22T23:18:46.837" v="246" actId="2696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 del">
        <pc:chgData name="christopher posadas" userId="c785335156d879ca" providerId="LiveId" clId="{C9D886FB-ED5B-489B-8330-669FD307C29D}" dt="2026-04-22T23:18:46.748" v="244" actId="2696"/>
        <pc:sldMkLst>
          <pc:docMk/>
          <pc:sldMk cId="2633594968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 del">
        <pc:chgData name="christopher posadas" userId="c785335156d879ca" providerId="LiveId" clId="{C9D886FB-ED5B-489B-8330-669FD307C29D}" dt="2026-04-22T23:18:46.926" v="247" actId="2696"/>
        <pc:sldMkLst>
          <pc:docMk/>
          <pc:sldMk cId="3101823733" sldId="374"/>
        </pc:sldMkLst>
      </pc:sldChg>
      <pc:sldChg chg="add del">
        <pc:chgData name="christopher posadas" userId="c785335156d879ca" providerId="LiveId" clId="{C9D886FB-ED5B-489B-8330-669FD307C29D}" dt="2026-04-22T23:18:46.800" v="245" actId="2696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 del">
        <pc:chgData name="christopher posadas" userId="c785335156d879ca" providerId="LiveId" clId="{C9D886FB-ED5B-489B-8330-669FD307C29D}" dt="2026-04-22T23:18:46.626" v="243" actId="2696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 del">
        <pc:chgData name="christopher posadas" userId="c785335156d879ca" providerId="LiveId" clId="{C9D886FB-ED5B-489B-8330-669FD307C29D}" dt="2026-04-22T23:18:46.536" v="242" actId="2696"/>
        <pc:sldMkLst>
          <pc:docMk/>
          <pc:sldMk cId="4276681083" sldId="377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 del">
        <pc:chgData name="christopher posadas" userId="c785335156d879ca" providerId="LiveId" clId="{C9D886FB-ED5B-489B-8330-669FD307C29D}" dt="2026-04-22T23:18:46.421" v="241" actId="2696"/>
        <pc:sldMkLst>
          <pc:docMk/>
          <pc:sldMk cId="2121670385" sldId="378"/>
        </pc:sldMkLst>
      </pc:sldChg>
      <pc:sldChg chg="add del">
        <pc:chgData name="christopher posadas" userId="c785335156d879ca" providerId="LiveId" clId="{C9D886FB-ED5B-489B-8330-669FD307C29D}" dt="2026-04-22T23:18:46.319" v="240" actId="2696"/>
        <pc:sldMkLst>
          <pc:docMk/>
          <pc:sldMk cId="708736160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 del">
        <pc:chgData name="christopher posadas" userId="c785335156d879ca" providerId="LiveId" clId="{C9D886FB-ED5B-489B-8330-669FD307C29D}" dt="2026-04-22T23:18:46.258" v="239" actId="2696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 del">
        <pc:chgData name="christopher posadas" userId="c785335156d879ca" providerId="LiveId" clId="{C9D886FB-ED5B-489B-8330-669FD307C29D}" dt="2026-04-22T23:18:46.172" v="238" actId="2696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 del">
        <pc:chgData name="christopher posadas" userId="c785335156d879ca" providerId="LiveId" clId="{C9D886FB-ED5B-489B-8330-669FD307C29D}" dt="2026-04-22T23:18:46.076" v="237" actId="2696"/>
        <pc:sldMkLst>
          <pc:docMk/>
          <pc:sldMk cId="3880056336" sldId="382"/>
        </pc:sldMkLst>
      </pc:sldChg>
      <pc:sldChg chg="add del">
        <pc:chgData name="christopher posadas" userId="c785335156d879ca" providerId="LiveId" clId="{C9D886FB-ED5B-489B-8330-669FD307C29D}" dt="2026-04-22T23:18:45.989" v="236" actId="2696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 del">
        <pc:chgData name="christopher posadas" userId="c785335156d879ca" providerId="LiveId" clId="{C9D886FB-ED5B-489B-8330-669FD307C29D}" dt="2026-04-22T23:18:45.841" v="235" actId="2696"/>
        <pc:sldMkLst>
          <pc:docMk/>
          <pc:sldMk cId="2092619477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 del">
        <pc:chgData name="christopher posadas" userId="c785335156d879ca" providerId="LiveId" clId="{C9D886FB-ED5B-489B-8330-669FD307C29D}" dt="2026-04-22T23:18:45.695" v="234" actId="2696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 del">
        <pc:chgData name="christopher posadas" userId="c785335156d879ca" providerId="LiveId" clId="{C9D886FB-ED5B-489B-8330-669FD307C29D}" dt="2026-04-22T23:18:45.458" v="232" actId="2696"/>
        <pc:sldMkLst>
          <pc:docMk/>
          <pc:sldMk cId="413276843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 del">
        <pc:chgData name="christopher posadas" userId="c785335156d879ca" providerId="LiveId" clId="{C9D886FB-ED5B-489B-8330-669FD307C29D}" dt="2026-04-22T23:18:45.374" v="231" actId="2696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 del">
        <pc:chgData name="christopher posadas" userId="c785335156d879ca" providerId="LiveId" clId="{C9D886FB-ED5B-489B-8330-669FD307C29D}" dt="2026-04-22T23:18:45.316" v="230" actId="2696"/>
        <pc:sldMkLst>
          <pc:docMk/>
          <pc:sldMk cId="179926999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 del">
        <pc:chgData name="christopher posadas" userId="c785335156d879ca" providerId="LiveId" clId="{C9D886FB-ED5B-489B-8330-669FD307C29D}" dt="2026-04-22T23:18:45.263" v="229" actId="2696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 del">
        <pc:chgData name="christopher posadas" userId="c785335156d879ca" providerId="LiveId" clId="{C9D886FB-ED5B-489B-8330-669FD307C29D}" dt="2026-04-22T23:18:45.140" v="228" actId="2696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 del">
        <pc:chgData name="christopher posadas" userId="c785335156d879ca" providerId="LiveId" clId="{C9D886FB-ED5B-489B-8330-669FD307C29D}" dt="2026-04-22T23:18:45.023" v="227" actId="2696"/>
        <pc:sldMkLst>
          <pc:docMk/>
          <pc:sldMk cId="1809616798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 del">
        <pc:chgData name="christopher posadas" userId="c785335156d879ca" providerId="LiveId" clId="{C9D886FB-ED5B-489B-8330-669FD307C29D}" dt="2026-04-22T23:18:44.906" v="226" actId="2696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 del">
        <pc:chgData name="christopher posadas" userId="c785335156d879ca" providerId="LiveId" clId="{C9D886FB-ED5B-489B-8330-669FD307C29D}" dt="2026-04-22T23:18:44.818" v="225" actId="2696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 del">
        <pc:chgData name="christopher posadas" userId="c785335156d879ca" providerId="LiveId" clId="{C9D886FB-ED5B-489B-8330-669FD307C29D}" dt="2026-04-22T23:18:44.737" v="224" actId="2696"/>
        <pc:sldMkLst>
          <pc:docMk/>
          <pc:sldMk cId="698030090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 del">
        <pc:chgData name="christopher posadas" userId="c785335156d879ca" providerId="LiveId" clId="{C9D886FB-ED5B-489B-8330-669FD307C29D}" dt="2026-04-22T23:18:43.581" v="209" actId="2696"/>
        <pc:sldMkLst>
          <pc:docMk/>
          <pc:sldMk cId="3080652441" sldId="400"/>
        </pc:sldMkLst>
      </pc:sldChg>
      <pc:sldChg chg="add del">
        <pc:chgData name="christopher posadas" userId="c785335156d879ca" providerId="LiveId" clId="{C9D886FB-ED5B-489B-8330-669FD307C29D}" dt="2026-04-22T23:18:44.484" v="221" actId="2696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 del">
        <pc:chgData name="christopher posadas" userId="c785335156d879ca" providerId="LiveId" clId="{C9D886FB-ED5B-489B-8330-669FD307C29D}" dt="2026-04-22T23:18:44.663" v="223" actId="2696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 del">
        <pc:chgData name="christopher posadas" userId="c785335156d879ca" providerId="LiveId" clId="{C9D886FB-ED5B-489B-8330-669FD307C29D}" dt="2026-04-22T23:18:44.594" v="222" actId="2696"/>
        <pc:sldMkLst>
          <pc:docMk/>
          <pc:sldMk cId="2493867149" sldId="404"/>
        </pc:sldMkLst>
      </pc:sldChg>
      <pc:sldChg chg="add del">
        <pc:chgData name="christopher posadas" userId="c785335156d879ca" providerId="LiveId" clId="{C9D886FB-ED5B-489B-8330-669FD307C29D}" dt="2026-04-22T23:18:48.060" v="265" actId="2696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 del">
        <pc:chgData name="christopher posadas" userId="c785335156d879ca" providerId="LiveId" clId="{C9D886FB-ED5B-489B-8330-669FD307C29D}" dt="2026-04-22T23:18:47.892" v="262" actId="2696"/>
        <pc:sldMkLst>
          <pc:docMk/>
          <pc:sldMk cId="2180307231" sldId="406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 del">
        <pc:chgData name="christopher posadas" userId="c785335156d879ca" providerId="LiveId" clId="{C9D886FB-ED5B-489B-8330-669FD307C29D}" dt="2026-04-22T23:18:47.858" v="261" actId="2696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 del">
        <pc:chgData name="christopher posadas" userId="c785335156d879ca" providerId="LiveId" clId="{C9D886FB-ED5B-489B-8330-669FD307C29D}" dt="2026-04-22T23:18:47.774" v="259" actId="2696"/>
        <pc:sldMkLst>
          <pc:docMk/>
          <pc:sldMk cId="654115739" sldId="408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 del">
        <pc:chgData name="christopher posadas" userId="c785335156d879ca" providerId="LiveId" clId="{C9D886FB-ED5B-489B-8330-669FD307C29D}" dt="2026-04-22T23:18:47.762" v="258" actId="2696"/>
        <pc:sldMkLst>
          <pc:docMk/>
          <pc:sldMk cId="3147270502" sldId="409"/>
        </pc:sldMkLst>
      </pc:sldChg>
      <pc:sldChg chg="add del">
        <pc:chgData name="christopher posadas" userId="c785335156d879ca" providerId="LiveId" clId="{C9D886FB-ED5B-489B-8330-669FD307C29D}" dt="2026-04-22T23:18:48.052" v="264" actId="2696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 del">
        <pc:chgData name="christopher posadas" userId="c785335156d879ca" providerId="LiveId" clId="{C9D886FB-ED5B-489B-8330-669FD307C29D}" dt="2026-04-22T23:18:47.974" v="263" actId="2696"/>
        <pc:sldMkLst>
          <pc:docMk/>
          <pc:sldMk cId="3866962762" sldId="412"/>
        </pc:sldMkLst>
      </pc:sldChg>
      <pc:sldChg chg="add del">
        <pc:chgData name="christopher posadas" userId="c785335156d879ca" providerId="LiveId" clId="{C9D886FB-ED5B-489B-8330-669FD307C29D}" dt="2026-04-22T23:18:43.575" v="208" actId="2696"/>
        <pc:sldMkLst>
          <pc:docMk/>
          <pc:sldMk cId="2675359034" sldId="413"/>
        </pc:sldMkLst>
      </pc:sldChg>
      <pc:sldChg chg="add del">
        <pc:chgData name="christopher posadas" userId="c785335156d879ca" providerId="LiveId" clId="{C9D886FB-ED5B-489B-8330-669FD307C29D}" dt="2026-04-22T23:18:43.517" v="207" actId="2696"/>
        <pc:sldMkLst>
          <pc:docMk/>
          <pc:sldMk cId="3582631006" sldId="418"/>
        </pc:sldMkLst>
      </pc:sldChg>
      <pc:sldChg chg="add del">
        <pc:chgData name="christopher posadas" userId="c785335156d879ca" providerId="LiveId" clId="{C9D886FB-ED5B-489B-8330-669FD307C29D}" dt="2026-04-22T23:18:43.440" v="206" actId="2696"/>
        <pc:sldMkLst>
          <pc:docMk/>
          <pc:sldMk cId="271690220" sldId="419"/>
        </pc:sldMkLst>
      </pc:sldChg>
      <pc:sldChg chg="add del">
        <pc:chgData name="christopher posadas" userId="c785335156d879ca" providerId="LiveId" clId="{C9D886FB-ED5B-489B-8330-669FD307C29D}" dt="2026-04-22T23:18:43.362" v="205" actId="2696"/>
        <pc:sldMkLst>
          <pc:docMk/>
          <pc:sldMk cId="1209323168" sldId="420"/>
        </pc:sldMkLst>
      </pc:sldChg>
      <pc:sldChg chg="add del">
        <pc:chgData name="christopher posadas" userId="c785335156d879ca" providerId="LiveId" clId="{C9D886FB-ED5B-489B-8330-669FD307C29D}" dt="2026-04-22T23:18:43.286" v="204" actId="2696"/>
        <pc:sldMkLst>
          <pc:docMk/>
          <pc:sldMk cId="4057692197" sldId="421"/>
        </pc:sldMkLst>
      </pc:sldChg>
      <pc:sldChg chg="add del">
        <pc:chgData name="christopher posadas" userId="c785335156d879ca" providerId="LiveId" clId="{C9D886FB-ED5B-489B-8330-669FD307C29D}" dt="2026-04-22T23:18:42.881" v="199" actId="2696"/>
        <pc:sldMkLst>
          <pc:docMk/>
          <pc:sldMk cId="2210911812" sldId="422"/>
        </pc:sldMkLst>
      </pc:sldChg>
      <pc:sldChg chg="add del">
        <pc:chgData name="christopher posadas" userId="c785335156d879ca" providerId="LiveId" clId="{C9D886FB-ED5B-489B-8330-669FD307C29D}" dt="2026-04-22T23:18:43.219" v="203" actId="2696"/>
        <pc:sldMkLst>
          <pc:docMk/>
          <pc:sldMk cId="1004461656" sldId="423"/>
        </pc:sldMkLst>
      </pc:sldChg>
      <pc:sldChg chg="add del">
        <pc:chgData name="christopher posadas" userId="c785335156d879ca" providerId="LiveId" clId="{C9D886FB-ED5B-489B-8330-669FD307C29D}" dt="2026-04-22T23:18:43.144" v="202" actId="2696"/>
        <pc:sldMkLst>
          <pc:docMk/>
          <pc:sldMk cId="3323413212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 del">
        <pc:chgData name="christopher posadas" userId="c785335156d879ca" providerId="LiveId" clId="{C9D886FB-ED5B-489B-8330-669FD307C29D}" dt="2026-04-22T23:18:47.826" v="260" actId="2696"/>
        <pc:sldMkLst>
          <pc:docMk/>
          <pc:sldMk cId="3702013967" sldId="425"/>
        </pc:sldMkLst>
      </pc:sldChg>
      <pc:sldChg chg="add del">
        <pc:chgData name="christopher posadas" userId="c785335156d879ca" providerId="LiveId" clId="{C9D886FB-ED5B-489B-8330-669FD307C29D}" dt="2026-04-22T23:18:44.418" v="220" actId="2696"/>
        <pc:sldMkLst>
          <pc:docMk/>
          <pc:sldMk cId="3910606642" sldId="426"/>
        </pc:sldMkLst>
      </pc:sldChg>
      <pc:sldChg chg="add del">
        <pc:chgData name="christopher posadas" userId="c785335156d879ca" providerId="LiveId" clId="{C9D886FB-ED5B-489B-8330-669FD307C29D}" dt="2026-04-22T23:18:44.375" v="219" actId="2696"/>
        <pc:sldMkLst>
          <pc:docMk/>
          <pc:sldMk cId="3514636155" sldId="427"/>
        </pc:sldMkLst>
      </pc:sldChg>
      <pc:sldChg chg="add del">
        <pc:chgData name="christopher posadas" userId="c785335156d879ca" providerId="LiveId" clId="{C9D886FB-ED5B-489B-8330-669FD307C29D}" dt="2026-04-22T23:18:44.303" v="218" actId="2696"/>
        <pc:sldMkLst>
          <pc:docMk/>
          <pc:sldMk cId="2639048209" sldId="428"/>
        </pc:sldMkLst>
      </pc:sldChg>
      <pc:sldChg chg="add del">
        <pc:chgData name="christopher posadas" userId="c785335156d879ca" providerId="LiveId" clId="{C9D886FB-ED5B-489B-8330-669FD307C29D}" dt="2026-04-22T23:18:44.155" v="217" actId="2696"/>
        <pc:sldMkLst>
          <pc:docMk/>
          <pc:sldMk cId="3481317551" sldId="429"/>
        </pc:sldMkLst>
      </pc:sldChg>
      <pc:sldChg chg="add del">
        <pc:chgData name="christopher posadas" userId="c785335156d879ca" providerId="LiveId" clId="{C9D886FB-ED5B-489B-8330-669FD307C29D}" dt="2026-04-22T23:18:44.064" v="216" actId="2696"/>
        <pc:sldMkLst>
          <pc:docMk/>
          <pc:sldMk cId="1195090263" sldId="430"/>
        </pc:sldMkLst>
      </pc:sldChg>
      <pc:sldChg chg="add del">
        <pc:chgData name="christopher posadas" userId="c785335156d879ca" providerId="LiveId" clId="{C9D886FB-ED5B-489B-8330-669FD307C29D}" dt="2026-04-22T23:18:43.998" v="215" actId="2696"/>
        <pc:sldMkLst>
          <pc:docMk/>
          <pc:sldMk cId="1543605468" sldId="431"/>
        </pc:sldMkLst>
      </pc:sldChg>
      <pc:sldChg chg="add del">
        <pc:chgData name="christopher posadas" userId="c785335156d879ca" providerId="LiveId" clId="{C9D886FB-ED5B-489B-8330-669FD307C29D}" dt="2026-04-22T23:18:43.929" v="214" actId="2696"/>
        <pc:sldMkLst>
          <pc:docMk/>
          <pc:sldMk cId="2922883410" sldId="432"/>
        </pc:sldMkLst>
      </pc:sldChg>
      <pc:sldChg chg="add del">
        <pc:chgData name="christopher posadas" userId="c785335156d879ca" providerId="LiveId" clId="{C9D886FB-ED5B-489B-8330-669FD307C29D}" dt="2026-04-22T23:18:43.859" v="213" actId="2696"/>
        <pc:sldMkLst>
          <pc:docMk/>
          <pc:sldMk cId="2070319411" sldId="433"/>
        </pc:sldMkLst>
      </pc:sldChg>
      <pc:sldChg chg="add del">
        <pc:chgData name="christopher posadas" userId="c785335156d879ca" providerId="LiveId" clId="{C9D886FB-ED5B-489B-8330-669FD307C29D}" dt="2026-04-22T23:18:43.819" v="212" actId="2696"/>
        <pc:sldMkLst>
          <pc:docMk/>
          <pc:sldMk cId="2125810529" sldId="434"/>
        </pc:sldMkLst>
      </pc:sldChg>
      <pc:sldChg chg="add del">
        <pc:chgData name="christopher posadas" userId="c785335156d879ca" providerId="LiveId" clId="{C9D886FB-ED5B-489B-8330-669FD307C29D}" dt="2026-04-22T23:18:43.754" v="211" actId="2696"/>
        <pc:sldMkLst>
          <pc:docMk/>
          <pc:sldMk cId="3690391877" sldId="435"/>
        </pc:sldMkLst>
      </pc:sldChg>
      <pc:sldChg chg="add del">
        <pc:chgData name="christopher posadas" userId="c785335156d879ca" providerId="LiveId" clId="{C9D886FB-ED5B-489B-8330-669FD307C29D}" dt="2026-04-22T23:18:43.675" v="210" actId="2696"/>
        <pc:sldMkLst>
          <pc:docMk/>
          <pc:sldMk cId="1102927084" sldId="436"/>
        </pc:sldMkLst>
      </pc:sldChg>
      <pc:sldChg chg="add del">
        <pc:chgData name="christopher posadas" userId="c785335156d879ca" providerId="LiveId" clId="{C9D886FB-ED5B-489B-8330-669FD307C29D}" dt="2026-04-22T23:18:43.042" v="201" actId="2696"/>
        <pc:sldMkLst>
          <pc:docMk/>
          <pc:sldMk cId="2752002323" sldId="437"/>
        </pc:sldMkLst>
      </pc:sldChg>
      <pc:sldChg chg="add del">
        <pc:chgData name="christopher posadas" userId="c785335156d879ca" providerId="LiveId" clId="{C9D886FB-ED5B-489B-8330-669FD307C29D}" dt="2026-04-22T23:18:42.962" v="200" actId="2696"/>
        <pc:sldMkLst>
          <pc:docMk/>
          <pc:sldMk cId="2518410453" sldId="438"/>
        </pc:sldMkLst>
      </pc:sldChg>
      <pc:sldChg chg="add del">
        <pc:chgData name="christopher posadas" userId="c785335156d879ca" providerId="LiveId" clId="{C9D886FB-ED5B-489B-8330-669FD307C29D}" dt="2026-04-22T23:18:42.719" v="198" actId="2696"/>
        <pc:sldMkLst>
          <pc:docMk/>
          <pc:sldMk cId="3865429110" sldId="439"/>
        </pc:sldMkLst>
      </pc:sldChg>
      <pc:sldChg chg="add del">
        <pc:chgData name="christopher posadas" userId="c785335156d879ca" providerId="LiveId" clId="{C9D886FB-ED5B-489B-8330-669FD307C29D}" dt="2026-04-22T23:18:42.620" v="197" actId="2696"/>
        <pc:sldMkLst>
          <pc:docMk/>
          <pc:sldMk cId="3978902303" sldId="440"/>
        </pc:sldMkLst>
      </pc:sldChg>
      <pc:sldChg chg="add del">
        <pc:chgData name="christopher posadas" userId="c785335156d879ca" providerId="LiveId" clId="{C9D886FB-ED5B-489B-8330-669FD307C29D}" dt="2026-04-22T23:18:42.478" v="194" actId="2696"/>
        <pc:sldMkLst>
          <pc:docMk/>
          <pc:sldMk cId="882166497" sldId="441"/>
        </pc:sldMkLst>
      </pc:sldChg>
      <pc:sldChg chg="add del">
        <pc:chgData name="christopher posadas" userId="c785335156d879ca" providerId="LiveId" clId="{C9D886FB-ED5B-489B-8330-669FD307C29D}" dt="2026-04-22T23:18:42.475" v="193" actId="2696"/>
        <pc:sldMkLst>
          <pc:docMk/>
          <pc:sldMk cId="1554473573" sldId="442"/>
        </pc:sldMkLst>
      </pc:sldChg>
      <pc:sldChg chg="add del">
        <pc:chgData name="christopher posadas" userId="c785335156d879ca" providerId="LiveId" clId="{C9D886FB-ED5B-489B-8330-669FD307C29D}" dt="2026-04-22T23:18:42.470" v="192" actId="2696"/>
        <pc:sldMkLst>
          <pc:docMk/>
          <pc:sldMk cId="55755632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 del">
        <pc:chgData name="christopher posadas" userId="c785335156d879ca" providerId="LiveId" clId="{C9D886FB-ED5B-489B-8330-669FD307C29D}" dt="2026-04-22T23:18:42.468" v="191" actId="2696"/>
        <pc:sldMkLst>
          <pc:docMk/>
          <pc:sldMk cId="799288895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 del">
        <pc:chgData name="christopher posadas" userId="c785335156d879ca" providerId="LiveId" clId="{C9D886FB-ED5B-489B-8330-669FD307C29D}" dt="2026-04-22T23:18:42.464" v="190" actId="2696"/>
        <pc:sldMkLst>
          <pc:docMk/>
          <pc:sldMk cId="298018456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 del">
        <pc:chgData name="christopher posadas" userId="c785335156d879ca" providerId="LiveId" clId="{C9D886FB-ED5B-489B-8330-669FD307C29D}" dt="2026-04-22T23:18:42.547" v="196" actId="2696"/>
        <pc:sldMkLst>
          <pc:docMk/>
          <pc:sldMk cId="1876028045" sldId="457"/>
        </pc:sldMkLst>
      </pc:sldChg>
      <pc:sldChg chg="add del">
        <pc:chgData name="christopher posadas" userId="c785335156d879ca" providerId="LiveId" clId="{C9D886FB-ED5B-489B-8330-669FD307C29D}" dt="2026-04-22T23:18:42.481" v="195" actId="2696"/>
        <pc:sldMkLst>
          <pc:docMk/>
          <pc:sldMk cId="1831446943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 del">
        <pc:chgData name="christopher posadas" userId="c785335156d879ca" providerId="LiveId" clId="{C9D886FB-ED5B-489B-8330-669FD307C29D}" dt="2026-04-22T23:18:42.448" v="189" actId="2696"/>
        <pc:sldMkLst>
          <pc:docMk/>
          <pc:sldMk cId="3653145613" sldId="460"/>
        </pc:sldMkLst>
      </pc:sldChg>
      <pc:sldChg chg="add del">
        <pc:chgData name="christopher posadas" userId="c785335156d879ca" providerId="LiveId" clId="{C9D886FB-ED5B-489B-8330-669FD307C29D}" dt="2026-04-22T23:18:42.372" v="188" actId="2696"/>
        <pc:sldMkLst>
          <pc:docMk/>
          <pc:sldMk cId="66904044" sldId="461"/>
        </pc:sldMkLst>
      </pc:sldChg>
      <pc:sldChg chg="add del">
        <pc:chgData name="christopher posadas" userId="c785335156d879ca" providerId="LiveId" clId="{C9D886FB-ED5B-489B-8330-669FD307C29D}" dt="2026-04-22T23:18:42.326" v="187" actId="2696"/>
        <pc:sldMkLst>
          <pc:docMk/>
          <pc:sldMk cId="2130476875" sldId="462"/>
        </pc:sldMkLst>
      </pc:sldChg>
      <pc:sldChg chg="add del">
        <pc:chgData name="christopher posadas" userId="c785335156d879ca" providerId="LiveId" clId="{C9D886FB-ED5B-489B-8330-669FD307C29D}" dt="2026-04-22T23:18:42.274" v="186" actId="269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 del">
        <pc:chgData name="christopher posadas" userId="c785335156d879ca" providerId="LiveId" clId="{C9D886FB-ED5B-489B-8330-669FD307C29D}" dt="2026-04-22T23:18:42.238" v="185" actId="2696"/>
        <pc:sldMkLst>
          <pc:docMk/>
          <pc:sldMk cId="1305786206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 del">
        <pc:chgData name="christopher posadas" userId="c785335156d879ca" providerId="LiveId" clId="{C9D886FB-ED5B-489B-8330-669FD307C29D}" dt="2026-04-22T23:18:42.151" v="184" actId="2696"/>
        <pc:sldMkLst>
          <pc:docMk/>
          <pc:sldMk cId="2316253135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 del">
        <pc:chgData name="christopher posadas" userId="c785335156d879ca" providerId="LiveId" clId="{C9D886FB-ED5B-489B-8330-669FD307C29D}" dt="2026-04-22T23:18:42.065" v="183" actId="269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 del">
        <pc:chgData name="christopher posadas" userId="c785335156d879ca" providerId="LiveId" clId="{C9D886FB-ED5B-489B-8330-669FD307C29D}" dt="2026-04-22T23:18:41.971" v="182" actId="269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 del">
        <pc:chgData name="christopher posadas" userId="c785335156d879ca" providerId="LiveId" clId="{C9D886FB-ED5B-489B-8330-669FD307C29D}" dt="2026-04-22T23:18:41.909" v="181" actId="2696"/>
        <pc:sldMkLst>
          <pc:docMk/>
          <pc:sldMk cId="3723385170" sldId="476"/>
        </pc:sldMkLst>
      </pc:sldChg>
      <pc:sldChg chg="add del">
        <pc:chgData name="christopher posadas" userId="c785335156d879ca" providerId="LiveId" clId="{C9D886FB-ED5B-489B-8330-669FD307C29D}" dt="2026-04-22T23:18:41.816" v="180" actId="2696"/>
        <pc:sldMkLst>
          <pc:docMk/>
          <pc:sldMk cId="2606327215" sldId="477"/>
        </pc:sldMkLst>
      </pc:sldChg>
      <pc:sldChg chg="add del">
        <pc:chgData name="christopher posadas" userId="c785335156d879ca" providerId="LiveId" clId="{C9D886FB-ED5B-489B-8330-669FD307C29D}" dt="2026-04-22T23:18:41.731" v="179" actId="269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 del">
        <pc:chgData name="christopher posadas" userId="c785335156d879ca" providerId="LiveId" clId="{C9D886FB-ED5B-489B-8330-669FD307C29D}" dt="2026-04-22T23:18:41.702" v="178" actId="2696"/>
        <pc:sldMkLst>
          <pc:docMk/>
          <pc:sldMk cId="1477353485" sldId="480"/>
        </pc:sldMkLst>
      </pc:sldChg>
      <pc:sldChg chg="add del">
        <pc:chgData name="christopher posadas" userId="c785335156d879ca" providerId="LiveId" clId="{C9D886FB-ED5B-489B-8330-669FD307C29D}" dt="2026-04-22T23:18:41.583" v="177" actId="2696"/>
        <pc:sldMkLst>
          <pc:docMk/>
          <pc:sldMk cId="178831495" sldId="481"/>
        </pc:sldMkLst>
      </pc:sldChg>
      <pc:sldChg chg="add del">
        <pc:chgData name="christopher posadas" userId="c785335156d879ca" providerId="LiveId" clId="{C9D886FB-ED5B-489B-8330-669FD307C29D}" dt="2026-04-22T23:18:41.512" v="176" actId="2696"/>
        <pc:sldMkLst>
          <pc:docMk/>
          <pc:sldMk cId="2905472675" sldId="482"/>
        </pc:sldMkLst>
      </pc:sldChg>
      <pc:sldChg chg="add del">
        <pc:chgData name="christopher posadas" userId="c785335156d879ca" providerId="LiveId" clId="{C9D886FB-ED5B-489B-8330-669FD307C29D}" dt="2026-04-22T23:18:41.416" v="175" actId="2696"/>
        <pc:sldMkLst>
          <pc:docMk/>
          <pc:sldMk cId="1046556822" sldId="483"/>
        </pc:sldMkLst>
      </pc:sldChg>
      <pc:sldChg chg="add del">
        <pc:chgData name="christopher posadas" userId="c785335156d879ca" providerId="LiveId" clId="{C9D886FB-ED5B-489B-8330-669FD307C29D}" dt="2026-04-22T23:18:41.323" v="174" actId="2696"/>
        <pc:sldMkLst>
          <pc:docMk/>
          <pc:sldMk cId="698626994" sldId="484"/>
        </pc:sldMkLst>
      </pc:sldChg>
      <pc:sldChg chg="add del">
        <pc:chgData name="christopher posadas" userId="c785335156d879ca" providerId="LiveId" clId="{C9D886FB-ED5B-489B-8330-669FD307C29D}" dt="2026-04-22T23:18:41.185" v="173" actId="2696"/>
        <pc:sldMkLst>
          <pc:docMk/>
          <pc:sldMk cId="1945836199" sldId="485"/>
        </pc:sldMkLst>
      </pc:sldChg>
      <pc:sldChg chg="add del">
        <pc:chgData name="christopher posadas" userId="c785335156d879ca" providerId="LiveId" clId="{C9D886FB-ED5B-489B-8330-669FD307C29D}" dt="2026-04-22T23:18:41.013" v="172" actId="2696"/>
        <pc:sldMkLst>
          <pc:docMk/>
          <pc:sldMk cId="431492160" sldId="486"/>
        </pc:sldMkLst>
      </pc:sldChg>
      <pc:sldChg chg="add del">
        <pc:chgData name="christopher posadas" userId="c785335156d879ca" providerId="LiveId" clId="{C9D886FB-ED5B-489B-8330-669FD307C29D}" dt="2026-04-22T23:18:40.862" v="171" actId="2696"/>
        <pc:sldMkLst>
          <pc:docMk/>
          <pc:sldMk cId="1214918726" sldId="487"/>
        </pc:sldMkLst>
      </pc:sldChg>
      <pc:sldChg chg="add del">
        <pc:chgData name="christopher posadas" userId="c785335156d879ca" providerId="LiveId" clId="{C9D886FB-ED5B-489B-8330-669FD307C29D}" dt="2026-04-22T23:18:40.707" v="170" actId="2696"/>
        <pc:sldMkLst>
          <pc:docMk/>
          <pc:sldMk cId="86179499" sldId="488"/>
        </pc:sldMkLst>
      </pc:sldChg>
      <pc:sldChg chg="add del">
        <pc:chgData name="christopher posadas" userId="c785335156d879ca" providerId="LiveId" clId="{C9D886FB-ED5B-489B-8330-669FD307C29D}" dt="2026-04-22T23:18:40.528" v="169" actId="2696"/>
        <pc:sldMkLst>
          <pc:docMk/>
          <pc:sldMk cId="2109091681" sldId="489"/>
        </pc:sldMkLst>
      </pc:sldChg>
      <pc:sldChg chg="add del">
        <pc:chgData name="christopher posadas" userId="c785335156d879ca" providerId="LiveId" clId="{C9D886FB-ED5B-489B-8330-669FD307C29D}" dt="2026-04-22T23:18:40.378" v="168" actId="2696"/>
        <pc:sldMkLst>
          <pc:docMk/>
          <pc:sldMk cId="476083118" sldId="490"/>
        </pc:sldMkLst>
      </pc:sldChg>
      <pc:sldChg chg="add del">
        <pc:chgData name="christopher posadas" userId="c785335156d879ca" providerId="LiveId" clId="{C9D886FB-ED5B-489B-8330-669FD307C29D}" dt="2026-04-22T23:18:40.253" v="167" actId="2696"/>
        <pc:sldMkLst>
          <pc:docMk/>
          <pc:sldMk cId="3006658398" sldId="491"/>
        </pc:sldMkLst>
      </pc:sldChg>
      <pc:sldChg chg="add del">
        <pc:chgData name="christopher posadas" userId="c785335156d879ca" providerId="LiveId" clId="{C9D886FB-ED5B-489B-8330-669FD307C29D}" dt="2026-04-22T23:18:40.176" v="166" actId="2696"/>
        <pc:sldMkLst>
          <pc:docMk/>
          <pc:sldMk cId="2584686902" sldId="492"/>
        </pc:sldMkLst>
      </pc:sldChg>
      <pc:sldChg chg="add del">
        <pc:chgData name="christopher posadas" userId="c785335156d879ca" providerId="LiveId" clId="{C9D886FB-ED5B-489B-8330-669FD307C29D}" dt="2026-04-22T23:18:40.166" v="165" actId="2696"/>
        <pc:sldMkLst>
          <pc:docMk/>
          <pc:sldMk cId="2340145180" sldId="493"/>
        </pc:sldMkLst>
      </pc:sldChg>
      <pc:sldChg chg="add del">
        <pc:chgData name="christopher posadas" userId="c785335156d879ca" providerId="LiveId" clId="{C9D886FB-ED5B-489B-8330-669FD307C29D}" dt="2026-04-22T23:18:40.071" v="164" actId="2696"/>
        <pc:sldMkLst>
          <pc:docMk/>
          <pc:sldMk cId="639577726" sldId="494"/>
        </pc:sldMkLst>
      </pc:sldChg>
      <pc:sldChg chg="add del">
        <pc:chgData name="christopher posadas" userId="c785335156d879ca" providerId="LiveId" clId="{C9D886FB-ED5B-489B-8330-669FD307C29D}" dt="2026-04-22T23:18:40.003" v="163" actId="2696"/>
        <pc:sldMkLst>
          <pc:docMk/>
          <pc:sldMk cId="181600558" sldId="495"/>
        </pc:sldMkLst>
      </pc:sldChg>
      <pc:sldChg chg="add del">
        <pc:chgData name="christopher posadas" userId="c785335156d879ca" providerId="LiveId" clId="{C9D886FB-ED5B-489B-8330-669FD307C29D}" dt="2026-04-22T23:18:39.879" v="162" actId="2696"/>
        <pc:sldMkLst>
          <pc:docMk/>
          <pc:sldMk cId="2024938357" sldId="496"/>
        </pc:sldMkLst>
      </pc:sldChg>
      <pc:sldChg chg="add del">
        <pc:chgData name="christopher posadas" userId="c785335156d879ca" providerId="LiveId" clId="{C9D886FB-ED5B-489B-8330-669FD307C29D}" dt="2026-04-22T23:18:39.375" v="156" actId="2696"/>
        <pc:sldMkLst>
          <pc:docMk/>
          <pc:sldMk cId="3622293208" sldId="497"/>
        </pc:sldMkLst>
      </pc:sldChg>
      <pc:sldChg chg="add del">
        <pc:chgData name="christopher posadas" userId="c785335156d879ca" providerId="LiveId" clId="{C9D886FB-ED5B-489B-8330-669FD307C29D}" dt="2026-04-22T23:18:39.212" v="154" actId="2696"/>
        <pc:sldMkLst>
          <pc:docMk/>
          <pc:sldMk cId="42415163" sldId="498"/>
        </pc:sldMkLst>
      </pc:sldChg>
      <pc:sldChg chg="add del">
        <pc:chgData name="christopher posadas" userId="c785335156d879ca" providerId="LiveId" clId="{C9D886FB-ED5B-489B-8330-669FD307C29D}" dt="2026-04-22T23:18:39.161" v="153" actId="2696"/>
        <pc:sldMkLst>
          <pc:docMk/>
          <pc:sldMk cId="3662138717" sldId="499"/>
        </pc:sldMkLst>
      </pc:sldChg>
      <pc:sldChg chg="add del">
        <pc:chgData name="christopher posadas" userId="c785335156d879ca" providerId="LiveId" clId="{C9D886FB-ED5B-489B-8330-669FD307C29D}" dt="2026-04-22T23:18:39.004" v="151" actId="2696"/>
        <pc:sldMkLst>
          <pc:docMk/>
          <pc:sldMk cId="31799455" sldId="500"/>
        </pc:sldMkLst>
      </pc:sldChg>
      <pc:sldChg chg="add del">
        <pc:chgData name="christopher posadas" userId="c785335156d879ca" providerId="LiveId" clId="{C9D886FB-ED5B-489B-8330-669FD307C29D}" dt="2026-04-22T23:18:39" v="150" actId="269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 del">
        <pc:chgData name="christopher posadas" userId="c785335156d879ca" providerId="LiveId" clId="{C9D886FB-ED5B-489B-8330-669FD307C29D}" dt="2026-04-22T23:18:39.783" v="161" actId="2696"/>
        <pc:sldMkLst>
          <pc:docMk/>
          <pc:sldMk cId="1223124896" sldId="503"/>
        </pc:sldMkLst>
      </pc:sldChg>
      <pc:sldChg chg="add del">
        <pc:chgData name="christopher posadas" userId="c785335156d879ca" providerId="LiveId" clId="{C9D886FB-ED5B-489B-8330-669FD307C29D}" dt="2026-04-22T23:18:39.675" v="160" actId="2696"/>
        <pc:sldMkLst>
          <pc:docMk/>
          <pc:sldMk cId="3672787590" sldId="504"/>
        </pc:sldMkLst>
      </pc:sldChg>
      <pc:sldChg chg="add del">
        <pc:chgData name="christopher posadas" userId="c785335156d879ca" providerId="LiveId" clId="{C9D886FB-ED5B-489B-8330-669FD307C29D}" dt="2026-04-22T23:18:39.585" v="159" actId="2696"/>
        <pc:sldMkLst>
          <pc:docMk/>
          <pc:sldMk cId="2324223056" sldId="505"/>
        </pc:sldMkLst>
      </pc:sldChg>
      <pc:sldChg chg="add del">
        <pc:chgData name="christopher posadas" userId="c785335156d879ca" providerId="LiveId" clId="{C9D886FB-ED5B-489B-8330-669FD307C29D}" dt="2026-04-22T23:18:39.514" v="158" actId="2696"/>
        <pc:sldMkLst>
          <pc:docMk/>
          <pc:sldMk cId="2982927896" sldId="506"/>
        </pc:sldMkLst>
      </pc:sldChg>
      <pc:sldChg chg="add del">
        <pc:chgData name="christopher posadas" userId="c785335156d879ca" providerId="LiveId" clId="{C9D886FB-ED5B-489B-8330-669FD307C29D}" dt="2026-04-22T23:18:39.448" v="157" actId="2696"/>
        <pc:sldMkLst>
          <pc:docMk/>
          <pc:sldMk cId="2329815873" sldId="507"/>
        </pc:sldMkLst>
      </pc:sldChg>
      <pc:sldChg chg="add del">
        <pc:chgData name="christopher posadas" userId="c785335156d879ca" providerId="LiveId" clId="{C9D886FB-ED5B-489B-8330-669FD307C29D}" dt="2026-04-22T23:18:39.304" v="155" actId="2696"/>
        <pc:sldMkLst>
          <pc:docMk/>
          <pc:sldMk cId="2761088137" sldId="508"/>
        </pc:sldMkLst>
      </pc:sldChg>
      <pc:sldChg chg="add del">
        <pc:chgData name="christopher posadas" userId="c785335156d879ca" providerId="LiveId" clId="{C9D886FB-ED5B-489B-8330-669FD307C29D}" dt="2026-04-22T23:18:39.086" v="152" actId="269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 del">
        <pc:chgData name="christopher posadas" userId="c785335156d879ca" providerId="LiveId" clId="{C9D886FB-ED5B-489B-8330-669FD307C29D}" dt="2026-04-22T23:18:38.063" v="123" actId="2696"/>
        <pc:sldMkLst>
          <pc:docMk/>
          <pc:sldMk cId="2401567234" sldId="514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3946983941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1196382617" sldId="516"/>
        </pc:sldMkLst>
      </pc:sldChg>
      <pc:sldChg chg="add del">
        <pc:chgData name="christopher posadas" userId="c785335156d879ca" providerId="LiveId" clId="{C9D886FB-ED5B-489B-8330-669FD307C29D}" dt="2026-04-22T23:18:38.104" v="133" actId="2696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 del">
        <pc:chgData name="christopher posadas" userId="c785335156d879ca" providerId="LiveId" clId="{C9D886FB-ED5B-489B-8330-669FD307C29D}" dt="2026-04-22T23:18:38.115" v="135" actId="2696"/>
        <pc:sldMkLst>
          <pc:docMk/>
          <pc:sldMk cId="260721318" sldId="519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1188084635" sldId="519"/>
        </pc:sldMkLst>
      </pc:sldChg>
      <pc:sldChg chg="add del">
        <pc:chgData name="christopher posadas" userId="c785335156d879ca" providerId="LiveId" clId="{C9D886FB-ED5B-489B-8330-669FD307C29D}" dt="2026-04-22T23:18:38.108" v="134" actId="2696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2908670743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 del">
        <pc:chgData name="christopher posadas" userId="c785335156d879ca" providerId="LiveId" clId="{C9D886FB-ED5B-489B-8330-669FD307C29D}" dt="2026-04-22T23:18:38.995" v="149" actId="2696"/>
        <pc:sldMkLst>
          <pc:docMk/>
          <pc:sldMk cId="2276131071" sldId="523"/>
        </pc:sldMkLst>
      </pc:sldChg>
      <pc:sldChg chg="add del">
        <pc:chgData name="christopher posadas" userId="c785335156d879ca" providerId="LiveId" clId="{C9D886FB-ED5B-489B-8330-669FD307C29D}" dt="2026-04-22T23:18:38.989" v="148" actId="2696"/>
        <pc:sldMkLst>
          <pc:docMk/>
          <pc:sldMk cId="2728595165" sldId="524"/>
        </pc:sldMkLst>
      </pc:sldChg>
      <pc:sldChg chg="add del">
        <pc:chgData name="christopher posadas" userId="c785335156d879ca" providerId="LiveId" clId="{C9D886FB-ED5B-489B-8330-669FD307C29D}" dt="2026-04-22T23:18:38.983" v="147" actId="2696"/>
        <pc:sldMkLst>
          <pc:docMk/>
          <pc:sldMk cId="2987076631" sldId="525"/>
        </pc:sldMkLst>
      </pc:sldChg>
      <pc:sldChg chg="delSp add del mod">
        <pc:chgData name="christopher posadas" userId="c785335156d879ca" providerId="LiveId" clId="{C9D886FB-ED5B-489B-8330-669FD307C29D}" dt="2026-04-22T23:18:38.916" v="146" actId="2696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 del">
        <pc:chgData name="christopher posadas" userId="c785335156d879ca" providerId="LiveId" clId="{C9D886FB-ED5B-489B-8330-669FD307C29D}" dt="2026-04-22T23:18:38.862" v="145" actId="2696"/>
        <pc:sldMkLst>
          <pc:docMk/>
          <pc:sldMk cId="1110515987" sldId="527"/>
        </pc:sldMkLst>
      </pc:sldChg>
      <pc:sldChg chg="add del">
        <pc:chgData name="christopher posadas" userId="c785335156d879ca" providerId="LiveId" clId="{C9D886FB-ED5B-489B-8330-669FD307C29D}" dt="2026-04-22T23:18:38.822" v="144" actId="2696"/>
        <pc:sldMkLst>
          <pc:docMk/>
          <pc:sldMk cId="471598881" sldId="528"/>
        </pc:sldMkLst>
      </pc:sldChg>
      <pc:sldChg chg="add del">
        <pc:chgData name="christopher posadas" userId="c785335156d879ca" providerId="LiveId" clId="{C9D886FB-ED5B-489B-8330-669FD307C29D}" dt="2026-04-22T23:18:38.736" v="143" actId="2696"/>
        <pc:sldMkLst>
          <pc:docMk/>
          <pc:sldMk cId="2717894708" sldId="529"/>
        </pc:sldMkLst>
      </pc:sldChg>
      <pc:sldChg chg="add del">
        <pc:chgData name="christopher posadas" userId="c785335156d879ca" providerId="LiveId" clId="{C9D886FB-ED5B-489B-8330-669FD307C29D}" dt="2026-04-22T23:18:38.563" v="142" actId="2696"/>
        <pc:sldMkLst>
          <pc:docMk/>
          <pc:sldMk cId="2636663886" sldId="530"/>
        </pc:sldMkLst>
      </pc:sldChg>
      <pc:sldChg chg="add del">
        <pc:chgData name="christopher posadas" userId="c785335156d879ca" providerId="LiveId" clId="{C9D886FB-ED5B-489B-8330-669FD307C29D}" dt="2026-04-22T23:18:38.502" v="141" actId="2696"/>
        <pc:sldMkLst>
          <pc:docMk/>
          <pc:sldMk cId="3692651029" sldId="531"/>
        </pc:sldMkLst>
      </pc:sldChg>
      <pc:sldChg chg="add del">
        <pc:chgData name="christopher posadas" userId="c785335156d879ca" providerId="LiveId" clId="{C9D886FB-ED5B-489B-8330-669FD307C29D}" dt="2026-04-22T23:18:38.352" v="140" actId="2696"/>
        <pc:sldMkLst>
          <pc:docMk/>
          <pc:sldMk cId="34057583" sldId="532"/>
        </pc:sldMkLst>
      </pc:sldChg>
      <pc:sldChg chg="add del">
        <pc:chgData name="christopher posadas" userId="c785335156d879ca" providerId="LiveId" clId="{C9D886FB-ED5B-489B-8330-669FD307C29D}" dt="2026-04-22T23:18:38.279" v="139" actId="2696"/>
        <pc:sldMkLst>
          <pc:docMk/>
          <pc:sldMk cId="2874927200" sldId="533"/>
        </pc:sldMkLst>
      </pc:sldChg>
      <pc:sldChg chg="add del">
        <pc:chgData name="christopher posadas" userId="c785335156d879ca" providerId="LiveId" clId="{C9D886FB-ED5B-489B-8330-669FD307C29D}" dt="2026-04-22T23:18:38.208" v="138" actId="2696"/>
        <pc:sldMkLst>
          <pc:docMk/>
          <pc:sldMk cId="4139669514" sldId="534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1000416328" sldId="535"/>
        </pc:sldMkLst>
      </pc:sldChg>
      <pc:sldChg chg="add del">
        <pc:chgData name="christopher posadas" userId="c785335156d879ca" providerId="LiveId" clId="{C9D886FB-ED5B-489B-8330-669FD307C29D}" dt="2026-04-22T23:18:38.203" v="137" actId="2696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 del">
        <pc:chgData name="christopher posadas" userId="c785335156d879ca" providerId="LiveId" clId="{C9D886FB-ED5B-489B-8330-669FD307C29D}" dt="2026-04-22T23:18:38.123" v="136" actId="2696"/>
        <pc:sldMkLst>
          <pc:docMk/>
          <pc:sldMk cId="378545245" sldId="546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619149190" sldId="546"/>
        </pc:sldMkLst>
      </pc:sldChg>
      <pc:sldChg chg="add del">
        <pc:chgData name="christopher posadas" userId="c785335156d879ca" providerId="LiveId" clId="{C9D886FB-ED5B-489B-8330-669FD307C29D}" dt="2026-04-22T23:18:38.100" v="131" actId="2696"/>
        <pc:sldMkLst>
          <pc:docMk/>
          <pc:sldMk cId="3340557414" sldId="547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4008743877" sldId="547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67259793" sldId="548"/>
        </pc:sldMkLst>
      </pc:sldChg>
      <pc:sldChg chg="add del">
        <pc:chgData name="christopher posadas" userId="c785335156d879ca" providerId="LiveId" clId="{C9D886FB-ED5B-489B-8330-669FD307C29D}" dt="2026-04-22T23:18:38.096" v="130" actId="2696"/>
        <pc:sldMkLst>
          <pc:docMk/>
          <pc:sldMk cId="595822847" sldId="548"/>
        </pc:sldMkLst>
      </pc:sldChg>
      <pc:sldChg chg="modSp add del mod">
        <pc:chgData name="christopher posadas" userId="c785335156d879ca" providerId="LiveId" clId="{C9D886FB-ED5B-489B-8330-669FD307C29D}" dt="2026-04-22T23:18:38.102" v="132" actId="2696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3292999055" sldId="549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1825551940" sldId="550"/>
        </pc:sldMkLst>
      </pc:sldChg>
      <pc:sldChg chg="add del">
        <pc:chgData name="christopher posadas" userId="c785335156d879ca" providerId="LiveId" clId="{C9D886FB-ED5B-489B-8330-669FD307C29D}" dt="2026-04-22T23:18:38.091" v="129" actId="2696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606987399" sldId="552"/>
        </pc:sldMkLst>
      </pc:sldChg>
      <pc:sldChg chg="add del">
        <pc:chgData name="christopher posadas" userId="c785335156d879ca" providerId="LiveId" clId="{C9D886FB-ED5B-489B-8330-669FD307C29D}" dt="2026-04-22T23:18:38.089" v="128" actId="2696"/>
        <pc:sldMkLst>
          <pc:docMk/>
          <pc:sldMk cId="2832855857" sldId="552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120681934" sldId="553"/>
        </pc:sldMkLst>
      </pc:sldChg>
      <pc:sldChg chg="add del">
        <pc:chgData name="christopher posadas" userId="c785335156d879ca" providerId="LiveId" clId="{C9D886FB-ED5B-489B-8330-669FD307C29D}" dt="2026-04-22T23:18:38.087" v="127" actId="2696"/>
        <pc:sldMkLst>
          <pc:docMk/>
          <pc:sldMk cId="801303929" sldId="553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608102383" sldId="554"/>
        </pc:sldMkLst>
      </pc:sldChg>
      <pc:sldChg chg="add del">
        <pc:chgData name="christopher posadas" userId="c785335156d879ca" providerId="LiveId" clId="{C9D886FB-ED5B-489B-8330-669FD307C29D}" dt="2026-04-22T23:18:38.083" v="126" actId="2696"/>
        <pc:sldMkLst>
          <pc:docMk/>
          <pc:sldMk cId="2888100334" sldId="554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179612598" sldId="555"/>
        </pc:sldMkLst>
      </pc:sldChg>
      <pc:sldChg chg="add del">
        <pc:chgData name="christopher posadas" userId="c785335156d879ca" providerId="LiveId" clId="{C9D886FB-ED5B-489B-8330-669FD307C29D}" dt="2026-04-22T23:18:38.078" v="125" actId="2696"/>
        <pc:sldMkLst>
          <pc:docMk/>
          <pc:sldMk cId="538061813" sldId="555"/>
        </pc:sldMkLst>
      </pc:sldChg>
      <pc:sldChg chg="add del">
        <pc:chgData name="christopher posadas" userId="c785335156d879ca" providerId="LiveId" clId="{C9D886FB-ED5B-489B-8330-669FD307C29D}" dt="2026-04-22T23:18:38.073" v="124" actId="2696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23:18:49.656" v="272"/>
        <pc:sldMkLst>
          <pc:docMk/>
          <pc:sldMk cId="3510746654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0F0B-BF4F-F265-017B-ED399C68AD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Residual Analysis and Model Repair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6FB7F-288E-CBE8-9CF3-6E18F7CAF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12</a:t>
            </a:r>
          </a:p>
          <a:p>
            <a:r>
              <a:rPr lang="en-US"/>
              <a:t>Built from current MLR slides 132-146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9028C-EEA0-197E-960F-7D11FE4D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9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</a:t>
                </a:r>
                <a:r>
                  <a:rPr lang="en-US" b="1" dirty="0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 dirty="0"/>
                  <a:t>by </a:t>
                </a:r>
                <a:r>
                  <a:rPr lang="en-US" b="1" dirty="0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suggests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dirty="0" err="1"/>
                  <a:t>homoskedastic</a:t>
                </a:r>
                <a:r>
                  <a:rPr lang="en-US" dirty="0"/>
                  <a:t> </a:t>
                </a:r>
                <a:r>
                  <a:rPr lang="en-US" i="1" dirty="0"/>
                  <a:t>suggests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normally distributed </a:t>
                </a:r>
                <a:r>
                  <a:rPr lang="en-US" i="1" dirty="0"/>
                  <a:t>suggests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doesn’t meet these conditions, we can try to update our predictors.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1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D7DF4-07E7-2FA5-1DC6-3C24E006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A991-E889-46F6-7A18-1C0F72CD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3E8DB-430F-9952-19C9-F672D9C7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 descr="A graph of a graph with circles&#10;&#10;AI-generated content may be incorrect.">
            <a:extLst>
              <a:ext uri="{FF2B5EF4-FFF2-40B4-BE49-F238E27FC236}">
                <a16:creationId xmlns:a16="http://schemas.microsoft.com/office/drawing/2014/main" id="{31AD2FAC-B11F-FA51-9BA0-F721A576E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749" y="1999330"/>
            <a:ext cx="6295251" cy="3966062"/>
          </a:xfrm>
          <a:prstGeom prst="rect">
            <a:avLst/>
          </a:prstGeom>
        </p:spPr>
      </p:pic>
      <p:pic>
        <p:nvPicPr>
          <p:cNvPr id="3" name="Content Placeholder 5" descr="A graph with circles and lines&#10;&#10;AI-generated content may be incorrect.">
            <a:extLst>
              <a:ext uri="{FF2B5EF4-FFF2-40B4-BE49-F238E27FC236}">
                <a16:creationId xmlns:a16="http://schemas.microsoft.com/office/drawing/2014/main" id="{5A8813CB-8E78-8F74-F60B-0B6DD1862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330"/>
            <a:ext cx="6176378" cy="3917376"/>
          </a:xfrm>
        </p:spPr>
      </p:pic>
    </p:spTree>
    <p:extLst>
      <p:ext uri="{BB962C8B-B14F-4D97-AF65-F5344CB8AC3E}">
        <p14:creationId xmlns:p14="http://schemas.microsoft.com/office/powerpoint/2010/main" val="61914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23F2-3B4D-E245-383B-FB5CE4CE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4D4A-BB56-844E-5B5B-374745B2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92C8-5821-37B0-11A1-4BB74615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E091FBD2-A0AF-AAD5-6575-9E34E7917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88" y="1329736"/>
            <a:ext cx="8520742" cy="53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8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FCEC-92B6-E0EA-B54E-ED2D992C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B2B7-3D8D-46E8-F847-BC2DA0DF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51253-37B5-F34C-177C-9EDB56F5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4EA42CCB-88E0-2C98-8678-958E4BFFE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168" y="1266199"/>
            <a:ext cx="8531664" cy="559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7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1BCD-5FC5-A22C-F3DE-23F7CAC2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B985-FDDA-E902-8035-98FCEC7E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 Fitting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4715E-D6AC-006B-4BDC-17C701FF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opens up many more possibilities of modeling the relationship of our data with a linear model.</a:t>
            </a:r>
          </a:p>
          <a:p>
            <a:endParaRPr lang="en-US"/>
          </a:p>
          <a:p>
            <a:r>
              <a:rPr lang="en-US"/>
              <a:t>We can examine the </a:t>
            </a:r>
            <a:r>
              <a:rPr lang="en-US" i="1"/>
              <a:t>residual</a:t>
            </a:r>
            <a:r>
              <a:rPr lang="en-US"/>
              <a:t> behavior from our </a:t>
            </a:r>
            <a:r>
              <a:rPr lang="en-US" err="1"/>
              <a:t>Truth+Error</a:t>
            </a:r>
            <a:r>
              <a:rPr lang="en-US"/>
              <a:t> discussion to help us decide what a “better” model is.</a:t>
            </a:r>
          </a:p>
          <a:p>
            <a:endParaRPr lang="en-US"/>
          </a:p>
          <a:p>
            <a:r>
              <a:rPr lang="en-US" b="1"/>
              <a:t>Use this along with Test MSE to compare models.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D9E0B-5E0B-34B9-3E6E-8C85859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82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2A50-0704-32AA-12B4-AC7AE764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BEDA-7B6D-9B27-44EE-3F10A41D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5A4-3019-004C-1679-A7394684B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Idea:</a:t>
            </a:r>
          </a:p>
          <a:p>
            <a:pPr marL="0" indent="0">
              <a:buNone/>
            </a:pPr>
            <a:r>
              <a:rPr lang="en-US"/>
              <a:t>Suppose our residuals are bad. What can we do about it?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Transform the predictors and/or the response.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D1376-18EE-FD6B-5EE0-D4896123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9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4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C72B-0445-03FE-19C5-B744AC8F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1F78-34BB-A968-D461-F4E66C59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412E-DA5E-C081-B6EC-B8F01AA3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Idea: </a:t>
            </a:r>
          </a:p>
          <a:p>
            <a:r>
              <a:rPr lang="en-US"/>
              <a:t>Suppose our residuals are </a:t>
            </a:r>
            <a:r>
              <a:rPr lang="en-US" i="1"/>
              <a:t>bad</a:t>
            </a:r>
            <a:r>
              <a:rPr lang="en-US"/>
              <a:t>. What can we do about it?</a:t>
            </a:r>
          </a:p>
          <a:p>
            <a:pPr marL="971550" lvl="1" indent="-514350">
              <a:buFont typeface="+mj-lt"/>
              <a:buAutoNum type="arabicPeriod" startAt="3"/>
            </a:pPr>
            <a:endParaRPr lang="en-US" sz="2800"/>
          </a:p>
          <a:p>
            <a:pPr marL="971550" lvl="1" indent="-514350">
              <a:buFont typeface="+mj-lt"/>
              <a:buAutoNum type="arabicPeriod" startAt="2"/>
            </a:pPr>
            <a:r>
              <a:rPr lang="en-US" sz="2800"/>
              <a:t>Add </a:t>
            </a:r>
            <a:r>
              <a:rPr lang="en-US" sz="2800" i="1"/>
              <a:t>interactions</a:t>
            </a:r>
            <a:r>
              <a:rPr lang="en-US" sz="2800"/>
              <a:t> of variables.</a:t>
            </a:r>
            <a:endParaRPr lang="en-US" sz="2800" dirty="0"/>
          </a:p>
          <a:p>
            <a:pPr lvl="2"/>
            <a:r>
              <a:rPr lang="en-US" sz="2400"/>
              <a:t>We will discuss this in a separate lecture.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ED3A9-0CA4-4349-E1E5-52AB9057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5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14B4-E121-8C93-0EFD-B2AA495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CE31-28BF-524D-1E12-87CDB329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C58E4-AFF6-4F1B-9FDF-4E840BCA5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Idea: </a:t>
            </a:r>
          </a:p>
          <a:p>
            <a:r>
              <a:rPr lang="en-US"/>
              <a:t>Suppose our residuals are </a:t>
            </a:r>
            <a:r>
              <a:rPr lang="en-US" i="1"/>
              <a:t>bad</a:t>
            </a:r>
            <a:r>
              <a:rPr lang="en-US"/>
              <a:t>. What can we do about it?</a:t>
            </a:r>
          </a:p>
          <a:p>
            <a:pPr marL="971550" lvl="1" indent="-514350">
              <a:buFont typeface="+mj-lt"/>
              <a:buAutoNum type="arabicPeriod" startAt="3"/>
            </a:pPr>
            <a:endParaRPr lang="en-US" sz="2800"/>
          </a:p>
          <a:p>
            <a:pPr marL="971550" lvl="1" indent="-514350">
              <a:buFont typeface="+mj-lt"/>
              <a:buAutoNum type="arabicPeriod" startAt="3"/>
            </a:pPr>
            <a:r>
              <a:rPr lang="en-US" sz="2800"/>
              <a:t>Admit defeat. </a:t>
            </a:r>
            <a:endParaRPr lang="en-US" sz="2800" dirty="0"/>
          </a:p>
          <a:p>
            <a:pPr lvl="2"/>
            <a:r>
              <a:rPr lang="en-US" sz="2400"/>
              <a:t>There a few more niche tools to try out.</a:t>
            </a:r>
          </a:p>
          <a:p>
            <a:pPr lvl="2"/>
            <a:r>
              <a:rPr lang="en-US" sz="2400"/>
              <a:t>Step back and realize what this is telling 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9A09-4A63-EEFF-10AC-61FFB0A7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87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30C8-C33B-BC87-94D3-E0BDAD90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 Linear Fit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91DF4-B860-E209-017D-397029E9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4C292409-6426-9CA9-D052-557730706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3701"/>
            <a:ext cx="6096000" cy="3811231"/>
          </a:xfrm>
          <a:prstGeom prst="rect">
            <a:avLst/>
          </a:prstGeom>
        </p:spPr>
      </p:pic>
      <p:pic>
        <p:nvPicPr>
          <p:cNvPr id="8" name="Picture 7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D24BAEC5-81B2-495C-0CEA-979A33AFB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65247"/>
            <a:ext cx="6010315" cy="353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D573-EB51-8228-C7E9-7AB1895A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/>
              <a:t>Example: A 3</a:t>
            </a:r>
            <a:r>
              <a:rPr lang="en-US" sz="4300" baseline="30000"/>
              <a:t>rd</a:t>
            </a:r>
            <a:r>
              <a:rPr lang="en-US" sz="4300"/>
              <a:t> Deg Polynomial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35603-5C9A-431D-C523-4E43C332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9AE9F33F-2527-8CD7-EAF9-7F8DD2E60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9726"/>
            <a:ext cx="6136782" cy="3869042"/>
          </a:xfrm>
          <a:prstGeom prst="rect">
            <a:avLst/>
          </a:prstGeom>
        </p:spPr>
      </p:pic>
      <p:pic>
        <p:nvPicPr>
          <p:cNvPr id="8" name="Picture 7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F0DA2854-6564-5F18-D5CC-0BF389F9A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9726"/>
            <a:ext cx="6114086" cy="361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02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8810-4563-4EEC-2E63-DF3E757D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 Square Root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C0E6D-2654-56AB-9471-A4D9322F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F2490928-A65E-778B-2DC1-8CB600DFE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508"/>
            <a:ext cx="6333714" cy="3984724"/>
          </a:xfrm>
          <a:prstGeom prst="rect">
            <a:avLst/>
          </a:prstGeom>
        </p:spPr>
      </p:pic>
      <p:pic>
        <p:nvPicPr>
          <p:cNvPr id="8" name="Picture 7" descr="A graph with black dots and blue line&#10;&#10;AI-generated content may be incorrect.">
            <a:extLst>
              <a:ext uri="{FF2B5EF4-FFF2-40B4-BE49-F238E27FC236}">
                <a16:creationId xmlns:a16="http://schemas.microsoft.com/office/drawing/2014/main" id="{F83C53DA-C1A9-153D-DFA2-84AED58F6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912" y="1466507"/>
            <a:ext cx="5957218" cy="37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6603-4363-C3FE-6A56-7FDC5175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/>
              <a:t>Example: A Logarithmic-Linear Transformation</a:t>
            </a:r>
          </a:p>
        </p:txBody>
      </p:sp>
      <p:pic>
        <p:nvPicPr>
          <p:cNvPr id="6" name="Content Placeholder 5" descr="A graph with a red line&#10;&#10;AI-generated content may be incorrect.">
            <a:extLst>
              <a:ext uri="{FF2B5EF4-FFF2-40B4-BE49-F238E27FC236}">
                <a16:creationId xmlns:a16="http://schemas.microsoft.com/office/drawing/2014/main" id="{84266AFA-B2C2-8D11-967C-313ED4A65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90688"/>
            <a:ext cx="6134926" cy="38323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1DDD0-3DEE-B325-AC50-96421F80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 descr="A graph with black dots&#10;&#10;AI-generated content may be incorrect.">
            <a:extLst>
              <a:ext uri="{FF2B5EF4-FFF2-40B4-BE49-F238E27FC236}">
                <a16:creationId xmlns:a16="http://schemas.microsoft.com/office/drawing/2014/main" id="{65DFC034-6786-B26B-0573-DE05FE47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26" y="1708989"/>
            <a:ext cx="6057073" cy="375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4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77F9-4F80-7670-1009-37191FF4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One Wins?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3E58-52E3-C302-1FF9-7FF516534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is a little bit of qualitative (read: subjective) analysis.</a:t>
            </a:r>
          </a:p>
          <a:p>
            <a:r>
              <a:rPr lang="en-US"/>
              <a:t>Use some of the intuition built during EDA.</a:t>
            </a:r>
          </a:p>
          <a:p>
            <a:r>
              <a:rPr lang="en-US"/>
              <a:t>We have other tools to help justify our analyses.</a:t>
            </a:r>
          </a:p>
          <a:p>
            <a:pPr lvl="1"/>
            <a:r>
              <a:rPr lang="en-US"/>
              <a:t>Be wary of taking a single hypothesis test in a vacuum.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6EB5-A6B2-E5EF-C21E-D02A8F2B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330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Residual Analysis and Model Repair</vt:lpstr>
      <vt:lpstr>The Residual Vector</vt:lpstr>
      <vt:lpstr>Example</vt:lpstr>
      <vt:lpstr>Example</vt:lpstr>
      <vt:lpstr>Example</vt:lpstr>
      <vt:lpstr>Better Fitting Models</vt:lpstr>
      <vt:lpstr>Residual Analysis</vt:lpstr>
      <vt:lpstr>Examples</vt:lpstr>
      <vt:lpstr>Examples</vt:lpstr>
      <vt:lpstr>Residual Analysis</vt:lpstr>
      <vt:lpstr>Residual Analysis</vt:lpstr>
      <vt:lpstr>Example: A Linear Fit</vt:lpstr>
      <vt:lpstr>Example: A 3rd Deg Polynomial Transformation</vt:lpstr>
      <vt:lpstr>Example: A Square Root Transformation</vt:lpstr>
      <vt:lpstr>Example: A Logarithmic-Linear Transformation</vt:lpstr>
      <vt:lpstr>Which One Wins?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2026-04-22T23:18:49Z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