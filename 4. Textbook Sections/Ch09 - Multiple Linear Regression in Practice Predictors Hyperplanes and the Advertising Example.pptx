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5"/>
    <p:sldId id="457" r:id="rId6"/>
    <p:sldId id="458" r:id="rId7"/>
    <p:sldId id="441" r:id="rId8"/>
    <p:sldId id="442" r:id="rId9"/>
    <p:sldId id="443" r:id="rId10"/>
    <p:sldId id="445" r:id="rId11"/>
    <p:sldId id="44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14T17:23:17.916" v="398" actId="47"/>
      <pc:docMkLst>
        <pc:docMk/>
      </pc:docMkLst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14T14:40:50.307" v="8777" actId="1076"/>
      <pc:docMkLst>
        <pc:docMk/>
      </pc:docMkLst>
    </pc:docChg>
  </pc:docChgLst>
  <pc:docChgLst>
    <pc:chgData name="christopher posadas" userId="c785335156d879ca" providerId="LiveId" clId="{C9D886FB-ED5B-489B-8330-669FD307C29D}"/>
    <pc:docChg chg="custSel addSld delSld modSld">
      <pc:chgData name="christopher posadas" userId="c785335156d879ca" providerId="LiveId" clId="{C9D886FB-ED5B-489B-8330-669FD307C29D}" dt="2026-04-22T23:17:34.417" v="272"/>
      <pc:docMkLst>
        <pc:docMk/>
      </pc:docMkLst>
      <pc:sldChg chg="del">
        <pc:chgData name="christopher posadas" userId="c785335156d879ca" providerId="LiveId" clId="{C9D886FB-ED5B-489B-8330-669FD307C29D}" dt="2026-04-22T19:09:18.728" v="59" actId="2696"/>
        <pc:sldMkLst>
          <pc:docMk/>
          <pc:sldMk cId="109857222" sldId="256"/>
        </pc:sldMkLst>
      </pc:sldChg>
      <pc:sldChg chg="addSp modSp add del mod setBg">
        <pc:chgData name="christopher posadas" userId="c785335156d879ca" providerId="LiveId" clId="{C9D886FB-ED5B-489B-8330-669FD307C29D}" dt="2026-04-22T23:17:32.920" v="268" actId="2696"/>
        <pc:sldMkLst>
          <pc:docMk/>
          <pc:sldMk cId="200187590" sldId="256"/>
        </pc:sldMkLst>
        <pc:spChg chg="add mod">
          <ac:chgData name="christopher posadas" userId="c785335156d879ca" providerId="LiveId" clId="{C9D886FB-ED5B-489B-8330-669FD307C29D}" dt="2026-04-22T19:09:18.763" v="70" actId="948"/>
          <ac:spMkLst>
            <pc:docMk/>
            <pc:sldMk cId="200187590" sldId="256"/>
            <ac:spMk id="3" creationId="{2554AD11-E7F4-8DA4-B78A-01E2FF0F414C}"/>
          </ac:spMkLst>
        </pc:spChg>
        <pc:spChg chg="add mod">
          <ac:chgData name="christopher posadas" userId="c785335156d879ca" providerId="LiveId" clId="{C9D886FB-ED5B-489B-8330-669FD307C29D}" dt="2026-04-22T19:09:18.780" v="76" actId="948"/>
          <ac:spMkLst>
            <pc:docMk/>
            <pc:sldMk cId="200187590" sldId="256"/>
            <ac:spMk id="4" creationId="{0744C20A-D328-8610-0F83-48614BF04B36}"/>
          </ac:spMkLst>
        </pc:spChg>
        <pc:spChg chg="add mod">
          <ac:chgData name="christopher posadas" userId="c785335156d879ca" providerId="LiveId" clId="{C9D886FB-ED5B-489B-8330-669FD307C29D}" dt="2026-04-22T19:09:18.796" v="82" actId="948"/>
          <ac:spMkLst>
            <pc:docMk/>
            <pc:sldMk cId="200187590" sldId="256"/>
            <ac:spMk id="5" creationId="{10DD5696-8CAC-1350-CA02-A00B45C8E1C5}"/>
          </ac:spMkLst>
        </pc:spChg>
      </pc:sldChg>
      <pc:sldChg chg="modSp add mod">
        <pc:chgData name="christopher posadas" userId="c785335156d879ca" providerId="LiveId" clId="{C9D886FB-ED5B-489B-8330-669FD307C29D}" dt="2026-04-22T23:17:32.946" v="271" actId="20577"/>
        <pc:sldMkLst>
          <pc:docMk/>
          <pc:sldMk cId="306077354" sldId="256"/>
        </pc:sldMkLst>
        <pc:spChg chg="mod">
          <ac:chgData name="christopher posadas" userId="c785335156d879ca" providerId="LiveId" clId="{C9D886FB-ED5B-489B-8330-669FD307C29D}" dt="2026-04-22T23:17:32.931" v="270" actId="20577"/>
          <ac:spMkLst>
            <pc:docMk/>
            <pc:sldMk cId="306077354" sldId="256"/>
            <ac:spMk id="2" creationId="{8E221E78-6A1C-F2A9-3AD2-797005518399}"/>
          </ac:spMkLst>
        </pc:spChg>
        <pc:spChg chg="mod">
          <ac:chgData name="christopher posadas" userId="c785335156d879ca" providerId="LiveId" clId="{C9D886FB-ED5B-489B-8330-669FD307C29D}" dt="2026-04-22T23:17:32.946" v="271" actId="20577"/>
          <ac:spMkLst>
            <pc:docMk/>
            <pc:sldMk cId="306077354" sldId="256"/>
            <ac:spMk id="3" creationId="{29F76A63-9076-7473-25D9-3187D97A093B}"/>
          </ac:spMkLst>
        </pc:spChg>
      </pc:sldChg>
      <pc:sldChg chg="del">
        <pc:chgData name="christopher posadas" userId="c785335156d879ca" providerId="LiveId" clId="{C9D886FB-ED5B-489B-8330-669FD307C29D}" dt="2026-04-22T18:34:50.403" v="3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7:12.649" v="0" actId="2696"/>
        <pc:sldMkLst>
          <pc:docMk/>
          <pc:sldMk cId="712689108" sldId="307"/>
        </pc:sldMkLst>
      </pc:sldChg>
      <pc:sldChg chg="del">
        <pc:chgData name="christopher posadas" userId="c785335156d879ca" providerId="LiveId" clId="{C9D886FB-ED5B-489B-8330-669FD307C29D}" dt="2026-04-22T18:27:12.656" v="2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7:12.653" v="1" actId="2696"/>
        <pc:sldMkLst>
          <pc:docMk/>
          <pc:sldMk cId="1878289720" sldId="337"/>
        </pc:sldMkLst>
      </pc:sldChg>
      <pc:sldChg chg="add del">
        <pc:chgData name="christopher posadas" userId="c785335156d879ca" providerId="LiveId" clId="{C9D886FB-ED5B-489B-8330-669FD307C29D}" dt="2026-04-22T23:17:32.916" v="267" actId="2696"/>
        <pc:sldMkLst>
          <pc:docMk/>
          <pc:sldMk cId="621913213" sldId="355"/>
        </pc:sldMkLst>
      </pc:sldChg>
      <pc:sldChg chg="del">
        <pc:chgData name="christopher posadas" userId="c785335156d879ca" providerId="LiveId" clId="{C9D886FB-ED5B-489B-8330-669FD307C29D}" dt="2026-04-22T19:09:18.726" v="58" actId="2696"/>
        <pc:sldMkLst>
          <pc:docMk/>
          <pc:sldMk cId="2218885554" sldId="355"/>
        </pc:sldMkLst>
      </pc:sldChg>
      <pc:sldChg chg="add del">
        <pc:chgData name="christopher posadas" userId="c785335156d879ca" providerId="LiveId" clId="{C9D886FB-ED5B-489B-8330-669FD307C29D}" dt="2026-04-22T23:17:32.829" v="266" actId="2696"/>
        <pc:sldMkLst>
          <pc:docMk/>
          <pc:sldMk cId="814765292" sldId="356"/>
        </pc:sldMkLst>
      </pc:sldChg>
      <pc:sldChg chg="del">
        <pc:chgData name="christopher posadas" userId="c785335156d879ca" providerId="LiveId" clId="{C9D886FB-ED5B-489B-8330-669FD307C29D}" dt="2026-04-22T19:09:18.685" v="57" actId="2696"/>
        <pc:sldMkLst>
          <pc:docMk/>
          <pc:sldMk cId="1425211946" sldId="356"/>
        </pc:sldMkLst>
      </pc:sldChg>
      <pc:sldChg chg="add del">
        <pc:chgData name="christopher posadas" userId="c785335156d879ca" providerId="LiveId" clId="{C9D886FB-ED5B-489B-8330-669FD307C29D}" dt="2026-04-22T23:17:32.465" v="257" actId="2696"/>
        <pc:sldMkLst>
          <pc:docMk/>
          <pc:sldMk cId="882015071" sldId="358"/>
        </pc:sldMkLst>
      </pc:sldChg>
      <pc:sldChg chg="del">
        <pc:chgData name="christopher posadas" userId="c785335156d879ca" providerId="LiveId" clId="{C9D886FB-ED5B-489B-8330-669FD307C29D}" dt="2026-04-22T19:09:18.510" v="48" actId="2696"/>
        <pc:sldMkLst>
          <pc:docMk/>
          <pc:sldMk cId="3903693155" sldId="358"/>
        </pc:sldMkLst>
      </pc:sldChg>
      <pc:sldChg chg="add del">
        <pc:chgData name="christopher posadas" userId="c785335156d879ca" providerId="LiveId" clId="{C9D886FB-ED5B-489B-8330-669FD307C29D}" dt="2026-04-22T23:17:32.394" v="256" actId="2696"/>
        <pc:sldMkLst>
          <pc:docMk/>
          <pc:sldMk cId="2746929847" sldId="359"/>
        </pc:sldMkLst>
      </pc:sldChg>
      <pc:sldChg chg="del">
        <pc:chgData name="christopher posadas" userId="c785335156d879ca" providerId="LiveId" clId="{C9D886FB-ED5B-489B-8330-669FD307C29D}" dt="2026-04-22T19:09:18.477" v="47" actId="2696"/>
        <pc:sldMkLst>
          <pc:docMk/>
          <pc:sldMk cId="3428260049" sldId="359"/>
        </pc:sldMkLst>
      </pc:sldChg>
      <pc:sldChg chg="del">
        <pc:chgData name="christopher posadas" userId="c785335156d879ca" providerId="LiveId" clId="{C9D886FB-ED5B-489B-8330-669FD307C29D}" dt="2026-04-22T19:09:18.443" v="46" actId="2696"/>
        <pc:sldMkLst>
          <pc:docMk/>
          <pc:sldMk cId="3562183397" sldId="360"/>
        </pc:sldMkLst>
      </pc:sldChg>
      <pc:sldChg chg="add del">
        <pc:chgData name="christopher posadas" userId="c785335156d879ca" providerId="LiveId" clId="{C9D886FB-ED5B-489B-8330-669FD307C29D}" dt="2026-04-22T23:17:32.326" v="255" actId="2696"/>
        <pc:sldMkLst>
          <pc:docMk/>
          <pc:sldMk cId="4133654492" sldId="360"/>
        </pc:sldMkLst>
      </pc:sldChg>
      <pc:sldChg chg="del">
        <pc:chgData name="christopher posadas" userId="c785335156d879ca" providerId="LiveId" clId="{C9D886FB-ED5B-489B-8330-669FD307C29D}" dt="2026-04-22T19:09:18.308" v="44" actId="2696"/>
        <pc:sldMkLst>
          <pc:docMk/>
          <pc:sldMk cId="4083431499" sldId="361"/>
        </pc:sldMkLst>
      </pc:sldChg>
      <pc:sldChg chg="add del">
        <pc:chgData name="christopher posadas" userId="c785335156d879ca" providerId="LiveId" clId="{C9D886FB-ED5B-489B-8330-669FD307C29D}" dt="2026-04-22T19:32:17.878" v="102" actId="2696"/>
        <pc:sldMkLst>
          <pc:docMk/>
          <pc:sldMk cId="4208711127" sldId="361"/>
        </pc:sldMkLst>
      </pc:sldChg>
      <pc:sldChg chg="add del">
        <pc:chgData name="christopher posadas" userId="c785335156d879ca" providerId="LiveId" clId="{C9D886FB-ED5B-489B-8330-669FD307C29D}" dt="2026-04-22T23:17:32.192" v="254" actId="2696"/>
        <pc:sldMkLst>
          <pc:docMk/>
          <pc:sldMk cId="899251866" sldId="362"/>
        </pc:sldMkLst>
      </pc:sldChg>
      <pc:sldChg chg="del">
        <pc:chgData name="christopher posadas" userId="c785335156d879ca" providerId="LiveId" clId="{C9D886FB-ED5B-489B-8330-669FD307C29D}" dt="2026-04-22T19:09:18.376" v="45" actId="2696"/>
        <pc:sldMkLst>
          <pc:docMk/>
          <pc:sldMk cId="2020953590" sldId="362"/>
        </pc:sldMkLst>
      </pc:sldChg>
      <pc:sldChg chg="add del">
        <pc:chgData name="christopher posadas" userId="c785335156d879ca" providerId="LiveId" clId="{C9D886FB-ED5B-489B-8330-669FD307C29D}" dt="2026-04-22T23:17:30.362" v="233" actId="2696"/>
        <pc:sldMkLst>
          <pc:docMk/>
          <pc:sldMk cId="858458443" sldId="363"/>
        </pc:sldMkLst>
      </pc:sldChg>
      <pc:sldChg chg="del">
        <pc:chgData name="christopher posadas" userId="c785335156d879ca" providerId="LiveId" clId="{C9D886FB-ED5B-489B-8330-669FD307C29D}" dt="2026-04-22T19:09:17.366" v="22" actId="2696"/>
        <pc:sldMkLst>
          <pc:docMk/>
          <pc:sldMk cId="2120634631" sldId="363"/>
        </pc:sldMkLst>
      </pc:sldChg>
      <pc:sldChg chg="del">
        <pc:chgData name="christopher posadas" userId="c785335156d879ca" providerId="LiveId" clId="{C9D886FB-ED5B-489B-8330-669FD307C29D}" dt="2026-04-22T19:09:18.268" v="43" actId="2696"/>
        <pc:sldMkLst>
          <pc:docMk/>
          <pc:sldMk cId="1230126234" sldId="364"/>
        </pc:sldMkLst>
      </pc:sldChg>
      <pc:sldChg chg="add del">
        <pc:chgData name="christopher posadas" userId="c785335156d879ca" providerId="LiveId" clId="{C9D886FB-ED5B-489B-8330-669FD307C29D}" dt="2026-04-22T23:17:32.056" v="253" actId="2696"/>
        <pc:sldMkLst>
          <pc:docMk/>
          <pc:sldMk cId="3247912902" sldId="364"/>
        </pc:sldMkLst>
      </pc:sldChg>
      <pc:sldChg chg="del">
        <pc:chgData name="christopher posadas" userId="c785335156d879ca" providerId="LiveId" clId="{C9D886FB-ED5B-489B-8330-669FD307C29D}" dt="2026-04-22T19:09:18.223" v="42" actId="2696"/>
        <pc:sldMkLst>
          <pc:docMk/>
          <pc:sldMk cId="1577575252" sldId="365"/>
        </pc:sldMkLst>
      </pc:sldChg>
      <pc:sldChg chg="add del">
        <pc:chgData name="christopher posadas" userId="c785335156d879ca" providerId="LiveId" clId="{C9D886FB-ED5B-489B-8330-669FD307C29D}" dt="2026-04-22T23:17:31.963" v="252" actId="2696"/>
        <pc:sldMkLst>
          <pc:docMk/>
          <pc:sldMk cId="3598625591" sldId="365"/>
        </pc:sldMkLst>
      </pc:sldChg>
      <pc:sldChg chg="add del">
        <pc:chgData name="christopher posadas" userId="c785335156d879ca" providerId="LiveId" clId="{C9D886FB-ED5B-489B-8330-669FD307C29D}" dt="2026-04-22T19:32:17.830" v="101" actId="2696"/>
        <pc:sldMkLst>
          <pc:docMk/>
          <pc:sldMk cId="256642808" sldId="366"/>
        </pc:sldMkLst>
      </pc:sldChg>
      <pc:sldChg chg="del">
        <pc:chgData name="christopher posadas" userId="c785335156d879ca" providerId="LiveId" clId="{C9D886FB-ED5B-489B-8330-669FD307C29D}" dt="2026-04-22T19:09:18.183" v="41" actId="2696"/>
        <pc:sldMkLst>
          <pc:docMk/>
          <pc:sldMk cId="2775429212" sldId="366"/>
        </pc:sldMkLst>
      </pc:sldChg>
      <pc:sldChg chg="del">
        <pc:chgData name="christopher posadas" userId="c785335156d879ca" providerId="LiveId" clId="{C9D886FB-ED5B-489B-8330-669FD307C29D}" dt="2026-04-22T19:09:18.141" v="40" actId="2696"/>
        <pc:sldMkLst>
          <pc:docMk/>
          <pc:sldMk cId="2850474314" sldId="367"/>
        </pc:sldMkLst>
      </pc:sldChg>
      <pc:sldChg chg="add del">
        <pc:chgData name="christopher posadas" userId="c785335156d879ca" providerId="LiveId" clId="{C9D886FB-ED5B-489B-8330-669FD307C29D}" dt="2026-04-22T23:17:31.888" v="251" actId="2696"/>
        <pc:sldMkLst>
          <pc:docMk/>
          <pc:sldMk cId="3491592372" sldId="367"/>
        </pc:sldMkLst>
      </pc:sldChg>
      <pc:sldChg chg="del">
        <pc:chgData name="christopher posadas" userId="c785335156d879ca" providerId="LiveId" clId="{C9D886FB-ED5B-489B-8330-669FD307C29D}" dt="2026-04-22T19:09:18.119" v="39" actId="2696"/>
        <pc:sldMkLst>
          <pc:docMk/>
          <pc:sldMk cId="3907871708" sldId="368"/>
        </pc:sldMkLst>
      </pc:sldChg>
      <pc:sldChg chg="add del">
        <pc:chgData name="christopher posadas" userId="c785335156d879ca" providerId="LiveId" clId="{C9D886FB-ED5B-489B-8330-669FD307C29D}" dt="2026-04-22T23:17:31.844" v="250" actId="2696"/>
        <pc:sldMkLst>
          <pc:docMk/>
          <pc:sldMk cId="4150767543" sldId="368"/>
        </pc:sldMkLst>
      </pc:sldChg>
      <pc:sldChg chg="del">
        <pc:chgData name="christopher posadas" userId="c785335156d879ca" providerId="LiveId" clId="{C9D886FB-ED5B-489B-8330-669FD307C29D}" dt="2026-04-22T19:09:18.085" v="38" actId="2696"/>
        <pc:sldMkLst>
          <pc:docMk/>
          <pc:sldMk cId="621218229" sldId="369"/>
        </pc:sldMkLst>
      </pc:sldChg>
      <pc:sldChg chg="add del">
        <pc:chgData name="christopher posadas" userId="c785335156d879ca" providerId="LiveId" clId="{C9D886FB-ED5B-489B-8330-669FD307C29D}" dt="2026-04-22T23:17:31.780" v="249" actId="2696"/>
        <pc:sldMkLst>
          <pc:docMk/>
          <pc:sldMk cId="1548435913" sldId="369"/>
        </pc:sldMkLst>
      </pc:sldChg>
      <pc:sldChg chg="add del">
        <pc:chgData name="christopher posadas" userId="c785335156d879ca" providerId="LiveId" clId="{C9D886FB-ED5B-489B-8330-669FD307C29D}" dt="2026-04-22T23:17:31.725" v="248" actId="2696"/>
        <pc:sldMkLst>
          <pc:docMk/>
          <pc:sldMk cId="81929054" sldId="370"/>
        </pc:sldMkLst>
      </pc:sldChg>
      <pc:sldChg chg="del">
        <pc:chgData name="christopher posadas" userId="c785335156d879ca" providerId="LiveId" clId="{C9D886FB-ED5B-489B-8330-669FD307C29D}" dt="2026-04-22T19:09:18.053" v="37" actId="2696"/>
        <pc:sldMkLst>
          <pc:docMk/>
          <pc:sldMk cId="2300533271" sldId="370"/>
        </pc:sldMkLst>
      </pc:sldChg>
      <pc:sldChg chg="add del">
        <pc:chgData name="christopher posadas" userId="c785335156d879ca" providerId="LiveId" clId="{C9D886FB-ED5B-489B-8330-669FD307C29D}" dt="2026-04-22T23:17:31.571" v="246" actId="2696"/>
        <pc:sldMkLst>
          <pc:docMk/>
          <pc:sldMk cId="191389731" sldId="371"/>
        </pc:sldMkLst>
      </pc:sldChg>
      <pc:sldChg chg="del">
        <pc:chgData name="christopher posadas" userId="c785335156d879ca" providerId="LiveId" clId="{C9D886FB-ED5B-489B-8330-669FD307C29D}" dt="2026-04-22T19:09:17.980" v="35" actId="2696"/>
        <pc:sldMkLst>
          <pc:docMk/>
          <pc:sldMk cId="3095140947" sldId="371"/>
        </pc:sldMkLst>
      </pc:sldChg>
      <pc:sldChg chg="del">
        <pc:chgData name="christopher posadas" userId="c785335156d879ca" providerId="LiveId" clId="{C9D886FB-ED5B-489B-8330-669FD307C29D}" dt="2026-04-22T19:09:17.943" v="33" actId="2696"/>
        <pc:sldMkLst>
          <pc:docMk/>
          <pc:sldMk cId="2410184725" sldId="372"/>
        </pc:sldMkLst>
      </pc:sldChg>
      <pc:sldChg chg="add del">
        <pc:chgData name="christopher posadas" userId="c785335156d879ca" providerId="LiveId" clId="{C9D886FB-ED5B-489B-8330-669FD307C29D}" dt="2026-04-22T23:17:31.494" v="244" actId="2696"/>
        <pc:sldMkLst>
          <pc:docMk/>
          <pc:sldMk cId="2633594968" sldId="372"/>
        </pc:sldMkLst>
      </pc:sldChg>
      <pc:sldChg chg="del">
        <pc:chgData name="christopher posadas" userId="c785335156d879ca" providerId="LiveId" clId="{C9D886FB-ED5B-489B-8330-669FD307C29D}" dt="2026-04-22T19:09:18.029" v="36" actId="2696"/>
        <pc:sldMkLst>
          <pc:docMk/>
          <pc:sldMk cId="406132887" sldId="374"/>
        </pc:sldMkLst>
      </pc:sldChg>
      <pc:sldChg chg="add del">
        <pc:chgData name="christopher posadas" userId="c785335156d879ca" providerId="LiveId" clId="{C9D886FB-ED5B-489B-8330-669FD307C29D}" dt="2026-04-22T23:17:31.676" v="247" actId="2696"/>
        <pc:sldMkLst>
          <pc:docMk/>
          <pc:sldMk cId="3101823733" sldId="374"/>
        </pc:sldMkLst>
      </pc:sldChg>
      <pc:sldChg chg="add del">
        <pc:chgData name="christopher posadas" userId="c785335156d879ca" providerId="LiveId" clId="{C9D886FB-ED5B-489B-8330-669FD307C29D}" dt="2026-04-22T23:17:31.536" v="245" actId="2696"/>
        <pc:sldMkLst>
          <pc:docMk/>
          <pc:sldMk cId="1742279157" sldId="375"/>
        </pc:sldMkLst>
      </pc:sldChg>
      <pc:sldChg chg="del">
        <pc:chgData name="christopher posadas" userId="c785335156d879ca" providerId="LiveId" clId="{C9D886FB-ED5B-489B-8330-669FD307C29D}" dt="2026-04-22T19:09:17.963" v="34" actId="2696"/>
        <pc:sldMkLst>
          <pc:docMk/>
          <pc:sldMk cId="3790308755" sldId="375"/>
        </pc:sldMkLst>
      </pc:sldChg>
      <pc:sldChg chg="add del">
        <pc:chgData name="christopher posadas" userId="c785335156d879ca" providerId="LiveId" clId="{C9D886FB-ED5B-489B-8330-669FD307C29D}" dt="2026-04-22T23:17:31.412" v="243" actId="2696"/>
        <pc:sldMkLst>
          <pc:docMk/>
          <pc:sldMk cId="1875094193" sldId="376"/>
        </pc:sldMkLst>
      </pc:sldChg>
      <pc:sldChg chg="del">
        <pc:chgData name="christopher posadas" userId="c785335156d879ca" providerId="LiveId" clId="{C9D886FB-ED5B-489B-8330-669FD307C29D}" dt="2026-04-22T19:09:17.902" v="32" actId="2696"/>
        <pc:sldMkLst>
          <pc:docMk/>
          <pc:sldMk cId="2840478799" sldId="376"/>
        </pc:sldMkLst>
      </pc:sldChg>
      <pc:sldChg chg="del">
        <pc:chgData name="christopher posadas" userId="c785335156d879ca" providerId="LiveId" clId="{C9D886FB-ED5B-489B-8330-669FD307C29D}" dt="2026-04-22T19:09:17.864" v="31" actId="2696"/>
        <pc:sldMkLst>
          <pc:docMk/>
          <pc:sldMk cId="1658917031" sldId="377"/>
        </pc:sldMkLst>
      </pc:sldChg>
      <pc:sldChg chg="add del">
        <pc:chgData name="christopher posadas" userId="c785335156d879ca" providerId="LiveId" clId="{C9D886FB-ED5B-489B-8330-669FD307C29D}" dt="2026-04-22T23:17:31.338" v="242" actId="2696"/>
        <pc:sldMkLst>
          <pc:docMk/>
          <pc:sldMk cId="4276681083" sldId="377"/>
        </pc:sldMkLst>
      </pc:sldChg>
      <pc:sldChg chg="del">
        <pc:chgData name="christopher posadas" userId="c785335156d879ca" providerId="LiveId" clId="{C9D886FB-ED5B-489B-8330-669FD307C29D}" dt="2026-04-22T19:09:17.831" v="30" actId="2696"/>
        <pc:sldMkLst>
          <pc:docMk/>
          <pc:sldMk cId="2055896794" sldId="378"/>
        </pc:sldMkLst>
      </pc:sldChg>
      <pc:sldChg chg="add del">
        <pc:chgData name="christopher posadas" userId="c785335156d879ca" providerId="LiveId" clId="{C9D886FB-ED5B-489B-8330-669FD307C29D}" dt="2026-04-22T23:17:31.267" v="241" actId="2696"/>
        <pc:sldMkLst>
          <pc:docMk/>
          <pc:sldMk cId="2121670385" sldId="378"/>
        </pc:sldMkLst>
      </pc:sldChg>
      <pc:sldChg chg="add del">
        <pc:chgData name="christopher posadas" userId="c785335156d879ca" providerId="LiveId" clId="{C9D886FB-ED5B-489B-8330-669FD307C29D}" dt="2026-04-22T23:17:31.194" v="240" actId="2696"/>
        <pc:sldMkLst>
          <pc:docMk/>
          <pc:sldMk cId="708736160" sldId="379"/>
        </pc:sldMkLst>
      </pc:sldChg>
      <pc:sldChg chg="del">
        <pc:chgData name="christopher posadas" userId="c785335156d879ca" providerId="LiveId" clId="{C9D886FB-ED5B-489B-8330-669FD307C29D}" dt="2026-04-22T19:09:17.797" v="29" actId="2696"/>
        <pc:sldMkLst>
          <pc:docMk/>
          <pc:sldMk cId="3238016870" sldId="379"/>
        </pc:sldMkLst>
      </pc:sldChg>
      <pc:sldChg chg="add del">
        <pc:chgData name="christopher posadas" userId="c785335156d879ca" providerId="LiveId" clId="{C9D886FB-ED5B-489B-8330-669FD307C29D}" dt="2026-04-22T23:17:31.126" v="239" actId="2696"/>
        <pc:sldMkLst>
          <pc:docMk/>
          <pc:sldMk cId="1777371602" sldId="380"/>
        </pc:sldMkLst>
      </pc:sldChg>
      <pc:sldChg chg="del">
        <pc:chgData name="christopher posadas" userId="c785335156d879ca" providerId="LiveId" clId="{C9D886FB-ED5B-489B-8330-669FD307C29D}" dt="2026-04-22T19:09:17.764" v="28" actId="2696"/>
        <pc:sldMkLst>
          <pc:docMk/>
          <pc:sldMk cId="3072948654" sldId="380"/>
        </pc:sldMkLst>
      </pc:sldChg>
      <pc:sldChg chg="del">
        <pc:chgData name="christopher posadas" userId="c785335156d879ca" providerId="LiveId" clId="{C9D886FB-ED5B-489B-8330-669FD307C29D}" dt="2026-04-22T19:09:17.720" v="27" actId="2696"/>
        <pc:sldMkLst>
          <pc:docMk/>
          <pc:sldMk cId="2494632822" sldId="381"/>
        </pc:sldMkLst>
      </pc:sldChg>
      <pc:sldChg chg="add del">
        <pc:chgData name="christopher posadas" userId="c785335156d879ca" providerId="LiveId" clId="{C9D886FB-ED5B-489B-8330-669FD307C29D}" dt="2026-04-22T23:17:31.043" v="238" actId="2696"/>
        <pc:sldMkLst>
          <pc:docMk/>
          <pc:sldMk cId="4053378040" sldId="381"/>
        </pc:sldMkLst>
      </pc:sldChg>
      <pc:sldChg chg="del">
        <pc:chgData name="christopher posadas" userId="c785335156d879ca" providerId="LiveId" clId="{C9D886FB-ED5B-489B-8330-669FD307C29D}" dt="2026-04-22T19:09:17.674" v="26" actId="2696"/>
        <pc:sldMkLst>
          <pc:docMk/>
          <pc:sldMk cId="1144881802" sldId="382"/>
        </pc:sldMkLst>
      </pc:sldChg>
      <pc:sldChg chg="add del">
        <pc:chgData name="christopher posadas" userId="c785335156d879ca" providerId="LiveId" clId="{C9D886FB-ED5B-489B-8330-669FD307C29D}" dt="2026-04-22T23:17:30.943" v="237" actId="2696"/>
        <pc:sldMkLst>
          <pc:docMk/>
          <pc:sldMk cId="3880056336" sldId="382"/>
        </pc:sldMkLst>
      </pc:sldChg>
      <pc:sldChg chg="add del">
        <pc:chgData name="christopher posadas" userId="c785335156d879ca" providerId="LiveId" clId="{C9D886FB-ED5B-489B-8330-669FD307C29D}" dt="2026-04-22T23:17:30.846" v="236" actId="2696"/>
        <pc:sldMkLst>
          <pc:docMk/>
          <pc:sldMk cId="1017039651" sldId="383"/>
        </pc:sldMkLst>
      </pc:sldChg>
      <pc:sldChg chg="del">
        <pc:chgData name="christopher posadas" userId="c785335156d879ca" providerId="LiveId" clId="{C9D886FB-ED5B-489B-8330-669FD307C29D}" dt="2026-04-22T19:09:17.628" v="25" actId="2696"/>
        <pc:sldMkLst>
          <pc:docMk/>
          <pc:sldMk cId="1325169651" sldId="383"/>
        </pc:sldMkLst>
      </pc:sldChg>
      <pc:sldChg chg="add del">
        <pc:chgData name="christopher posadas" userId="c785335156d879ca" providerId="LiveId" clId="{C9D886FB-ED5B-489B-8330-669FD307C29D}" dt="2026-04-22T23:17:30.700" v="235" actId="2696"/>
        <pc:sldMkLst>
          <pc:docMk/>
          <pc:sldMk cId="2092619477" sldId="384"/>
        </pc:sldMkLst>
      </pc:sldChg>
      <pc:sldChg chg="del">
        <pc:chgData name="christopher posadas" userId="c785335156d879ca" providerId="LiveId" clId="{C9D886FB-ED5B-489B-8330-669FD307C29D}" dt="2026-04-22T19:09:17.552" v="24" actId="2696"/>
        <pc:sldMkLst>
          <pc:docMk/>
          <pc:sldMk cId="3818973145" sldId="384"/>
        </pc:sldMkLst>
      </pc:sldChg>
      <pc:sldChg chg="add del">
        <pc:chgData name="christopher posadas" userId="c785335156d879ca" providerId="LiveId" clId="{C9D886FB-ED5B-489B-8330-669FD307C29D}" dt="2026-04-22T23:17:30.540" v="234" actId="2696"/>
        <pc:sldMkLst>
          <pc:docMk/>
          <pc:sldMk cId="3448166293" sldId="385"/>
        </pc:sldMkLst>
      </pc:sldChg>
      <pc:sldChg chg="del">
        <pc:chgData name="christopher posadas" userId="c785335156d879ca" providerId="LiveId" clId="{C9D886FB-ED5B-489B-8330-669FD307C29D}" dt="2026-04-22T19:09:17.464" v="23" actId="2696"/>
        <pc:sldMkLst>
          <pc:docMk/>
          <pc:sldMk cId="3448918507" sldId="385"/>
        </pc:sldMkLst>
      </pc:sldChg>
      <pc:sldChg chg="add del">
        <pc:chgData name="christopher posadas" userId="c785335156d879ca" providerId="LiveId" clId="{C9D886FB-ED5B-489B-8330-669FD307C29D}" dt="2026-04-22T23:17:30.286" v="232" actId="2696"/>
        <pc:sldMkLst>
          <pc:docMk/>
          <pc:sldMk cId="413276843" sldId="386"/>
        </pc:sldMkLst>
      </pc:sldChg>
      <pc:sldChg chg="del">
        <pc:chgData name="christopher posadas" userId="c785335156d879ca" providerId="LiveId" clId="{C9D886FB-ED5B-489B-8330-669FD307C29D}" dt="2026-04-22T19:09:17.328" v="21" actId="2696"/>
        <pc:sldMkLst>
          <pc:docMk/>
          <pc:sldMk cId="3786674138" sldId="386"/>
        </pc:sldMkLst>
      </pc:sldChg>
      <pc:sldChg chg="del">
        <pc:chgData name="christopher posadas" userId="c785335156d879ca" providerId="LiveId" clId="{C9D886FB-ED5B-489B-8330-669FD307C29D}" dt="2026-04-22T19:09:17.283" v="20" actId="2696"/>
        <pc:sldMkLst>
          <pc:docMk/>
          <pc:sldMk cId="2047028147" sldId="387"/>
        </pc:sldMkLst>
      </pc:sldChg>
      <pc:sldChg chg="add del">
        <pc:chgData name="christopher posadas" userId="c785335156d879ca" providerId="LiveId" clId="{C9D886FB-ED5B-489B-8330-669FD307C29D}" dt="2026-04-22T23:17:30.205" v="231" actId="2696"/>
        <pc:sldMkLst>
          <pc:docMk/>
          <pc:sldMk cId="3418735201" sldId="387"/>
        </pc:sldMkLst>
      </pc:sldChg>
      <pc:sldChg chg="del">
        <pc:chgData name="christopher posadas" userId="c785335156d879ca" providerId="LiveId" clId="{C9D886FB-ED5B-489B-8330-669FD307C29D}" dt="2026-04-22T19:09:17.233" v="18" actId="2696"/>
        <pc:sldMkLst>
          <pc:docMk/>
          <pc:sldMk cId="213086058" sldId="388"/>
        </pc:sldMkLst>
      </pc:sldChg>
      <pc:sldChg chg="add del">
        <pc:chgData name="christopher posadas" userId="c785335156d879ca" providerId="LiveId" clId="{C9D886FB-ED5B-489B-8330-669FD307C29D}" dt="2026-04-22T19:32:17.782" v="100" actId="2696"/>
        <pc:sldMkLst>
          <pc:docMk/>
          <pc:sldMk cId="4062407732" sldId="388"/>
        </pc:sldMkLst>
      </pc:sldChg>
      <pc:sldChg chg="add del">
        <pc:chgData name="christopher posadas" userId="c785335156d879ca" providerId="LiveId" clId="{C9D886FB-ED5B-489B-8330-669FD307C29D}" dt="2026-04-22T23:17:30.148" v="230" actId="2696"/>
        <pc:sldMkLst>
          <pc:docMk/>
          <pc:sldMk cId="179926999" sldId="389"/>
        </pc:sldMkLst>
      </pc:sldChg>
      <pc:sldChg chg="del">
        <pc:chgData name="christopher posadas" userId="c785335156d879ca" providerId="LiveId" clId="{C9D886FB-ED5B-489B-8330-669FD307C29D}" dt="2026-04-22T19:09:17.257" v="19" actId="2696"/>
        <pc:sldMkLst>
          <pc:docMk/>
          <pc:sldMk cId="1204374723" sldId="389"/>
        </pc:sldMkLst>
      </pc:sldChg>
      <pc:sldChg chg="del">
        <pc:chgData name="christopher posadas" userId="c785335156d879ca" providerId="LiveId" clId="{C9D886FB-ED5B-489B-8330-669FD307C29D}" dt="2026-04-22T19:09:17.184" v="17" actId="2696"/>
        <pc:sldMkLst>
          <pc:docMk/>
          <pc:sldMk cId="735568764" sldId="390"/>
        </pc:sldMkLst>
      </pc:sldChg>
      <pc:sldChg chg="add del">
        <pc:chgData name="christopher posadas" userId="c785335156d879ca" providerId="LiveId" clId="{C9D886FB-ED5B-489B-8330-669FD307C29D}" dt="2026-04-22T23:17:30.095" v="229" actId="2696"/>
        <pc:sldMkLst>
          <pc:docMk/>
          <pc:sldMk cId="3186849851" sldId="390"/>
        </pc:sldMkLst>
      </pc:sldChg>
      <pc:sldChg chg="add del">
        <pc:chgData name="christopher posadas" userId="c785335156d879ca" providerId="LiveId" clId="{C9D886FB-ED5B-489B-8330-669FD307C29D}" dt="2026-04-22T19:32:17.720" v="99" actId="2696"/>
        <pc:sldMkLst>
          <pc:docMk/>
          <pc:sldMk cId="212423478" sldId="391"/>
        </pc:sldMkLst>
      </pc:sldChg>
      <pc:sldChg chg="del">
        <pc:chgData name="christopher posadas" userId="c785335156d879ca" providerId="LiveId" clId="{C9D886FB-ED5B-489B-8330-669FD307C29D}" dt="2026-04-22T19:09:17.104" v="16" actId="2696"/>
        <pc:sldMkLst>
          <pc:docMk/>
          <pc:sldMk cId="2625581872" sldId="391"/>
        </pc:sldMkLst>
      </pc:sldChg>
      <pc:sldChg chg="del">
        <pc:chgData name="christopher posadas" userId="c785335156d879ca" providerId="LiveId" clId="{C9D886FB-ED5B-489B-8330-669FD307C29D}" dt="2026-04-22T19:09:17.060" v="15" actId="2696"/>
        <pc:sldMkLst>
          <pc:docMk/>
          <pc:sldMk cId="689961852" sldId="392"/>
        </pc:sldMkLst>
      </pc:sldChg>
      <pc:sldChg chg="add del">
        <pc:chgData name="christopher posadas" userId="c785335156d879ca" providerId="LiveId" clId="{C9D886FB-ED5B-489B-8330-669FD307C29D}" dt="2026-04-22T23:17:29.955" v="228" actId="2696"/>
        <pc:sldMkLst>
          <pc:docMk/>
          <pc:sldMk cId="2729609619" sldId="392"/>
        </pc:sldMkLst>
      </pc:sldChg>
      <pc:sldChg chg="del">
        <pc:chgData name="christopher posadas" userId="c785335156d879ca" providerId="LiveId" clId="{C9D886FB-ED5B-489B-8330-669FD307C29D}" dt="2026-04-22T19:09:17" v="14" actId="2696"/>
        <pc:sldMkLst>
          <pc:docMk/>
          <pc:sldMk cId="18887497" sldId="393"/>
        </pc:sldMkLst>
      </pc:sldChg>
      <pc:sldChg chg="add del">
        <pc:chgData name="christopher posadas" userId="c785335156d879ca" providerId="LiveId" clId="{C9D886FB-ED5B-489B-8330-669FD307C29D}" dt="2026-04-22T19:32:17.668" v="98" actId="2696"/>
        <pc:sldMkLst>
          <pc:docMk/>
          <pc:sldMk cId="990850503" sldId="393"/>
        </pc:sldMkLst>
      </pc:sldChg>
      <pc:sldChg chg="add del">
        <pc:chgData name="christopher posadas" userId="c785335156d879ca" providerId="LiveId" clId="{C9D886FB-ED5B-489B-8330-669FD307C29D}" dt="2026-04-22T23:17:29.836" v="227" actId="2696"/>
        <pc:sldMkLst>
          <pc:docMk/>
          <pc:sldMk cId="1809616798" sldId="394"/>
        </pc:sldMkLst>
      </pc:sldChg>
      <pc:sldChg chg="del">
        <pc:chgData name="christopher posadas" userId="c785335156d879ca" providerId="LiveId" clId="{C9D886FB-ED5B-489B-8330-669FD307C29D}" dt="2026-04-22T19:09:16.841" v="11" actId="2696"/>
        <pc:sldMkLst>
          <pc:docMk/>
          <pc:sldMk cId="4275513242" sldId="394"/>
        </pc:sldMkLst>
      </pc:sldChg>
      <pc:sldChg chg="add del">
        <pc:chgData name="christopher posadas" userId="c785335156d879ca" providerId="LiveId" clId="{C9D886FB-ED5B-489B-8330-669FD307C29D}" dt="2026-04-22T19:32:17.563" v="96" actId="2696"/>
        <pc:sldMkLst>
          <pc:docMk/>
          <pc:sldMk cId="4013829410" sldId="395"/>
        </pc:sldMkLst>
      </pc:sldChg>
      <pc:sldChg chg="del">
        <pc:chgData name="christopher posadas" userId="c785335156d879ca" providerId="LiveId" clId="{C9D886FB-ED5B-489B-8330-669FD307C29D}" dt="2026-04-22T19:09:16.891" v="12" actId="2696"/>
        <pc:sldMkLst>
          <pc:docMk/>
          <pc:sldMk cId="4169616690" sldId="395"/>
        </pc:sldMkLst>
      </pc:sldChg>
      <pc:sldChg chg="del">
        <pc:chgData name="christopher posadas" userId="c785335156d879ca" providerId="LiveId" clId="{C9D886FB-ED5B-489B-8330-669FD307C29D}" dt="2026-04-22T19:09:16.951" v="13" actId="2696"/>
        <pc:sldMkLst>
          <pc:docMk/>
          <pc:sldMk cId="2521927861" sldId="396"/>
        </pc:sldMkLst>
      </pc:sldChg>
      <pc:sldChg chg="add del">
        <pc:chgData name="christopher posadas" userId="c785335156d879ca" providerId="LiveId" clId="{C9D886FB-ED5B-489B-8330-669FD307C29D}" dt="2026-04-22T19:32:17.621" v="97" actId="2696"/>
        <pc:sldMkLst>
          <pc:docMk/>
          <pc:sldMk cId="3616585524" sldId="396"/>
        </pc:sldMkLst>
      </pc:sldChg>
      <pc:sldChg chg="add del">
        <pc:chgData name="christopher posadas" userId="c785335156d879ca" providerId="LiveId" clId="{C9D886FB-ED5B-489B-8330-669FD307C29D}" dt="2026-04-22T23:17:29.711" v="226" actId="2696"/>
        <pc:sldMkLst>
          <pc:docMk/>
          <pc:sldMk cId="2301253440" sldId="397"/>
        </pc:sldMkLst>
      </pc:sldChg>
      <pc:sldChg chg="del">
        <pc:chgData name="christopher posadas" userId="c785335156d879ca" providerId="LiveId" clId="{C9D886FB-ED5B-489B-8330-669FD307C29D}" dt="2026-04-22T19:09:16.781" v="10" actId="2696"/>
        <pc:sldMkLst>
          <pc:docMk/>
          <pc:sldMk cId="2562843634" sldId="397"/>
        </pc:sldMkLst>
      </pc:sldChg>
      <pc:sldChg chg="add del">
        <pc:chgData name="christopher posadas" userId="c785335156d879ca" providerId="LiveId" clId="{C9D886FB-ED5B-489B-8330-669FD307C29D}" dt="2026-04-22T23:17:29.611" v="225" actId="2696"/>
        <pc:sldMkLst>
          <pc:docMk/>
          <pc:sldMk cId="833514689" sldId="398"/>
        </pc:sldMkLst>
      </pc:sldChg>
      <pc:sldChg chg="del">
        <pc:chgData name="christopher posadas" userId="c785335156d879ca" providerId="LiveId" clId="{C9D886FB-ED5B-489B-8330-669FD307C29D}" dt="2026-04-22T19:09:16.725" v="9" actId="2696"/>
        <pc:sldMkLst>
          <pc:docMk/>
          <pc:sldMk cId="1230764453" sldId="398"/>
        </pc:sldMkLst>
      </pc:sldChg>
      <pc:sldChg chg="add del">
        <pc:chgData name="christopher posadas" userId="c785335156d879ca" providerId="LiveId" clId="{C9D886FB-ED5B-489B-8330-669FD307C29D}" dt="2026-04-22T23:17:29.537" v="224" actId="2696"/>
        <pc:sldMkLst>
          <pc:docMk/>
          <pc:sldMk cId="698030090" sldId="399"/>
        </pc:sldMkLst>
      </pc:sldChg>
      <pc:sldChg chg="del">
        <pc:chgData name="christopher posadas" userId="c785335156d879ca" providerId="LiveId" clId="{C9D886FB-ED5B-489B-8330-669FD307C29D}" dt="2026-04-22T19:09:16.685" v="8" actId="2696"/>
        <pc:sldMkLst>
          <pc:docMk/>
          <pc:sldMk cId="2161279909" sldId="399"/>
        </pc:sldMkLst>
      </pc:sldChg>
      <pc:sldChg chg="add del">
        <pc:chgData name="christopher posadas" userId="c785335156d879ca" providerId="LiveId" clId="{C9D886FB-ED5B-489B-8330-669FD307C29D}" dt="2026-04-22T23:17:28.367" v="209" actId="2696"/>
        <pc:sldMkLst>
          <pc:docMk/>
          <pc:sldMk cId="3080652441" sldId="400"/>
        </pc:sldMkLst>
      </pc:sldChg>
      <pc:sldChg chg="add del">
        <pc:chgData name="christopher posadas" userId="c785335156d879ca" providerId="LiveId" clId="{C9D886FB-ED5B-489B-8330-669FD307C29D}" dt="2026-04-22T23:17:29.315" v="221" actId="2696"/>
        <pc:sldMkLst>
          <pc:docMk/>
          <pc:sldMk cId="1951363421" sldId="401"/>
        </pc:sldMkLst>
      </pc:sldChg>
      <pc:sldChg chg="del">
        <pc:chgData name="christopher posadas" userId="c785335156d879ca" providerId="LiveId" clId="{C9D886FB-ED5B-489B-8330-669FD307C29D}" dt="2026-04-22T19:09:16.542" v="4" actId="2696"/>
        <pc:sldMkLst>
          <pc:docMk/>
          <pc:sldMk cId="3243778271" sldId="401"/>
        </pc:sldMkLst>
      </pc:sldChg>
      <pc:sldChg chg="del">
        <pc:chgData name="christopher posadas" userId="c785335156d879ca" providerId="LiveId" clId="{C9D886FB-ED5B-489B-8330-669FD307C29D}" dt="2026-04-22T19:09:16.648" v="7" actId="2696"/>
        <pc:sldMkLst>
          <pc:docMk/>
          <pc:sldMk cId="947035080" sldId="402"/>
        </pc:sldMkLst>
      </pc:sldChg>
      <pc:sldChg chg="add del">
        <pc:chgData name="christopher posadas" userId="c785335156d879ca" providerId="LiveId" clId="{C9D886FB-ED5B-489B-8330-669FD307C29D}" dt="2026-04-22T19:32:17.508" v="95" actId="2696"/>
        <pc:sldMkLst>
          <pc:docMk/>
          <pc:sldMk cId="2958531690" sldId="402"/>
        </pc:sldMkLst>
      </pc:sldChg>
      <pc:sldChg chg="del">
        <pc:chgData name="christopher posadas" userId="c785335156d879ca" providerId="LiveId" clId="{C9D886FB-ED5B-489B-8330-669FD307C29D}" dt="2026-04-22T19:09:16.624" v="6" actId="2696"/>
        <pc:sldMkLst>
          <pc:docMk/>
          <pc:sldMk cId="969664938" sldId="403"/>
        </pc:sldMkLst>
      </pc:sldChg>
      <pc:sldChg chg="add del">
        <pc:chgData name="christopher posadas" userId="c785335156d879ca" providerId="LiveId" clId="{C9D886FB-ED5B-489B-8330-669FD307C29D}" dt="2026-04-22T23:17:29.466" v="223" actId="2696"/>
        <pc:sldMkLst>
          <pc:docMk/>
          <pc:sldMk cId="3930114879" sldId="403"/>
        </pc:sldMkLst>
      </pc:sldChg>
      <pc:sldChg chg="del">
        <pc:chgData name="christopher posadas" userId="c785335156d879ca" providerId="LiveId" clId="{C9D886FB-ED5B-489B-8330-669FD307C29D}" dt="2026-04-22T19:09:16.585" v="5" actId="2696"/>
        <pc:sldMkLst>
          <pc:docMk/>
          <pc:sldMk cId="1027065881" sldId="404"/>
        </pc:sldMkLst>
      </pc:sldChg>
      <pc:sldChg chg="add del">
        <pc:chgData name="christopher posadas" userId="c785335156d879ca" providerId="LiveId" clId="{C9D886FB-ED5B-489B-8330-669FD307C29D}" dt="2026-04-22T23:17:29.399" v="222" actId="2696"/>
        <pc:sldMkLst>
          <pc:docMk/>
          <pc:sldMk cId="2493867149" sldId="404"/>
        </pc:sldMkLst>
      </pc:sldChg>
      <pc:sldChg chg="add del">
        <pc:chgData name="christopher posadas" userId="c785335156d879ca" providerId="LiveId" clId="{C9D886FB-ED5B-489B-8330-669FD307C29D}" dt="2026-04-22T23:17:32.778" v="265" actId="2696"/>
        <pc:sldMkLst>
          <pc:docMk/>
          <pc:sldMk cId="1171046901" sldId="405"/>
        </pc:sldMkLst>
      </pc:sldChg>
      <pc:sldChg chg="del">
        <pc:chgData name="christopher posadas" userId="c785335156d879ca" providerId="LiveId" clId="{C9D886FB-ED5B-489B-8330-669FD307C29D}" dt="2026-04-22T19:09:18.664" v="56" actId="2696"/>
        <pc:sldMkLst>
          <pc:docMk/>
          <pc:sldMk cId="2076199833" sldId="405"/>
        </pc:sldMkLst>
      </pc:sldChg>
      <pc:sldChg chg="del">
        <pc:chgData name="christopher posadas" userId="c785335156d879ca" providerId="LiveId" clId="{C9D886FB-ED5B-489B-8330-669FD307C29D}" dt="2026-04-22T19:09:18.577" v="53" actId="2696"/>
        <pc:sldMkLst>
          <pc:docMk/>
          <pc:sldMk cId="1920488716" sldId="406"/>
        </pc:sldMkLst>
      </pc:sldChg>
      <pc:sldChg chg="add del">
        <pc:chgData name="christopher posadas" userId="c785335156d879ca" providerId="LiveId" clId="{C9D886FB-ED5B-489B-8330-669FD307C29D}" dt="2026-04-22T23:17:32.606" v="262" actId="2696"/>
        <pc:sldMkLst>
          <pc:docMk/>
          <pc:sldMk cId="2180307231" sldId="406"/>
        </pc:sldMkLst>
      </pc:sldChg>
      <pc:sldChg chg="del">
        <pc:chgData name="christopher posadas" userId="c785335156d879ca" providerId="LiveId" clId="{C9D886FB-ED5B-489B-8330-669FD307C29D}" dt="2026-04-22T19:09:18.565" v="52" actId="2696"/>
        <pc:sldMkLst>
          <pc:docMk/>
          <pc:sldMk cId="2628322892" sldId="407"/>
        </pc:sldMkLst>
      </pc:sldChg>
      <pc:sldChg chg="add del">
        <pc:chgData name="christopher posadas" userId="c785335156d879ca" providerId="LiveId" clId="{C9D886FB-ED5B-489B-8330-669FD307C29D}" dt="2026-04-22T23:17:32.576" v="261" actId="2696"/>
        <pc:sldMkLst>
          <pc:docMk/>
          <pc:sldMk cId="4222397714" sldId="407"/>
        </pc:sldMkLst>
      </pc:sldChg>
      <pc:sldChg chg="del">
        <pc:chgData name="christopher posadas" userId="c785335156d879ca" providerId="LiveId" clId="{C9D886FB-ED5B-489B-8330-669FD307C29D}" dt="2026-04-22T19:09:18.524" v="50" actId="2696"/>
        <pc:sldMkLst>
          <pc:docMk/>
          <pc:sldMk cId="283729634" sldId="408"/>
        </pc:sldMkLst>
      </pc:sldChg>
      <pc:sldChg chg="add del">
        <pc:chgData name="christopher posadas" userId="c785335156d879ca" providerId="LiveId" clId="{C9D886FB-ED5B-489B-8330-669FD307C29D}" dt="2026-04-22T23:17:32.490" v="259" actId="2696"/>
        <pc:sldMkLst>
          <pc:docMk/>
          <pc:sldMk cId="654115739" sldId="408"/>
        </pc:sldMkLst>
      </pc:sldChg>
      <pc:sldChg chg="del">
        <pc:chgData name="christopher posadas" userId="c785335156d879ca" providerId="LiveId" clId="{C9D886FB-ED5B-489B-8330-669FD307C29D}" dt="2026-04-22T19:09:18.517" v="49" actId="2696"/>
        <pc:sldMkLst>
          <pc:docMk/>
          <pc:sldMk cId="2056344516" sldId="409"/>
        </pc:sldMkLst>
      </pc:sldChg>
      <pc:sldChg chg="add del">
        <pc:chgData name="christopher posadas" userId="c785335156d879ca" providerId="LiveId" clId="{C9D886FB-ED5B-489B-8330-669FD307C29D}" dt="2026-04-22T23:17:32.479" v="258" actId="2696"/>
        <pc:sldMkLst>
          <pc:docMk/>
          <pc:sldMk cId="3147270502" sldId="409"/>
        </pc:sldMkLst>
      </pc:sldChg>
      <pc:sldChg chg="add del">
        <pc:chgData name="christopher posadas" userId="c785335156d879ca" providerId="LiveId" clId="{C9D886FB-ED5B-489B-8330-669FD307C29D}" dt="2026-04-22T23:17:32.766" v="264" actId="2696"/>
        <pc:sldMkLst>
          <pc:docMk/>
          <pc:sldMk cId="2488089068" sldId="410"/>
        </pc:sldMkLst>
      </pc:sldChg>
      <pc:sldChg chg="del">
        <pc:chgData name="christopher posadas" userId="c785335156d879ca" providerId="LiveId" clId="{C9D886FB-ED5B-489B-8330-669FD307C29D}" dt="2026-04-22T19:09:18.660" v="55" actId="2696"/>
        <pc:sldMkLst>
          <pc:docMk/>
          <pc:sldMk cId="2816400457" sldId="410"/>
        </pc:sldMkLst>
      </pc:sldChg>
      <pc:sldChg chg="del">
        <pc:chgData name="christopher posadas" userId="c785335156d879ca" providerId="LiveId" clId="{C9D886FB-ED5B-489B-8330-669FD307C29D}" dt="2026-04-22T19:09:18.622" v="54" actId="2696"/>
        <pc:sldMkLst>
          <pc:docMk/>
          <pc:sldMk cId="460662328" sldId="412"/>
        </pc:sldMkLst>
      </pc:sldChg>
      <pc:sldChg chg="add del">
        <pc:chgData name="christopher posadas" userId="c785335156d879ca" providerId="LiveId" clId="{C9D886FB-ED5B-489B-8330-669FD307C29D}" dt="2026-04-22T23:17:32.693" v="263" actId="2696"/>
        <pc:sldMkLst>
          <pc:docMk/>
          <pc:sldMk cId="3866962762" sldId="412"/>
        </pc:sldMkLst>
      </pc:sldChg>
      <pc:sldChg chg="add del">
        <pc:chgData name="christopher posadas" userId="c785335156d879ca" providerId="LiveId" clId="{C9D886FB-ED5B-489B-8330-669FD307C29D}" dt="2026-04-22T23:17:28.361" v="208" actId="2696"/>
        <pc:sldMkLst>
          <pc:docMk/>
          <pc:sldMk cId="2675359034" sldId="413"/>
        </pc:sldMkLst>
      </pc:sldChg>
      <pc:sldChg chg="add del">
        <pc:chgData name="christopher posadas" userId="c785335156d879ca" providerId="LiveId" clId="{C9D886FB-ED5B-489B-8330-669FD307C29D}" dt="2026-04-22T23:17:28.297" v="207" actId="2696"/>
        <pc:sldMkLst>
          <pc:docMk/>
          <pc:sldMk cId="3582631006" sldId="418"/>
        </pc:sldMkLst>
      </pc:sldChg>
      <pc:sldChg chg="add del">
        <pc:chgData name="christopher posadas" userId="c785335156d879ca" providerId="LiveId" clId="{C9D886FB-ED5B-489B-8330-669FD307C29D}" dt="2026-04-22T23:17:28.212" v="206" actId="2696"/>
        <pc:sldMkLst>
          <pc:docMk/>
          <pc:sldMk cId="271690220" sldId="419"/>
        </pc:sldMkLst>
      </pc:sldChg>
      <pc:sldChg chg="add del">
        <pc:chgData name="christopher posadas" userId="c785335156d879ca" providerId="LiveId" clId="{C9D886FB-ED5B-489B-8330-669FD307C29D}" dt="2026-04-22T23:17:28.124" v="205" actId="2696"/>
        <pc:sldMkLst>
          <pc:docMk/>
          <pc:sldMk cId="1209323168" sldId="420"/>
        </pc:sldMkLst>
      </pc:sldChg>
      <pc:sldChg chg="add del">
        <pc:chgData name="christopher posadas" userId="c785335156d879ca" providerId="LiveId" clId="{C9D886FB-ED5B-489B-8330-669FD307C29D}" dt="2026-04-22T23:17:28.033" v="204" actId="2696"/>
        <pc:sldMkLst>
          <pc:docMk/>
          <pc:sldMk cId="4057692197" sldId="421"/>
        </pc:sldMkLst>
      </pc:sldChg>
      <pc:sldChg chg="add del">
        <pc:chgData name="christopher posadas" userId="c785335156d879ca" providerId="LiveId" clId="{C9D886FB-ED5B-489B-8330-669FD307C29D}" dt="2026-04-22T23:17:27.576" v="199" actId="2696"/>
        <pc:sldMkLst>
          <pc:docMk/>
          <pc:sldMk cId="2210911812" sldId="422"/>
        </pc:sldMkLst>
      </pc:sldChg>
      <pc:sldChg chg="add del">
        <pc:chgData name="christopher posadas" userId="c785335156d879ca" providerId="LiveId" clId="{C9D886FB-ED5B-489B-8330-669FD307C29D}" dt="2026-04-22T23:17:27.954" v="203" actId="2696"/>
        <pc:sldMkLst>
          <pc:docMk/>
          <pc:sldMk cId="1004461656" sldId="423"/>
        </pc:sldMkLst>
      </pc:sldChg>
      <pc:sldChg chg="add del">
        <pc:chgData name="christopher posadas" userId="c785335156d879ca" providerId="LiveId" clId="{C9D886FB-ED5B-489B-8330-669FD307C29D}" dt="2026-04-22T23:17:27.865" v="202" actId="2696"/>
        <pc:sldMkLst>
          <pc:docMk/>
          <pc:sldMk cId="3323413212" sldId="424"/>
        </pc:sldMkLst>
      </pc:sldChg>
      <pc:sldChg chg="del">
        <pc:chgData name="christopher posadas" userId="c785335156d879ca" providerId="LiveId" clId="{C9D886FB-ED5B-489B-8330-669FD307C29D}" dt="2026-04-22T19:09:18.551" v="51" actId="2696"/>
        <pc:sldMkLst>
          <pc:docMk/>
          <pc:sldMk cId="143467055" sldId="425"/>
        </pc:sldMkLst>
      </pc:sldChg>
      <pc:sldChg chg="add del">
        <pc:chgData name="christopher posadas" userId="c785335156d879ca" providerId="LiveId" clId="{C9D886FB-ED5B-489B-8330-669FD307C29D}" dt="2026-04-22T23:17:32.544" v="260" actId="2696"/>
        <pc:sldMkLst>
          <pc:docMk/>
          <pc:sldMk cId="3702013967" sldId="425"/>
        </pc:sldMkLst>
      </pc:sldChg>
      <pc:sldChg chg="add del">
        <pc:chgData name="christopher posadas" userId="c785335156d879ca" providerId="LiveId" clId="{C9D886FB-ED5B-489B-8330-669FD307C29D}" dt="2026-04-22T23:17:29.249" v="220" actId="2696"/>
        <pc:sldMkLst>
          <pc:docMk/>
          <pc:sldMk cId="3910606642" sldId="426"/>
        </pc:sldMkLst>
      </pc:sldChg>
      <pc:sldChg chg="add del">
        <pc:chgData name="christopher posadas" userId="c785335156d879ca" providerId="LiveId" clId="{C9D886FB-ED5B-489B-8330-669FD307C29D}" dt="2026-04-22T23:17:29.211" v="219" actId="2696"/>
        <pc:sldMkLst>
          <pc:docMk/>
          <pc:sldMk cId="3514636155" sldId="427"/>
        </pc:sldMkLst>
      </pc:sldChg>
      <pc:sldChg chg="add del">
        <pc:chgData name="christopher posadas" userId="c785335156d879ca" providerId="LiveId" clId="{C9D886FB-ED5B-489B-8330-669FD307C29D}" dt="2026-04-22T23:17:29.141" v="218" actId="2696"/>
        <pc:sldMkLst>
          <pc:docMk/>
          <pc:sldMk cId="2639048209" sldId="428"/>
        </pc:sldMkLst>
      </pc:sldChg>
      <pc:sldChg chg="add del">
        <pc:chgData name="christopher posadas" userId="c785335156d879ca" providerId="LiveId" clId="{C9D886FB-ED5B-489B-8330-669FD307C29D}" dt="2026-04-22T23:17:29.003" v="217" actId="2696"/>
        <pc:sldMkLst>
          <pc:docMk/>
          <pc:sldMk cId="3481317551" sldId="429"/>
        </pc:sldMkLst>
      </pc:sldChg>
      <pc:sldChg chg="add del">
        <pc:chgData name="christopher posadas" userId="c785335156d879ca" providerId="LiveId" clId="{C9D886FB-ED5B-489B-8330-669FD307C29D}" dt="2026-04-22T23:17:28.899" v="216" actId="2696"/>
        <pc:sldMkLst>
          <pc:docMk/>
          <pc:sldMk cId="1195090263" sldId="430"/>
        </pc:sldMkLst>
      </pc:sldChg>
      <pc:sldChg chg="add del">
        <pc:chgData name="christopher posadas" userId="c785335156d879ca" providerId="LiveId" clId="{C9D886FB-ED5B-489B-8330-669FD307C29D}" dt="2026-04-22T23:17:28.824" v="215" actId="2696"/>
        <pc:sldMkLst>
          <pc:docMk/>
          <pc:sldMk cId="1543605468" sldId="431"/>
        </pc:sldMkLst>
      </pc:sldChg>
      <pc:sldChg chg="add del">
        <pc:chgData name="christopher posadas" userId="c785335156d879ca" providerId="LiveId" clId="{C9D886FB-ED5B-489B-8330-669FD307C29D}" dt="2026-04-22T23:17:28.751" v="214" actId="2696"/>
        <pc:sldMkLst>
          <pc:docMk/>
          <pc:sldMk cId="2922883410" sldId="432"/>
        </pc:sldMkLst>
      </pc:sldChg>
      <pc:sldChg chg="add del">
        <pc:chgData name="christopher posadas" userId="c785335156d879ca" providerId="LiveId" clId="{C9D886FB-ED5B-489B-8330-669FD307C29D}" dt="2026-04-22T23:17:28.672" v="213" actId="2696"/>
        <pc:sldMkLst>
          <pc:docMk/>
          <pc:sldMk cId="2070319411" sldId="433"/>
        </pc:sldMkLst>
      </pc:sldChg>
      <pc:sldChg chg="add del">
        <pc:chgData name="christopher posadas" userId="c785335156d879ca" providerId="LiveId" clId="{C9D886FB-ED5B-489B-8330-669FD307C29D}" dt="2026-04-22T23:17:28.627" v="212" actId="2696"/>
        <pc:sldMkLst>
          <pc:docMk/>
          <pc:sldMk cId="2125810529" sldId="434"/>
        </pc:sldMkLst>
      </pc:sldChg>
      <pc:sldChg chg="add del">
        <pc:chgData name="christopher posadas" userId="c785335156d879ca" providerId="LiveId" clId="{C9D886FB-ED5B-489B-8330-669FD307C29D}" dt="2026-04-22T23:17:28.558" v="211" actId="2696"/>
        <pc:sldMkLst>
          <pc:docMk/>
          <pc:sldMk cId="3690391877" sldId="435"/>
        </pc:sldMkLst>
      </pc:sldChg>
      <pc:sldChg chg="add del">
        <pc:chgData name="christopher posadas" userId="c785335156d879ca" providerId="LiveId" clId="{C9D886FB-ED5B-489B-8330-669FD307C29D}" dt="2026-04-22T23:17:28.475" v="210" actId="2696"/>
        <pc:sldMkLst>
          <pc:docMk/>
          <pc:sldMk cId="1102927084" sldId="436"/>
        </pc:sldMkLst>
      </pc:sldChg>
      <pc:sldChg chg="add del">
        <pc:chgData name="christopher posadas" userId="c785335156d879ca" providerId="LiveId" clId="{C9D886FB-ED5B-489B-8330-669FD307C29D}" dt="2026-04-22T23:17:27.757" v="201" actId="2696"/>
        <pc:sldMkLst>
          <pc:docMk/>
          <pc:sldMk cId="2752002323" sldId="437"/>
        </pc:sldMkLst>
      </pc:sldChg>
      <pc:sldChg chg="add del">
        <pc:chgData name="christopher posadas" userId="c785335156d879ca" providerId="LiveId" clId="{C9D886FB-ED5B-489B-8330-669FD307C29D}" dt="2026-04-22T23:17:27.670" v="200" actId="2696"/>
        <pc:sldMkLst>
          <pc:docMk/>
          <pc:sldMk cId="2518410453" sldId="438"/>
        </pc:sldMkLst>
      </pc:sldChg>
      <pc:sldChg chg="add del">
        <pc:chgData name="christopher posadas" userId="c785335156d879ca" providerId="LiveId" clId="{C9D886FB-ED5B-489B-8330-669FD307C29D}" dt="2026-04-22T23:17:27.430" v="198" actId="2696"/>
        <pc:sldMkLst>
          <pc:docMk/>
          <pc:sldMk cId="3865429110" sldId="439"/>
        </pc:sldMkLst>
      </pc:sldChg>
      <pc:sldChg chg="add del">
        <pc:chgData name="christopher posadas" userId="c785335156d879ca" providerId="LiveId" clId="{C9D886FB-ED5B-489B-8330-669FD307C29D}" dt="2026-04-22T23:17:27.325" v="197" actId="2696"/>
        <pc:sldMkLst>
          <pc:docMk/>
          <pc:sldMk cId="3978902303" sldId="440"/>
        </pc:sldMkLst>
      </pc:sldChg>
      <pc:sldChg chg="add del">
        <pc:chgData name="christopher posadas" userId="c785335156d879ca" providerId="LiveId" clId="{C9D886FB-ED5B-489B-8330-669FD307C29D}" dt="2026-04-22T23:17:27.173" v="194" actId="2696"/>
        <pc:sldMkLst>
          <pc:docMk/>
          <pc:sldMk cId="882166497" sldId="441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1184756786" sldId="441"/>
        </pc:sldMkLst>
      </pc:sldChg>
      <pc:sldChg chg="add del">
        <pc:chgData name="christopher posadas" userId="c785335156d879ca" providerId="LiveId" clId="{C9D886FB-ED5B-489B-8330-669FD307C29D}" dt="2026-04-22T23:17:27.169" v="193" actId="2696"/>
        <pc:sldMkLst>
          <pc:docMk/>
          <pc:sldMk cId="1554473573" sldId="442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1685090360" sldId="442"/>
        </pc:sldMkLst>
      </pc:sldChg>
      <pc:sldChg chg="add del">
        <pc:chgData name="christopher posadas" userId="c785335156d879ca" providerId="LiveId" clId="{C9D886FB-ED5B-489B-8330-669FD307C29D}" dt="2026-04-22T23:17:27.165" v="192" actId="2696"/>
        <pc:sldMkLst>
          <pc:docMk/>
          <pc:sldMk cId="55755632" sldId="443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2763255107" sldId="443"/>
        </pc:sldMkLst>
      </pc:sldChg>
      <pc:sldChg chg="add del">
        <pc:chgData name="christopher posadas" userId="c785335156d879ca" providerId="LiveId" clId="{C9D886FB-ED5B-489B-8330-669FD307C29D}" dt="2026-04-22T22:02:37.519" v="121" actId="2696"/>
        <pc:sldMkLst>
          <pc:docMk/>
          <pc:sldMk cId="3972848725" sldId="444"/>
        </pc:sldMkLst>
      </pc:sldChg>
      <pc:sldChg chg="add del">
        <pc:chgData name="christopher posadas" userId="c785335156d879ca" providerId="LiveId" clId="{C9D886FB-ED5B-489B-8330-669FD307C29D}" dt="2026-04-22T23:17:27.161" v="191" actId="2696"/>
        <pc:sldMkLst>
          <pc:docMk/>
          <pc:sldMk cId="799288895" sldId="445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1917806627" sldId="445"/>
        </pc:sldMkLst>
      </pc:sldChg>
      <pc:sldChg chg="add del">
        <pc:chgData name="christopher posadas" userId="c785335156d879ca" providerId="LiveId" clId="{C9D886FB-ED5B-489B-8330-669FD307C29D}" dt="2026-04-22T22:02:37.514" v="120" actId="2696"/>
        <pc:sldMkLst>
          <pc:docMk/>
          <pc:sldMk cId="1742072048" sldId="446"/>
        </pc:sldMkLst>
      </pc:sldChg>
      <pc:sldChg chg="add del">
        <pc:chgData name="christopher posadas" userId="c785335156d879ca" providerId="LiveId" clId="{C9D886FB-ED5B-489B-8330-669FD307C29D}" dt="2026-04-22T22:02:37.510" v="119" actId="2696"/>
        <pc:sldMkLst>
          <pc:docMk/>
          <pc:sldMk cId="1825454792" sldId="447"/>
        </pc:sldMkLst>
      </pc:sldChg>
      <pc:sldChg chg="add del">
        <pc:chgData name="christopher posadas" userId="c785335156d879ca" providerId="LiveId" clId="{C9D886FB-ED5B-489B-8330-669FD307C29D}" dt="2026-04-22T23:17:27.157" v="190" actId="2696"/>
        <pc:sldMkLst>
          <pc:docMk/>
          <pc:sldMk cId="2980184568" sldId="448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3689506338" sldId="448"/>
        </pc:sldMkLst>
      </pc:sldChg>
      <pc:sldChg chg="add del">
        <pc:chgData name="christopher posadas" userId="c785335156d879ca" providerId="LiveId" clId="{C9D886FB-ED5B-489B-8330-669FD307C29D}" dt="2026-04-22T22:02:37.506" v="118" actId="2696"/>
        <pc:sldMkLst>
          <pc:docMk/>
          <pc:sldMk cId="2650931276" sldId="449"/>
        </pc:sldMkLst>
      </pc:sldChg>
      <pc:sldChg chg="add del">
        <pc:chgData name="christopher posadas" userId="c785335156d879ca" providerId="LiveId" clId="{C9D886FB-ED5B-489B-8330-669FD307C29D}" dt="2026-04-22T22:02:37.500" v="117" actId="2696"/>
        <pc:sldMkLst>
          <pc:docMk/>
          <pc:sldMk cId="3029475461" sldId="450"/>
        </pc:sldMkLst>
      </pc:sldChg>
      <pc:sldChg chg="add del">
        <pc:chgData name="christopher posadas" userId="c785335156d879ca" providerId="LiveId" clId="{C9D886FB-ED5B-489B-8330-669FD307C29D}" dt="2026-04-22T22:02:37.496" v="116" actId="2696"/>
        <pc:sldMkLst>
          <pc:docMk/>
          <pc:sldMk cId="1511253231" sldId="451"/>
        </pc:sldMkLst>
      </pc:sldChg>
      <pc:sldChg chg="add del">
        <pc:chgData name="christopher posadas" userId="c785335156d879ca" providerId="LiveId" clId="{C9D886FB-ED5B-489B-8330-669FD307C29D}" dt="2026-04-22T22:02:37.523" v="122" actId="2696"/>
        <pc:sldMkLst>
          <pc:docMk/>
          <pc:sldMk cId="2501475107" sldId="452"/>
        </pc:sldMkLst>
      </pc:sldChg>
      <pc:sldChg chg="add del">
        <pc:chgData name="christopher posadas" userId="c785335156d879ca" providerId="LiveId" clId="{C9D886FB-ED5B-489B-8330-669FD307C29D}" dt="2026-04-22T21:13:06.314" v="108" actId="2696"/>
        <pc:sldMkLst>
          <pc:docMk/>
          <pc:sldMk cId="62175231" sldId="453"/>
        </pc:sldMkLst>
      </pc:sldChg>
      <pc:sldChg chg="add del">
        <pc:chgData name="christopher posadas" userId="c785335156d879ca" providerId="LiveId" clId="{C9D886FB-ED5B-489B-8330-669FD307C29D}" dt="2026-04-22T21:13:06.256" v="107" actId="2696"/>
        <pc:sldMkLst>
          <pc:docMk/>
          <pc:sldMk cId="789005378" sldId="454"/>
        </pc:sldMkLst>
      </pc:sldChg>
      <pc:sldChg chg="add del">
        <pc:chgData name="christopher posadas" userId="c785335156d879ca" providerId="LiveId" clId="{C9D886FB-ED5B-489B-8330-669FD307C29D}" dt="2026-04-22T21:13:06.182" v="106" actId="2696"/>
        <pc:sldMkLst>
          <pc:docMk/>
          <pc:sldMk cId="3150430881" sldId="455"/>
        </pc:sldMkLst>
      </pc:sldChg>
      <pc:sldChg chg="add del">
        <pc:chgData name="christopher posadas" userId="c785335156d879ca" providerId="LiveId" clId="{C9D886FB-ED5B-489B-8330-669FD307C29D}" dt="2026-04-22T19:32:17.479" v="94" actId="2696"/>
        <pc:sldMkLst>
          <pc:docMk/>
          <pc:sldMk cId="598375324" sldId="456"/>
        </pc:sldMkLst>
      </pc:sldChg>
      <pc:sldChg chg="add del">
        <pc:chgData name="christopher posadas" userId="c785335156d879ca" providerId="LiveId" clId="{C9D886FB-ED5B-489B-8330-669FD307C29D}" dt="2026-04-22T23:17:27.242" v="196" actId="2696"/>
        <pc:sldMkLst>
          <pc:docMk/>
          <pc:sldMk cId="1876028045" sldId="457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3404456620" sldId="457"/>
        </pc:sldMkLst>
      </pc:sldChg>
      <pc:sldChg chg="add del">
        <pc:chgData name="christopher posadas" userId="c785335156d879ca" providerId="LiveId" clId="{C9D886FB-ED5B-489B-8330-669FD307C29D}" dt="2026-04-22T23:17:27.177" v="195" actId="2696"/>
        <pc:sldMkLst>
          <pc:docMk/>
          <pc:sldMk cId="1831446943" sldId="458"/>
        </pc:sldMkLst>
      </pc:sldChg>
      <pc:sldChg chg="add">
        <pc:chgData name="christopher posadas" userId="c785335156d879ca" providerId="LiveId" clId="{C9D886FB-ED5B-489B-8330-669FD307C29D}" dt="2026-04-22T23:17:34.417" v="272"/>
        <pc:sldMkLst>
          <pc:docMk/>
          <pc:sldMk cId="2852254432" sldId="458"/>
        </pc:sldMkLst>
      </pc:sldChg>
      <pc:sldChg chg="add del">
        <pc:chgData name="christopher posadas" userId="c785335156d879ca" providerId="LiveId" clId="{C9D886FB-ED5B-489B-8330-669FD307C29D}" dt="2026-04-22T21:13:06.124" v="105" actId="2696"/>
        <pc:sldMkLst>
          <pc:docMk/>
          <pc:sldMk cId="1421124095" sldId="459"/>
        </pc:sldMkLst>
      </pc:sldChg>
      <pc:sldChg chg="add del">
        <pc:chgData name="christopher posadas" userId="c785335156d879ca" providerId="LiveId" clId="{C9D886FB-ED5B-489B-8330-669FD307C29D}" dt="2026-04-22T23:17:27.152" v="189" actId="2696"/>
        <pc:sldMkLst>
          <pc:docMk/>
          <pc:sldMk cId="3653145613" sldId="460"/>
        </pc:sldMkLst>
      </pc:sldChg>
      <pc:sldChg chg="add del">
        <pc:chgData name="christopher posadas" userId="c785335156d879ca" providerId="LiveId" clId="{C9D886FB-ED5B-489B-8330-669FD307C29D}" dt="2026-04-22T23:17:27.066" v="188" actId="2696"/>
        <pc:sldMkLst>
          <pc:docMk/>
          <pc:sldMk cId="66904044" sldId="461"/>
        </pc:sldMkLst>
      </pc:sldChg>
      <pc:sldChg chg="add del">
        <pc:chgData name="christopher posadas" userId="c785335156d879ca" providerId="LiveId" clId="{C9D886FB-ED5B-489B-8330-669FD307C29D}" dt="2026-04-22T23:17:27.015" v="187" actId="2696"/>
        <pc:sldMkLst>
          <pc:docMk/>
          <pc:sldMk cId="2130476875" sldId="462"/>
        </pc:sldMkLst>
      </pc:sldChg>
      <pc:sldChg chg="add del">
        <pc:chgData name="christopher posadas" userId="c785335156d879ca" providerId="LiveId" clId="{C9D886FB-ED5B-489B-8330-669FD307C29D}" dt="2026-04-22T23:17:26.946" v="186" actId="2696"/>
        <pc:sldMkLst>
          <pc:docMk/>
          <pc:sldMk cId="2006701901" sldId="463"/>
        </pc:sldMkLst>
      </pc:sldChg>
      <pc:sldChg chg="add del">
        <pc:chgData name="christopher posadas" userId="c785335156d879ca" providerId="LiveId" clId="{C9D886FB-ED5B-489B-8330-669FD307C29D}" dt="2026-04-22T19:32:17.414" v="93" actId="2696"/>
        <pc:sldMkLst>
          <pc:docMk/>
          <pc:sldMk cId="1746841453" sldId="464"/>
        </pc:sldMkLst>
      </pc:sldChg>
      <pc:sldChg chg="add del">
        <pc:chgData name="christopher posadas" userId="c785335156d879ca" providerId="LiveId" clId="{C9D886FB-ED5B-489B-8330-669FD307C29D}" dt="2026-04-22T23:17:26.904" v="185" actId="2696"/>
        <pc:sldMkLst>
          <pc:docMk/>
          <pc:sldMk cId="1305786206" sldId="465"/>
        </pc:sldMkLst>
      </pc:sldChg>
      <pc:sldChg chg="add del">
        <pc:chgData name="christopher posadas" userId="c785335156d879ca" providerId="LiveId" clId="{C9D886FB-ED5B-489B-8330-669FD307C29D}" dt="2026-04-22T19:32:17.371" v="92" actId="2696"/>
        <pc:sldMkLst>
          <pc:docMk/>
          <pc:sldMk cId="1218018648" sldId="466"/>
        </pc:sldMkLst>
      </pc:sldChg>
      <pc:sldChg chg="add del">
        <pc:chgData name="christopher posadas" userId="c785335156d879ca" providerId="LiveId" clId="{C9D886FB-ED5B-489B-8330-669FD307C29D}" dt="2026-04-22T23:17:26.792" v="184" actId="2696"/>
        <pc:sldMkLst>
          <pc:docMk/>
          <pc:sldMk cId="2316253135" sldId="467"/>
        </pc:sldMkLst>
      </pc:sldChg>
      <pc:sldChg chg="add del">
        <pc:chgData name="christopher posadas" userId="c785335156d879ca" providerId="LiveId" clId="{C9D886FB-ED5B-489B-8330-669FD307C29D}" dt="2026-04-22T19:32:17.340" v="91" actId="2696"/>
        <pc:sldMkLst>
          <pc:docMk/>
          <pc:sldMk cId="591928205" sldId="468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460788185" sldId="469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451533473" sldId="470"/>
        </pc:sldMkLst>
      </pc:sldChg>
      <pc:sldChg chg="add del">
        <pc:chgData name="christopher posadas" userId="c785335156d879ca" providerId="LiveId" clId="{C9D886FB-ED5B-489B-8330-669FD307C29D}" dt="2026-04-22T23:17:26.683" v="183" actId="2696"/>
        <pc:sldMkLst>
          <pc:docMk/>
          <pc:sldMk cId="102815821" sldId="471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178425552" sldId="472"/>
        </pc:sldMkLst>
      </pc:sldChg>
      <pc:sldChg chg="add del">
        <pc:chgData name="christopher posadas" userId="c785335156d879ca" providerId="LiveId" clId="{C9D886FB-ED5B-489B-8330-669FD307C29D}" dt="2026-04-22T23:17:26.573" v="182" actId="2696"/>
        <pc:sldMkLst>
          <pc:docMk/>
          <pc:sldMk cId="3916252054" sldId="473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1628677971" sldId="474"/>
        </pc:sldMkLst>
      </pc:sldChg>
      <pc:sldChg chg="add">
        <pc:chgData name="christopher posadas" userId="c785335156d879ca" providerId="LiveId" clId="{C9D886FB-ED5B-489B-8330-669FD307C29D}" dt="2026-04-22T19:09:20.641" v="86"/>
        <pc:sldMkLst>
          <pc:docMk/>
          <pc:sldMk cId="2711376576" sldId="475"/>
        </pc:sldMkLst>
      </pc:sldChg>
      <pc:sldChg chg="add del">
        <pc:chgData name="christopher posadas" userId="c785335156d879ca" providerId="LiveId" clId="{C9D886FB-ED5B-489B-8330-669FD307C29D}" dt="2026-04-22T23:17:26.496" v="181" actId="2696"/>
        <pc:sldMkLst>
          <pc:docMk/>
          <pc:sldMk cId="3723385170" sldId="476"/>
        </pc:sldMkLst>
      </pc:sldChg>
      <pc:sldChg chg="add del">
        <pc:chgData name="christopher posadas" userId="c785335156d879ca" providerId="LiveId" clId="{C9D886FB-ED5B-489B-8330-669FD307C29D}" dt="2026-04-22T23:17:26.393" v="180" actId="2696"/>
        <pc:sldMkLst>
          <pc:docMk/>
          <pc:sldMk cId="2606327215" sldId="477"/>
        </pc:sldMkLst>
      </pc:sldChg>
      <pc:sldChg chg="add del">
        <pc:chgData name="christopher posadas" userId="c785335156d879ca" providerId="LiveId" clId="{C9D886FB-ED5B-489B-8330-669FD307C29D}" dt="2026-04-22T23:17:26.297" v="179" actId="2696"/>
        <pc:sldMkLst>
          <pc:docMk/>
          <pc:sldMk cId="3845179794" sldId="478"/>
        </pc:sldMkLst>
      </pc:sldChg>
      <pc:sldChg chg="add del">
        <pc:chgData name="christopher posadas" userId="c785335156d879ca" providerId="LiveId" clId="{C9D886FB-ED5B-489B-8330-669FD307C29D}" dt="2026-04-22T19:32:17.295" v="90" actId="2696"/>
        <pc:sldMkLst>
          <pc:docMk/>
          <pc:sldMk cId="2585238518" sldId="479"/>
        </pc:sldMkLst>
      </pc:sldChg>
      <pc:sldChg chg="add del">
        <pc:chgData name="christopher posadas" userId="c785335156d879ca" providerId="LiveId" clId="{C9D886FB-ED5B-489B-8330-669FD307C29D}" dt="2026-04-22T23:17:26.277" v="178" actId="2696"/>
        <pc:sldMkLst>
          <pc:docMk/>
          <pc:sldMk cId="1477353485" sldId="480"/>
        </pc:sldMkLst>
      </pc:sldChg>
      <pc:sldChg chg="add del">
        <pc:chgData name="christopher posadas" userId="c785335156d879ca" providerId="LiveId" clId="{C9D886FB-ED5B-489B-8330-669FD307C29D}" dt="2026-04-22T23:17:26.141" v="177" actId="2696"/>
        <pc:sldMkLst>
          <pc:docMk/>
          <pc:sldMk cId="178831495" sldId="481"/>
        </pc:sldMkLst>
      </pc:sldChg>
      <pc:sldChg chg="add del">
        <pc:chgData name="christopher posadas" userId="c785335156d879ca" providerId="LiveId" clId="{C9D886FB-ED5B-489B-8330-669FD307C29D}" dt="2026-04-22T23:17:26.053" v="176" actId="2696"/>
        <pc:sldMkLst>
          <pc:docMk/>
          <pc:sldMk cId="2905472675" sldId="482"/>
        </pc:sldMkLst>
      </pc:sldChg>
      <pc:sldChg chg="add del">
        <pc:chgData name="christopher posadas" userId="c785335156d879ca" providerId="LiveId" clId="{C9D886FB-ED5B-489B-8330-669FD307C29D}" dt="2026-04-22T23:17:25.934" v="175" actId="2696"/>
        <pc:sldMkLst>
          <pc:docMk/>
          <pc:sldMk cId="1046556822" sldId="483"/>
        </pc:sldMkLst>
      </pc:sldChg>
      <pc:sldChg chg="add del">
        <pc:chgData name="christopher posadas" userId="c785335156d879ca" providerId="LiveId" clId="{C9D886FB-ED5B-489B-8330-669FD307C29D}" dt="2026-04-22T23:17:25.837" v="174" actId="2696"/>
        <pc:sldMkLst>
          <pc:docMk/>
          <pc:sldMk cId="698626994" sldId="484"/>
        </pc:sldMkLst>
      </pc:sldChg>
      <pc:sldChg chg="add del">
        <pc:chgData name="christopher posadas" userId="c785335156d879ca" providerId="LiveId" clId="{C9D886FB-ED5B-489B-8330-669FD307C29D}" dt="2026-04-22T23:17:25.691" v="173" actId="2696"/>
        <pc:sldMkLst>
          <pc:docMk/>
          <pc:sldMk cId="1945836199" sldId="485"/>
        </pc:sldMkLst>
      </pc:sldChg>
      <pc:sldChg chg="add del">
        <pc:chgData name="christopher posadas" userId="c785335156d879ca" providerId="LiveId" clId="{C9D886FB-ED5B-489B-8330-669FD307C29D}" dt="2026-04-22T23:17:25.525" v="172" actId="2696"/>
        <pc:sldMkLst>
          <pc:docMk/>
          <pc:sldMk cId="431492160" sldId="486"/>
        </pc:sldMkLst>
      </pc:sldChg>
      <pc:sldChg chg="add del">
        <pc:chgData name="christopher posadas" userId="c785335156d879ca" providerId="LiveId" clId="{C9D886FB-ED5B-489B-8330-669FD307C29D}" dt="2026-04-22T23:17:25.363" v="171" actId="2696"/>
        <pc:sldMkLst>
          <pc:docMk/>
          <pc:sldMk cId="1214918726" sldId="487"/>
        </pc:sldMkLst>
      </pc:sldChg>
      <pc:sldChg chg="add del">
        <pc:chgData name="christopher posadas" userId="c785335156d879ca" providerId="LiveId" clId="{C9D886FB-ED5B-489B-8330-669FD307C29D}" dt="2026-04-22T23:17:25.213" v="170" actId="2696"/>
        <pc:sldMkLst>
          <pc:docMk/>
          <pc:sldMk cId="86179499" sldId="488"/>
        </pc:sldMkLst>
      </pc:sldChg>
      <pc:sldChg chg="add del">
        <pc:chgData name="christopher posadas" userId="c785335156d879ca" providerId="LiveId" clId="{C9D886FB-ED5B-489B-8330-669FD307C29D}" dt="2026-04-22T23:17:25.089" v="169" actId="2696"/>
        <pc:sldMkLst>
          <pc:docMk/>
          <pc:sldMk cId="2109091681" sldId="489"/>
        </pc:sldMkLst>
      </pc:sldChg>
      <pc:sldChg chg="add del">
        <pc:chgData name="christopher posadas" userId="c785335156d879ca" providerId="LiveId" clId="{C9D886FB-ED5B-489B-8330-669FD307C29D}" dt="2026-04-22T23:17:24.933" v="168" actId="2696"/>
        <pc:sldMkLst>
          <pc:docMk/>
          <pc:sldMk cId="476083118" sldId="490"/>
        </pc:sldMkLst>
      </pc:sldChg>
      <pc:sldChg chg="add del">
        <pc:chgData name="christopher posadas" userId="c785335156d879ca" providerId="LiveId" clId="{C9D886FB-ED5B-489B-8330-669FD307C29D}" dt="2026-04-22T23:17:24.818" v="167" actId="2696"/>
        <pc:sldMkLst>
          <pc:docMk/>
          <pc:sldMk cId="3006658398" sldId="491"/>
        </pc:sldMkLst>
      </pc:sldChg>
      <pc:sldChg chg="add del">
        <pc:chgData name="christopher posadas" userId="c785335156d879ca" providerId="LiveId" clId="{C9D886FB-ED5B-489B-8330-669FD307C29D}" dt="2026-04-22T23:17:24.726" v="166" actId="2696"/>
        <pc:sldMkLst>
          <pc:docMk/>
          <pc:sldMk cId="2584686902" sldId="492"/>
        </pc:sldMkLst>
      </pc:sldChg>
      <pc:sldChg chg="add del">
        <pc:chgData name="christopher posadas" userId="c785335156d879ca" providerId="LiveId" clId="{C9D886FB-ED5B-489B-8330-669FD307C29D}" dt="2026-04-22T23:17:24.708" v="165" actId="2696"/>
        <pc:sldMkLst>
          <pc:docMk/>
          <pc:sldMk cId="2340145180" sldId="493"/>
        </pc:sldMkLst>
      </pc:sldChg>
      <pc:sldChg chg="add del">
        <pc:chgData name="christopher posadas" userId="c785335156d879ca" providerId="LiveId" clId="{C9D886FB-ED5B-489B-8330-669FD307C29D}" dt="2026-04-22T23:17:24.604" v="164" actId="2696"/>
        <pc:sldMkLst>
          <pc:docMk/>
          <pc:sldMk cId="639577726" sldId="494"/>
        </pc:sldMkLst>
      </pc:sldChg>
      <pc:sldChg chg="add del">
        <pc:chgData name="christopher posadas" userId="c785335156d879ca" providerId="LiveId" clId="{C9D886FB-ED5B-489B-8330-669FD307C29D}" dt="2026-04-22T23:17:24.528" v="163" actId="2696"/>
        <pc:sldMkLst>
          <pc:docMk/>
          <pc:sldMk cId="181600558" sldId="495"/>
        </pc:sldMkLst>
      </pc:sldChg>
      <pc:sldChg chg="add del">
        <pc:chgData name="christopher posadas" userId="c785335156d879ca" providerId="LiveId" clId="{C9D886FB-ED5B-489B-8330-669FD307C29D}" dt="2026-04-22T23:17:24.424" v="162" actId="2696"/>
        <pc:sldMkLst>
          <pc:docMk/>
          <pc:sldMk cId="2024938357" sldId="496"/>
        </pc:sldMkLst>
      </pc:sldChg>
      <pc:sldChg chg="add del">
        <pc:chgData name="christopher posadas" userId="c785335156d879ca" providerId="LiveId" clId="{C9D886FB-ED5B-489B-8330-669FD307C29D}" dt="2026-04-22T23:17:23.960" v="156" actId="2696"/>
        <pc:sldMkLst>
          <pc:docMk/>
          <pc:sldMk cId="3622293208" sldId="497"/>
        </pc:sldMkLst>
      </pc:sldChg>
      <pc:sldChg chg="add del">
        <pc:chgData name="christopher posadas" userId="c785335156d879ca" providerId="LiveId" clId="{C9D886FB-ED5B-489B-8330-669FD307C29D}" dt="2026-04-22T23:17:23.796" v="154" actId="2696"/>
        <pc:sldMkLst>
          <pc:docMk/>
          <pc:sldMk cId="42415163" sldId="498"/>
        </pc:sldMkLst>
      </pc:sldChg>
      <pc:sldChg chg="add del">
        <pc:chgData name="christopher posadas" userId="c785335156d879ca" providerId="LiveId" clId="{C9D886FB-ED5B-489B-8330-669FD307C29D}" dt="2026-04-22T23:17:23.739" v="153" actId="2696"/>
        <pc:sldMkLst>
          <pc:docMk/>
          <pc:sldMk cId="3662138717" sldId="499"/>
        </pc:sldMkLst>
      </pc:sldChg>
      <pc:sldChg chg="add del">
        <pc:chgData name="christopher posadas" userId="c785335156d879ca" providerId="LiveId" clId="{C9D886FB-ED5B-489B-8330-669FD307C29D}" dt="2026-04-22T23:17:23.540" v="151" actId="2696"/>
        <pc:sldMkLst>
          <pc:docMk/>
          <pc:sldMk cId="31799455" sldId="500"/>
        </pc:sldMkLst>
      </pc:sldChg>
      <pc:sldChg chg="add del">
        <pc:chgData name="christopher posadas" userId="c785335156d879ca" providerId="LiveId" clId="{C9D886FB-ED5B-489B-8330-669FD307C29D}" dt="2026-04-22T23:17:23.534" v="150" actId="2696"/>
        <pc:sldMkLst>
          <pc:docMk/>
          <pc:sldMk cId="3767230175" sldId="50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698690506" sldId="502"/>
        </pc:sldMkLst>
      </pc:sldChg>
      <pc:sldChg chg="add del">
        <pc:chgData name="christopher posadas" userId="c785335156d879ca" providerId="LiveId" clId="{C9D886FB-ED5B-489B-8330-669FD307C29D}" dt="2026-04-22T23:17:24.321" v="161" actId="2696"/>
        <pc:sldMkLst>
          <pc:docMk/>
          <pc:sldMk cId="1223124896" sldId="503"/>
        </pc:sldMkLst>
      </pc:sldChg>
      <pc:sldChg chg="add del">
        <pc:chgData name="christopher posadas" userId="c785335156d879ca" providerId="LiveId" clId="{C9D886FB-ED5B-489B-8330-669FD307C29D}" dt="2026-04-22T23:17:24.236" v="160" actId="2696"/>
        <pc:sldMkLst>
          <pc:docMk/>
          <pc:sldMk cId="3672787590" sldId="504"/>
        </pc:sldMkLst>
      </pc:sldChg>
      <pc:sldChg chg="add del">
        <pc:chgData name="christopher posadas" userId="c785335156d879ca" providerId="LiveId" clId="{C9D886FB-ED5B-489B-8330-669FD307C29D}" dt="2026-04-22T23:17:24.139" v="159" actId="2696"/>
        <pc:sldMkLst>
          <pc:docMk/>
          <pc:sldMk cId="2324223056" sldId="505"/>
        </pc:sldMkLst>
      </pc:sldChg>
      <pc:sldChg chg="add del">
        <pc:chgData name="christopher posadas" userId="c785335156d879ca" providerId="LiveId" clId="{C9D886FB-ED5B-489B-8330-669FD307C29D}" dt="2026-04-22T23:17:24.076" v="158" actId="2696"/>
        <pc:sldMkLst>
          <pc:docMk/>
          <pc:sldMk cId="2982927896" sldId="506"/>
        </pc:sldMkLst>
      </pc:sldChg>
      <pc:sldChg chg="add del">
        <pc:chgData name="christopher posadas" userId="c785335156d879ca" providerId="LiveId" clId="{C9D886FB-ED5B-489B-8330-669FD307C29D}" dt="2026-04-22T23:17:24.015" v="157" actId="2696"/>
        <pc:sldMkLst>
          <pc:docMk/>
          <pc:sldMk cId="2329815873" sldId="507"/>
        </pc:sldMkLst>
      </pc:sldChg>
      <pc:sldChg chg="add del">
        <pc:chgData name="christopher posadas" userId="c785335156d879ca" providerId="LiveId" clId="{C9D886FB-ED5B-489B-8330-669FD307C29D}" dt="2026-04-22T23:17:23.881" v="155" actId="2696"/>
        <pc:sldMkLst>
          <pc:docMk/>
          <pc:sldMk cId="2761088137" sldId="508"/>
        </pc:sldMkLst>
      </pc:sldChg>
      <pc:sldChg chg="add del">
        <pc:chgData name="christopher posadas" userId="c785335156d879ca" providerId="LiveId" clId="{C9D886FB-ED5B-489B-8330-669FD307C29D}" dt="2026-04-22T23:17:23.650" v="152" actId="2696"/>
        <pc:sldMkLst>
          <pc:docMk/>
          <pc:sldMk cId="2392870103" sldId="509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357732110" sldId="51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199276779" sldId="511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8775679" sldId="512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792095202" sldId="513"/>
        </pc:sldMkLst>
      </pc:sldChg>
      <pc:sldChg chg="add del">
        <pc:chgData name="christopher posadas" userId="c785335156d879ca" providerId="LiveId" clId="{C9D886FB-ED5B-489B-8330-669FD307C29D}" dt="2026-04-22T23:17:22.210" v="123" actId="2696"/>
        <pc:sldMkLst>
          <pc:docMk/>
          <pc:sldMk cId="2401567234" sldId="514"/>
        </pc:sldMkLst>
      </pc:sldChg>
      <pc:sldChg chg="add del">
        <pc:chgData name="christopher posadas" userId="c785335156d879ca" providerId="LiveId" clId="{C9D886FB-ED5B-489B-8330-669FD307C29D}" dt="2026-04-22T21:13:06.120" v="104" actId="2696"/>
        <pc:sldMkLst>
          <pc:docMk/>
          <pc:sldMk cId="2932541495" sldId="515"/>
        </pc:sldMkLst>
      </pc:sldChg>
      <pc:sldChg chg="add del">
        <pc:chgData name="christopher posadas" userId="c785335156d879ca" providerId="LiveId" clId="{C9D886FB-ED5B-489B-8330-669FD307C29D}" dt="2026-04-22T23:17:22.367" v="133" actId="2696"/>
        <pc:sldMkLst>
          <pc:docMk/>
          <pc:sldMk cId="2002057416" sldId="516"/>
        </pc:sldMkLst>
      </pc:sldChg>
      <pc:sldChg chg="add del">
        <pc:chgData name="christopher posadas" userId="c785335156d879ca" providerId="LiveId" clId="{C9D886FB-ED5B-489B-8330-669FD307C29D}" dt="2026-04-22T19:32:17.220" v="89" actId="2696"/>
        <pc:sldMkLst>
          <pc:docMk/>
          <pc:sldMk cId="2908029661" sldId="517"/>
        </pc:sldMkLst>
      </pc:sldChg>
      <pc:sldChg chg="add del">
        <pc:chgData name="christopher posadas" userId="c785335156d879ca" providerId="LiveId" clId="{C9D886FB-ED5B-489B-8330-669FD307C29D}" dt="2026-04-22T19:32:17.205" v="88" actId="2696"/>
        <pc:sldMkLst>
          <pc:docMk/>
          <pc:sldMk cId="3642411378" sldId="518"/>
        </pc:sldMkLst>
      </pc:sldChg>
      <pc:sldChg chg="add del">
        <pc:chgData name="christopher posadas" userId="c785335156d879ca" providerId="LiveId" clId="{C9D886FB-ED5B-489B-8330-669FD307C29D}" dt="2026-04-22T23:17:22.377" v="135" actId="2696"/>
        <pc:sldMkLst>
          <pc:docMk/>
          <pc:sldMk cId="260721318" sldId="519"/>
        </pc:sldMkLst>
      </pc:sldChg>
      <pc:sldChg chg="add del">
        <pc:chgData name="christopher posadas" userId="c785335156d879ca" providerId="LiveId" clId="{C9D886FB-ED5B-489B-8330-669FD307C29D}" dt="2026-04-22T23:17:22.373" v="134" actId="2696"/>
        <pc:sldMkLst>
          <pc:docMk/>
          <pc:sldMk cId="2871717304" sldId="520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3340697238" sldId="522"/>
        </pc:sldMkLst>
      </pc:sldChg>
      <pc:sldChg chg="add del">
        <pc:chgData name="christopher posadas" userId="c785335156d879ca" providerId="LiveId" clId="{C9D886FB-ED5B-489B-8330-669FD307C29D}" dt="2026-04-22T23:17:23.526" v="149" actId="2696"/>
        <pc:sldMkLst>
          <pc:docMk/>
          <pc:sldMk cId="2276131071" sldId="523"/>
        </pc:sldMkLst>
      </pc:sldChg>
      <pc:sldChg chg="add del">
        <pc:chgData name="christopher posadas" userId="c785335156d879ca" providerId="LiveId" clId="{C9D886FB-ED5B-489B-8330-669FD307C29D}" dt="2026-04-22T23:17:23.518" v="148" actId="2696"/>
        <pc:sldMkLst>
          <pc:docMk/>
          <pc:sldMk cId="2728595165" sldId="524"/>
        </pc:sldMkLst>
      </pc:sldChg>
      <pc:sldChg chg="add del">
        <pc:chgData name="christopher posadas" userId="c785335156d879ca" providerId="LiveId" clId="{C9D886FB-ED5B-489B-8330-669FD307C29D}" dt="2026-04-22T23:17:23.512" v="147" actId="2696"/>
        <pc:sldMkLst>
          <pc:docMk/>
          <pc:sldMk cId="2987076631" sldId="525"/>
        </pc:sldMkLst>
      </pc:sldChg>
      <pc:sldChg chg="delSp add del mod">
        <pc:chgData name="christopher posadas" userId="c785335156d879ca" providerId="LiveId" clId="{C9D886FB-ED5B-489B-8330-669FD307C29D}" dt="2026-04-22T23:17:23.433" v="146" actId="2696"/>
        <pc:sldMkLst>
          <pc:docMk/>
          <pc:sldMk cId="2594189088" sldId="526"/>
        </pc:sldMkLst>
        <pc:spChg chg="del">
          <ac:chgData name="christopher posadas" userId="c785335156d879ca" providerId="LiveId" clId="{C9D886FB-ED5B-489B-8330-669FD307C29D}" dt="2026-04-22T22:02:37.455" v="110"/>
          <ac:spMkLst>
            <pc:docMk/>
            <pc:sldMk cId="2594189088" sldId="526"/>
            <ac:spMk id="7" creationId="{ADFEFFC9-B403-DA81-75C4-3842C80923E1}"/>
          </ac:spMkLst>
        </pc:spChg>
      </pc:sldChg>
      <pc:sldChg chg="add del">
        <pc:chgData name="christopher posadas" userId="c785335156d879ca" providerId="LiveId" clId="{C9D886FB-ED5B-489B-8330-669FD307C29D}" dt="2026-04-22T23:17:23.370" v="145" actId="2696"/>
        <pc:sldMkLst>
          <pc:docMk/>
          <pc:sldMk cId="1110515987" sldId="527"/>
        </pc:sldMkLst>
      </pc:sldChg>
      <pc:sldChg chg="add del">
        <pc:chgData name="christopher posadas" userId="c785335156d879ca" providerId="LiveId" clId="{C9D886FB-ED5B-489B-8330-669FD307C29D}" dt="2026-04-22T23:17:23.316" v="144" actId="2696"/>
        <pc:sldMkLst>
          <pc:docMk/>
          <pc:sldMk cId="471598881" sldId="528"/>
        </pc:sldMkLst>
      </pc:sldChg>
      <pc:sldChg chg="add del">
        <pc:chgData name="christopher posadas" userId="c785335156d879ca" providerId="LiveId" clId="{C9D886FB-ED5B-489B-8330-669FD307C29D}" dt="2026-04-22T23:17:23.212" v="143" actId="2696"/>
        <pc:sldMkLst>
          <pc:docMk/>
          <pc:sldMk cId="2717894708" sldId="529"/>
        </pc:sldMkLst>
      </pc:sldChg>
      <pc:sldChg chg="add del">
        <pc:chgData name="christopher posadas" userId="c785335156d879ca" providerId="LiveId" clId="{C9D886FB-ED5B-489B-8330-669FD307C29D}" dt="2026-04-22T23:17:22.975" v="142" actId="2696"/>
        <pc:sldMkLst>
          <pc:docMk/>
          <pc:sldMk cId="2636663886" sldId="530"/>
        </pc:sldMkLst>
      </pc:sldChg>
      <pc:sldChg chg="add del">
        <pc:chgData name="christopher posadas" userId="c785335156d879ca" providerId="LiveId" clId="{C9D886FB-ED5B-489B-8330-669FD307C29D}" dt="2026-04-22T23:17:22.888" v="141" actId="2696"/>
        <pc:sldMkLst>
          <pc:docMk/>
          <pc:sldMk cId="3692651029" sldId="531"/>
        </pc:sldMkLst>
      </pc:sldChg>
      <pc:sldChg chg="add del">
        <pc:chgData name="christopher posadas" userId="c785335156d879ca" providerId="LiveId" clId="{C9D886FB-ED5B-489B-8330-669FD307C29D}" dt="2026-04-22T23:17:22.675" v="140" actId="2696"/>
        <pc:sldMkLst>
          <pc:docMk/>
          <pc:sldMk cId="34057583" sldId="532"/>
        </pc:sldMkLst>
      </pc:sldChg>
      <pc:sldChg chg="add del">
        <pc:chgData name="christopher posadas" userId="c785335156d879ca" providerId="LiveId" clId="{C9D886FB-ED5B-489B-8330-669FD307C29D}" dt="2026-04-22T23:17:22.584" v="139" actId="2696"/>
        <pc:sldMkLst>
          <pc:docMk/>
          <pc:sldMk cId="2874927200" sldId="533"/>
        </pc:sldMkLst>
      </pc:sldChg>
      <pc:sldChg chg="add del">
        <pc:chgData name="christopher posadas" userId="c785335156d879ca" providerId="LiveId" clId="{C9D886FB-ED5B-489B-8330-669FD307C29D}" dt="2026-04-22T23:17:22.504" v="138" actId="2696"/>
        <pc:sldMkLst>
          <pc:docMk/>
          <pc:sldMk cId="4139669514" sldId="534"/>
        </pc:sldMkLst>
      </pc:sldChg>
      <pc:sldChg chg="add del">
        <pc:chgData name="christopher posadas" userId="c785335156d879ca" providerId="LiveId" clId="{C9D886FB-ED5B-489B-8330-669FD307C29D}" dt="2026-04-22T23:17:22.480" v="137" actId="2696"/>
        <pc:sldMkLst>
          <pc:docMk/>
          <pc:sldMk cId="2522600632" sldId="535"/>
        </pc:sldMkLst>
      </pc:sldChg>
      <pc:sldChg chg="add del">
        <pc:chgData name="christopher posadas" userId="c785335156d879ca" providerId="LiveId" clId="{C9D886FB-ED5B-489B-8330-669FD307C29D}" dt="2026-04-22T22:02:37.482" v="112" actId="2696"/>
        <pc:sldMkLst>
          <pc:docMk/>
          <pc:sldMk cId="2004815913" sldId="537"/>
        </pc:sldMkLst>
      </pc:sldChg>
      <pc:sldChg chg="add del">
        <pc:chgData name="christopher posadas" userId="c785335156d879ca" providerId="LiveId" clId="{C9D886FB-ED5B-489B-8330-669FD307C29D}" dt="2026-04-22T23:17:22.385" v="136" actId="2696"/>
        <pc:sldMkLst>
          <pc:docMk/>
          <pc:sldMk cId="378545245" sldId="546"/>
        </pc:sldMkLst>
      </pc:sldChg>
      <pc:sldChg chg="add del">
        <pc:chgData name="christopher posadas" userId="c785335156d879ca" providerId="LiveId" clId="{C9D886FB-ED5B-489B-8330-669FD307C29D}" dt="2026-04-22T23:17:22.353" v="131" actId="2696"/>
        <pc:sldMkLst>
          <pc:docMk/>
          <pc:sldMk cId="3340557414" sldId="547"/>
        </pc:sldMkLst>
      </pc:sldChg>
      <pc:sldChg chg="add del">
        <pc:chgData name="christopher posadas" userId="c785335156d879ca" providerId="LiveId" clId="{C9D886FB-ED5B-489B-8330-669FD307C29D}" dt="2026-04-22T23:17:22.337" v="130" actId="2696"/>
        <pc:sldMkLst>
          <pc:docMk/>
          <pc:sldMk cId="595822847" sldId="548"/>
        </pc:sldMkLst>
      </pc:sldChg>
      <pc:sldChg chg="modSp add del mod">
        <pc:chgData name="christopher posadas" userId="c785335156d879ca" providerId="LiveId" clId="{C9D886FB-ED5B-489B-8330-669FD307C29D}" dt="2026-04-22T23:17:22.363" v="132" actId="2696"/>
        <pc:sldMkLst>
          <pc:docMk/>
          <pc:sldMk cId="1168911768" sldId="549"/>
        </pc:sldMkLst>
        <pc:spChg chg="mod">
          <ac:chgData name="christopher posadas" userId="c785335156d879ca" providerId="LiveId" clId="{C9D886FB-ED5B-489B-8330-669FD307C29D}" dt="2026-04-22T22:02:37.474" v="111" actId="20577"/>
          <ac:spMkLst>
            <pc:docMk/>
            <pc:sldMk cId="1168911768" sldId="549"/>
            <ac:spMk id="3" creationId="{CD60E5A4-3019-004C-1679-A7394684BEA2}"/>
          </ac:spMkLst>
        </pc:spChg>
      </pc:sldChg>
      <pc:sldChg chg="add del">
        <pc:chgData name="christopher posadas" userId="c785335156d879ca" providerId="LiveId" clId="{C9D886FB-ED5B-489B-8330-669FD307C29D}" dt="2026-04-22T23:17:22.332" v="129" actId="2696"/>
        <pc:sldMkLst>
          <pc:docMk/>
          <pc:sldMk cId="3704648243" sldId="550"/>
        </pc:sldMkLst>
      </pc:sldChg>
      <pc:sldChg chg="add del">
        <pc:chgData name="christopher posadas" userId="c785335156d879ca" providerId="LiveId" clId="{C9D886FB-ED5B-489B-8330-669FD307C29D}" dt="2026-04-22T21:13:06.116" v="103" actId="2696"/>
        <pc:sldMkLst>
          <pc:docMk/>
          <pc:sldMk cId="4181650066" sldId="551"/>
        </pc:sldMkLst>
      </pc:sldChg>
      <pc:sldChg chg="add del">
        <pc:chgData name="christopher posadas" userId="c785335156d879ca" providerId="LiveId" clId="{C9D886FB-ED5B-489B-8330-669FD307C29D}" dt="2026-04-22T23:17:22.328" v="128" actId="2696"/>
        <pc:sldMkLst>
          <pc:docMk/>
          <pc:sldMk cId="2832855857" sldId="552"/>
        </pc:sldMkLst>
      </pc:sldChg>
      <pc:sldChg chg="add del">
        <pc:chgData name="christopher posadas" userId="c785335156d879ca" providerId="LiveId" clId="{C9D886FB-ED5B-489B-8330-669FD307C29D}" dt="2026-04-22T23:17:22.309" v="127" actId="2696"/>
        <pc:sldMkLst>
          <pc:docMk/>
          <pc:sldMk cId="801303929" sldId="553"/>
        </pc:sldMkLst>
      </pc:sldChg>
      <pc:sldChg chg="add del">
        <pc:chgData name="christopher posadas" userId="c785335156d879ca" providerId="LiveId" clId="{C9D886FB-ED5B-489B-8330-669FD307C29D}" dt="2026-04-22T23:17:22.265" v="126" actId="2696"/>
        <pc:sldMkLst>
          <pc:docMk/>
          <pc:sldMk cId="2888100334" sldId="554"/>
        </pc:sldMkLst>
      </pc:sldChg>
      <pc:sldChg chg="add del">
        <pc:chgData name="christopher posadas" userId="c785335156d879ca" providerId="LiveId" clId="{C9D886FB-ED5B-489B-8330-669FD307C29D}" dt="2026-04-22T23:17:22.231" v="125" actId="2696"/>
        <pc:sldMkLst>
          <pc:docMk/>
          <pc:sldMk cId="538061813" sldId="555"/>
        </pc:sldMkLst>
      </pc:sldChg>
      <pc:sldChg chg="add del">
        <pc:chgData name="christopher posadas" userId="c785335156d879ca" providerId="LiveId" clId="{C9D886FB-ED5B-489B-8330-669FD307C29D}" dt="2026-04-22T23:17:22.213" v="124" actId="2696"/>
        <pc:sldMkLst>
          <pc:docMk/>
          <pc:sldMk cId="1030956315" sldId="556"/>
        </pc:sldMkLst>
      </pc:sldChg>
      <pc:sldChg chg="add">
        <pc:chgData name="christopher posadas" userId="c785335156d879ca" providerId="LiveId" clId="{C9D886FB-ED5B-489B-8330-669FD307C29D}" dt="2026-04-22T19:09:21.076" v="87"/>
        <pc:sldMkLst>
          <pc:docMk/>
          <pc:sldMk cId="2597393981" sldId="557"/>
        </pc:sldMkLst>
      </pc:sldChg>
      <pc:sldChg chg="add del">
        <pc:chgData name="christopher posadas" userId="c785335156d879ca" providerId="LiveId" clId="{C9D886FB-ED5B-489B-8330-669FD307C29D}" dt="2026-04-22T22:02:37.492" v="115" actId="2696"/>
        <pc:sldMkLst>
          <pc:docMk/>
          <pc:sldMk cId="4202272298" sldId="558"/>
        </pc:sldMkLst>
      </pc:sldChg>
      <pc:sldChg chg="add del">
        <pc:chgData name="christopher posadas" userId="c785335156d879ca" providerId="LiveId" clId="{C9D886FB-ED5B-489B-8330-669FD307C29D}" dt="2026-04-22T22:02:37.488" v="114" actId="2696"/>
        <pc:sldMkLst>
          <pc:docMk/>
          <pc:sldMk cId="359080048" sldId="559"/>
        </pc:sldMkLst>
      </pc:sldChg>
      <pc:sldChg chg="add del">
        <pc:chgData name="christopher posadas" userId="c785335156d879ca" providerId="LiveId" clId="{C9D886FB-ED5B-489B-8330-669FD307C29D}" dt="2026-04-22T22:02:37.486" v="113" actId="2696"/>
        <pc:sldMkLst>
          <pc:docMk/>
          <pc:sldMk cId="153007796" sldId="560"/>
        </pc:sldMkLst>
      </pc:sldChg>
    </pc:docChg>
  </pc:docChgLst>
  <pc:docChgLst>
    <pc:chgData name="Singh, Paolo (CDR)" userId="8e74c7fb-7789-4b96-b003-a5a4a4a70b15" providerId="ADAL" clId="{570AD52C-2A5D-1A4B-9570-8B2F823E229A}"/>
    <pc:docChg chg="custSel modSld">
      <pc:chgData name="Singh, Paolo (CDR)" userId="8e74c7fb-7789-4b96-b003-a5a4a4a70b15" providerId="ADAL" clId="{570AD52C-2A5D-1A4B-9570-8B2F823E229A}" dt="2026-04-14T17:21:53.331" v="131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21E78-6A1C-F2A9-3AD2-7970055183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Multiple Linear Regression in Practice: Predictors, Hyperplanes, and the Advertising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76A63-9076-7473-25D9-3187D97A0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Chapter 9</a:t>
            </a:r>
          </a:p>
          <a:p>
            <a:r>
              <a:rPr lang="en-US"/>
              <a:t>Built from current MLR conceptual practice slides 73-79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399AB-76E0-C7D3-F13F-50C6440C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F9284-1795-F11E-4A11-D304903E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F08B7-1856-2C94-4E63-DACEC957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Simple Linear Regression (SLR)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Multiple Linear Regression (MLR)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For our assumptions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b="1" dirty="0"/>
                  <a:t>.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design matrix 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the vector of coefficients.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32770F-CCD1-31E8-96C1-5DFD82C98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78145"/>
                <a:ext cx="10515600" cy="4351338"/>
              </a:xfrm>
              <a:blipFill>
                <a:blip r:embed="rId2"/>
                <a:stretch>
                  <a:fillRect l="-1043" t="-238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BB985-2FD0-3438-5E55-1B0DF20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56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BCF3-054C-37D8-3737-A5D786077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F772-9F7F-0A6F-1007-D16731C28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Multiple Linear Regression, we can have multiple predictors.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Tradeoff:</a:t>
            </a:r>
          </a:p>
          <a:p>
            <a:pPr lvl="1"/>
            <a:r>
              <a:rPr lang="en-US" sz="2800" dirty="0"/>
              <a:t>Graphics are difficult in higher dimensions.</a:t>
            </a:r>
          </a:p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line.</a:t>
            </a:r>
            <a:endParaRPr lang="en-US" sz="2800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7CFCB-4785-E6BA-CDEE-5FDE2DB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54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78ED-8F69-A88D-862B-70BF6EF3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2008-1B67-803A-19D9-1B5D32C9F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Different?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7703C-5058-9D88-A5E8-4216FAEDF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648"/>
            <a:ext cx="10515600" cy="4351338"/>
          </a:xfrm>
        </p:spPr>
        <p:txBody>
          <a:bodyPr/>
          <a:lstStyle/>
          <a:p>
            <a:pPr lvl="1"/>
            <a:r>
              <a:rPr lang="en-US" sz="2800" dirty="0"/>
              <a:t>Least squares fit is now a </a:t>
            </a:r>
            <a:r>
              <a:rPr lang="en-US" sz="2800" i="1" dirty="0"/>
              <a:t>(hyper) plane </a:t>
            </a:r>
            <a:r>
              <a:rPr lang="en-US" sz="2800" dirty="0"/>
              <a:t>instead of a line</a:t>
            </a:r>
            <a:r>
              <a:rPr lang="en-US" dirty="0"/>
              <a:t>.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9345C-FA3D-C557-78D4-A6B1545D8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7BE26-DEF7-9014-CD69-CC7222C5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64" y="2241756"/>
            <a:ext cx="4272265" cy="44797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4E3C5F-EE53-9B05-2729-849C99D24D18}"/>
              </a:ext>
            </a:extLst>
          </p:cNvPr>
          <p:cNvSpPr txBox="1"/>
          <p:nvPr/>
        </p:nvSpPr>
        <p:spPr>
          <a:xfrm>
            <a:off x="0" y="6551054"/>
            <a:ext cx="4689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i="1" dirty="0"/>
              <a:t>ISLP</a:t>
            </a:r>
            <a:r>
              <a:rPr lang="en-US" sz="12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1184756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592D7-541E-321D-B801-736E0C846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a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AD03-76B5-1D3D-0F34-682B3D91D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Advertising.csv</a:t>
            </a:r>
          </a:p>
          <a:p>
            <a:r>
              <a:rPr lang="en-US" dirty="0"/>
              <a:t>Contains data on </a:t>
            </a:r>
          </a:p>
          <a:p>
            <a:pPr lvl="1"/>
            <a:r>
              <a:rPr lang="en-US" dirty="0"/>
              <a:t>(Selected) Response Variable: 	Sales	 	thousands of units</a:t>
            </a:r>
          </a:p>
          <a:p>
            <a:pPr lvl="1"/>
            <a:r>
              <a:rPr lang="en-US" dirty="0"/>
              <a:t>Predictors are advertising budgets:</a:t>
            </a:r>
            <a:br>
              <a:rPr lang="en-US" dirty="0"/>
            </a:br>
            <a:r>
              <a:rPr lang="en-US" dirty="0"/>
              <a:t>						TV		thousands of dollars</a:t>
            </a:r>
            <a:br>
              <a:rPr lang="en-US" dirty="0"/>
            </a:br>
            <a:r>
              <a:rPr lang="en-US" dirty="0"/>
              <a:t>						Radio		thousands of dollars</a:t>
            </a:r>
            <a:br>
              <a:rPr lang="en-US" dirty="0"/>
            </a:br>
            <a:r>
              <a:rPr lang="en-US" dirty="0"/>
              <a:t>						</a:t>
            </a:r>
            <a:r>
              <a:rPr lang="en-US" dirty="0" err="1"/>
              <a:t>Nespaper</a:t>
            </a:r>
            <a:r>
              <a:rPr lang="en-US" dirty="0"/>
              <a:t>	thousands of dollars</a:t>
            </a:r>
          </a:p>
          <a:p>
            <a:pPr lvl="1"/>
            <a:endParaRPr lang="en-US" dirty="0"/>
          </a:p>
          <a:p>
            <a:r>
              <a:rPr lang="en-US" dirty="0"/>
              <a:t>200 different markets.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9B261-DF69-100E-AAC1-3209391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9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DBE6-92DD-40BF-0F34-ED8DBA78C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Important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22C9-2532-8937-166A-E4483797F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at least one of the predictors (TV, Radio, Newspaper) useful in predicting the response (Sales)?</a:t>
            </a:r>
          </a:p>
          <a:p>
            <a:r>
              <a:rPr lang="en-US" dirty="0"/>
              <a:t>Do all of the predictors help to explain Sales, or is only a subset of predictors useful?</a:t>
            </a:r>
          </a:p>
          <a:p>
            <a:r>
              <a:rPr lang="en-US" dirty="0"/>
              <a:t>How well does the model fit the data?</a:t>
            </a:r>
          </a:p>
          <a:p>
            <a:r>
              <a:rPr lang="en-US" dirty="0"/>
              <a:t>Given a set of predictor values, what response value should we predict for Sales, and how accurate is our prediction?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4326C-CD9D-7356-158C-19723C995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25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5090F47-3E84-93E8-0BF0-24A8271B1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D3187-89E2-86F8-F402-4FF4F050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EA2D-FEB3-C9F6-ACD0-F58F2705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06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C8D36-46A9-9BDF-3023-DDDC48F3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B790A-BF2F-82B9-97F6-413A37B40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predictors have the strongest correlation with Sales?</a:t>
            </a:r>
          </a:p>
          <a:p>
            <a:r>
              <a:rPr lang="en-US" dirty="0"/>
              <a:t>Which predictors have the strongest correlation with each other?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899DA-5CF5-41D5-0841-D26670A04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06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316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Courier New</vt:lpstr>
      <vt:lpstr>office theme</vt:lpstr>
      <vt:lpstr>Multiple Linear Regression in Practice: Predictors, Hyperplanes, and the Advertising Example</vt:lpstr>
      <vt:lpstr>Multiple Linear Regression</vt:lpstr>
      <vt:lpstr>What is Different?</vt:lpstr>
      <vt:lpstr>What is Different?</vt:lpstr>
      <vt:lpstr>Let’s Look at a Dataset</vt:lpstr>
      <vt:lpstr>Some Important Questions</vt:lpstr>
      <vt:lpstr>Scatterplot Matrix</vt:lpstr>
      <vt:lpstr>Things to 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2</cp:revision>
  <dcterms:created xsi:type="dcterms:W3CDTF">2026-04-07T19:55:26Z</dcterms:created>
  <dcterms:modified xsi:type="dcterms:W3CDTF">2026-04-22T23:17:35Z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