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523" r:id="rId6"/>
    <p:sldId id="524" r:id="rId7"/>
    <p:sldId id="525" r:id="rId8"/>
    <p:sldId id="526" r:id="rId9"/>
    <p:sldId id="527" r:id="rId10"/>
    <p:sldId id="528" r:id="rId11"/>
    <p:sldId id="529" r:id="rId12"/>
    <p:sldId id="530" r:id="rId13"/>
    <p:sldId id="531" r:id="rId14"/>
    <p:sldId id="532" r:id="rId15"/>
    <p:sldId id="533" r:id="rId16"/>
    <p:sldId id="53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8:28.305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8:26.682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8:26.722" v="271" actId="20577"/>
        <pc:sldMkLst>
          <pc:docMk/>
          <pc:sldMk cId="4179115568" sldId="256"/>
        </pc:sldMkLst>
        <pc:spChg chg="mod">
          <ac:chgData name="christopher posadas" userId="c785335156d879ca" providerId="LiveId" clId="{C9D886FB-ED5B-489B-8330-669FD307C29D}" dt="2026-04-22T23:18:26.702" v="270" actId="20577"/>
          <ac:spMkLst>
            <pc:docMk/>
            <pc:sldMk cId="4179115568" sldId="256"/>
            <ac:spMk id="2" creationId="{89B2D513-871F-ECA6-83BA-ED8E818B7588}"/>
          </ac:spMkLst>
        </pc:spChg>
        <pc:spChg chg="mod">
          <ac:chgData name="christopher posadas" userId="c785335156d879ca" providerId="LiveId" clId="{C9D886FB-ED5B-489B-8330-669FD307C29D}" dt="2026-04-22T23:18:26.722" v="271" actId="20577"/>
          <ac:spMkLst>
            <pc:docMk/>
            <pc:sldMk cId="4179115568" sldId="256"/>
            <ac:spMk id="3" creationId="{C50F7F37-721D-06B0-75BA-B3A06F597C1B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8:26.678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8:26.584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 del">
        <pc:chgData name="christopher posadas" userId="c785335156d879ca" providerId="LiveId" clId="{C9D886FB-ED5B-489B-8330-669FD307C29D}" dt="2026-04-22T23:18:25.916" v="257" actId="2696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 del">
        <pc:chgData name="christopher posadas" userId="c785335156d879ca" providerId="LiveId" clId="{C9D886FB-ED5B-489B-8330-669FD307C29D}" dt="2026-04-22T23:18:25.770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 del">
        <pc:chgData name="christopher posadas" userId="c785335156d879ca" providerId="LiveId" clId="{C9D886FB-ED5B-489B-8330-669FD307C29D}" dt="2026-04-22T23:18:25.645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8:25.458" v="254" actId="2696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8:23.324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 del">
        <pc:chgData name="christopher posadas" userId="c785335156d879ca" providerId="LiveId" clId="{C9D886FB-ED5B-489B-8330-669FD307C29D}" dt="2026-04-22T23:18:25.257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8:25.154" v="252" actId="2696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8:25.069" v="251" actId="2696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8:24.989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8:24.878" v="249" actId="2696"/>
        <pc:sldMkLst>
          <pc:docMk/>
          <pc:sldMk cId="1548435913" sldId="369"/>
        </pc:sldMkLst>
      </pc:sldChg>
      <pc:sldChg chg="add del">
        <pc:chgData name="christopher posadas" userId="c785335156d879ca" providerId="LiveId" clId="{C9D886FB-ED5B-489B-8330-669FD307C29D}" dt="2026-04-22T23:18:24.782" v="248" actId="2696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8:24.632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8:24.409" v="244" actId="2696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 del">
        <pc:chgData name="christopher posadas" userId="c785335156d879ca" providerId="LiveId" clId="{C9D886FB-ED5B-489B-8330-669FD307C29D}" dt="2026-04-22T23:18:24.733" v="247" actId="2696"/>
        <pc:sldMkLst>
          <pc:docMk/>
          <pc:sldMk cId="3101823733" sldId="374"/>
        </pc:sldMkLst>
      </pc:sldChg>
      <pc:sldChg chg="add del">
        <pc:chgData name="christopher posadas" userId="c785335156d879ca" providerId="LiveId" clId="{C9D886FB-ED5B-489B-8330-669FD307C29D}" dt="2026-04-22T23:18:24.516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8:24.318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8:24.242" v="242" actId="2696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8:24.163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8:24.100" v="240" actId="2696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8:24.039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8:23.955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 del">
        <pc:chgData name="christopher posadas" userId="c785335156d879ca" providerId="LiveId" clId="{C9D886FB-ED5B-489B-8330-669FD307C29D}" dt="2026-04-22T23:18:23.865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8:23.778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 del">
        <pc:chgData name="christopher posadas" userId="c785335156d879ca" providerId="LiveId" clId="{C9D886FB-ED5B-489B-8330-669FD307C29D}" dt="2026-04-22T23:18:23.651" v="235" actId="2696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 del">
        <pc:chgData name="christopher posadas" userId="c785335156d879ca" providerId="LiveId" clId="{C9D886FB-ED5B-489B-8330-669FD307C29D}" dt="2026-04-22T23:18:23.510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8:23.256" v="232" actId="2696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8:23.182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8:23.082" v="230" actId="2696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 del">
        <pc:chgData name="christopher posadas" userId="c785335156d879ca" providerId="LiveId" clId="{C9D886FB-ED5B-489B-8330-669FD307C29D}" dt="2026-04-22T23:18:23.035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 del">
        <pc:chgData name="christopher posadas" userId="c785335156d879ca" providerId="LiveId" clId="{C9D886FB-ED5B-489B-8330-669FD307C29D}" dt="2026-04-22T23:18:22.880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8:22.755" v="227" actId="2696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 del">
        <pc:chgData name="christopher posadas" userId="c785335156d879ca" providerId="LiveId" clId="{C9D886FB-ED5B-489B-8330-669FD307C29D}" dt="2026-04-22T23:18:22.600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8:22.504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 del">
        <pc:chgData name="christopher posadas" userId="c785335156d879ca" providerId="LiveId" clId="{C9D886FB-ED5B-489B-8330-669FD307C29D}" dt="2026-04-22T23:18:22.427" v="224" actId="2696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 del">
        <pc:chgData name="christopher posadas" userId="c785335156d879ca" providerId="LiveId" clId="{C9D886FB-ED5B-489B-8330-669FD307C29D}" dt="2026-04-22T23:18:21.018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8:22.176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 del">
        <pc:chgData name="christopher posadas" userId="c785335156d879ca" providerId="LiveId" clId="{C9D886FB-ED5B-489B-8330-669FD307C29D}" dt="2026-04-22T23:18:22.351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8:22.279" v="222" actId="2696"/>
        <pc:sldMkLst>
          <pc:docMk/>
          <pc:sldMk cId="2493867149" sldId="404"/>
        </pc:sldMkLst>
      </pc:sldChg>
      <pc:sldChg chg="add del">
        <pc:chgData name="christopher posadas" userId="c785335156d879ca" providerId="LiveId" clId="{C9D886FB-ED5B-489B-8330-669FD307C29D}" dt="2026-04-22T23:18:26.520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 del">
        <pc:chgData name="christopher posadas" userId="c785335156d879ca" providerId="LiveId" clId="{C9D886FB-ED5B-489B-8330-669FD307C29D}" dt="2026-04-22T23:18:26.224" v="262" actId="2696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8:26.147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8:26.031" v="259" actId="2696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8:26.019" v="258" actId="2696"/>
        <pc:sldMkLst>
          <pc:docMk/>
          <pc:sldMk cId="3147270502" sldId="409"/>
        </pc:sldMkLst>
      </pc:sldChg>
      <pc:sldChg chg="add del">
        <pc:chgData name="christopher posadas" userId="c785335156d879ca" providerId="LiveId" clId="{C9D886FB-ED5B-489B-8330-669FD307C29D}" dt="2026-04-22T23:18:26.483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 del">
        <pc:chgData name="christopher posadas" userId="c785335156d879ca" providerId="LiveId" clId="{C9D886FB-ED5B-489B-8330-669FD307C29D}" dt="2026-04-22T23:18:26.351" v="263" actId="2696"/>
        <pc:sldMkLst>
          <pc:docMk/>
          <pc:sldMk cId="3866962762" sldId="412"/>
        </pc:sldMkLst>
      </pc:sldChg>
      <pc:sldChg chg="add del">
        <pc:chgData name="christopher posadas" userId="c785335156d879ca" providerId="LiveId" clId="{C9D886FB-ED5B-489B-8330-669FD307C29D}" dt="2026-04-22T23:18:20.897" v="208" actId="2696"/>
        <pc:sldMkLst>
          <pc:docMk/>
          <pc:sldMk cId="2675359034" sldId="413"/>
        </pc:sldMkLst>
      </pc:sldChg>
      <pc:sldChg chg="add del">
        <pc:chgData name="christopher posadas" userId="c785335156d879ca" providerId="LiveId" clId="{C9D886FB-ED5B-489B-8330-669FD307C29D}" dt="2026-04-22T23:18:20.826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8:20.723" v="206" actId="2696"/>
        <pc:sldMkLst>
          <pc:docMk/>
          <pc:sldMk cId="271690220" sldId="419"/>
        </pc:sldMkLst>
      </pc:sldChg>
      <pc:sldChg chg="add del">
        <pc:chgData name="christopher posadas" userId="c785335156d879ca" providerId="LiveId" clId="{C9D886FB-ED5B-489B-8330-669FD307C29D}" dt="2026-04-22T23:18:20.613" v="205" actId="2696"/>
        <pc:sldMkLst>
          <pc:docMk/>
          <pc:sldMk cId="1209323168" sldId="420"/>
        </pc:sldMkLst>
      </pc:sldChg>
      <pc:sldChg chg="add del">
        <pc:chgData name="christopher posadas" userId="c785335156d879ca" providerId="LiveId" clId="{C9D886FB-ED5B-489B-8330-669FD307C29D}" dt="2026-04-22T23:18:20.526" v="204" actId="2696"/>
        <pc:sldMkLst>
          <pc:docMk/>
          <pc:sldMk cId="4057692197" sldId="421"/>
        </pc:sldMkLst>
      </pc:sldChg>
      <pc:sldChg chg="add del">
        <pc:chgData name="christopher posadas" userId="c785335156d879ca" providerId="LiveId" clId="{C9D886FB-ED5B-489B-8330-669FD307C29D}" dt="2026-04-22T23:18:19.734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8:20.376" v="203" actId="2696"/>
        <pc:sldMkLst>
          <pc:docMk/>
          <pc:sldMk cId="1004461656" sldId="423"/>
        </pc:sldMkLst>
      </pc:sldChg>
      <pc:sldChg chg="add del">
        <pc:chgData name="christopher posadas" userId="c785335156d879ca" providerId="LiveId" clId="{C9D886FB-ED5B-489B-8330-669FD307C29D}" dt="2026-04-22T23:18:20.183" v="202" actId="2696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8:26.083" v="260" actId="2696"/>
        <pc:sldMkLst>
          <pc:docMk/>
          <pc:sldMk cId="3702013967" sldId="425"/>
        </pc:sldMkLst>
      </pc:sldChg>
      <pc:sldChg chg="add del">
        <pc:chgData name="christopher posadas" userId="c785335156d879ca" providerId="LiveId" clId="{C9D886FB-ED5B-489B-8330-669FD307C29D}" dt="2026-04-22T23:18:22.111" v="220" actId="2696"/>
        <pc:sldMkLst>
          <pc:docMk/>
          <pc:sldMk cId="3910606642" sldId="426"/>
        </pc:sldMkLst>
      </pc:sldChg>
      <pc:sldChg chg="add del">
        <pc:chgData name="christopher posadas" userId="c785335156d879ca" providerId="LiveId" clId="{C9D886FB-ED5B-489B-8330-669FD307C29D}" dt="2026-04-22T23:18:22.061" v="219" actId="2696"/>
        <pc:sldMkLst>
          <pc:docMk/>
          <pc:sldMk cId="3514636155" sldId="427"/>
        </pc:sldMkLst>
      </pc:sldChg>
      <pc:sldChg chg="add del">
        <pc:chgData name="christopher posadas" userId="c785335156d879ca" providerId="LiveId" clId="{C9D886FB-ED5B-489B-8330-669FD307C29D}" dt="2026-04-22T23:18:21.988" v="218" actId="2696"/>
        <pc:sldMkLst>
          <pc:docMk/>
          <pc:sldMk cId="2639048209" sldId="428"/>
        </pc:sldMkLst>
      </pc:sldChg>
      <pc:sldChg chg="add del">
        <pc:chgData name="christopher posadas" userId="c785335156d879ca" providerId="LiveId" clId="{C9D886FB-ED5B-489B-8330-669FD307C29D}" dt="2026-04-22T23:18:21.852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8:21.742" v="216" actId="2696"/>
        <pc:sldMkLst>
          <pc:docMk/>
          <pc:sldMk cId="1195090263" sldId="430"/>
        </pc:sldMkLst>
      </pc:sldChg>
      <pc:sldChg chg="add del">
        <pc:chgData name="christopher posadas" userId="c785335156d879ca" providerId="LiveId" clId="{C9D886FB-ED5B-489B-8330-669FD307C29D}" dt="2026-04-22T23:18:21.664" v="215" actId="2696"/>
        <pc:sldMkLst>
          <pc:docMk/>
          <pc:sldMk cId="1543605468" sldId="431"/>
        </pc:sldMkLst>
      </pc:sldChg>
      <pc:sldChg chg="add del">
        <pc:chgData name="christopher posadas" userId="c785335156d879ca" providerId="LiveId" clId="{C9D886FB-ED5B-489B-8330-669FD307C29D}" dt="2026-04-22T23:18:21.585" v="214" actId="2696"/>
        <pc:sldMkLst>
          <pc:docMk/>
          <pc:sldMk cId="2922883410" sldId="432"/>
        </pc:sldMkLst>
      </pc:sldChg>
      <pc:sldChg chg="add del">
        <pc:chgData name="christopher posadas" userId="c785335156d879ca" providerId="LiveId" clId="{C9D886FB-ED5B-489B-8330-669FD307C29D}" dt="2026-04-22T23:18:21.494" v="213" actId="2696"/>
        <pc:sldMkLst>
          <pc:docMk/>
          <pc:sldMk cId="2070319411" sldId="433"/>
        </pc:sldMkLst>
      </pc:sldChg>
      <pc:sldChg chg="add del">
        <pc:chgData name="christopher posadas" userId="c785335156d879ca" providerId="LiveId" clId="{C9D886FB-ED5B-489B-8330-669FD307C29D}" dt="2026-04-22T23:18:21.443" v="212" actId="2696"/>
        <pc:sldMkLst>
          <pc:docMk/>
          <pc:sldMk cId="2125810529" sldId="434"/>
        </pc:sldMkLst>
      </pc:sldChg>
      <pc:sldChg chg="add del">
        <pc:chgData name="christopher posadas" userId="c785335156d879ca" providerId="LiveId" clId="{C9D886FB-ED5B-489B-8330-669FD307C29D}" dt="2026-04-22T23:18:21.350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8:21.208" v="210" actId="2696"/>
        <pc:sldMkLst>
          <pc:docMk/>
          <pc:sldMk cId="1102927084" sldId="436"/>
        </pc:sldMkLst>
      </pc:sldChg>
      <pc:sldChg chg="add del">
        <pc:chgData name="christopher posadas" userId="c785335156d879ca" providerId="LiveId" clId="{C9D886FB-ED5B-489B-8330-669FD307C29D}" dt="2026-04-22T23:18:19.985" v="201" actId="2696"/>
        <pc:sldMkLst>
          <pc:docMk/>
          <pc:sldMk cId="2752002323" sldId="437"/>
        </pc:sldMkLst>
      </pc:sldChg>
      <pc:sldChg chg="add del">
        <pc:chgData name="christopher posadas" userId="c785335156d879ca" providerId="LiveId" clId="{C9D886FB-ED5B-489B-8330-669FD307C29D}" dt="2026-04-22T23:18:19.822" v="200" actId="2696"/>
        <pc:sldMkLst>
          <pc:docMk/>
          <pc:sldMk cId="2518410453" sldId="438"/>
        </pc:sldMkLst>
      </pc:sldChg>
      <pc:sldChg chg="add del">
        <pc:chgData name="christopher posadas" userId="c785335156d879ca" providerId="LiveId" clId="{C9D886FB-ED5B-489B-8330-669FD307C29D}" dt="2026-04-22T23:18:19.570" v="198" actId="2696"/>
        <pc:sldMkLst>
          <pc:docMk/>
          <pc:sldMk cId="3865429110" sldId="439"/>
        </pc:sldMkLst>
      </pc:sldChg>
      <pc:sldChg chg="add del">
        <pc:chgData name="christopher posadas" userId="c785335156d879ca" providerId="LiveId" clId="{C9D886FB-ED5B-489B-8330-669FD307C29D}" dt="2026-04-22T23:18:19.443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8:19.143" v="194" actId="2696"/>
        <pc:sldMkLst>
          <pc:docMk/>
          <pc:sldMk cId="882166497" sldId="441"/>
        </pc:sldMkLst>
      </pc:sldChg>
      <pc:sldChg chg="add del">
        <pc:chgData name="christopher posadas" userId="c785335156d879ca" providerId="LiveId" clId="{C9D886FB-ED5B-489B-8330-669FD307C29D}" dt="2026-04-22T23:18:19.130" v="193" actId="2696"/>
        <pc:sldMkLst>
          <pc:docMk/>
          <pc:sldMk cId="1554473573" sldId="442"/>
        </pc:sldMkLst>
      </pc:sldChg>
      <pc:sldChg chg="add del">
        <pc:chgData name="christopher posadas" userId="c785335156d879ca" providerId="LiveId" clId="{C9D886FB-ED5B-489B-8330-669FD307C29D}" dt="2026-04-22T23:18:19.116" v="192" actId="2696"/>
        <pc:sldMkLst>
          <pc:docMk/>
          <pc:sldMk cId="55755632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8:19.061" v="191" actId="2696"/>
        <pc:sldMkLst>
          <pc:docMk/>
          <pc:sldMk cId="799288895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8:18.875" v="190" actId="2696"/>
        <pc:sldMkLst>
          <pc:docMk/>
          <pc:sldMk cId="298018456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8:19.232" v="196" actId="2696"/>
        <pc:sldMkLst>
          <pc:docMk/>
          <pc:sldMk cId="1876028045" sldId="457"/>
        </pc:sldMkLst>
      </pc:sldChg>
      <pc:sldChg chg="add del">
        <pc:chgData name="christopher posadas" userId="c785335156d879ca" providerId="LiveId" clId="{C9D886FB-ED5B-489B-8330-669FD307C29D}" dt="2026-04-22T23:18:19.155" v="195" actId="2696"/>
        <pc:sldMkLst>
          <pc:docMk/>
          <pc:sldMk cId="1831446943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 del">
        <pc:chgData name="christopher posadas" userId="c785335156d879ca" providerId="LiveId" clId="{C9D886FB-ED5B-489B-8330-669FD307C29D}" dt="2026-04-22T23:18:18.744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8:18.617" v="188" actId="2696"/>
        <pc:sldMkLst>
          <pc:docMk/>
          <pc:sldMk cId="66904044" sldId="461"/>
        </pc:sldMkLst>
      </pc:sldChg>
      <pc:sldChg chg="add del">
        <pc:chgData name="christopher posadas" userId="c785335156d879ca" providerId="LiveId" clId="{C9D886FB-ED5B-489B-8330-669FD307C29D}" dt="2026-04-22T23:18:18.561" v="187" actId="2696"/>
        <pc:sldMkLst>
          <pc:docMk/>
          <pc:sldMk cId="2130476875" sldId="462"/>
        </pc:sldMkLst>
      </pc:sldChg>
      <pc:sldChg chg="add del">
        <pc:chgData name="christopher posadas" userId="c785335156d879ca" providerId="LiveId" clId="{C9D886FB-ED5B-489B-8330-669FD307C29D}" dt="2026-04-22T23:18:18.486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8:18.428" v="185" actId="269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8:18.145" v="184" actId="269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8:17.964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 del">
        <pc:chgData name="christopher posadas" userId="c785335156d879ca" providerId="LiveId" clId="{C9D886FB-ED5B-489B-8330-669FD307C29D}" dt="2026-04-22T23:18:17.729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 del">
        <pc:chgData name="christopher posadas" userId="c785335156d879ca" providerId="LiveId" clId="{C9D886FB-ED5B-489B-8330-669FD307C29D}" dt="2026-04-22T23:18:17.602" v="181" actId="2696"/>
        <pc:sldMkLst>
          <pc:docMk/>
          <pc:sldMk cId="3723385170" sldId="476"/>
        </pc:sldMkLst>
      </pc:sldChg>
      <pc:sldChg chg="add del">
        <pc:chgData name="christopher posadas" userId="c785335156d879ca" providerId="LiveId" clId="{C9D886FB-ED5B-489B-8330-669FD307C29D}" dt="2026-04-22T23:18:17.437" v="180" actId="2696"/>
        <pc:sldMkLst>
          <pc:docMk/>
          <pc:sldMk cId="2606327215" sldId="477"/>
        </pc:sldMkLst>
      </pc:sldChg>
      <pc:sldChg chg="add del">
        <pc:chgData name="christopher posadas" userId="c785335156d879ca" providerId="LiveId" clId="{C9D886FB-ED5B-489B-8330-669FD307C29D}" dt="2026-04-22T23:18:17.329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8:17.288" v="178" actId="2696"/>
        <pc:sldMkLst>
          <pc:docMk/>
          <pc:sldMk cId="1477353485" sldId="480"/>
        </pc:sldMkLst>
      </pc:sldChg>
      <pc:sldChg chg="add del">
        <pc:chgData name="christopher posadas" userId="c785335156d879ca" providerId="LiveId" clId="{C9D886FB-ED5B-489B-8330-669FD307C29D}" dt="2026-04-22T23:18:17.104" v="177" actId="2696"/>
        <pc:sldMkLst>
          <pc:docMk/>
          <pc:sldMk cId="178831495" sldId="481"/>
        </pc:sldMkLst>
      </pc:sldChg>
      <pc:sldChg chg="add del">
        <pc:chgData name="christopher posadas" userId="c785335156d879ca" providerId="LiveId" clId="{C9D886FB-ED5B-489B-8330-669FD307C29D}" dt="2026-04-22T23:18:16.982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8:16.865" v="175" actId="2696"/>
        <pc:sldMkLst>
          <pc:docMk/>
          <pc:sldMk cId="1046556822" sldId="483"/>
        </pc:sldMkLst>
      </pc:sldChg>
      <pc:sldChg chg="add del">
        <pc:chgData name="christopher posadas" userId="c785335156d879ca" providerId="LiveId" clId="{C9D886FB-ED5B-489B-8330-669FD307C29D}" dt="2026-04-22T23:18:16.668" v="174" actId="2696"/>
        <pc:sldMkLst>
          <pc:docMk/>
          <pc:sldMk cId="698626994" sldId="484"/>
        </pc:sldMkLst>
      </pc:sldChg>
      <pc:sldChg chg="add del">
        <pc:chgData name="christopher posadas" userId="c785335156d879ca" providerId="LiveId" clId="{C9D886FB-ED5B-489B-8330-669FD307C29D}" dt="2026-04-22T23:18:16.499" v="173" actId="2696"/>
        <pc:sldMkLst>
          <pc:docMk/>
          <pc:sldMk cId="1945836199" sldId="485"/>
        </pc:sldMkLst>
      </pc:sldChg>
      <pc:sldChg chg="add del">
        <pc:chgData name="christopher posadas" userId="c785335156d879ca" providerId="LiveId" clId="{C9D886FB-ED5B-489B-8330-669FD307C29D}" dt="2026-04-22T23:18:16.136" v="172" actId="2696"/>
        <pc:sldMkLst>
          <pc:docMk/>
          <pc:sldMk cId="431492160" sldId="486"/>
        </pc:sldMkLst>
      </pc:sldChg>
      <pc:sldChg chg="add del">
        <pc:chgData name="christopher posadas" userId="c785335156d879ca" providerId="LiveId" clId="{C9D886FB-ED5B-489B-8330-669FD307C29D}" dt="2026-04-22T23:18:15.886" v="171" actId="2696"/>
        <pc:sldMkLst>
          <pc:docMk/>
          <pc:sldMk cId="1214918726" sldId="487"/>
        </pc:sldMkLst>
      </pc:sldChg>
      <pc:sldChg chg="add del">
        <pc:chgData name="christopher posadas" userId="c785335156d879ca" providerId="LiveId" clId="{C9D886FB-ED5B-489B-8330-669FD307C29D}" dt="2026-04-22T23:18:15.745" v="170" actId="2696"/>
        <pc:sldMkLst>
          <pc:docMk/>
          <pc:sldMk cId="86179499" sldId="488"/>
        </pc:sldMkLst>
      </pc:sldChg>
      <pc:sldChg chg="add del">
        <pc:chgData name="christopher posadas" userId="c785335156d879ca" providerId="LiveId" clId="{C9D886FB-ED5B-489B-8330-669FD307C29D}" dt="2026-04-22T23:18:15.600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8:15.463" v="168" actId="2696"/>
        <pc:sldMkLst>
          <pc:docMk/>
          <pc:sldMk cId="476083118" sldId="490"/>
        </pc:sldMkLst>
      </pc:sldChg>
      <pc:sldChg chg="add del">
        <pc:chgData name="christopher posadas" userId="c785335156d879ca" providerId="LiveId" clId="{C9D886FB-ED5B-489B-8330-669FD307C29D}" dt="2026-04-22T23:18:15.319" v="167" actId="2696"/>
        <pc:sldMkLst>
          <pc:docMk/>
          <pc:sldMk cId="3006658398" sldId="491"/>
        </pc:sldMkLst>
      </pc:sldChg>
      <pc:sldChg chg="add del">
        <pc:chgData name="christopher posadas" userId="c785335156d879ca" providerId="LiveId" clId="{C9D886FB-ED5B-489B-8330-669FD307C29D}" dt="2026-04-22T23:18:15.235" v="166" actId="2696"/>
        <pc:sldMkLst>
          <pc:docMk/>
          <pc:sldMk cId="2584686902" sldId="492"/>
        </pc:sldMkLst>
      </pc:sldChg>
      <pc:sldChg chg="add del">
        <pc:chgData name="christopher posadas" userId="c785335156d879ca" providerId="LiveId" clId="{C9D886FB-ED5B-489B-8330-669FD307C29D}" dt="2026-04-22T23:18:15.218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8:15.118" v="164" actId="2696"/>
        <pc:sldMkLst>
          <pc:docMk/>
          <pc:sldMk cId="639577726" sldId="494"/>
        </pc:sldMkLst>
      </pc:sldChg>
      <pc:sldChg chg="add del">
        <pc:chgData name="christopher posadas" userId="c785335156d879ca" providerId="LiveId" clId="{C9D886FB-ED5B-489B-8330-669FD307C29D}" dt="2026-04-22T23:18:15.026" v="163" actId="2696"/>
        <pc:sldMkLst>
          <pc:docMk/>
          <pc:sldMk cId="181600558" sldId="495"/>
        </pc:sldMkLst>
      </pc:sldChg>
      <pc:sldChg chg="add del">
        <pc:chgData name="christopher posadas" userId="c785335156d879ca" providerId="LiveId" clId="{C9D886FB-ED5B-489B-8330-669FD307C29D}" dt="2026-04-22T23:18:14.928" v="162" actId="2696"/>
        <pc:sldMkLst>
          <pc:docMk/>
          <pc:sldMk cId="2024938357" sldId="496"/>
        </pc:sldMkLst>
      </pc:sldChg>
      <pc:sldChg chg="add del">
        <pc:chgData name="christopher posadas" userId="c785335156d879ca" providerId="LiveId" clId="{C9D886FB-ED5B-489B-8330-669FD307C29D}" dt="2026-04-22T23:18:14.336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8:14.139" v="154" actId="2696"/>
        <pc:sldMkLst>
          <pc:docMk/>
          <pc:sldMk cId="42415163" sldId="498"/>
        </pc:sldMkLst>
      </pc:sldChg>
      <pc:sldChg chg="add del">
        <pc:chgData name="christopher posadas" userId="c785335156d879ca" providerId="LiveId" clId="{C9D886FB-ED5B-489B-8330-669FD307C29D}" dt="2026-04-22T23:18:14.057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8:13.836" v="151" actId="2696"/>
        <pc:sldMkLst>
          <pc:docMk/>
          <pc:sldMk cId="31799455" sldId="500"/>
        </pc:sldMkLst>
      </pc:sldChg>
      <pc:sldChg chg="add del">
        <pc:chgData name="christopher posadas" userId="c785335156d879ca" providerId="LiveId" clId="{C9D886FB-ED5B-489B-8330-669FD307C29D}" dt="2026-04-22T23:18:13.802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8:14.807" v="161" actId="2696"/>
        <pc:sldMkLst>
          <pc:docMk/>
          <pc:sldMk cId="1223124896" sldId="503"/>
        </pc:sldMkLst>
      </pc:sldChg>
      <pc:sldChg chg="add del">
        <pc:chgData name="christopher posadas" userId="c785335156d879ca" providerId="LiveId" clId="{C9D886FB-ED5B-489B-8330-669FD307C29D}" dt="2026-04-22T23:18:14.718" v="160" actId="2696"/>
        <pc:sldMkLst>
          <pc:docMk/>
          <pc:sldMk cId="3672787590" sldId="504"/>
        </pc:sldMkLst>
      </pc:sldChg>
      <pc:sldChg chg="add del">
        <pc:chgData name="christopher posadas" userId="c785335156d879ca" providerId="LiveId" clId="{C9D886FB-ED5B-489B-8330-669FD307C29D}" dt="2026-04-22T23:18:14.549" v="159" actId="2696"/>
        <pc:sldMkLst>
          <pc:docMk/>
          <pc:sldMk cId="2324223056" sldId="505"/>
        </pc:sldMkLst>
      </pc:sldChg>
      <pc:sldChg chg="add del">
        <pc:chgData name="christopher posadas" userId="c785335156d879ca" providerId="LiveId" clId="{C9D886FB-ED5B-489B-8330-669FD307C29D}" dt="2026-04-22T23:18:14.486" v="158" actId="2696"/>
        <pc:sldMkLst>
          <pc:docMk/>
          <pc:sldMk cId="2982927896" sldId="506"/>
        </pc:sldMkLst>
      </pc:sldChg>
      <pc:sldChg chg="add del">
        <pc:chgData name="christopher posadas" userId="c785335156d879ca" providerId="LiveId" clId="{C9D886FB-ED5B-489B-8330-669FD307C29D}" dt="2026-04-22T23:18:14.415" v="157" actId="2696"/>
        <pc:sldMkLst>
          <pc:docMk/>
          <pc:sldMk cId="2329815873" sldId="507"/>
        </pc:sldMkLst>
      </pc:sldChg>
      <pc:sldChg chg="add del">
        <pc:chgData name="christopher posadas" userId="c785335156d879ca" providerId="LiveId" clId="{C9D886FB-ED5B-489B-8330-669FD307C29D}" dt="2026-04-22T23:18:14.250" v="155" actId="2696"/>
        <pc:sldMkLst>
          <pc:docMk/>
          <pc:sldMk cId="2761088137" sldId="508"/>
        </pc:sldMkLst>
      </pc:sldChg>
      <pc:sldChg chg="add del">
        <pc:chgData name="christopher posadas" userId="c785335156d879ca" providerId="LiveId" clId="{C9D886FB-ED5B-489B-8330-669FD307C29D}" dt="2026-04-22T23:18:13.948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8:12.065" v="123" actId="2696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 del">
        <pc:chgData name="christopher posadas" userId="c785335156d879ca" providerId="LiveId" clId="{C9D886FB-ED5B-489B-8330-669FD307C29D}" dt="2026-04-22T23:18:12.326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8:12.413" v="135" actId="2696"/>
        <pc:sldMkLst>
          <pc:docMk/>
          <pc:sldMk cId="260721318" sldId="519"/>
        </pc:sldMkLst>
      </pc:sldChg>
      <pc:sldChg chg="add del">
        <pc:chgData name="christopher posadas" userId="c785335156d879ca" providerId="LiveId" clId="{C9D886FB-ED5B-489B-8330-669FD307C29D}" dt="2026-04-22T23:18:12.384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8:13.776" v="149" actId="2696"/>
        <pc:sldMkLst>
          <pc:docMk/>
          <pc:sldMk cId="2276131071" sldId="523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4148848549" sldId="523"/>
        </pc:sldMkLst>
      </pc:sldChg>
      <pc:sldChg chg="add del">
        <pc:chgData name="christopher posadas" userId="c785335156d879ca" providerId="LiveId" clId="{C9D886FB-ED5B-489B-8330-669FD307C29D}" dt="2026-04-22T23:18:13.732" v="148" actId="2696"/>
        <pc:sldMkLst>
          <pc:docMk/>
          <pc:sldMk cId="2728595165" sldId="524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2963179100" sldId="524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1967096395" sldId="525"/>
        </pc:sldMkLst>
      </pc:sldChg>
      <pc:sldChg chg="add del">
        <pc:chgData name="christopher posadas" userId="c785335156d879ca" providerId="LiveId" clId="{C9D886FB-ED5B-489B-8330-669FD307C29D}" dt="2026-04-22T23:18:13.706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8:13.628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3998036527" sldId="526"/>
        </pc:sldMkLst>
      </pc:sldChg>
      <pc:sldChg chg="add del">
        <pc:chgData name="christopher posadas" userId="c785335156d879ca" providerId="LiveId" clId="{C9D886FB-ED5B-489B-8330-669FD307C29D}" dt="2026-04-22T23:18:13.545" v="145" actId="2696"/>
        <pc:sldMkLst>
          <pc:docMk/>
          <pc:sldMk cId="1110515987" sldId="527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3446949213" sldId="527"/>
        </pc:sldMkLst>
      </pc:sldChg>
      <pc:sldChg chg="add del">
        <pc:chgData name="christopher posadas" userId="c785335156d879ca" providerId="LiveId" clId="{C9D886FB-ED5B-489B-8330-669FD307C29D}" dt="2026-04-22T23:18:13.481" v="144" actId="2696"/>
        <pc:sldMkLst>
          <pc:docMk/>
          <pc:sldMk cId="471598881" sldId="528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2526716890" sldId="528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1093599829" sldId="529"/>
        </pc:sldMkLst>
      </pc:sldChg>
      <pc:sldChg chg="add del">
        <pc:chgData name="christopher posadas" userId="c785335156d879ca" providerId="LiveId" clId="{C9D886FB-ED5B-489B-8330-669FD307C29D}" dt="2026-04-22T23:18:13.372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8:13.176" v="142" actId="2696"/>
        <pc:sldMkLst>
          <pc:docMk/>
          <pc:sldMk cId="2636663886" sldId="530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4035300023" sldId="530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2862749762" sldId="531"/>
        </pc:sldMkLst>
      </pc:sldChg>
      <pc:sldChg chg="add del">
        <pc:chgData name="christopher posadas" userId="c785335156d879ca" providerId="LiveId" clId="{C9D886FB-ED5B-489B-8330-669FD307C29D}" dt="2026-04-22T23:18:13.069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8:12.839" v="140" actId="2696"/>
        <pc:sldMkLst>
          <pc:docMk/>
          <pc:sldMk cId="34057583" sldId="532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4000349403" sldId="532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1640171079" sldId="533"/>
        </pc:sldMkLst>
      </pc:sldChg>
      <pc:sldChg chg="add del">
        <pc:chgData name="christopher posadas" userId="c785335156d879ca" providerId="LiveId" clId="{C9D886FB-ED5B-489B-8330-669FD307C29D}" dt="2026-04-22T23:18:12.750" v="139" actId="2696"/>
        <pc:sldMkLst>
          <pc:docMk/>
          <pc:sldMk cId="2874927200" sldId="533"/>
        </pc:sldMkLst>
      </pc:sldChg>
      <pc:sldChg chg="add">
        <pc:chgData name="christopher posadas" userId="c785335156d879ca" providerId="LiveId" clId="{C9D886FB-ED5B-489B-8330-669FD307C29D}" dt="2026-04-22T23:18:28.305" v="272"/>
        <pc:sldMkLst>
          <pc:docMk/>
          <pc:sldMk cId="2588794534" sldId="534"/>
        </pc:sldMkLst>
      </pc:sldChg>
      <pc:sldChg chg="add del">
        <pc:chgData name="christopher posadas" userId="c785335156d879ca" providerId="LiveId" clId="{C9D886FB-ED5B-489B-8330-669FD307C29D}" dt="2026-04-22T23:18:12.605" v="138" actId="2696"/>
        <pc:sldMkLst>
          <pc:docMk/>
          <pc:sldMk cId="4139669514" sldId="534"/>
        </pc:sldMkLst>
      </pc:sldChg>
      <pc:sldChg chg="add del">
        <pc:chgData name="christopher posadas" userId="c785335156d879ca" providerId="LiveId" clId="{C9D886FB-ED5B-489B-8330-669FD307C29D}" dt="2026-04-22T23:18:12.567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8:12.469" v="136" actId="2696"/>
        <pc:sldMkLst>
          <pc:docMk/>
          <pc:sldMk cId="378545245" sldId="546"/>
        </pc:sldMkLst>
      </pc:sldChg>
      <pc:sldChg chg="add del">
        <pc:chgData name="christopher posadas" userId="c785335156d879ca" providerId="LiveId" clId="{C9D886FB-ED5B-489B-8330-669FD307C29D}" dt="2026-04-22T23:18:12.228" v="131" actId="2696"/>
        <pc:sldMkLst>
          <pc:docMk/>
          <pc:sldMk cId="3340557414" sldId="547"/>
        </pc:sldMkLst>
      </pc:sldChg>
      <pc:sldChg chg="add del">
        <pc:chgData name="christopher posadas" userId="c785335156d879ca" providerId="LiveId" clId="{C9D886FB-ED5B-489B-8330-669FD307C29D}" dt="2026-04-22T23:18:12.193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8:12.261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 del">
        <pc:chgData name="christopher posadas" userId="c785335156d879ca" providerId="LiveId" clId="{C9D886FB-ED5B-489B-8330-669FD307C29D}" dt="2026-04-22T23:18:12.151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 del">
        <pc:chgData name="christopher posadas" userId="c785335156d879ca" providerId="LiveId" clId="{C9D886FB-ED5B-489B-8330-669FD307C29D}" dt="2026-04-22T23:18:12.109" v="128" actId="2696"/>
        <pc:sldMkLst>
          <pc:docMk/>
          <pc:sldMk cId="2832855857" sldId="552"/>
        </pc:sldMkLst>
      </pc:sldChg>
      <pc:sldChg chg="add del">
        <pc:chgData name="christopher posadas" userId="c785335156d879ca" providerId="LiveId" clId="{C9D886FB-ED5B-489B-8330-669FD307C29D}" dt="2026-04-22T23:18:12.083" v="127" actId="2696"/>
        <pc:sldMkLst>
          <pc:docMk/>
          <pc:sldMk cId="801303929" sldId="553"/>
        </pc:sldMkLst>
      </pc:sldChg>
      <pc:sldChg chg="add del">
        <pc:chgData name="christopher posadas" userId="c785335156d879ca" providerId="LiveId" clId="{C9D886FB-ED5B-489B-8330-669FD307C29D}" dt="2026-04-22T23:18:12.079" v="126" actId="2696"/>
        <pc:sldMkLst>
          <pc:docMk/>
          <pc:sldMk cId="2888100334" sldId="554"/>
        </pc:sldMkLst>
      </pc:sldChg>
      <pc:sldChg chg="add del">
        <pc:chgData name="christopher posadas" userId="c785335156d879ca" providerId="LiveId" clId="{C9D886FB-ED5B-489B-8330-669FD307C29D}" dt="2026-04-22T23:18:12.074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8:12.070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494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13634 13251 7730,'0'-8'-1620,"0"1"2146,0 5 1,0-8-1,0 3 1,0-3 686,0-1 0,0 4 0,0-1-311,0 0 0,0 2 1,-2 0 2316,-1 1-2700,1-4 0,-2 14 0,4 3 1,0 9-1,0 8 0,0 8-295,0 6 0,-4 3 0,0 3 0,1 0 0,-1 0 1,0-3-518,2-3 1,1-3 0,1-6-1,-2-4-624,-1-8 1,2-10 0,-3-8 0,3-7 916,1-2 0,19-31 0,6-8 0</inkml:trace>
  <inkml:trace contextRef="#ctx0" brushRef="#br1" timeOffset="1.49">14472 13475 7840,'-12'-7'571,"-1"1"0,1 3 0,0-1 0,0 1 425,-1 2 1,6 6 0,3 3 0,3 3 0,2 2 0,2 0 1300,1 4-1941,0-4 1,-2 11 0,0-4 0,2 3 0,-1 2-1,-1 0 1,-2-1 104,0 1 0,0 1 1,0 1-1,0 2 1,0-2-1,0-1-323,0-1 1,-5-5 0,1-1 0,2-1 0,0-3-280,2-1 0,-1-7 0,-2-5 0,-1-4 1,0-8-1,0-5-213,0-5 1,-4-5 0,3-4 0,3-4-1,0-2 1,2-2 188,0 0 0,0-4 0,0-1 0,0-1 0,2 1 0,2 2 388,4 2 0,3 1 0,1 2 1,1 2-1,0 4 0,4 4-19,3 5 0,-1 1 0,2 5 0,1 0 0,1 5 1,2 2-219,-1 4 0,-1 2 1,-2 2-1,-5 3-85,-2 5 1,-3 7 0,-3 4 0,-4 5 86,-2 4 1,-4-2 0,-3 6 0,-8 0 119,-6-2 0,-4 5 1,-2-5-1,1 1-29,-1-4 1,-5-3 0,-1-5-1,-2-3-37,0-3 1,6-3 0,-2-3 0,4-4-1219,5-3 0,-2-5 0,7-1-958,4-2 1,6-1 2133,9-5 0,30-10 0,12-3 0</inkml:trace>
  <inkml:trace contextRef="#ctx0" brushRef="#br1" timeOffset="2.48">15469 13352 7902,'-6'-7'280,"5"1"0,-4 3 0,0-3 2195,1 0 0,0 4-1792,4 2 1,2 6-1,0 7 1,4 4-147,1 3 0,0 5 0,2 4 0,-2 3-369,-2 4 0,0 2 1,-5 3-1,0 4 0,0 2 1,0-2-166,0-4 0,-2-4 1,-1-6-1,-2-5 1,-1-5-1,0-5-788,-1-5 668,-1-4 1,-1-8 0,1-3 0,-1-7-1,-1-7 1,0-8 0,4-4 0,-1-6 0,1-3 5,1-7 0,1 4 0,4 0 0,1 1 0,3 0 0,6 0 350,5-2 0,4 5 0,7-3 1,3 4-1,3 3 0,5 2-148,4 2 1,2 7 0,2 8 0,-5 5 0,-6 8 0,-7 4-1479,-5 7 1260,-10 7 0,-6 5 0,-9 7 0,-7 6 0,-10 6 0,-11 4 0,-9 0-19,-5-3 0,-3-3 0,0-3 0,2-2 106,0-4 1,8-10-1,1-7 1,8-7-509,8-8 0,3-8 0,7-6 0,3 2-838,4 2 0,9-4 1386,7 1 0,22-21 0,10-8 0,6-2 0,0 0 0</inkml:trace>
  <inkml:trace contextRef="#ctx0" brushRef="#br1" timeOffset="3.49">15924 12946 7902,'-11'-12'1010,"3"0"-382,4-1 0,3 1 0,2 0 0,4-1 1,8 0-1,6-2-2,4-2 1,6 1 0,1 3 0,0 1-613,0 0 1,-3 5 0,-6 3 0,-6 4-147,-5 4 1,-5 8 0,-8 9 0,-5 3 0,-8 5 0,-6 4 247,-3 3 1,-4 0 0,2 1 0,4-1 0,5-3-1,4-6 1541,2-5-1246,5 1 1,5-11 0,8 1 0,9-9-1,6-7 1,6-5 0,3-3-675,5-1 1,-1 4 0,0 1 0,-1 1 0,1 3 262,1 2 0,2 28 0,0 8 0</inkml:trace>
  <inkml:trace contextRef="#ctx0" brushRef="#br1" timeOffset="4.49">16675 13365 7879,'-6'-11'716,"-2"1"1,-3 3-1,-1 2 2113,0 2 1,3 2-2736,1 1-94,6 0 0,45-11 0,19-3 0</inkml:trace>
  <inkml:trace contextRef="#ctx0" brushRef="#br1" timeOffset="5.49">16958 13303 7879,'-6'-7'2497,"4"0"765,-6 3 0,1 1-2256,-2-5-2026,-1 6-1247,8-4 2267,2 6 0,29 16 0,11 5 0</inkml:trace>
  <inkml:trace contextRef="#ctx0" brushRef="#br1" timeOffset="6.49">17290 13303 7867,'-8'0'0,"0"0"4034,-2 0 0,3 0-1240,-1 0-4091,5 0 0,-1 0 1,8 0 1296,5 0 0,51-22 0,-23 8 0,0 1 0</inkml:trace>
  <inkml:trace contextRef="#ctx0" brushRef="#br1" timeOffset="7.49">17426 13328 7844,'-9'0'656,"1"0"0,-1 0 1,-2-2 37,-2-2 1,5 3-1,1-5-694,2 1 0,23-13 0,9-8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517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7802 5304 7771,'-12'0'1298,"0"-4"0,-1 0 0,1 0-151,0-2 0,5 6 0,3 0 0,4 8 0,4 7 1,4 7-276,3 6 0,1-1 0,1 6 0,-1 1-136,0 2 0,5-1-113,-1-2-498,6-3 1,-4-3 0,3-2 0,0-7 0,0-6 0,-1-5-1,2-3 44,4-5 1,-3-6 0,3-10-1,-4-4 1,0-5 0,0-5-270,-2 0 1,-2-2 0,-7-4 0,-3 0-556,-4 0 0,2 5-1301,-2-1 1299,0 5 1,-8-2-1,-2 7 1,0 3-1,-4 5 1,-1 5-1045,-1 6 0,1 5 1701,3 7 0,-20 39 0,15-14 0,-1 0 0</inkml:trace>
  <inkml:trace contextRef="#ctx0" brushRef="#br0" timeOffset="1">8036 5858 7807,'-4'8'600,"0"0"0,0 2 0,0 2 559,-1 4 0,1-1 1,4 6-1,0 1 1,0 2-1,0 4-31,0 1 1,4 1-191,1-2-882,-1-2 1,-3 4-1,2-6 1,1-2-1,-1-3 1,-2-2 0,0-2-1463,3-1 1,-2-6 0,3-1 1405,1-1 0,6-30 0,7-10 0</inkml:trace>
  <inkml:trace contextRef="#ctx0" brushRef="#br0" timeOffset="2">8381 6067 7810,'-9'0'5933,"1"0"-5220,5 0 0,-2-1 0,6-2 0,3-3 591,5 0-1157,2-3 1,5-4-1,2-2 1,1-3-1,4-1 1,3-3-1,3-3-392,-2-3 0,0 2 0,-1-3 1,0 3-404,-2 1 1,-9 1-53,-3-1 663,-5 6 1,-7 5-1,-3 7 1,-5 2-1,-10 4 1,-6 3-1,-7 8 25,0 5 1,4 4-1,-2 6 1,3-1 351,1 1 1,1 1 368,-1 3-323,6 2 1,-3 6 0,7 0 0,3-2 0,4 1 0,2-2 0,3 0 1193,2-4 0,1-4-834,0-5 1,5-3-68,4-6-632,2-5 0,5 2 0,0-5 0,1-1 0,1-1 0,1-4 0,1-1-1751,1-1 1,-5-1-482,5 1 1,-1 1-3115,5-5 5299,-1 0 0,17-21 0,5-4 0</inkml:trace>
  <inkml:trace contextRef="#ctx0" brushRef="#br0" timeOffset="3">9057 5784 7804,'4'-8'381,"2"0"181,1-2 1,-4 3-1,2-1 307,0-2 0,-3 3 448,2-1-652,-3 6-322,-1-4 0,-1 6 0,-3 0 0,-4 0 0,-3 0 271,-2 0 0,1 6 0,-2 2 0,-1 3-205,-1 1 1,-2 0 0,3 1 0,-1-1 14,1 0 1,1 5-1,2-1 1,-1-2-62,1-5 1,1 2 0,2-3 0,2 3-226,1 2 0,2-5 62,4 0 41,0-5 1,6 2-1,2-5 1,3 0 0,2 0-1,4 0 1,3 0 798,4 0 0,0 0-727,1 0 0,-1 0-249,1 0-80,5 0 1,-4 2 0,4 2-1,-1 4 1,0 3-259,-2 1 0,-1 1 0,-1 0 0,-2 2-152,-3 2 0,2 3-29,-5-3 1,-5 4 57,-4 0 392,-5-3 1,2 4-1,-6-5 1,-3 3 0,-6 0 109,-5-1 1,0-1-1,-7-6 1,-2-1 793,-4-3 0,-6 2 61,1-6 1,-1 2-570,1-2-391,3-3 0,6 4 0,-1-5 0,0 0 0,2 0 0,3 0 0,2 0 0,6 0-3349,-1 0 64,1 0 2072,5 0-516,2 0 1,6 0 0,3 0 0,4 0 1728,3 0 0,13-10 0,2-4 0</inkml:trace>
  <inkml:trace contextRef="#ctx0" brushRef="#br0" timeOffset="4">13475 7851 6104,'7'-6'488,"-1"0"-555,-6 6 0,0-1 310,0-3-152,0 2 1,-5-5-42,1 3 0,-1 3 102,1-3 0,2 1 238,-2-1 0,-1 1 865,1-5-778,0 0 1,0 0 0,-1-1-1,3 0 1013,0-2 1,-2 3-419,0-1-304,0 1 1,4 0-244,0 0 1,0 7-1,0 2 1,0 10-83,0 8 1,1 4 0,4 3 0,4 3-256,6 4 1,-1 2-1,4 1 1,-1-3-78,4-5 0,6-2 0,3-4 0,2-4 15,2-6 1,-4-9 0,0-4 0,-1-12 13,0-10 0,-1-7 1,-5-8-1,-2-2 0,-5-1 1,-3-5-1,-5 0 1,-4-3-290,-3-4 1,-3 8 0,-5 0 0,-5 8-465,-2 8 1,0 2-1,2 12 1,0 4-990,-1 5 1,5 8 0,1 4-1799,2 7 3400,1 7 0,-2 32 0,-1 14 0</inkml:trace>
  <inkml:trace contextRef="#ctx0" brushRef="#br0" timeOffset="5">13758 8134 7743,'-5'7'653,"3"4"1,-2-3-1,3 3 1,1 2-1,0 0 1,0 4 250,0 3 1,0 3 0,0 3-1,0 2 1,0 2 0,0 0-76,0 0 1,0-1 0,0-5-1,-1 0-871,-3-4 1,2-2-1,-2-6 1,3 1-1550,1-1 1,1-5-2289,3-3 3879,3-3 0,22-34 0,4-8 0</inkml:trace>
  <inkml:trace contextRef="#ctx0" brushRef="#br0" timeOffset="6">13980 8356 7743,'-18'0'0,"4"0"0,-2 0 1358,2 0 0,9 0 1,6-1-1,12-4 0,10-4-807,8-6 0,6-4 1,3-6-1,1-1 0,-3-1 1,-4-2-534,-5 2 0,-10 1 1,-7 2-1,-7 4 1,-10 5-1,-8 5-584,-10 6 0,-13 10 0,-9 6 0,-2 9 0,1 6 1,2 7 1045,2 6 1,6-1 0,9 5 0,6-1 0,9-5 0,8-3 2737,7-2-3074,9-11 1,8 5-1,9-12 1,4-2-1,4-5 1,3-3-1,2-2-449,2-1 1,-5-8 0,1-1 0,-4-1-2552,-4 0-101,-10-6 0,6 0 2957,-12-2 0,6-36 0,-3-8 0</inkml:trace>
  <inkml:trace contextRef="#ctx0" brushRef="#br0" timeOffset="7">14595 8159 7754,'-12'0'0,"-2"0"0,-1 0 915,-1 0 0,-6 4 0,1 3 0,-2 3 1,0 5-1,1 1 3203,1 2-3686,6 4 1,-5-3-1,8 4 1,5-2-1,4-5 1,4-2 0,5-3 24,6-3 1,11-3 0,10-5 0,3 0 0,-1 0 0,0 0-514,-3 0 1,-10 0-1,-1 0 1,-8 2 0,-4 2-1,-7 5-1223,-4 6 935,-11-1 0,-7 9 1,-9-2-1,-4 2 1,-2 2-1,-2-2 0,1-3 1,3-3-1,6-4-2093,5 0 0,4-2 0,6-3 2437,0-4 0,16-41 0,4-11 0</inkml:trace>
  <inkml:trace contextRef="#ctx0" brushRef="#br0" timeOffset="8">6313 9599 7866,'0'-12'0,"0"-1"840,0 1 1,0 0 0,-1 1 0,-2 1 0,-1 2 0,1-2 1390,2-1 0,-5 0 0,-2 3-1446,-3 4-588,-1 3 1,-2 1 0,-2 0 0,-5 1-1,-3 3 1,-5 4 0,-5 5 129,-6 3 1,-5 5 0,-7 7 0,-3 5 0,-1 4 0,27-17 0,-1 1-210,0 1 0,0 1 0,1 1 0,1 0 0,0 1 0,1-1 0,1 0 1,0 0-1,-20 21 0,2-4-368,4-2 1,13-12-1,6-4 1,8-4-1,3-5 1,3-3-1771,2-3 838,1 0 0,4 1 1,1-3-1,3 0-1428,4-3 1,3-3 2609,2-4 0,15-36 0,5-13 0</inkml:trace>
  <inkml:trace contextRef="#ctx0" brushRef="#br0" timeOffset="9">5661 9648 7930,'0'-12'570,"-2"-1"1,-2 3 477,-4 1 0,1 4 1,-1 5-1,-3 3 1,-2 5-587,-4 8 0,-5 7 0,2 9 1,-5 8-1,-2 9 0,-3 5 85,-2 5 0,5 1 0,-2 1 0,5-5-180,3-7 0,9-5 0,8-10 1,4-5-321,4-9 1,4-10-1,8-6 1,6-3 615,6-1-428,3-5 1,7-4 0,3-7 0,4-5-1,5-2 1,0-1 0,0 0 1729,-7 4-2204,-9-3 1,-3 8-1,-8-5 1,-3 4-1,-5 4 1,-4 4 0,-4 1-2176,-1 0 1,-1 4 2413,-1-1 0,-8 3 0,3 1 0</inkml:trace>
  <inkml:trace contextRef="#ctx0" brushRef="#br0" timeOffset="10">6399 10989 7884,'-5'9'644,"-3"-3"0,-2 1 1,0-1-1,4 1 1,-1-2 1379,0 1 1,6-2 0,1-6 0,5-2-1394,2-4 0,2-8 0,-3-4 0,-1 0-253,1-1 0,3 0 0,-2-7 0,0-2-77,-3-1 1,2-4-1,-2-6 1,0-4 272,1-3-648,2-1 1,1 0 0,-1 1-1,0 2 1,-2 3 0,2 4 0,-1 4 269,-1 4-141,5 8 1,-7 6 0,3 11-1,1 6 1,-1 6 0,1 8-31,-1 7-11,3-1 1,4 16 0,2-4-1,3 4 1,0 1 0,1 0 0,0 0-686,3 0 524,1-6 0,2 5 0,-1-5 0,1 1 0,0-5 0,-2-4 0,-1-5-61,-2-4 1,-5-1 0,2-10 0,-4-4 294,0-6 0,-2-6 0,-2-3 1,-2-4 636,-1-4 0,2-4 0,-4-4 0,-1-2-217,-2-4 1,-1-7 0,0-2 0,0-5-477,0-5 0,-5-10 0,1 31 0,-1-1 0,0-1 1,-1 0-196,1-1 1,-2 1 0,-1 3-1,0 0 1,-10-30 0,0 3-106,0 5 1,2 10 0,4 14 0,-1 13-1131,1 9 281,5 6 0,2 6 0,5 3 1,0 4-877,0 3 1,5 6 0,5 0 1993,5 2 0,0 20 0,0 9 0,4 5 0,0 0 0</inkml:trace>
  <inkml:trace contextRef="#ctx0" brushRef="#br0" timeOffset="11">7384 10583 7908,'0'-7'334,"0"-3"0,0 1 1,0-2-1,-2-1 1018,-2 0 1,3 4 0,-5 1-1,2 0 1,-1 1-601,-2 1 0,-1 1 1,-5 5-1,3 5-305,1 6 1,-2 2 0,3 8 0,-1 2 81,0 4 1,0 2 0,5-3 0,1 2-102,2-2 0,2-2 1,3-5-1,6-3-63,5-4-241,-2-6 0,11-3 1,-4-8-1,2-6 0,0-6 1,-3-7-1,-1-6 861,-3-2-933,-1 3 1,-8-2-1,-2 6 1,-4-1 0,-4 2-1,-5 2 1,-6 6-344,-6 6 0,-2 3 0,-2 8 0,2 2-498,3 4 1,-4 3 0,5 1 0,0 0-994,3 1 1,3-5-1,5 0-888,4 2 2670,3-5 0,44-10 0,12-9 0</inkml:trace>
  <inkml:trace contextRef="#ctx0" brushRef="#br0" timeOffset="12">7667 10583 15534,'0'13'534,"4"-1"0,0 0 0,-1 2 0,-1 2 1,1 5 120,1 2 1,4 3 0,-3 3 0,-1 4-1,0 1 1,0 0-103,-1-1 1,-1-2 0,1 3 0,1-2-438,-1-2 1,-2-1 0,-1-6 0,0-1-169,0-2 1,-4-9 0,-1 2 280,-2-3 0,-1-4 0,-5-3 233,1-6-446,0-4 1,1-8 0,1-4-1,3-7 1,1-4 0,0-6-1,1-5 95,2-8-146,2 0 0,6-10 1,5 3-1,3-3 1,5-2-1,3 2 1,3 4-200,3 5 1,4 6 0,-4 4 0,2 9 170,-2 10 0,-5 5 1,-3 13-1,-1 4-220,-3 6 0,-3 10 1,-4 5-1,-4 5 167,-2 6 1,-4 6-1,-3 4 1,-6-1-12,-4 1 0,-7 2 1,2-6-1,-4-2 45,0-3 1,-5-8-1,0-1 1,2-9-290,1-6 0,1-5 1,2-5-1,3 0-743,3 0 0,9-1 0,4-3 1,4-4 1113,4-3 0,52-29 0,-19 17 0,0 0 0</inkml:trace>
  <inkml:trace contextRef="#ctx0" brushRef="#br0" timeOffset="13">8011 10633 18574,'14'0'821,"1"0"1,3 0 0,1 0-793,3 0 1,1-3 0,3-4 0,1-7-188,2-3 0,0-8 0,-6-4 0,-2 0-66,-5-1 1,-8 0 0,-4-2-1,-4 4 351,-4 6 0,-8 5 0,-9 6 0,-3 2-169,-5 5-35,-2 14 1,-2 5 0,1 14-1,2 3 1,3 4 0,2 2 0,5 2-1,3 1 1,5-1 95,4-2 1,2-1-1,6-2 1,2-2-1,3-6 1,6-5 2272,4-5-1909,7-9 0,-7-3 0,6-5 0,1-1 0,1-3 0,1-4 0,2-3 975,3-1-1649,-3 5 1,0-3 0,-5 6 0,-1 1 290,-1 2 0,4 1 0,-3 0 0</inkml:trace>
  <inkml:trace contextRef="#ctx0" brushRef="#br0" timeOffset="14">8614 10719 7835,'-12'5'4702,"4"-2"1,0 4 5127,-2-2-9030,5-1 1,0-4-801,10 0 0,1 0 0,7 0-3718,-1 0 1534,0 0 1,-3 0 2183,-1 0 0,-22 0 0,-1 0 0</inkml:trace>
  <inkml:trace contextRef="#ctx0" brushRef="#br0" timeOffset="15">11986 13574 7915,'-7'12'446,"1"-4"1,3 0 1026,-1 2 0,-4-3 0,3 1 905,3 2 0,2-6-1488,4-4 1,-3-2-1,3-7 1,-1-4-352,1-2 1,-3-6 0,4 0-1,-4-4-349,-1-3 1,4-4 0,0-6-1,-1-2-161,-2-1 1,-1-5 0,0 1 0,2-3-412,2-1 415,-3 5 0,5 3 1,-6 8-1,0 6 1,0 5-1,-2 7 1157,-2 5-1073,3 5 0,-5 6 1,6 3-1,0 4 1,2 5-1,0 3 0,5 5-325,4 2 0,-1 3 1,6 1-1,-1 3-122,2 2 0,-2-4 0,5 5 0,2 0 79,1-1 1,-2-2 0,-1-6 0,2-1 170,1-2 1,3 1 0,2-6-1,-1-1-33,-4-1 1,-2-7 0,-5-3 144,5-3 1,-8-2-1,-2-3 362,-4-4 1,-3-5 0,-4-3 0,0-5-67,0-2 0,0-7 0,0-3 0,-1-2-211,-3-2 0,1-6 0,-5-2 0,-2-4-15,-1-4 1,-1-3-1,-2-5 1,-1 5 62,-1 7 0,0 5 0,3 8 0,1 0 82,0 3 1,-1 7-1,1 8 1,1 3-516,3 4 1,-2 6-5048,6-3 3498,0 5 0,8-1 0,2 8 0,0 4 1817,4 3 0,28 45 0,-14-22 0,-1-1 0</inkml:trace>
  <inkml:trace contextRef="#ctx0" brushRef="#br0" timeOffset="16">12762 13254 13445,'-9'5'381,"2"3"1,2 3 0,1 2 0,0 0 0,0 4 0,1 3 50,2 4 1,1-4 0,0 1 0,0 0 0,1 1 0,3-1 10,4-5 0,5-8 0,2-3 1,2-4-39,3-1 0,0-7 0,5-5 0,-1-7 9,1-5 0,-2-2 0,-2-1 1,-5-2-17,-2 2 0,-7 0 0,-5 1 0,-6 0-31,-8 2 1,-7 8 0,-9 1 0,-2 4-52,-1 3-692,4 5 0,-4-2 0,8 5 0,3 0 0,2 0-2034,0 0-1949,4 0 4359,2 0 0,23 5 0,10 2 0</inkml:trace>
  <inkml:trace contextRef="#ctx0" brushRef="#br0" timeOffset="17">13217 13549 7772,'7'0'6268,"2"-1"-5311,-5-3 0,0 1-2127,-4-5 1170,6 5 0,-5 3 0,5 7 0</inkml:trace>
  <inkml:trace contextRef="#ctx0" brushRef="#br0" timeOffset="18">6645 16109 7779,'-12'5'257,"0"2"1,1 1 848,3 1 0,-2-1 0,6 4 1,1 0-1,3-1-319,4-3 1,3-2-1,5-7 1,1-4 0,-1-3-1,0-4-31,1-4 1,-5 1-1,-1-5 1,0 1 0,-2-1-1,0-5-223,-2-2 0,-1-3 1,-2 1-1,0-5-493,0-6 0,0 2 0,0-3 1,-2 3 125,-2 1-245,3 5 1,-6-1 0,4 9 0,-1 7 0,1 11 0,2 12 0,2 12-548,3 11 0,3 6 0,7 6 1,2 5-1,5 0 0,2 1 152,2-2 0,3-7 0,3-1 0,-1-7 435,0-4 1,4-12-1,-3-6 1,1-7 463,-4-5 0,-2-4 0,-2-10 0,-2-7 379,-2-6 1,-6-6 0,-2-4-1,-5-7-352,-2-8 0,-5-4 0,0 24 0,-1-2 1,-3-1-1,-2 0-337,0 0 1,-3-1 0,-1 0-1,0 1 1,2 3 0,-1 0 0,-7-26-210,-2 12 0,5 13 0,-4 18 1,4 6-486,0 3 0,2 9-1079,3 1 1,3 5 0,5 7 0,1 2-1072,3 3 0,4-2 2729,9 5 0,18 19 0,9 8 0,-11-11 0,1-1 0,-1 1 0</inkml:trace>
  <inkml:trace contextRef="#ctx0" brushRef="#br0" timeOffset="19">7581 15850 7807,'-13'0'249,"1"0"0,0 0 1,-1 2-1,1 0 827,0 3 0,1 6 0,1-1 0,2 7 0,0 2 1,0 3 2042,-1 1-2799,7 2 1,-4-1 0,6 0-1,2-3 1,3-3 0,6-4 0,7-7 47,5-4 1,0-5-1,9-2 1,-1-6 0,-1-5-1,0-5 646,-2-3-911,-8-2 1,-3 5-1,-9-1 1,-4 1-1,-4 0 1,-6 4-1,-6 4 640,-7 3-1361,-4 4 0,-2 5 0,1 0 1,0 1-1,2 3 0,3 6 1,3 4-4461,5 2 4634,-1 6 444,10-8 0,46 36 0,-13-23 0,0 0 0</inkml:trace>
  <inkml:trace contextRef="#ctx0" brushRef="#br0" timeOffset="20">8036 16121 14997,'0'-8'4915,"0"0"0,1 5-5360,3-1 0,-1-2 1,4 1-1642,-2-2 0,5 4 1,-3-2-2567,0-1 4652,4 5 0,-5-26 0,7-1 0</inkml:trace>
  <inkml:trace contextRef="#ctx0" brushRef="#br0" timeOffset="21">21856 6387 7841,'0'7'3557,"0"4"-3073,0-10 0,1 5 1,2-5-1,2 2 1506,2 1-1656,-4 0 1,4-4 0,-3 0-1,3-2 1,1-2 0,0-4-1,2-4 797,1-5 0,0 2-801,-3-5-262,3-1 0,-6-3 1,5-2-1,-3-3 0,-1-5 1,0-4-1,-1-5 31,-2-1 0,3 5-80,-2-2 86,0 8 0,-4 4 1,0 7-1,0 3 278,0 1-942,0 8 471,0 10 1,4 6 0,1 7 0,2 0 0,3 2-482,1 2 513,6 5 1,-1-7 0,4 5 0,1 1 0,-1-1 60,1 1 1,-2-6 0,3 1 0,-3-2 145,-1-2 0,-1 0 50,0 1 1,-4-6-55,4-3 1,-4 1-1,0-1 1,-1-1 150,0-2 1,-3-5-143,-1 0 0,-4-5 46,4 0 1,-4 3 0,3-3 0,0 0-28,0-2 0,-5-1-12,3-1 0,-3 1-135,2 0 3,-2-1 0,3 0 0,-5-2 0,0-3 0,0-1 105,0-3 1,0 3-58,0-2-32,0 1 0,-4-9 0,-1-1 0,-1-2 0,-1-2 269,0-1 1,1-4-31,-3-2-158,-1-2 1,7-7-1,-4 3 1,0 1 0,2 7-35,-1 5 0,-2 4 1,2 5-1,1 2-1367,0 2-1873,-5 3 1693,3 6 117,0 5 0,2 3-1394,5 8 1,1 3 2729,3 5 0,20 17 0,8 4 0</inkml:trace>
  <inkml:trace contextRef="#ctx0" brushRef="#br0" timeOffset="22">22717 6018 7841,'0'-8'439,"-1"1"0,-2 0 1421,-1 0-1527,-6 4 1,8-2-1,-5 6 1,0 5 0,2 5-1,-2 5 1,1 3-1,1 3 715,2 1 1,-2 3-402,1 3-428,-1-9 1,5 9-1,2-10 1,2 2-1,4-2 1,4-1 0,3-5 344,2-3 1,5-5 0,-2-5 0,5 0-314,4 0 0,-3-5 0,2-3 0,-2-5-68,-1-3 0,-1-3 1,1-6-1,-2 1 70,-2-1 0,-8-4 330,-4 1-424,-7-1 0,4 0 1,-7 1-1,-4 2 0,-4 2 1,-8 5-1,-6 1 387,-4 3 1,-7 7-393,1 4-109,-3 3 0,3 1 1,2 0-1,1 0 0,3 0-118,1 0-757,6 0 1,3 4-1,6 1-1476,3 2 1,2-3-1520,6 4 2675,0 1 1,1 3 1149,4 0 0,12 6 0,9 1 0</inkml:trace>
  <inkml:trace contextRef="#ctx0" brushRef="#br0" timeOffset="23">27689 9205 7738,'-1'-12'0,"-4"1"0,-3 1 774,-3 2 0,3 5 1,0 1-1,0 4 1,1 8-1,3 5 0,2 5 310,2 4 1,0 6-1,0 3 1,0 2 0,2 2-1,2 0-319,4 0 1,9-2 0,4-2 0,7-5-1,5-7 1,3-6 91,5-5 1,3-4 0,5-9 0,-1-5-613,-3-9 0,-2-10 0,-8-7 1,-2-6-246,-4-5 0,-9-8 0,-3-4 0,-9-5 0,-4-3 0,-2-3 0,-4 0 0,-3-1 0,-8 6-1066,1 14 1,-7 4-1,4 15 1,-2 8 0,2 7-1,2 11-1414,0 9 1,5 9-1,1 11 2480,2-1 0,-5 39 0,7-27 0,0 1 0</inkml:trace>
  <inkml:trace contextRef="#ctx0" brushRef="#br0" timeOffset="24">28058 9451 13189,'0'12'2230,"0"6"0,0 4 0,0 5-785,0 6 1,-1 10 0,-2 5-1,-2 5-693,-2 3 1,3-4-1,-3 0 1,0-6-753,0-5 0,3-8 0,-3-5 0,2-7-2679,2-4 0,-2-4-5345,0 0 6680,7-12 0,5-4 1344,5-13 0,22-25 0,6-11 0</inkml:trace>
  <inkml:trace contextRef="#ctx0" brushRef="#br0" timeOffset="25">28341 9771 12856,'12'-5'1020,"8"-2"0,3-7 0,6-2-465,2-5 0,2-7 1,4-4-1,-2-1-517,-2 0 0,-8 2 0,-10 0 1,-6 5-143,-5 4 1,-9 12 0,-7 2 0,-9 5-614,-6 3 727,-10 11 0,-5 4 0,-5 12 0,3 4 0,2 0 0,2 5 0,2 2 2353,1 3-1849,11 5 1,3-7 0,12 2-1,4-3 1,7-2 0,8-5-1,7-6 2179,6-8-2434,8-3 1,-1-7-1,8-3 1,2-3-1,0-1 1,1-1 0,-4-2-3616,-2-1 2238,3-5 1,-10 3 0,2-3 0,-3 0 0,-3 0-1,-3-2 1118,-1-2 0,14-48 0,-15 24 0,-1 0 0</inkml:trace>
  <inkml:trace contextRef="#ctx0" brushRef="#br0" timeOffset="26">29055 9525 7770,'7'-19'0,"-3"2"0,-3 4 1796,-1 0 0,0 1-281,0 0 1,-5 5-1,-5 4 1,-5 6-683,-5 5 1,-8 5 0,-2 3 0,0 4-43,0 4 1,3 0 0,6 1 0,6-2-316,6-2 1,4-2 0,11-4 0,9 1 486,12-1-772,5-6 1,16 0-1,-5-3 1,3 0 0,-3 4-1,-2 1 1,-5 1-66,-6 1 1,-14 4-1,-5 4 1,-7 2-120,-9 2 0,-13-1 0,-17 2 0,-9 0-7,-9-1 0,-6 1 0,-1-10 0,3-1 0,8-1 0,7-6 0,10-1 0,8-2-3252,6-2 0,11-1-4951,7-2 8203,6 0 0,22-17 0,5-3 0</inkml:trace>
  <inkml:trace contextRef="#ctx0" brushRef="#br0" timeOffset="27">29240 12774 7809,'-14'0'0,"-3"0"0,4 0 700,-4 0 1,4 5 0,0 5 0,2 4 0,3 2 206,4-1 0,4 3 0,3 0 0,4 1-484,4 3 0,-2-3 0,9 0 1,0-1 153,2-3 1,5-6-427,4-1 0,1-5 0,4 1 0,-1-2 0,1-2 0,3-2 222,4-2 0,-7-3-294,3-5 1,-7-4-1,1-4 1,0-1-1,-5-5 1,-3-2 90,-3-2 1,-6-1 0,0-6 0,-6 0-86,-3 0 0,-1 0 1,-5 2-1,-2 2-52,-1 4 0,-5 3-132,0 1-176,-2 6 1,-1 6-1,0 6 1,0 1 0,-1 4-1,1 2 1,1 4-2475,3 4 1,-2 3 1761,6 1 987,0 6 0,-1 28 0,-2 13 0</inkml:trace>
  <inkml:trace contextRef="#ctx0" brushRef="#br0" timeOffset="28">29535 13143 7825,'0'-8'2632,"0"0"-1631,0 5 0,0-1 0,0 8 252,0 4 0,4 7 4,0 2-901,0 4 0,0 0 0,0 6 0,-1 2 1,-1-2-1,-2 1 0,0-1 1883,0 2-2413,-6-1 1,5-3 0,-5 0-1,2-2 1,0-1 0,0-3-3027,-2-1 2135,5-7 1,-3-2 0,8-6-1,4-4 1,3-6 1064,2-4 0,15-45 0,-11 22 0,-1 1 0</inkml:trace>
  <inkml:trace contextRef="#ctx0" brushRef="#br0" timeOffset="29">29929 13278 7825,'-13'4'364,"1"1"1,1-1 1221,3 1-112,-3-3 1,8 3 1496,-5-5-2155,5 0-384,-2 0 0,5 1 0,0 3 0,1 3 261,3 0 1,-1-1 0,5-6-391,2 0 1,1 0-1,1 0 1,0 0-218,1 0 0,3-2 1,2 0-1,1-4-319,3-1 1,1-1 0,2-6-1,-1-1-415,1-1 0,-2-5-376,-2 5 790,2-6 1,-11 8 0,2-2 0,-6 2 0,-2 2 0,-5 1-237,-4 3 0,-5 2 438,-8 6 0,-3 0 0,-6 2 1,-1 3 16,-3 8 0,2 0 23,-6 8 0,4-5 200,-3 5-90,4-1 1,-2 5-1,7-1 1,2 2 0,5 2 246,2 0 0,7 0 1,3-6-1,4-3 708,4-1 0,9-6-393,7-4 1,8-5 741,0 1-1136,6-3 1,-6-6 0,3-3 0,-1-2-1,-2 0-511,-2 2 0,-7 0 0,-3-4 0,-2 1-4953,-2 3 2840,1-3 0,-5 5 2338,0-2 0,-5-8 0,2 2 0</inkml:trace>
  <inkml:trace contextRef="#ctx0" brushRef="#br0" timeOffset="30">30679 13118 7825,'0'-8'1085,"-1"1"995,-3 2-1590,-3 1 0,-5 4 1,-1 1-1,0 2 1,-4 2-1,-3 4 1,-3 3-1,-2 3 1,0 1 1120,1 2 0,5-4-731,2 2-682,4-2 1,6-2-1,4-1 1,7-3-1,8-2 1,9-2 148,6 0 1,-1 0 0,4-4 0,-2 1 0,-2 2 0,-4 3-198,-3 0 0,-4 3 1,-7 3-1,-5 2-155,-6 2 1,-15 3 0,-12 7-1,-10 2-128,-9 0 1,0 1 0,-4-4 0,3-1-927,5 1 0,10-7 0,10-5-476,7-3 0,11-7 1,7 1-767,7-3 2301,10-6 0,14-12 0,6-6 0,6-4 0,0 1 0</inkml:trace>
  <inkml:trace contextRef="#ctx0" brushRef="#br0" timeOffset="31">30839 13525 7825,'0'-13'2707,"-4"5"434,0 0 0,-1 5-1515,1-1-594,2 3 1,-5 1-1,3 0-6335,-4 0 5303,3 5 0,10 13 0,9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51:05.549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7027 11408 7863,'0'-7'868,"0"2"-277,0 5 348,0 0-253,5 0 965,-3 0 1143,3 0-1548,-5 5 1,0-2 745,0 5-747,0-5-1126,0 8 1,-5-9 0,-4 5 0,-3 0 0,-4 0 0,-5 2-43,-2 2 0,-7 2 0,-4 0 0,-5 2-158,-2 2 1,-4-1 0,3-3 0,0-1-106,-1 0 0,3-5 0,8-3 0,3-3 31,3-1 0,3 5 1,2-1-1,5-2 75,2 0 0,6-2 636,0 0 278,5 0 1248,-2 0 128,5 0-130,0 0-1879,5 5 0,-2-2 1,5 4-202,2-2 0,-4 3 0,1-2 0,0 1 0,0 2 0,1 4 0,4 2 0,-1 2 0,-2 3 0,1 0 0,-3 6 0,1 1 0,1 2 0,-1 5 0,3-1 0,-2 3 0,0 1 0,-3 1 0,4 2 0,-2-1 0,2-3 0,-3 1 0,1-6 0,0 2 0,-1 0 0,2-2 0,-3 2 0,-1-3 0,1 0 0,-2-2 0,-4 3 0,0 0 0,0 1 0,0-5 0,0 2 0,0-2 0,0 2 0,0-3 0,0 3 0,0-5 0,0-3 0,0 3 0,0 0 0,0 3 0,0 0 0,0-1 0,0-1 0,0 1 0,0 3 0,0-2 0,0 6 0,0 0 0,0-2 0,0 5 0,1-4 0,2 3 0,1-3 0,0 0 0,-4-3 0,0 3 0,0 4 0,0-3 0,0-2 0,0 2 0,0 3 0,4-1 0,0 10 0,-1 0 0,-1-1 0,-2 4 0,0-4 0,0 2 0,0 4 0,4-5 0,0 5 0,-1-3 0,-2-1 0,-1 3 0,1 3 0,2 2 0,1-2 0,0-2 0,-4-2 0,2-1 0,2-2 0,-3-1 0,3 2 0,-1-1 0,1 2 0,-3 5 0,3 1 0,-1-1 0,1-2 0,-2 0 0,2-1 0,-3 0 0,-1 0 0,0 1 0,0-1 0,0 0 0,0 0 0,0 0 0,0 1 0,0-2 0,0-3 0,0-3 0,0-5 0,0 1 0,0 3 0,0-2 0,0 3 0,0-1 0,0 0 0,0 5 0,-1 0 0,-2 0 0,-1-1 0,-4-2 0,4-5 0,-1 2 0,0 1 0,2 0 0,-4-4 0,2-1 0,2 1 0,1 2 0,-1 0 0,-1 2 0,1-1 0,-3-2 0,1-1 0,-2 0 0,-2 0 0,2-1 0,-1-2 0,-2-1 0,-1 1 0,3-1 0,0 1 0,-2 1 0,-1-1 0,4-1 0,2 0 0,1-3 0,0 0 0,0-8 0,4 1 0,0-2 0,0-2 0,0-4 0,0 1 0,0-2 0,0-2 0,1-1 0,3-2 0,-1-3 0,5-3 0,1 3 0,2 1 0,7-5 0,3 4 0,3-2 0,5 0 0,2 0 0,6-4 0,3 0 0,5 0 0,0-4 0,9-3 0,-4-1 0,-1-2 0,-1-3 0,-4 6 0,-8 0 0,-10 3 0,-3 4 0,-7 4-2266,-1 4 2266,-1-2 0,-7-17 0,-2-10 0</inkml:trace>
  <inkml:trace contextRef="#ctx0" brushRef="#br0" timeOffset="1">14767 11272 7822,'-12'-12'355,"0"0"1,0 1 0,1 1-1,1 4 2908,2 0 0,4 1-561,-4 0-1816,5 4 0,-1-3 1,8 7-210,4 1 1,4 1-1,3-1 1,3 3-1,3 1 1,3-1-335,4-1 1,10 2 0,2-4 0,6 0 0,10 0 0,8 0-348,-27-2 1,0-1 0,0 0 0,0-1-1,1 1 1,1-2 0,-4 1 0,1-1-1,29-2 1,-2-2-133,-1-2 0,-8 0 1,-6-2-1,-11 0 1,-11 1-1,-8 0 1066,-4 0 1,-9 5-533,-5-1-398,0 3 0,-9 2 0,4 3 0,1 3 0,4 5 0,0 1 0,0 0 0,0 2 0,0 2 0,0 6 0,0 2 0,2 6 0,2 5 0,-3 2 0,3 3 0,-4 5 0,-4 6 0,1-1 0,-6 4 0,-3-1 0,-3 4 0,-3 3 0,3 4 0,-2-1 0,2-4 0,2 0 0,2-7 0,1 1 0,2 0 0,5-7 0,-1 2 0,4-1 0,4 0 0,2 5 0,3 1 0,-1-3 0,2 0 0,-3-3 0,1-2 0,0 1 0,-1 4 0,0-1 0,-4 8 0,1-1 0,-2-1 0,1 4 0,0-4 0,1-1 0,-1-6 0,-1 0 0,1-3 0,3 3 0,1 4 0,-3-2 0,4 2 0,0-2 0,-1-2 0,0 0 0,-5 0 0,3 0 0,-3 1 0,0-1 0,-2 2 0,1 2 0,3 4 0,-3 2 0,4-1 0,-4-5 0,-1-3 0,1 5 0,2 1 0,1 2 0,-1-1 0,2-1 0,1 3 0,-1-2 0,1 2 0,2-4 0,-3-2 0,2-1 0,3 1 0,-3 3 0,1 6 0,0-2 0,-1-2 0,4-2 0,-4-4 0,1 2 0,0 2 0,-4-8 0,3 1 0,-1 1 0,-4 2 0,4 0 0,-1 4 0,2-3 0,3-5 0,-4 1 0,3-5 0,-1 1 0,-1 0 0,4-5 0,-3 2 0,3-1 0,1 0 0,0 4 0,-1-4 0,-1-2 0,-2-5 0,0-1 0,5-7 0,-1-3 0,0 0 0,-4-5 0,-1-2 0,0-2 0,0-2 0,0 1 0,2-3 0,0-1 0,-7-2 0,4-5 0,-1 2 0,-3 0 0,4 1 0,-1-1 0,-3 0 0,6-4 0,-1 1 0,1 3 0,-1-2 0,-3 2 0,-2-2 0,1 1 0,-6 1 0,-11 4 0,-10-1 0,-9 3 0,-7 4 0,-5 6 0,-10 1 0,-6 3 0,27-9 0,-1-1 0,-1-1 0,-2 1 0,0 2 0,0 1 0,-2 0 0,1 0 0,-2 1 0,1 0 0,6-1 0,2 1 0,-26 15 0,12-5-3485,14-7 0,10 1 754,5-5 1,9-8 2730,4-9 0,-9-25 0,-3-15 0,-1-4 0,0 0 0</inkml:trace>
  <inkml:trace contextRef="#ctx0" brushRef="#br0" timeOffset="2">3593 13857 7868,'-5'-18'905,"-2"4"0,-4-2 0,2 2 0,2 2 733,1 0 0,4 6 1,7 6-1,6 8 0,5 9 1,5 7-617,5 8 0,0 5 1,7 2-1,1 4 0,1 1 1,4 2-719,2 2 1,-2 0 0,5-3 0,-2-4-305,-2-3 0,-6-2 0,-4-3 0,-4-6 0,-8-5 0,-7-6 0,-7-2 0,-2-2 0,-2 0 0,0 1-3277,0-1 0,-2-5 0,-1-4 2945,-1-6 1,-16-48-1,10 18 1,-1-1 0</inkml:trace>
  <inkml:trace contextRef="#ctx0" brushRef="#br0" timeOffset="3">4098 13660 7875,'0'-8'481,"0"-1"1,0 0 663,0-2 0,-1 5 1,-2 6-1,-1 9 0,0 7-239,-2 9 1,-1 8 0,-5 10 0,-2 8-443,-2 4 1,-9 9 0,9-28 0,-2 2 0,-1 2 0,-1 2-103,-3 2 1,0 1-1,0-4 1,0 0 0,0-1-1,1 0 1,2-4-1,0-1 1,-13 27 0,7-9-451,4-6 1,9-10-1,-1-9 1,6-3-1,2-4 1,4-5-401,0-2-860,2-2 0,2-4 1,2-1-1,4-2 1348,3-2 0,23-23 0,6-8 0</inkml:trace>
  <inkml:trace contextRef="#ctx0" brushRef="#br0" timeOffset="4">4726 14029 7875,'-13'0'1689,"1"1"1,0 2 276,-1 1 0,8 0 0,5-4 0,8 0 0,7 0-981,6 0 1,2-4-1,2-1 1,0-2-1054,4-3 0,-1-1 0,3-1 1,-1 1-446,-3 3 0,-1-3 0,-2 4 0,-2 0-988,-2 3 1,-5 3-1,1 1 89,-2 0 1,-7 1-1,-3 3 1,-4 5 0,-4 2-2989,-4 1 4400,-3 0 0,-34 11 0,-9 3 0</inkml:trace>
  <inkml:trace contextRef="#ctx0" brushRef="#br0" timeOffset="5">4738 14300 7862,'-8'0'864,"1"-2"1482,1-2 0,4 3 1,6-4-972,4-1 1,8 3 0,5-4 0,2 2-539,2 2 1,-1-2 0,1 1-1,0 1-108,-1 2-902,1 1 0,-2 0 0,-2 0 1,-4 0-1,0 0 0,-1 0-3661,-1 0 2406,-1 5 1,-7-2 0,-3 5 1427,-3 2 0,-45-5 0,-10 1 0</inkml:trace>
  <inkml:trace contextRef="#ctx0" brushRef="#br0" timeOffset="6">7494 11740 7869,'-5'-19'774,"2"1"0,-5 6 0,-2 0 0,0 1 1,-1 4 863,2 7 0,0 11 1,5 9-1,1 4 0,2 1 1,1 4-19,0 4 0,0 3 0,0 0 0,0 1-1465,0 0 0,4-1 0,1-3 1,1-5-776,-1-2 1,3-2 0,-2-2-1,-1-3 1,2-2 0,-1 0-2658,-1 1 0,3-5 0,-4 5 3185,-1 0 0,4 6 1,0 8-1</inkml:trace>
  <inkml:trace contextRef="#ctx0" brushRef="#br0" timeOffset="7">7519 12786 7857,'-8'-1'5317,"1"-1"3627,2 2-8535,0 3 0,5 9 0,0 2 0,0 1 0,0 3 0,0 0 0,0 1 0,0 0 0,0 3-1174,0 1 0,5-2 0,-1-1 0,0 2-1589,1 1 0,-2-2 1,4-1 2353,-2 2 0,21 34 0,-12-23 0,0 0 0</inkml:trace>
  <inkml:trace contextRef="#ctx0" brushRef="#br0" timeOffset="8">7593 13869 7857,'-7'-5'2424,"-4"3"1,3-2 4017,-3 3-5970,4 6 1,0 3 0,5 7 0,-3 5 0,3 2 0,0 5 0,2 2-1,0 2 1,0 0 309,0 4 1,0-5 0,2-2 0,0-2-1333,3-1 0,-1-2 0,-3-2 0,2-5-974,1-2-3716,5-2 5240,-2 1 0,11-18 0,1-3 0</inkml:trace>
  <inkml:trace contextRef="#ctx0" brushRef="#br0" timeOffset="9">7556 14977 7857,'-1'-9'359,"-2"1"1,-3 0-1,1 0 1,-2 1 1234,0 2 0,5 7 0,-3 11 0,4 6 0,1 5 0,0 6-1571,0 7 0,0 0 0,0 3 0,0-5 1,0-3-1,1-2-1453,4-3 0,-4-1 1430,3-1 0,-3 0 0,-1-1 0</inkml:trace>
  <inkml:trace contextRef="#ctx0" brushRef="#br0" timeOffset="10">7531 15777 7826,'-4'-9'1588,"-1"3"0,-2 0 0,-3 3 948,-1 2 0,5 2-2536,2 3 0,8 36 0,2 13 0</inkml:trace>
  <inkml:trace contextRef="#ctx0" brushRef="#br0" timeOffset="11">7494 16097 7826,'-5'17'303,"-3"2"1,-3 2-1,0-1 1,1 1 1990,2-2-2294,5-1 0,9-11 0,8-2 0</inkml:trace>
  <inkml:trace contextRef="#ctx0" brushRef="#br0" timeOffset="12">7531 16256 7815,'-11'13'1180,"3"-1"1,-14 0 0,6 2 0,1 1 0,3 2 2136,3-2-2758,4-7 0,6 1-559,3-5 0,31-16 0,11-8 0</inkml:trace>
  <inkml:trace contextRef="#ctx0" brushRef="#br0" timeOffset="13">8516 11765 7871,'-12'-11'194,"-1"1"1339,1 2 0,1 0 0,1-3-150,2 3 1,7 2 0,0 8 0,5 3-1,4 7 2005,6 7-3005,-2 5 1,7 0 0,-4 2 0,3 3 0,1 2-1,1 1 1,0-2 62,-4 0 0,2-5 1,-2 1-1,1-4 1,-1-2-1,-1 1-507,-4-1-1552,1-5 1,-6-1-5018,2-6 5378,-3-5 1,-5 1 1251,0-8 0,-16-30 0,-5-13 0</inkml:trace>
  <inkml:trace contextRef="#ctx0" brushRef="#br0" timeOffset="14">8725 11691 7871,'0'-8'350,"1"-1"1,2 0 1037,1-2 0,0-1-688,-4-1 0,-1 7 0,-3 1-246,-4 4 0,1 7 1,0 2-1,0 4-91,0 4 1,-2 4 0,-6 7-1,-3 4 1,-1 8 0,-3 4-1,-1 8 0,-2 0 0,1 5 0,-1-2 1,2-3-1,2-5-604,5-5-497,8-13 1,2-1 0,7-12-1,4-4 738,3-5 0,25-27 0,6-6 0</inkml:trace>
  <inkml:trace contextRef="#ctx0" brushRef="#br0" timeOffset="15">8947 12109 8062,'0'-8'1042,"-2"1"0,0 0 1826,-3 1-2146,1 3 1,4 3 0,0 8-260,0 3 0,0 1 0,0 2-567,0 2 0,2-2 0,0 2 0,3-2-2306,-3-2 1951,0 1 459,-2-6 0,5 4 0,2-5 0</inkml:trace>
  <inkml:trace contextRef="#ctx0" brushRef="#br0" timeOffset="16">8454 12848 7846,'-8'-2'446,"0"0"1,-2-3 0,1 1 0,-1 0 4402,2 0-4557,5 0 1,-2 5 0,5 4 0,1 3 0,3 3 0,5 2 0,1 2 0,3 3 0,-1 1 336,0 3 0,1-3 1,-1 2-1,0 1-661,1 1 1,-5-3 0,-1 1 0,-1-1-1941,1 0 636,-4-3 1,7-4 1335,-6-1 0,-6-27 0,-4-7 0</inkml:trace>
  <inkml:trace contextRef="#ctx0" brushRef="#br0" timeOffset="17">8639 12774 7846,'-4'-8'776,"-2"1"0,0 1-85,-4 4 1,-1 2-1,-1 5 1,-1 7 0,1 9-1,-2 8-457,-2 8 1,-2 5 0,-4 7-1,3 0 1,1-1 0,3-3-533,2-4 0,2-8 0,3-5 0,4-5-2068,2-3 2366,2-10 0,11-16 0,3-14 0</inkml:trace>
  <inkml:trace contextRef="#ctx0" brushRef="#br0" timeOffset="18">8713 13168 7846,'-8'-11'3345,"1"1"-2811,1 2 0,4 0 1,6-3-1,5 1 0,5 2 1,4 0 1105,1 1-1736,1-4 0,-1 8 1,-1-4-1,-1 2 0,-1 2 1,-1 3-141,-1 4 1,-7 5 0,-5 7-1,-4 4 1,-7 4 0,-2 2 224,-1 2 0,0-2 1,0 3-1,1-4 0,2-3 1,5-3 1115,3-1-1048,1-2 0,1-5 0,3-3 1,6-4-1,5-2 0,6-2 1,2-2-1461,1-2 1242,1-3 161,-6-5 0,10-11 0,-3-3 0</inkml:trace>
  <inkml:trace contextRef="#ctx0" brushRef="#br0" timeOffset="19">8504 13832 7846,'-9'0'8295,"1"0"-7620,5 0 1,8 6-1,7 2 1,2 3 0,-1 1-347,0 0 0,-1 1 1,0-1-1,0 0 1,1 1-1,-2 0-1332,-3 4 1,1-4 0,-4 4 0,-3-4-2048,0 0 3050,-2-6 0,-28-35 0,-6-13 0</inkml:trace>
  <inkml:trace contextRef="#ctx0" brushRef="#br0" timeOffset="20">8602 13697 7846,'-19'12'344,"1"0"1,6 2-1,0 2 373,-1 5 1,1 4-1,0 3 1,-1 5-275,1 3 1,4 2 0,0 2-1,-1 1-905,3-2 0,-4-6 0,6-4 1,1-5-1878,2-3 1282,1-9 1057,0-1 0,5-20 0,2 0 0</inkml:trace>
  <inkml:trace contextRef="#ctx0" brushRef="#br0" timeOffset="21">8725 14091 7846,'0'-13'0,"-1"1"0,-2 0 1202,-1-1 1,0 5 0,4 0-205,0-2 1,1 5 0,3 1-819,4 2 1,8 2-1,0 2 1,-1 1-69,-1 1 3,-2 0 1,2-4 0,1 0 0,1 0 0,0 0 0,1 0 285,-1 0 0,1 4 0,-6 1 0,-3 2-134,-4 3 0,-3 2 1,-1 3-1,0 3-471,0 1 1,0-4 0,0 1 0,0-2-508,0-2 324,0-5 0,6 3 0,2-6 1415,3-1 0,0-1-530,-3 3 1,-4 1-1,-8 7 1,-4-1-800,-3 0 1,-3 5 0,-1-1 0,-1-1-1825,1-1 1,0-2 2124,-2 0 0,4-21 0,-5-6 0</inkml:trace>
  <inkml:trace contextRef="#ctx0" brushRef="#br0" timeOffset="22">8737 14940 7823,'-12'-2'793,"0"0"0,-1-4 2533,1-1 1,0 3-1347,0-4-4518,5 5 937,1-2 1601,17 16 0,14 24 0,13 17 0</inkml:trace>
  <inkml:trace contextRef="#ctx0" brushRef="#br0" timeOffset="23">8713 15444 9032,'-13'-5'1780,"5"3"0,1-3-27,2 0 1,1 2-2552,4-5 1,1 5 0,3-1 797,5 2 0,18 35 0,6 8 0</inkml:trace>
  <inkml:trace contextRef="#ctx0" brushRef="#br0" timeOffset="24">8725 15789 7827,'-8'0'0,"0"0"431,-2 0-431,-1 0 0,15 5 0,4 2 0</inkml:trace>
  <inkml:trace contextRef="#ctx0" brushRef="#br0" timeOffset="25">8836 16010 7827,'-14'6'0,"-1"2"0,-1 2 1059,1-2 0,5 3 0,3-3-562,2 3 1,2 0 0,7-2-498,4 0 0,36-1 0,9 4 0</inkml:trace>
  <inkml:trace contextRef="#ctx0" brushRef="#br0" timeOffset="26">8885 16195 7827,'-8'12'0,"0"1"0,-1-1 2306,-3 0 1,4-4-1,0-1 1330,-2-1-3636,5-2 0,27-48 0,12-11 0</inkml:trace>
  <inkml:trace contextRef="#ctx0" brushRef="#br0" timeOffset="27">10719 11925 7874,'-7'-10'571,"-4"-1"1,-4-2 0,0-1-1,3 0 6150,3 2-3338,-2 0-2636,15 5 1,-6 11-1,10 10 1,3 3-1,3 7 1849,2 3-2300,6-1 0,-3 8 0,6-5 1,-2-2-1,-1-1 0,-2-1 1,2-1-297,1 1 0,1-5 0,-2 0 0,-3-3 0,-2-2 0,0-1 0,-5-2-134,-5 1 1,3-1-1,-6 0 1,-2 1-9698,0-1 9402,-2-5 0,0-35 0,0-13 0</inkml:trace>
  <inkml:trace contextRef="#ctx0" brushRef="#br0" timeOffset="28">11039 11777 8457,'-7'-5'2174,"0"3"-1116,3-2 0,1 3 1,-5 1 60,-2 0 1,4 7 82,-3 5-830,-4 6 0,-6 13 1,-7 6-1,-3 7 1,-4 4-1,-1 1 1,0-1 214,1-3 0,10-3 0,-1-6 0,7-5-1753,6-6 1,4-6-688,7-7 0,5-5 0,3-4 1853,3-6 0,24-31 0,4-13 0</inkml:trace>
  <inkml:trace contextRef="#ctx0" brushRef="#br0" timeOffset="29">11186 11580 7364,'-12'-4'-311,"1"-1"0,2-1 2231,0 1 0,7-1-310,-3 2-1319,10 3 1,-3-9 0,5 5 0,0-1 0,0-1 0,2 2 0,2-2 739,2 0 0,3 3-608,0-4-384,1 0 1,-3-1-1,1 1 1,1 0-1,-1 0 1,-1 1-1,-3 3-395,-3 5 0,-8 10 1,-8 10-1,-5 2 48,-3 2 1,1 3 0,-6 2 0,1 0 345,1 1 0,1-3 180,6-3-144,-1 0 1,7-6 0,1-3 0,4-2 0,4-3-1,5-3 1,8-5 421,6-6 0,4-4-195,3-5-667,-3-1 1,4 1 0,-5 0 0,-2 1-1,-1 1-2329,-2 2 2695,-10 5 0,-38 25 0,-19 12 0</inkml:trace>
  <inkml:trace contextRef="#ctx0" brushRef="#br0" timeOffset="30">11149 12306 7890,'0'-12'1946,"0"0"2421,0-1-3656,0 6 1,0 3-1,0 8 1,0 5-1,0 3 1,0 4 1976,0 5-2831,0-3 0,0 5 1,0-3-1,0 4 1,0-1-1,0-1 1,0-2-2085,0 2 2227,0-4 0,6-11 0,1-9 0</inkml:trace>
  <inkml:trace contextRef="#ctx0" brushRef="#br0" timeOffset="31">10633 12971 7832,'-7'-13'665,"-3"1"1,5 1-1,-1 2 1414,1 0 1,1 8 0,5 1 599,3 7-2073,-3 4 0,12 7 1,-2 3-1,4 5 1,1 3-1,1-1 1,-1-4 1217,-1-3 0,3 2-1202,-2-3-777,1 4 0,-5-5 0,0-1 0,-1-2 0,-1 0 1,-3-1-1,-2-1-3114,-2-2 1875,-2 1 0,-2-2 0,-3-3 1394,-5-4 0,-23-19 0,-8-6 0</inkml:trace>
  <inkml:trace contextRef="#ctx0" brushRef="#br0" timeOffset="32">10793 12897 7840,'-13'0'1652,"1"0"1,-2 1-638,-2 3 0,1 14 0,-6 11 0,-1 6 39,-1 6 0,-1 9-473,-1 7-530,6-2 0,-3-2 1,7-9-1,4-7 0,5-7 1,5-6-4015,1-3 2613,6-9 1350,-5-6 0,32-28 0,1-5 0</inkml:trace>
  <inkml:trace contextRef="#ctx0" brushRef="#br0" timeOffset="33">10989 13303 7840,'-8'0'2231,"1"-1"32,2-3-1786,1 2 1,4-5 0,1 5 0,2-4-1,2 1 1,2-2 806,3 0 1,1 3-921,1-4 1,0 5-434,1-1-58,-6 2 1,-1 2 0,-3 2-1,1 2 1,-1 4 0,-2 4-322,-1 5 1,-1-2 0,-3 7 0,-3 2 694,0 4 0,-4 0 0,4-3 0,1-2 224,1-2 0,4 1-83,1-6-7,0 1 1,1-11-1,5-2 1,5-2-1,4-2 1,1-2-1,1-2-174,-1-4 0,5-3-462,-5-1-899,0 0 0,-3-1 0,-1 1 1154,0 0 0,-5-44 0,-1-11 0</inkml:trace>
  <inkml:trace contextRef="#ctx0" brushRef="#br0" timeOffset="34">11248 12688 7840,'-6'8'429,"-2"-1"647,-3-2 1,4-1 1,1-4 0,4-1 0,2-3 219,6-4 1,7-3-1144,4-2-38,5 1 1,-5 1 0,5 2 0,-3 0-1,-1 1 1,-3 1 0,-1 3 368,-2 3-395,-5 1 0,-1 1 0,-6 5 0,-2 5 0,-1 5 1,-2 5 18,-2 5 0,-1-2 0,-3 5 0,1-5 157,2-3 1,5 1 0,1-6 0,4-1 238,7-1 0,3-6 0,4-1 1,5-2-235,2-2 0,2-7-871,-1-4-489,1-3 0,0-1 1,-2-1-1,-3 2 1,-3 3 1088,-4 4 0,-33 19 0,-9 6 0</inkml:trace>
  <inkml:trace contextRef="#ctx0" brushRef="#br0" timeOffset="35">10596 14066 7840,'-6'-7'254,"-1"-4"1,-5 3 2359,0-3-1433,5 4 0,1-4 0,8 4 0,2 1 1229,4 2 1,3 2-279,1 2-1698,1 6 0,3 0 1,0 8-1,-1 1 1,1 2-1,-1-1 0,1 0 1,-1 2-1,-1 0-732,-2 0 0,0 2 0,-1-3 1,-1-1-1562,-2 2 1,-5-4-1,1 2 1859,-3-2 0,-28-13 0,-7-2 0</inkml:trace>
  <inkml:trace contextRef="#ctx0" brushRef="#br0" timeOffset="36">10756 13894 7840,'-18'5'0,"3"6"1,-6 6 627,6 4 0,-7 4 0,5 9 0,-1 4 0,1 5 0,5-1 0,3 1 37,-1-4 1,4-6-1,2-4-2448,3-3 1,2-8 1782,3-6 0,31-44 0,11-15 0</inkml:trace>
  <inkml:trace contextRef="#ctx0" brushRef="#br0" timeOffset="37">10879 14238 7851,'-13'0'3405,"1"0"-1939,5 0 0,-2 2-175,5 2-554,-1-3 0,7 5 1,2-6-1,5 0 405,7 0 0,-3 0-699,4 0-419,-4 0 0,0 0 1,-2 1-1,-2 2 0,-2 2 1,0 1-1,-2 0 0,1 1 1,-2 2 0,-4 3-72,0 0 1,0-4 148,0 1 48,5-7 1,-2 8 0,4-5 0,0 1-1,0-1 1,2-2 393,2-2 1,1-1-574,1 0 0,-2 6 0,-3 2-68,-4 3 1,-5 7-151,-8 2 0,-4 5-833,-12 4 455,-5-3 0,-1 8 0,-6-6 0,1-2 1,3-4-2336,5-5 1,8-4 2959,8 0 0,27-37 0,12-17 0,4 0 0,0-1 0</inkml:trace>
  <inkml:trace contextRef="#ctx0" brushRef="#br0" timeOffset="38">11248 13758 7851,'-4'-8'3042,"0"0"-1644,-6 0 1,9 0-128,-3-1 1,8 5-368,4-4-686,3 5 0,1-2 0,0 5 0,1 0-170,-1 0 1,-5 1 0,-3 3-1,-3 4 148,-1 3 1,0 2-1,0 0 1,0 2 513,0 2-326,0-1 0,0 1 0,0-1 0,0-1 0,0-1 0,0-2 0,2 0 0,2-1 57,4-2 1,4-4-1,5-5 1,3-1-866,4-3 0,-4 1 1,1-5-1,-1-2-555,-1-1 0,0 0-3479,-2 3 3008,-9 2 0,8 6 1450,-7 0 0,-26 17 0,-5 3 0</inkml:trace>
  <inkml:trace contextRef="#ctx0" brushRef="#br0" timeOffset="39">10805 15063 7827,'0'-13'1288,"-4"5"0,0 0 0,0-1 4565,-2-2-5758,5 4 1,-3-3-96,8 6 0,3 66 0,-1-21 0,0 0 0</inkml:trace>
  <inkml:trace contextRef="#ctx0" brushRef="#br0" timeOffset="40">10768 15407 7833,'-12'0'3937,"-1"0"-1944,1 0-1993,0 0 0,21 22 0,6 6 0</inkml:trace>
  <inkml:trace contextRef="#ctx0" brushRef="#br0" timeOffset="41">10768 15666 7833,'-19'0'1728,"1"0"0,6 1 252,-1 3 0,7-1-820,1 5-1160,4 0 0,23 27 0,5 4 0</inkml:trace>
  <inkml:trace contextRef="#ctx0" brushRef="#br0" timeOffset="42">10780 16060 7833,'-12'5'0,"-2"3"0,1 3 2593,0 2 0,0-5-1553,8 0 1,3-5-1041,6 1 0,19 3 0,10-1 0</inkml:trace>
  <inkml:trace contextRef="#ctx0" brushRef="#br0" timeOffset="43">10793 16244 7833,'-13'2'565,"1"0"795,0 2 0,-1 5 1,2-7 784,3-3 0,4 0-2145,8-8 0,25-26 0,11-12 0</inkml:trace>
  <inkml:trace contextRef="#ctx0" brushRef="#br0" timeOffset="44">13278 11777 7844,'-4'-12'361,"-1"-1"1,-1 1 0,0 0 0,0 0 0,1-1 2787,2 1 0,-3 4 598,2-1-3094,0 1 0,6 3 0,2 6 0,4 10 0,3 8 1617,1 5 0,4 1-1496,1 4-731,5 8 1,-3 1 0,6 3 0,-2-2-1,-1-4 1,-3-1 0,-1-2 0,-2-2 0,0-3-44,1-1 0,-6-7 0,-7-2 0,-3-3-4326,-1-2 2105,0-5 1069,0-2 1,-5-6-1,-3-3 1,-3-5-1,-2-1 1,2-4 1151,3-3 0,-19-45 0,13 22 0,0 0 0</inkml:trace>
  <inkml:trace contextRef="#ctx0" brushRef="#br0" timeOffset="45">13463 11629 7844,'-5'-6'870,"2"0"-522,-5 6 425,-1 0 0,-7 3 1,-2 5-1,0 10 1,-1 8-1,0 8 1,-3 7 1023,-1 8 0,-2 2-862,1 6-867,5-5 0,1 3 1,6-7-1,1-5 1,2-7-1734,5-10 1078,3-7 1,1-11-1,1-1 1,3 0 0,5-2-1,2 1 587,1-3 0,17-7 0,3-3 0</inkml:trace>
  <inkml:trace contextRef="#ctx0" brushRef="#br0" timeOffset="46">13672 12134 7840,'-12'12'873,"4"-4"1,-1 2-1,1 2 366,1 3 0,1 7-708,1-1 20,4 2 0,-8 2 0,4-1 0,3 1 0,0-2 0,2-2 0,2-5-886,2-2 0,-1-3 335,5-3 0,11-74 0,-6 22 0,0-1 0</inkml:trace>
  <inkml:trace contextRef="#ctx0" brushRef="#br0" timeOffset="47">13857 11334 7840,'0'-8'211,"0"0"1,-2-1 1460,-2 3 1328,3 0 1108,-5 6-3616,6-5 0,2 2 0,2-4 0,4 2-29,3 2 1,-3 1 0,0 2 0,2 0-292,1 0 0,1 0 0,1 0 0,-2 2-258,-3 2 1,1 4 0,-5 7 0,-1 3-254,-1 1 1,-8 3 0,-2 5-1,-3 2 153,-1-2 1,3-5 0,1-3-1,0-1 229,1-3 0,2-5 0,5-2 341,0 2 0,9-5 1,6-1-1,6-2 236,5-2 0,5 0-157,-2 0-492,0 0 0,-6 1 0,-4 3 0,-7 6 0,-8 5 0,-8 5 0,-9 3-200,-11 2 0,-7 4 75,-10-1 0,7 0 0,-2-6 0,5-5-826,3-3 1,4 1-1041,3-7-451,4-2 1971,10-1 1,3-5 499,8 0 0,30 11 0,12 3 0</inkml:trace>
  <inkml:trace contextRef="#ctx0" brushRef="#br0" timeOffset="48">13168 13057 7840,'-13'-7'1375,"2"2"1,2 0-31,1 1 0,6 0 1,2 6-1,7 0 0,4 4 61,1 1 0,2 1-609,2 4-288,-2 0 1,4 1-1,-4-2 1,1-2-1,0 0 1,-3 0 0,-3 1 208,1-2 0,0 3 1,-1-3-2035,-1 3 1,-5 1-1,1 1-2766,-2-1 4082,-2-5 0,-22-7 0,-6-7 0</inkml:trace>
  <inkml:trace contextRef="#ctx0" brushRef="#br0" timeOffset="49">13291 12860 7840,'-7'5'657,"-3"-2"-262,6 5 213,-5-5 1,6 9 0,-5-1-1,-1 7 1,1 4 0,0 7-1,-3 4 2614,-4 5-3067,1 7 0,-5-7 0,4 3 0,-1-4 0,1-4 0,2-6 0,5-5-2529,4-5 1033,3-4 1341,1-6 0,33-29 0,8-12 0</inkml:trace>
  <inkml:trace contextRef="#ctx0" brushRef="#br0" timeOffset="50">13377 13254 7840,'0'-13'0,"0"1"0,4 0 1015,0 0 0,6-1-6,-2 1-620,3 0 0,5-1 1,2 2-1,0 2 0,1 2 1,-1 2-1,1 2 541,0 1 1,-8 4-523,1 2-289,-2 3 1,-3 5-1,-3 2 1,-3 1-1,-2 3 1,-3 1-1,-5 1 109,-2-1 0,-2 5 1,-2-4-1,-2 3 151,2 2 1,2 0 514,0-1-504,6-5 1,-2 3 0,5-5 55,1-2 0,7-7 1,6-4-1,5-4 127,5-4 0,4-4-508,0-9 0,1 2-354,-1-5-14,1-1 1,-6 1 0,-2 0 0,-4 3 0,-1 2 302,1 1 0,-23-9 0,-5-3 0</inkml:trace>
  <inkml:trace contextRef="#ctx0" brushRef="#br0" timeOffset="51">13771 12589 7832,'-9'-1'2149,"1"-3"1,1 1-733,-1-5 0,3 4 354,5-4-1439,0-1 1,1-3 0,3 1 0,4 2 0,3 2 0,2 0 720,-1 0 0,-4 4-725,0-1-480,1 3 0,-1 1 1,-1 1-1,-2 3 1,-2 4-1,-2 3 0,-1 2-406,0-1 0,0 0 0,0 1-370,0-1 498,0 0 925,0 1 0,4-5 0,2-1 0,1-2 0,4-2 0,2-2 0,4 1 682,-2 2 1,2-3-1499,0 3 200,-1 3 0,-9 1 0,-3 9 0,-4 3 0,-4 3-167,-4 2 1,-9 4-1,-3-1 1,-5 0-176,-3-2 0,3-7-26,0-3 0,6-6-730,7-2 234,0-5 1,2 1 0,6-8 984,8-4 0,22-20 0,7-5 0</inkml:trace>
  <inkml:trace contextRef="#ctx0" brushRef="#br0" timeOffset="52">12922 14017 7834,'-5'-8'6320,"1"-1"-5459,-5 1 0,7 3 0,0 5 1300,4 7-1801,5 9 1,6 0-1,0 8 1,4 2-1,2 1 1,1 2 0,1 1 846,1 1 1,1-3-946,1 0-791,-4-2 0,2-1 0,-6-1 0,-1 0 0,-3-2 0,-4-3-5690,-3-2 6219,-4 0 0,-34-38 0,-8-7 0</inkml:trace>
  <inkml:trace contextRef="#ctx0" brushRef="#br0" timeOffset="53">13131 14017 7834,'-8'0'598,"-1"0"1,1 5 94,-4 3 0,-1 9 1636,1 3-1999,-6 9 1,-1 4-1,-7 8 1,-1 4-1,-2 2 1,3-2 0,4-6 90,6-5 1,4-3 0,3-8-877,5-3 0,8-7-2224,5-9 1356,2-3 1323,6-1 0,12-16 0,5-6 0,6-2 0,0 0 0</inkml:trace>
  <inkml:trace contextRef="#ctx0" brushRef="#br0" timeOffset="54">13389 14423 8533,'-8'-1'5128,"0"-4"-3419,0 4-624,1-4-645,1 5 0,8 0 0,2-2-18,4-2 0,-1 3 1,1-3-1,2 2-193,0 2 1,-1 0 0,-1 0 0,1 0-18,2 0 1,-2 0 0,-1 0-262,1 0 0,-3 2 0,-2 2-175,-3 4 1,-1-1 0,0 1 0,0 2-215,0 0 1,-1 3 0,-2-1 86,-1 0 1,0 1 185,4-1 308,0-5 1,0 4 0,1-4-1,3 1 1,5-1 858,2-2 0,1 1-714,0-2 1,1-2 0,-1 7 0,0 0-123,0 2 0,-3 1 88,-1 1-279,-5 5 1,2-3-1,-5 4 1,-1 0-1,-3-1-375,-5-1 1,-2 0 219,-1-5 0,-4 0 1,-1-1-1,2-1 103,2-2 1,0-5 19,1 1 0,0-3-232,-1-1-247,7 0 1,-5 0 0,2 0-2502,-2 0 3037,5-5 0,0-13 0,6-8 0</inkml:trace>
  <inkml:trace contextRef="#ctx0" brushRef="#br0" timeOffset="55">13709 13758 7829,'-8'0'1069,"0"0"-689,5 0 1,-4 0 161,3 0 958,3 0 1746,-5 0-562,6 0-1527,0 0 1,2-4-879,2 0 1,-2-4-1,7 2 1,0 1-145,2 0 0,0-5 0,-1 3 0,-2 0-164,1 3 0,2-1-395,2 1 0,-2 1 0,-3 7 1,-4 4-104,-3 3 1,-2 6 292,-3-1 229,2 6 0,-7-9 0,3 4 0,1-3 0,-1-1 0,4 2 34,0 2 1,4-5 100,2-4 1,7-5 0,7 1 0,-1-3 162,1-1 1,4 0-223,-2 0 0,2 2-302,-1 2 226,-3-3 0,-12 10 1,-1-3-1,-5 5 0,-6 3 648,-6 5-452,-6 2 0,-11 1 0,-1 1 1,0 0-1,-1-1-343,-1 1 1,10-6-1,2-3 1,6-2-873,6-2 0,2-3 1024,6-1 0,28-16 0,6-1 0</inkml:trace>
  <inkml:trace contextRef="#ctx0" brushRef="#br0" timeOffset="56">13328 15223 7818,'-13'-11'4812,"2"1"554,3 2-5601,3 5 1,6-2 234,3 5 0,3 33 0,5 8 0</inkml:trace>
  <inkml:trace contextRef="#ctx0" brushRef="#br0" timeOffset="57">13291 15506 7818,'-7'-2'1166,"1"0"840,1-2 0,4-2 1146,-4 2-5927,4 3 2775,1-5 0,16 17 0,5 3 0</inkml:trace>
  <inkml:trace contextRef="#ctx0" brushRef="#br0" timeOffset="58">13278 15801 7818,'-6'6'4279,"-1"-5"-2781,3 3-1498,2-3 0,13-6 0,10-2 0</inkml:trace>
  <inkml:trace contextRef="#ctx0" brushRef="#br0" timeOffset="59">13303 15937 7818,'-11'1'2200,"1"2"1171,2 1-3371,6 5 0,18-2 0,11 5 0</inkml:trace>
  <inkml:trace contextRef="#ctx0" brushRef="#br0" timeOffset="60">13315 16121 7818,'-12'4'0,"0"0"0,-1 0 3078,1 2 1,4-3-91,0 5-2988,5-5 0,30-36 0,14-15 0</inkml:trace>
  <inkml:trace contextRef="#ctx0" brushRef="#br0" timeOffset="61">17684 13968 7781,'-12'5'3,"-1"-4"2061,1 3 0,4-2 1,1-1-474,2 3 1,-1-4-1,3 0 1,-1-8 0,2-6-989,0-2 0,2-6 0,-1 2 0,-2-4 0,-1 0 0,0-2-324,-2-3 0,5-2 0,-3-8 0,3 0 0,1-4 0,0 0-414,0-4 0,1-2 0,3-3 1,4 0-1,3 3 0,3 4-1061,2 2 1091,-2 8 1,4 0 0,-5 8 0,2 4 0,2 5 0,-1 4 0,2 2 0,3 0 0,0-1 116,0 1 0,2 0 1,-2 0-1,3-1 1,2 1-1,-1 1-820,-6 3 579,-4 2 0,-3 6 0,1 0 0,-2 2 0,-3 2 0,-4 5 1,-3 6-102,-1 6 0,-1 8 0,-3 3 0,-6 5 0,-5 3 0,-5 1 389,-4-1 1,0 2 0,-1-1 0,1-1 0,-1-3 0,0-4 465,1-5 1,5-3 0,2-5-530,4-3 1,8-9-144,10-4 1,3-4 0,11-4-1,0-4 219,0-3 0,3 3 1,4-1-1,0 0 323,-3-2 1,-1-1-1,3 1 1,-1 1 199,1 2 1,0 5 0,-2-1 0,-1 3-205,-2 1 0,-1 5 0,3 5 0,-3 3-219,-1 4 1,-1 3-1,-6-2 1,-2 0-100,-1 0 0,-1 2 1,1-3-1,-2-1-309,-1 2 1,-3-5 0,2 4 0,-3-2 93,-1 1 1,-5-2-1,-4 4 1,-3-2 329,-4 1 1,-3 3-1,-6-4 1,0-1 138,1-1 1,-6-3 0,-2-3 0,-1-4-328,1-2 0,-1-2 0,-3-2 0,1-2 0,-2-4 0,8 1 0,-4-1 0,7 0 0,6 1 0,-2 0 0,5 4-2217,2-1 0,7-1 0,5 1 2217,6-4 0,26-20 0,11-5 0</inkml:trace>
  <inkml:trace contextRef="#ctx0" brushRef="#br0" timeOffset="62">18779 13303 7793,'-12'0'964,"0"0"1,1-1 2707,3-3-3266,2-3 1,12 0-1,2 3 1,3 2-1,2 2 1,4 0-1,2 0 1,1 0-1,1 0 1428,1 0 0,0 0-1154,-2 0-708,3 0 0,-9 0 0,4 0 1,-2 0-1,1 0 0,-2 0 1,-2 0-1319,0 0 1,-1 0 0,0 0-3933,1 0 5278,-7 0 0,-27 17 0,-14 3 0</inkml:trace>
  <inkml:trace contextRef="#ctx0" brushRef="#br0" timeOffset="63">18792 13598 7823,'-7'0'1668,"-4"0"0,11 0 658,0 0 0,9-1-316,8-3-1784,5 3 1,-2-9 0,8 4 0,0 1 0,0-2-227,-2 0 0,15-12 0,4-7 0</inkml:trace>
  <inkml:trace contextRef="#ctx0" brushRef="#br0" timeOffset="64">20933 11371 14701,'-2'7'2573,"-2"-3"1,-4-3-2367,-8-1 1,-7 0 0,-9 2 0,-3 0 203,-8 2-430,-9 6 0,-4 1 0,-7 7 0,-1 1 0,-2 3 0,3 0 0,6-2-8,8-3 0,6-8 87,11-1 96,7-5 0,7 3 0,6-6 0,1-2 925,3-2 619,2 3-109,6-5-1228,0 6 1,6 2-1,1 2-61,-1 4 1,4 3-1,-5 1 1,1 0-105,-1 1 0,4 0-182,-5 4-16,0-3 0,1 7 0,2-3 0,0 1 0,-2 3 0,1 1 0,-3 6 0,3 1 0,1 0 0,0 0 0,-4 5 0,1-3 0,1 4 0,0 1 0,-1 0 0,-4 0 0,0 1 0,0 2 0,0 1 0,0-2 0,-2 1 0,0 1 0,-4 5 0,-1 6 0,0-1 0,-1 2 0,-1-1-926,4 2 926,1-9 0,4 11 0,0-11 0,0-3 0,0-2-427,0-3 427,0 0 0,0 4 0,0 0 0,0 0 0,0 0-37,0 0 1,-4 5 36,0 0 0,0-4 0,4 4 0,-1-5 0,-2 0 0,-1 2 0,1 2 0,2-1 0,1-1 0,-2 0 0,-2-3 0,3-1 0,-3 2 175,2-8 0,2 7 0,0-10 0,0 0 0,0 1-175,0 1 0,0 1 0,0 3 0,0 1 0,0 2 0,0 0 0,0 4 0,0-1 233,0 0 0,0-5-233,0-4 0,0 0 0,0 4 0,0-1 0,0-2 0,0-1 21,0 1 0,0 1 0,0 2 1,0 0-22,0 0 0,0 0 0,0 0 0,0 0 0,0 0 0,0 0 0,2-5 0,1 1 0,1 0 0,-2 0 0,0 0 0,-2-1 0,0 4 0,0-2 0,0-1 0,1 0 0,3 4 0,-2-2 0,2-2 0,-3 3 0,-1-5 0,1 6 0,2 0 0,1 0-152,-1 0 1,-2-4 0,-1 1 0,2 3 66,2 2 0,-3 1 38,3-7 0,-1 1-117,1-5 130,-2 5 1,3-3-1,-5 5 1,0-3-1,0-3-70,0 0 1,0-3 0,0 5 0,0-2-77,0-3 0,0-1-100,0-1 0,0-1-166,0 1 261,0 0 0,0-5 0,0 1 0,-1 0 1,-2 3-97,-1 0 1,-2-3-1,4-1 1,-4 2-74,-1 1 1,3-2 339,-4-1 0,4-3-41,-4 3 76,5-5 0,-7 3 0,5-5 0,-1-1 0,1 0 590,2 0-364,2 1 1,-3-5-1,0 0 1,1 2 1224,2 1-1189,1 1 1,0-4 0,0 0 106,0 2-242,0-5 0,1 6-53,3-2 0,3-4 0,5-1 0,0-1 110,1 1 0,5-3-130,2 3 1,-1-2 0,2-2 0,2 0-72,4 0 0,-1-4-4,3 0 0,-4-5-686,-5 5-158,3 0 1,-5 4 0,3-1-1,-4-2 1,0-2-3400,-1-2 4243,-5-1 0,-5-43 0,-6-9 0</inkml:trace>
  <inkml:trace contextRef="#ctx0" brushRef="#br0" timeOffset="65">20957 12454 14929,'0'-8'560,"0"-1"0,0 0 0,0-2 0,0-1 1554,0-1-1952,0 1 1,-5-6 0,-2-2-1,-1-5 1,1-2 0,2-5-1,2-2 1,2-5 0,1-3 19,0 0 0,5-8-170,3 0 1,9-3-1,3 2 1,3 1 0,2 3-1,0 4-204,-1 3 0,-3 7 1,-2 6-1,-1 5-85,-3 5 0,-3 11 0,-4 6-246,-4 6 0,-2 7 1,-2 3-1,0 5 100,0 2 0,-6 6 1,-1 1-1,-1 0 266,0 0 1,1 0 0,-2-3 0,2 2 538,1-2 0,1-1-5,1-1 21,2-6 1,-2-1 0,8-6 0,6-1 0,5-3 0,5-4 0,4-2 823,0-2 0,8-2-1144,5-2 0,-5 3 1,5-3-1,-2 4-37,-4 4 0,-5 4-36,-5 9 0,-12 2-6,-1 5 65,-10 1 0,-7 4 1,-8 1-1,-8 0 1,-6 0 187,-5-3 0,-1-2 1,0-6-1,-1-5 406,-3-5 1,8-6-687,0 1 0,7-3 84,6-1-1339,2 0 0,6 0-1197,-1 0 0,8 0 2480,5 0 0,16-5 0,10-2 0</inkml:trace>
  <inkml:trace contextRef="#ctx0" brushRef="#br0" timeOffset="66">21548 12417 7786,'-12'0'202,"0"0"0,-1 1 0,1 3 1929,0 5-1550,-1 2 1,5 1-1,1 0 1,0 2-1,2 1 1,0 3-1,2-1 1,3 3-1,4-3 1213,4 1 0,8-1-1178,5-5-517,2 0 1,3-5 0,2-3 0,0-4 0,1-4 0,0-6 0,-2-5 122,-4-5 1,1-9-1,-9-2 1,-3-2 307,-3 0-244,-6 0 0,0 6 0,-10 4 0,-8 5 0,-7 7 0,-7 7 0,-2 8-207,-2 8 1,2 2 0,-2 6 0,4 2-1534,3 2 1,8-1 0,6-1 1453,7-2 0,20-5 0,5 3 0</inkml:trace>
  <inkml:trace contextRef="#ctx0" brushRef="#br0" timeOffset="67">20970 13734 7863,'0'7'5907,"0"-2"-4295,5-5 328,-3 0 41,9 0-1277,-10 0-208,10 0 1,-10-1-1,3-3 1,-2-6-298,-2-5 0,0 0 0,0-6 0,-2-2 0,0-4 1,-3-7-366,3-6 1,0 0-1,2-5 1,0 0-89,0 1 0,2-2 1,0 5-1,4 3-37,1 3 1,-2 5 414,8 6-141,-4-1 1,9 6 0,-4 2-1,1 5 1,1 4 0,-1 4-1,-1 2-383,-2 2 1,-1 6 0,-3 4 0,-4 5-347,-2 5 1,-2 3 205,0 2 394,0 0 1,-4-1 0,-2 1 0,1-1 0,-2 1 114,0 0 1,4-5 0,-1-1 0,3-1 269,1-3 1,1-1 393,3-2 1,3-4 800,5 0-1081,1-5 1,0 3 0,4-6-1,2 1 1,0 3 1088,-3 4-1380,4 3 1,-11 7 0,2 3-1,-4 3 1,-6 5-3,-3 4 1,-9 2 0,-7 1 0,-1-2-66,-3-1 1,-3-11-2,-3-2 0,2-6 0,-3-6 0,3-4-47,1-2 0,1-4-874,-1-2 0,7-3-2549,6-5 1327,5 0 0,18 5 2149,5 3 0,50 13 0,-26-2 0,-1 0 0</inkml:trace>
  <inkml:trace contextRef="#ctx0" brushRef="#br0" timeOffset="68">21462 13746 7788,'-1'-7'6577,"-3"3"-5822,2 3 0,-3 2 0,5 3 0,0 4 673,0 3 1,0 3-760,0 2-845,0-2 0,1 8 1,2-6-1,1-1 1,-1-1-1,-2-2 1,0 1 175,3-1 0,-2-16 0,3-4 0</inkml:trace>
  <inkml:trace contextRef="#ctx0" brushRef="#br0" timeOffset="69">20822 15063 7789,'-7'5'1320,"0"-2"1,3 4 2955,-4-2-3651,-3 5 0,-1-10 0,0 0 0,1-8 0,2-7 1,4-6 903,-1-2 1,5-2-933,-3 1-453,3-6 0,2-2 0,2-5 0,2-1 0,3-2 0,5-2 1,3-3 193,3-6 0,0 3 0,3-1 1,-1 7-176,1 3 0,-3 8 0,-1 4 0,-3 6-453,-4 9 1,-2 5 0,2 8-429,-3 3 1,2-1 0,-5 5-448,2 2 0,-4 1 201,1 1 746,-3 0 0,-2 1 0,-3 0 1,-4 4-1,-2 3 0,1 2 1,0 0 111,0-1 1,-1-2 74,2 1 1,-2-1 1128,6-2-748,0-3 1,6 3-1,2-6 1,4-1 202,3-2 1,7-5 0,2 1 0,5-3-124,3-1 1,-2 0-517,3 0 0,-4 0 0,-5 2 0,-3 3-68,-4 7 0,-6 2-218,-3 7 1,-4 0 21,-4 8 299,-8-3 1,-7 4 0,-7-5 0,-3-2 0,-4-2 350,-2-5 0,-6-8 0,1-4 0,3-2 351,3-2 0,8 0-687,1 0 0,6 0 103,7 0-1122,5-6 0,-3 3 1055,6-5 0,28 11 0,10-2 0</inkml:trace>
  <inkml:trace contextRef="#ctx0" brushRef="#br0" timeOffset="70">21241 14964 7789,'-9'-8'805,"2"0"1,2-2 3804,2-1-4322,2 5 0,1-5 0,1 2 1,3-1-1,5-3 0,2 1 0,2 1 1,2 1-1,2 2 52,-2-1 1,0-1-1,0 2-219,1 4 78,1 2-110,-11 8 1,0 2 0,-7 8 0,-4 6 0,-4 6 0,-5 4 0,-2 4 169,1 1 1,2-1 0,4-2 0,2-3-25,2-1 0,0-1 1,7-6-1,2-4-65,4-6 1,9-7 36,3-6-335,3 0 1,6-9 0,1-5-1,0-4 1,0-5 0,-2-1-1,-4-2-3773,-3 2 1,-8 9 3900,-4 3 0,-40 27 0,-4 12 0</inkml:trace>
  <inkml:trace contextRef="#ctx0" brushRef="#br0" timeOffset="71">20724 16355 7789,'-13'7'539,"1"2"1,1-3 0,2-1 2416,0 1-2429,7-2 0,-4-6 0,6-2 1,0-4-1,0-4 0,0-5 2810,0-3-2824,0-9 1,1-2 0,2-6-1,3-1 1,-1-3 0,2-5-1,0-1 2751,2-3-3036,8-4 0,-2 2 1,5-7-1,2-1 0,1-2 1,2 3-1,0 3 619,-1 4-1069,1 7 1,-2 8 0,-2 11 0,-5 9 0,-4 10 0,-2 8 0,-3 9 0,-2 6-1008,-2 9 1,-2 2 0,-2 9 0,-4 3 662,-8 4 1,1-4 0,-6 2 0,2-4 89,-1-4 0,0-1 373,0-4 187,3-7 0,-3 6 0,4-12 842,1-4 0,7-5-520,5-11 0,5 3 484,7-6-678,6-1 0,1 2 0,6 3 0,0 3 0,1 1-86,2 0 0,-6 5 1,1 5-1,-5 4-117,-7 2 0,0 10-23,-7-1 1,-1 2-157,-7-2 118,-3 5 0,-11-6 0,-4 2 1,-4-5-1,-4-3 6,-1-3 0,-1-2 0,-1 0 0,5-2 98,2-3 0,3 1-183,2-5-192,3 1-619,6-5 1,6 0-1,6 0 942,7 0 0,26-6 0,7-1 0</inkml:trace>
  <inkml:trace contextRef="#ctx0" brushRef="#br0" timeOffset="72">21204 16220 7767,'-9'-2'1081,"1"-2"4431,-1-4-4543,3 2 0,2-5 1,10 3-1,4-1 1,7-1-1,2 2 255,3-2 1,-3 4-1233,2-3 24,-1 7 1,-1-4 0,-2 6 0,-4 0 0,-2 3 0,-3 4 192,-3 5 0,-10 9 0,-3 0 0,-3 5-143,-1 3 1,1 0-1,1-5 1,4 0-32,0-4 1,2-1 114,4-2-330,0-4 0,1 0 0,5-9 0,6-3 0,9-1 0,5 0 1,2 0-86,0 0 0,2 0 35,-1 0 308,-6 0 0,-7 6 0,-8 2 0,-5 4 0,-8 5 935,-12 3-965,-7 3 1,-15 6 0,-2 0-1,-4-2 1,-3-1-945,-1-1 0,4-2 0,3-4 0,3-7-5327,8-6 6223,9-16 0,15-26 0,7-13 0,1-7 0,0-1 0</inkml:trace>
  <inkml:trace contextRef="#ctx0" brushRef="#br0" timeOffset="73">21954 11666 7785,'-8'0'370,"0"0"1,-2-1 0,-1-2 1703,-1-1-1402,0 0 0,4 0 0,1-2 1,0 1-1,1-2 0,2 2 1,6-2 1745,4 0 1,11 3-2011,3-4-166,9 5 0,-2-7 1,6 6-1,1 0 1,3 0-1,2-1 1,-1-1 128,-2 1 1,-8-4-1,1 5 1,-3 2-1,-3 0 1,-2 2-30,-5 0 1,-6 0-1,-4 2 1,0 2 99,-3 4 0,-2 3 0,-2 1 1,-3 0-101,-5 1 0,0-1-342,1 0 0,-3 1 0,8-1 0,-5 0 0,0 1 0,-1-1 0,2 0 0,2 2 0,2 2 0,1-1 0,-3 6 0,4-1 0,-4 10 0,5 3 0,0 4 0,0 4 0,0 4 0,0 6 0,0 5 0,0 5 0,0 2 0,0 6 0,0 0 0,0-29 0,0 0-919,0 3 1,0 0 918,0 0 0,0 0 0,-3 1 0,0 0 0,-1-4 0,0 0 0,-1 1 0,-1-1 0,0 1 0,0 0 0,0 3 0,-1-1 0,1-2 0,0-1 0,0 1 0,0-1 0,0-3 0,-1 0-221,1-2 1,0-1-1,-5 33 221,7-30 0,0 0 0,-1 30 0,4-30 0,2 0 0,-1 29 0,0 1 0,0-4 0,-2 1 0,-1 2-31,-1-2 1,-4 4 0,3 1 0,2-34 0,0 1 30,1 1 0,-1-1 0,-5 30 0,6-31 0,-1 0 0,-6 30-1181,1 1 1181,2 2 0,1-31 0,1-1 0,-2 32 0,1-6 0,-1-7 350,3-5 0,2 1 1,1 2-1,0 3-430,0 0 1,0 3-165,0-6 0,0 5-13,0-5 86,0 0 0,0-3 1,0-1-1,0 0 0,1 2-59,4 2 0,-3-2 1,5 1-1,-1-6-293,-4-5 0,4-1 432,-2 1 1,1-7 392,-1 3-237,-2-3 0,3 4 1,-3 3-1,0 3 1,3 0 467,-3-3 1,4-4 0,-2-3 0,0-3-673,1-1 0,-3-2 72,2-8 0,1 2-227,-1-5 408,1-1 0,-1 0 1,0 1-1,-2-1 1,1 1-176,1-1 0,-2 6 0,2-3 0,-3 0-54,-1-2 1,0-8-238,0-1 972,0-5 189,0 3-70,0-6 1,-1 0 0,-3 0-300,-5 0 1,-1 1-441,-3 3 0,0-1 0,-4 5 0,3 0 0,-9 5 0,1-3 0,-2 0 0,-2-3 0,3-2 0,6 4 0,1-4 0,2 0-1084,2 1 0,1-1-3352,3 0 4436,2-4 0,28-28 0,5-14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commons.wikimedia.org/w/index.php?curid=1190124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11901243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11901243" TargetMode="Externa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D513-871F-ECA6-83BA-ED8E818B75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Linear Models Beyond Straight Lines: Transformations and Linear-in-Parameters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F7F37-721D-06B0-75BA-B3A06F597C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11</a:t>
            </a:r>
          </a:p>
          <a:p>
            <a:r>
              <a:rPr lang="en-US"/>
              <a:t>Built from current MLR slides 120-131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EEE84-F3BF-1699-AAFE-52EFE077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D6FD-12A0-495E-32A6-7E7E8A65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Moon Motion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F74D-A253-0AED-25E7-504968EBD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8364" cy="4351338"/>
          </a:xfrm>
        </p:spPr>
        <p:txBody>
          <a:bodyPr/>
          <a:lstStyle/>
          <a:p>
            <a:r>
              <a:rPr lang="en-US"/>
              <a:t>The Moon is tidally locked… but not perfectly.</a:t>
            </a:r>
          </a:p>
          <a:p>
            <a:r>
              <a:rPr lang="en-US"/>
              <a:t>The Moon “wobbles” in three ways:</a:t>
            </a:r>
          </a:p>
          <a:p>
            <a:pPr lvl="1"/>
            <a:r>
              <a:rPr lang="en-US"/>
              <a:t>Longitude</a:t>
            </a:r>
          </a:p>
          <a:p>
            <a:pPr lvl="1"/>
            <a:r>
              <a:rPr lang="en-US"/>
              <a:t>Latitude</a:t>
            </a:r>
          </a:p>
          <a:p>
            <a:pPr lvl="1"/>
            <a:r>
              <a:rPr lang="en-US"/>
              <a:t>Diurnal </a:t>
            </a:r>
          </a:p>
          <a:p>
            <a:r>
              <a:rPr lang="en-US"/>
              <a:t>So we can actually see approximately 59% of the near side of the moon (vice 50% with a </a:t>
            </a:r>
            <a:r>
              <a:rPr lang="en-US" i="1"/>
              <a:t>perfect</a:t>
            </a:r>
            <a:r>
              <a:rPr lang="en-US"/>
              <a:t> tidal lock.)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2D8A7-4A1D-FA3B-1C0E-2447CA61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D5256-E13D-E23B-2BCE-0ABE5D5D63CE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2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6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4CFEAA00-7D50-5B9C-3DF9-A8D3CD8F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564" y="681037"/>
            <a:ext cx="4118170" cy="391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84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Moon Motion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F70D5-55D0-94C2-34FE-782147418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Tobias Mayer (1723-1762) collected data to describe this wobbling motion of the moon, </a:t>
            </a:r>
            <a:r>
              <a:rPr lang="en-US" i="1" err="1"/>
              <a:t>libration</a:t>
            </a:r>
            <a:r>
              <a:rPr lang="en-US"/>
              <a:t>, as a linear function of two variables.</a:t>
            </a:r>
          </a:p>
          <a:p>
            <a:r>
              <a:rPr lang="en-US"/>
              <a:t>He collected 27 measurements total, placed into 3 groups of 9 measurements each.</a:t>
            </a:r>
          </a:p>
          <a:p>
            <a:r>
              <a:rPr lang="en-US"/>
              <a:t>His objective was to solve for the coefficients in the linear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7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9B576-D1E7-C64F-2D4A-2C699CF6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Mayer’s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5E786-CA94-57DF-F869-B11CB0CAB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Given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/>
                  <a:t> arc (</a:t>
                </a:r>
                <a:r>
                  <a:rPr lang="en-US" err="1"/>
                  <a:t>libration</a:t>
                </a:r>
                <a:r>
                  <a:rPr lang="en-US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/>
                  <a:t>of a key angle relative 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/>
                  <a:t>of of a key angle relative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Objective: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45E786-CA94-57DF-F869-B11CB0CAB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  <a:blipFill>
                <a:blip r:embed="rId2"/>
                <a:stretch>
                  <a:fillRect l="-2141" t="-2240" b="-2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DADD-4C62-066C-535C-23866157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372C4-D881-3A6D-B438-F685B998510F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3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5124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4694E480-56CC-30B5-8C33-1440415F7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852" y="545122"/>
            <a:ext cx="5265705" cy="500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171EEC-E3B2-4C85-153B-57B79CC3217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690688"/>
            <a:ext cx="3786554" cy="8084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09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02CF-21E4-E4E9-D849-637995A9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Bivariate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F4294-F716-3FB0-192C-3503FAA5C4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73615" cy="4351338"/>
              </a:xfrm>
            </p:spPr>
            <p:txBody>
              <a:bodyPr/>
              <a:lstStyle/>
              <a:p>
                <a:r>
                  <a:rPr lang="en-US"/>
                  <a:t>With two predictors and a single response, we project the arc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onto a 2-dimensional plane.</a:t>
                </a:r>
              </a:p>
              <a:p>
                <a:r>
                  <a:rPr lang="en-US"/>
                  <a:t>As we expect from an overdetermined set of data, not all 27 points lie on the plane.</a:t>
                </a:r>
              </a:p>
              <a:p>
                <a:r>
                  <a:rPr lang="en-US"/>
                  <a:t>Each data point has an associated distance (in the direction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/>
                  <a:t>) from the regression plane.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9F4294-F716-3FB0-192C-3503FAA5C4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73615" cy="4351338"/>
              </a:xfrm>
              <a:blipFill>
                <a:blip r:embed="rId2"/>
                <a:stretch>
                  <a:fillRect l="-1901" t="-2241" r="-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368EA-751E-68C0-FFF2-3154CEFB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65D2DC-EE8B-F501-EF2A-46691A6D8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9" t="14115" r="11809" b="11305"/>
          <a:stretch>
            <a:fillRect/>
          </a:stretch>
        </p:blipFill>
        <p:spPr bwMode="auto">
          <a:xfrm>
            <a:off x="6522427" y="1013191"/>
            <a:ext cx="5669573" cy="552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803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1371-DF75-5047-B356-B1E0F4D2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C615-BF13-73CF-F0B9-931DDFBA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Gives?!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9096C-8C7A-824B-5F8A-35F641A42B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05400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This does not look “linear.”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US"/>
                  <a:t> aren’t linear functions</a:t>
                </a:r>
              </a:p>
              <a:p>
                <a:r>
                  <a:rPr lang="en-US"/>
                  <a:t>So how do we define linear?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99096C-8C7A-824B-5F8A-35F641A42B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05400" cy="4351338"/>
              </a:xfrm>
              <a:blipFill>
                <a:blip r:embed="rId2"/>
                <a:stretch>
                  <a:fillRect l="-215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2E19-5FC8-D594-49B0-743CF51C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8097FEA-EDF5-A156-13D6-5BA738ACD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9" t="14115" r="11809" b="11305"/>
          <a:stretch>
            <a:fillRect/>
          </a:stretch>
        </p:blipFill>
        <p:spPr bwMode="auto">
          <a:xfrm>
            <a:off x="6522427" y="1013191"/>
            <a:ext cx="5669573" cy="552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694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8A58B-A46B-C1D1-76D9-787E842A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Linear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40CC-E55A-4CAB-4EC9-34FAFFAD9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We can define a </a:t>
                </a:r>
                <a:r>
                  <a:rPr lang="en-US" i="1"/>
                  <a:t>basis</a:t>
                </a:r>
                <a:r>
                  <a:rPr lang="en-US"/>
                  <a:t> any way we want to</a:t>
                </a:r>
                <a:r>
                  <a:rPr lang="en-US" baseline="30000"/>
                  <a:t>*</a:t>
                </a:r>
                <a:r>
                  <a:rPr lang="en-US"/>
                  <a:t>, as long as:</a:t>
                </a:r>
              </a:p>
              <a:p>
                <a:pPr lvl="1"/>
                <a:r>
                  <a:rPr lang="en-US"/>
                  <a:t>Scalar multiplication behaves properly</a:t>
                </a:r>
              </a:p>
              <a:p>
                <a:pPr lvl="1"/>
                <a:r>
                  <a:rPr lang="en-US"/>
                  <a:t>Addition behaves properly</a:t>
                </a:r>
              </a:p>
              <a:p>
                <a:r>
                  <a:rPr lang="en-US" b="0"/>
                  <a:t>Recall the </a:t>
                </a:r>
                <a:r>
                  <a:rPr lang="en-US" i="1"/>
                  <a:t>basis</a:t>
                </a:r>
                <a:r>
                  <a:rPr lang="en-US" b="1" i="1"/>
                  <a:t> </a:t>
                </a:r>
                <a:r>
                  <a:rPr lang="en-US"/>
                  <a:t>is just a set of directions that can uniquely describe every vector in the space. </a:t>
                </a:r>
              </a:p>
              <a:p>
                <a:pPr lvl="1"/>
                <a:r>
                  <a:rPr lang="en-US"/>
                  <a:t>Ex: </a:t>
                </a:r>
              </a:p>
              <a:p>
                <a:pPr lvl="2"/>
                <a:r>
                  <a:rPr lang="en-US"/>
                  <a:t>The standard basis.</a:t>
                </a:r>
              </a:p>
              <a:p>
                <a:pPr lvl="2"/>
                <a:r>
                  <a:rPr lang="en-US" b="0"/>
                  <a:t>The polynomial bas</a:t>
                </a:r>
                <a:r>
                  <a:rPr lang="en-US"/>
                  <a:t>is. </a:t>
                </a:r>
              </a:p>
              <a:p>
                <a:r>
                  <a:rPr lang="en-US"/>
                  <a:t>Therefore, a </a:t>
                </a:r>
                <a:r>
                  <a:rPr lang="en-US" b="1"/>
                  <a:t>linear model</a:t>
                </a:r>
                <a:r>
                  <a:rPr lang="en-US"/>
                  <a:t> is one that incorporates a linear relationship among the </a:t>
                </a:r>
                <a:r>
                  <a:rPr lang="en-US" b="1" i="1"/>
                  <a:t>parameters</a:t>
                </a:r>
                <a:r>
                  <a:rPr lang="en-US" i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i="1"/>
                  <a:t>, </a:t>
                </a:r>
                <a:r>
                  <a:rPr lang="en-US"/>
                  <a:t>not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40CC-E55A-4CAB-4EC9-34FAFFAD9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88E5C-5F10-31D7-AFB0-2793604C2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A5914-B49C-E774-35DF-E32ECF719BE5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30000"/>
              <a:t>*</a:t>
            </a:r>
            <a:r>
              <a:rPr lang="en-US" sz="1200"/>
              <a:t>I call this a cousin of “You can’t stop me…”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0297CB9-D318-EFA1-AFDA-C8D75B39D719}"/>
                  </a:ext>
                </a:extLst>
              </p14:cNvPr>
              <p14:cNvContentPartPr/>
              <p14:nvPr/>
            </p14:nvContentPartPr>
            <p14:xfrm>
              <a:off x="4892400" y="4594680"/>
              <a:ext cx="1381320" cy="428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0297CB9-D318-EFA1-AFDA-C8D75B39D7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6200" y="4578480"/>
                <a:ext cx="1413720" cy="4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671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1003-8C94-53A1-6810-57B6ABEC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of These Models is 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C3C79-5DF8-D94A-AE33-ACDF975898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26269" cy="4351338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b="0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endParaRPr lang="en-US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b="0"/>
              </a:p>
              <a:p>
                <a:endParaRPr lang="en-US"/>
              </a:p>
              <a:p>
                <a:endParaRPr lang="en-US"/>
              </a:p>
              <a:p>
                <a:endParaRPr lang="en-US" b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C3C79-5DF8-D94A-AE33-ACDF975898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2626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78679-9098-D4AB-4DA6-FA5474F2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F936841-BD6C-FD70-6DD6-1173436102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64469" y="1825625"/>
                <a:ext cx="502626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endParaRPr lang="en-US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b="0"/>
              </a:p>
              <a:p>
                <a:endParaRPr lang="en-US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F936841-BD6C-FD70-6DD6-117343610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469" y="1825625"/>
                <a:ext cx="5026269" cy="4351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078EE0F-CDF3-235F-7E5F-EA76259FB4C7}"/>
                  </a:ext>
                </a:extLst>
              </p14:cNvPr>
              <p14:cNvContentPartPr/>
              <p14:nvPr/>
            </p14:nvContentPartPr>
            <p14:xfrm>
              <a:off x="1914480" y="1874520"/>
              <a:ext cx="9187920" cy="3956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078EE0F-CDF3-235F-7E5F-EA76259FB4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8280" y="1858320"/>
                <a:ext cx="9220320" cy="39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359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B4D8-BB60-1454-80A9-9B2FAE70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we tell “at a glance”?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7881C-1A22-8FAE-9FFF-212CF43949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Look at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and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.</a:t>
                </a:r>
              </a:p>
              <a:p>
                <a:endParaRPr lang="en-US" b="1"/>
              </a:p>
              <a:p>
                <a:r>
                  <a:rPr lang="en-US"/>
                  <a:t>Ex: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C7881C-1A22-8FAE-9FFF-212CF43949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75530-9A95-F62F-9CDB-D444237F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FFC8311-D385-8F37-9460-51D818827057}"/>
                  </a:ext>
                </a:extLst>
              </p14:cNvPr>
              <p14:cNvContentPartPr/>
              <p14:nvPr/>
            </p14:nvContentPartPr>
            <p14:xfrm>
              <a:off x="1276560" y="4031640"/>
              <a:ext cx="6769080" cy="211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FFC8311-D385-8F37-9460-51D8188270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360" y="4015440"/>
                <a:ext cx="6801480" cy="21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5300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1032-1EF8-E66F-8D18-4E3B4C358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Matrix 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6808-411D-F6A4-76AD-595C80CC93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If the model 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   it is </a:t>
                </a:r>
                <a:r>
                  <a:rPr lang="en-US" i="1"/>
                  <a:t>linear.</a:t>
                </a:r>
              </a:p>
              <a:p>
                <a:pPr marL="0" indent="0">
                  <a:buNone/>
                </a:pPr>
                <a:endParaRPr lang="en-US" i="1"/>
              </a:p>
              <a:p>
                <a:r>
                  <a:rPr lang="en-US"/>
                  <a:t>Example: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0A6808-411D-F6A4-76AD-595C80CC93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DBFFE-35DA-68A6-9073-34D8275C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4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F046-0C84-E527-E495-34058DF16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2C6B-FADB-4D7C-7646-561A841A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Mayer’s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6C61F-30B4-5E85-C14F-3CA4AB54D3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Given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/>
                  <a:t> arc (</a:t>
                </a:r>
                <a:r>
                  <a:rPr lang="en-US" err="1"/>
                  <a:t>libration</a:t>
                </a:r>
                <a:r>
                  <a:rPr lang="en-US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/>
                  <a:t>of a key angle relative 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en-US"/>
                  <a:t>of of a key angle relative</a:t>
                </a:r>
                <a:br>
                  <a:rPr lang="en-US"/>
                </a:br>
                <a:r>
                  <a:rPr lang="en-US"/>
                  <a:t>to the </a:t>
                </a:r>
                <a:r>
                  <a:rPr lang="en-US" err="1"/>
                  <a:t>Manilius</a:t>
                </a:r>
                <a:r>
                  <a:rPr lang="en-US"/>
                  <a:t> crater</a:t>
                </a:r>
                <a:br>
                  <a:rPr lang="en-US"/>
                </a:b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Objective: 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26C61F-30B4-5E85-C14F-3CA4AB54D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7446"/>
                <a:ext cx="5984631" cy="4629517"/>
              </a:xfrm>
              <a:blipFill>
                <a:blip r:embed="rId2"/>
                <a:stretch>
                  <a:fillRect l="-2141" t="-2240" b="-2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065F8-216C-34E2-82AD-18FFFCFF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28C2-B910-5D20-7685-9F373B6F2196}"/>
              </a:ext>
            </a:extLst>
          </p:cNvPr>
          <p:cNvSpPr txBox="1"/>
          <p:nvPr/>
        </p:nvSpPr>
        <p:spPr>
          <a:xfrm>
            <a:off x="0" y="6492875"/>
            <a:ext cx="1094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By Gregory H. Revera, CC BY-SA 3.0, </a:t>
            </a:r>
            <a:r>
              <a:rPr lang="en-US" sz="1200">
                <a:hlinkClick r:id="rId3"/>
              </a:rPr>
              <a:t>https://commons.wikimedia.org/w/index.php?curid=11901243</a:t>
            </a:r>
            <a:r>
              <a:rPr lang="en-US" sz="1200"/>
              <a:t> </a:t>
            </a:r>
          </a:p>
        </p:txBody>
      </p:sp>
      <p:pic>
        <p:nvPicPr>
          <p:cNvPr id="5124" name="Picture 4" descr="Full Moon in the darkness of the night sky. It is patterned with a mix of light-tone regions and darker, irregular blotches, and scattered with varied circles surrounded by out-thrown rays of bright ejecta: impact craters.">
            <a:extLst>
              <a:ext uri="{FF2B5EF4-FFF2-40B4-BE49-F238E27FC236}">
                <a16:creationId xmlns:a16="http://schemas.microsoft.com/office/drawing/2014/main" id="{A1613075-D6F2-961B-3B0A-5A5B6B0E0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852" y="545122"/>
            <a:ext cx="5265705" cy="500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E78D40-DA66-91C0-ADC2-D35D44F9FED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1690688"/>
            <a:ext cx="3786554" cy="80840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349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9492-43EA-3AB2-9CC4-DDA2F8C69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2867-35D9-7598-5F35-7BC3FBBF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Transformations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96795-88EE-A8A8-3812-8087354F7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/>
                  <a:t>This gives us a </a:t>
                </a:r>
                <a:r>
                  <a:rPr lang="en-US" b="1"/>
                  <a:t>powerful</a:t>
                </a:r>
                <a:r>
                  <a:rPr lang="en-US"/>
                  <a:t> tool for fitting our data to more realistic models.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arc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96795-88EE-A8A8-3812-8087354F7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5517-5939-D212-4B7F-86E061F5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71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D26D-4297-1EF5-9301-74BA36E0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Better Fitting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BD47-4BDD-2569-280F-1A35E6C19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opens up many more possibilities of modeling the relationship of our data with a linear model.</a:t>
            </a:r>
          </a:p>
          <a:p>
            <a:endParaRPr lang="en-US"/>
          </a:p>
          <a:p>
            <a:r>
              <a:rPr lang="en-US"/>
              <a:t>We can examine the </a:t>
            </a:r>
            <a:r>
              <a:rPr lang="en-US" i="1"/>
              <a:t>residual</a:t>
            </a:r>
            <a:r>
              <a:rPr lang="en-US"/>
              <a:t> behavior from our </a:t>
            </a:r>
            <a:r>
              <a:rPr lang="en-US" err="1"/>
              <a:t>Truth+Error</a:t>
            </a:r>
            <a:r>
              <a:rPr lang="en-US"/>
              <a:t> discussion to help us decide what a “better” model is.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F903-DC0F-7FB2-2FD6-D6601E53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9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707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Linear Models Beyond Straight Lines: Transformations and Linear-in-Parameters Models</vt:lpstr>
      <vt:lpstr>The Moon Motion Problem</vt:lpstr>
      <vt:lpstr>The Moon Motion Problem</vt:lpstr>
      <vt:lpstr>Mayer’s Equation</vt:lpstr>
      <vt:lpstr>Bivariate Model</vt:lpstr>
      <vt:lpstr>What Gives?!</vt:lpstr>
      <vt:lpstr>From Linear Algebra</vt:lpstr>
      <vt:lpstr>Which of These Models is Linear?</vt:lpstr>
      <vt:lpstr>How can we tell “at a glance”?</vt:lpstr>
      <vt:lpstr>Design Matrix View</vt:lpstr>
      <vt:lpstr>Mayer’s Equation</vt:lpstr>
      <vt:lpstr>Transformations </vt:lpstr>
      <vt:lpstr>Better Fitting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