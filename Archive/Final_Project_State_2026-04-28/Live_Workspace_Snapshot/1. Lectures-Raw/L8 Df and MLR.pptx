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7"/>
  </p:notesMasterIdLst>
  <p:sldIdLst>
    <p:sldId id="256" r:id="rId5"/>
    <p:sldId id="334" r:id="rId6"/>
    <p:sldId id="258" r:id="rId7"/>
    <p:sldId id="356" r:id="rId8"/>
    <p:sldId id="375" r:id="rId9"/>
    <p:sldId id="386" r:id="rId10"/>
    <p:sldId id="394" r:id="rId11"/>
    <p:sldId id="397" r:id="rId12"/>
    <p:sldId id="398" r:id="rId13"/>
    <p:sldId id="427" r:id="rId14"/>
    <p:sldId id="428" r:id="rId15"/>
    <p:sldId id="429" r:id="rId16"/>
    <p:sldId id="403" r:id="rId17"/>
    <p:sldId id="404" r:id="rId18"/>
    <p:sldId id="434" r:id="rId19"/>
    <p:sldId id="307" r:id="rId20"/>
    <p:sldId id="400" r:id="rId21"/>
    <p:sldId id="413" r:id="rId22"/>
    <p:sldId id="418" r:id="rId23"/>
    <p:sldId id="419" r:id="rId24"/>
    <p:sldId id="420" r:id="rId25"/>
    <p:sldId id="421" r:id="rId26"/>
    <p:sldId id="423" r:id="rId27"/>
    <p:sldId id="424" r:id="rId28"/>
    <p:sldId id="430" r:id="rId29"/>
    <p:sldId id="431" r:id="rId30"/>
    <p:sldId id="422" r:id="rId31"/>
    <p:sldId id="416" r:id="rId32"/>
    <p:sldId id="432" r:id="rId33"/>
    <p:sldId id="433" r:id="rId34"/>
    <p:sldId id="435" r:id="rId35"/>
    <p:sldId id="41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FFC0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8E765D-AA19-4BFD-9B30-341FCF390898}" v="899" dt="2026-04-15T17:28:42.145"/>
    <p1510:client id="{75DD8D93-3C7E-204B-90FB-57EE26DB3CF4}" v="2" dt="2026-04-15T16:51:55.198"/>
    <p1510:client id="{82F339E2-3387-BF46-8CE7-CBB9C0CBA289}" v="1093" dt="2026-04-15T13:34:03.7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Paolo (CDR)" userId="8e74c7fb-7789-4b96-b003-a5a4a4a70b15" providerId="ADAL" clId="{204F7FE5-E4AF-4463-BC8A-3828B0C3341E}"/>
    <pc:docChg chg="custSel addSld modSld">
      <pc:chgData name="Singh, Paolo (CDR)" userId="8e74c7fb-7789-4b96-b003-a5a4a4a70b15" providerId="ADAL" clId="{204F7FE5-E4AF-4463-BC8A-3828B0C3341E}" dt="2026-04-15T17:28:42.145" v="899" actId="729"/>
      <pc:docMkLst>
        <pc:docMk/>
      </pc:docMkLst>
      <pc:sldChg chg="mod modShow">
        <pc:chgData name="Singh, Paolo (CDR)" userId="8e74c7fb-7789-4b96-b003-a5a4a4a70b15" providerId="ADAL" clId="{204F7FE5-E4AF-4463-BC8A-3828B0C3341E}" dt="2026-04-15T17:28:42.145" v="899" actId="729"/>
        <pc:sldMkLst>
          <pc:docMk/>
          <pc:sldMk cId="1435155535" sldId="334"/>
        </pc:sldMkLst>
      </pc:sldChg>
      <pc:sldChg chg="modSp mod">
        <pc:chgData name="Singh, Paolo (CDR)" userId="8e74c7fb-7789-4b96-b003-a5a4a4a70b15" providerId="ADAL" clId="{204F7FE5-E4AF-4463-BC8A-3828B0C3341E}" dt="2026-04-15T17:08:30.868" v="898" actId="113"/>
        <pc:sldMkLst>
          <pc:docMk/>
          <pc:sldMk cId="2901644903" sldId="424"/>
        </pc:sldMkLst>
        <pc:spChg chg="mod">
          <ac:chgData name="Singh, Paolo (CDR)" userId="8e74c7fb-7789-4b96-b003-a5a4a4a70b15" providerId="ADAL" clId="{204F7FE5-E4AF-4463-BC8A-3828B0C3341E}" dt="2026-04-15T17:08:30.868" v="898" actId="113"/>
          <ac:spMkLst>
            <pc:docMk/>
            <pc:sldMk cId="2901644903" sldId="424"/>
            <ac:spMk id="3" creationId="{041B31B4-D4F4-2F6B-E03E-349BD85F4058}"/>
          </ac:spMkLst>
        </pc:spChg>
      </pc:sldChg>
      <pc:sldChg chg="addSp delSp modSp new mod">
        <pc:chgData name="Singh, Paolo (CDR)" userId="8e74c7fb-7789-4b96-b003-a5a4a4a70b15" providerId="ADAL" clId="{204F7FE5-E4AF-4463-BC8A-3828B0C3341E}" dt="2026-04-14T17:28:37.181" v="3"/>
        <pc:sldMkLst>
          <pc:docMk/>
          <pc:sldMk cId="934434737" sldId="426"/>
        </pc:sldMkLst>
        <pc:spChg chg="del">
          <ac:chgData name="Singh, Paolo (CDR)" userId="8e74c7fb-7789-4b96-b003-a5a4a4a70b15" providerId="ADAL" clId="{204F7FE5-E4AF-4463-BC8A-3828B0C3341E}" dt="2026-04-14T17:28:36.006" v="2" actId="478"/>
          <ac:spMkLst>
            <pc:docMk/>
            <pc:sldMk cId="934434737" sldId="426"/>
            <ac:spMk id="2" creationId="{6DD48221-8111-BE91-BB64-9F4B91CCDA40}"/>
          </ac:spMkLst>
        </pc:spChg>
        <pc:spChg chg="del">
          <ac:chgData name="Singh, Paolo (CDR)" userId="8e74c7fb-7789-4b96-b003-a5a4a4a70b15" providerId="ADAL" clId="{204F7FE5-E4AF-4463-BC8A-3828B0C3341E}" dt="2026-04-14T17:28:32.985" v="1" actId="478"/>
          <ac:spMkLst>
            <pc:docMk/>
            <pc:sldMk cId="934434737" sldId="426"/>
            <ac:spMk id="3" creationId="{B1357244-5D0A-28EA-08EE-3320CF751F9B}"/>
          </ac:spMkLst>
        </pc:spChg>
        <pc:spChg chg="add mod">
          <ac:chgData name="Singh, Paolo (CDR)" userId="8e74c7fb-7789-4b96-b003-a5a4a4a70b15" providerId="ADAL" clId="{204F7FE5-E4AF-4463-BC8A-3828B0C3341E}" dt="2026-04-14T17:28:37.181" v="3"/>
          <ac:spMkLst>
            <pc:docMk/>
            <pc:sldMk cId="934434737" sldId="426"/>
            <ac:spMk id="6" creationId="{2EA29FA8-59F7-8173-FE83-B005553B1FD1}"/>
          </ac:spMkLst>
        </pc:spChg>
        <pc:graphicFrameChg chg="add mod">
          <ac:chgData name="Singh, Paolo (CDR)" userId="8e74c7fb-7789-4b96-b003-a5a4a4a70b15" providerId="ADAL" clId="{204F7FE5-E4AF-4463-BC8A-3828B0C3341E}" dt="2026-04-14T17:28:37.181" v="3"/>
          <ac:graphicFrameMkLst>
            <pc:docMk/>
            <pc:sldMk cId="934434737" sldId="426"/>
            <ac:graphicFrameMk id="5" creationId="{F70E7502-230A-1B5C-AF12-DFF94FF23B30}"/>
          </ac:graphicFrameMkLst>
        </pc:graphicFrameChg>
      </pc:sldChg>
      <pc:sldChg chg="addSp modSp mod">
        <pc:chgData name="Singh, Paolo (CDR)" userId="8e74c7fb-7789-4b96-b003-a5a4a4a70b15" providerId="ADAL" clId="{204F7FE5-E4AF-4463-BC8A-3828B0C3341E}" dt="2026-04-15T15:42:58.473" v="850" actId="14100"/>
        <pc:sldMkLst>
          <pc:docMk/>
          <pc:sldMk cId="3996240590" sldId="430"/>
        </pc:sldMkLst>
        <pc:spChg chg="add mod">
          <ac:chgData name="Singh, Paolo (CDR)" userId="8e74c7fb-7789-4b96-b003-a5a4a4a70b15" providerId="ADAL" clId="{204F7FE5-E4AF-4463-BC8A-3828B0C3341E}" dt="2026-04-15T15:42:40.804" v="848"/>
          <ac:spMkLst>
            <pc:docMk/>
            <pc:sldMk cId="3996240590" sldId="430"/>
            <ac:spMk id="8" creationId="{86864A58-7156-B495-0C3C-1CE689217536}"/>
          </ac:spMkLst>
        </pc:spChg>
        <pc:spChg chg="add mod">
          <ac:chgData name="Singh, Paolo (CDR)" userId="8e74c7fb-7789-4b96-b003-a5a4a4a70b15" providerId="ADAL" clId="{204F7FE5-E4AF-4463-BC8A-3828B0C3341E}" dt="2026-04-15T15:42:40.804" v="848"/>
          <ac:spMkLst>
            <pc:docMk/>
            <pc:sldMk cId="3996240590" sldId="430"/>
            <ac:spMk id="9" creationId="{2CAA8FE1-983C-5E7D-9380-CA8430EBED6C}"/>
          </ac:spMkLst>
        </pc:spChg>
        <pc:spChg chg="add mod">
          <ac:chgData name="Singh, Paolo (CDR)" userId="8e74c7fb-7789-4b96-b003-a5a4a4a70b15" providerId="ADAL" clId="{204F7FE5-E4AF-4463-BC8A-3828B0C3341E}" dt="2026-04-15T15:42:40.804" v="848"/>
          <ac:spMkLst>
            <pc:docMk/>
            <pc:sldMk cId="3996240590" sldId="430"/>
            <ac:spMk id="10" creationId="{9F054EE5-856D-5DDF-542A-8C76E7DD1D20}"/>
          </ac:spMkLst>
        </pc:spChg>
        <pc:spChg chg="add mod">
          <ac:chgData name="Singh, Paolo (CDR)" userId="8e74c7fb-7789-4b96-b003-a5a4a4a70b15" providerId="ADAL" clId="{204F7FE5-E4AF-4463-BC8A-3828B0C3341E}" dt="2026-04-15T15:42:40.804" v="848"/>
          <ac:spMkLst>
            <pc:docMk/>
            <pc:sldMk cId="3996240590" sldId="430"/>
            <ac:spMk id="11" creationId="{14D1998F-ABDD-06C1-6BC9-EA81B3E86000}"/>
          </ac:spMkLst>
        </pc:spChg>
        <pc:spChg chg="add mod">
          <ac:chgData name="Singh, Paolo (CDR)" userId="8e74c7fb-7789-4b96-b003-a5a4a4a70b15" providerId="ADAL" clId="{204F7FE5-E4AF-4463-BC8A-3828B0C3341E}" dt="2026-04-15T15:42:40.804" v="848"/>
          <ac:spMkLst>
            <pc:docMk/>
            <pc:sldMk cId="3996240590" sldId="430"/>
            <ac:spMk id="12" creationId="{D807C2A4-7AA9-3D6D-DD94-22FA38B89120}"/>
          </ac:spMkLst>
        </pc:spChg>
        <pc:spChg chg="add mod">
          <ac:chgData name="Singh, Paolo (CDR)" userId="8e74c7fb-7789-4b96-b003-a5a4a4a70b15" providerId="ADAL" clId="{204F7FE5-E4AF-4463-BC8A-3828B0C3341E}" dt="2026-04-15T15:42:40.804" v="848"/>
          <ac:spMkLst>
            <pc:docMk/>
            <pc:sldMk cId="3996240590" sldId="430"/>
            <ac:spMk id="13" creationId="{C61CF161-BB2E-FA15-F65D-C07BB1068983}"/>
          </ac:spMkLst>
        </pc:spChg>
        <pc:spChg chg="add mod">
          <ac:chgData name="Singh, Paolo (CDR)" userId="8e74c7fb-7789-4b96-b003-a5a4a4a70b15" providerId="ADAL" clId="{204F7FE5-E4AF-4463-BC8A-3828B0C3341E}" dt="2026-04-15T15:42:40.804" v="848"/>
          <ac:spMkLst>
            <pc:docMk/>
            <pc:sldMk cId="3996240590" sldId="430"/>
            <ac:spMk id="14" creationId="{5C109C09-3AFA-2307-8E63-3EFFBB9F9784}"/>
          </ac:spMkLst>
        </pc:spChg>
        <pc:spChg chg="add mod">
          <ac:chgData name="Singh, Paolo (CDR)" userId="8e74c7fb-7789-4b96-b003-a5a4a4a70b15" providerId="ADAL" clId="{204F7FE5-E4AF-4463-BC8A-3828B0C3341E}" dt="2026-04-15T15:42:40.804" v="848"/>
          <ac:spMkLst>
            <pc:docMk/>
            <pc:sldMk cId="3996240590" sldId="430"/>
            <ac:spMk id="15" creationId="{94BCB0C0-B932-BB1C-729D-DDAAB2D85E90}"/>
          </ac:spMkLst>
        </pc:spChg>
        <pc:spChg chg="add mod">
          <ac:chgData name="Singh, Paolo (CDR)" userId="8e74c7fb-7789-4b96-b003-a5a4a4a70b15" providerId="ADAL" clId="{204F7FE5-E4AF-4463-BC8A-3828B0C3341E}" dt="2026-04-15T15:42:40.804" v="848"/>
          <ac:spMkLst>
            <pc:docMk/>
            <pc:sldMk cId="3996240590" sldId="430"/>
            <ac:spMk id="18" creationId="{A40EB71B-F083-5E5F-B88A-4920EC51E667}"/>
          </ac:spMkLst>
        </pc:spChg>
        <pc:spChg chg="add mod">
          <ac:chgData name="Singh, Paolo (CDR)" userId="8e74c7fb-7789-4b96-b003-a5a4a4a70b15" providerId="ADAL" clId="{204F7FE5-E4AF-4463-BC8A-3828B0C3341E}" dt="2026-04-15T15:42:40.804" v="848"/>
          <ac:spMkLst>
            <pc:docMk/>
            <pc:sldMk cId="3996240590" sldId="430"/>
            <ac:spMk id="19" creationId="{9A811892-AEB7-F165-D398-35930B958217}"/>
          </ac:spMkLst>
        </pc:spChg>
        <pc:picChg chg="mod">
          <ac:chgData name="Singh, Paolo (CDR)" userId="8e74c7fb-7789-4b96-b003-a5a4a4a70b15" providerId="ADAL" clId="{204F7FE5-E4AF-4463-BC8A-3828B0C3341E}" dt="2026-04-15T15:42:58.473" v="850" actId="14100"/>
          <ac:picMkLst>
            <pc:docMk/>
            <pc:sldMk cId="3996240590" sldId="430"/>
            <ac:picMk id="21" creationId="{5B4D9F79-FAC7-A85A-D529-D946106F8AB7}"/>
          </ac:picMkLst>
        </pc:picChg>
      </pc:sldChg>
      <pc:sldChg chg="modSp mod">
        <pc:chgData name="Singh, Paolo (CDR)" userId="8e74c7fb-7789-4b96-b003-a5a4a4a70b15" providerId="ADAL" clId="{204F7FE5-E4AF-4463-BC8A-3828B0C3341E}" dt="2026-04-15T15:24:29.246" v="33" actId="113"/>
        <pc:sldMkLst>
          <pc:docMk/>
          <pc:sldMk cId="2363906810" sldId="431"/>
        </pc:sldMkLst>
        <pc:spChg chg="mod">
          <ac:chgData name="Singh, Paolo (CDR)" userId="8e74c7fb-7789-4b96-b003-a5a4a4a70b15" providerId="ADAL" clId="{204F7FE5-E4AF-4463-BC8A-3828B0C3341E}" dt="2026-04-15T15:24:29.246" v="33" actId="113"/>
          <ac:spMkLst>
            <pc:docMk/>
            <pc:sldMk cId="2363906810" sldId="431"/>
            <ac:spMk id="3" creationId="{06C7DFA0-7CF1-5E20-B6CA-F0983D0ACE90}"/>
          </ac:spMkLst>
        </pc:spChg>
      </pc:sldChg>
      <pc:sldChg chg="modSp new mod">
        <pc:chgData name="Singh, Paolo (CDR)" userId="8e74c7fb-7789-4b96-b003-a5a4a4a70b15" providerId="ADAL" clId="{204F7FE5-E4AF-4463-BC8A-3828B0C3341E}" dt="2026-04-15T15:32:21.583" v="846" actId="113"/>
        <pc:sldMkLst>
          <pc:docMk/>
          <pc:sldMk cId="3048485340" sldId="434"/>
        </pc:sldMkLst>
        <pc:spChg chg="mod">
          <ac:chgData name="Singh, Paolo (CDR)" userId="8e74c7fb-7789-4b96-b003-a5a4a4a70b15" providerId="ADAL" clId="{204F7FE5-E4AF-4463-BC8A-3828B0C3341E}" dt="2026-04-15T15:25:59.900" v="60" actId="20577"/>
          <ac:spMkLst>
            <pc:docMk/>
            <pc:sldMk cId="3048485340" sldId="434"/>
            <ac:spMk id="2" creationId="{67FB3B06-3931-CAF6-66C5-DD11378F9532}"/>
          </ac:spMkLst>
        </pc:spChg>
        <pc:spChg chg="mod">
          <ac:chgData name="Singh, Paolo (CDR)" userId="8e74c7fb-7789-4b96-b003-a5a4a4a70b15" providerId="ADAL" clId="{204F7FE5-E4AF-4463-BC8A-3828B0C3341E}" dt="2026-04-15T15:32:21.583" v="846" actId="113"/>
          <ac:spMkLst>
            <pc:docMk/>
            <pc:sldMk cId="3048485340" sldId="434"/>
            <ac:spMk id="3" creationId="{5880A722-F803-256F-3633-7B4E541FE51E}"/>
          </ac:spMkLst>
        </pc:spChg>
      </pc:sldChg>
      <pc:sldChg chg="add">
        <pc:chgData name="Singh, Paolo (CDR)" userId="8e74c7fb-7789-4b96-b003-a5a4a4a70b15" providerId="ADAL" clId="{204F7FE5-E4AF-4463-BC8A-3828B0C3341E}" dt="2026-04-15T15:34:36.608" v="847"/>
        <pc:sldMkLst>
          <pc:docMk/>
          <pc:sldMk cId="1134038755" sldId="435"/>
        </pc:sldMkLst>
      </pc:sldChg>
    </pc:docChg>
  </pc:docChgLst>
  <pc:docChgLst>
    <pc:chgData name="Singh, Paolo (CDR)" userId="8e74c7fb-7789-4b96-b003-a5a4a4a70b15" providerId="ADAL" clId="{75DD8D93-3C7E-204B-90FB-57EE26DB3CF4}"/>
    <pc:docChg chg="custSel modSld">
      <pc:chgData name="Singh, Paolo (CDR)" userId="8e74c7fb-7789-4b96-b003-a5a4a4a70b15" providerId="ADAL" clId="{75DD8D93-3C7E-204B-90FB-57EE26DB3CF4}" dt="2026-04-15T16:51:55.198" v="1" actId="7634"/>
      <pc:docMkLst>
        <pc:docMk/>
      </pc:docMkLst>
      <pc:sldChg chg="addSp">
        <pc:chgData name="Singh, Paolo (CDR)" userId="8e74c7fb-7789-4b96-b003-a5a4a4a70b15" providerId="ADAL" clId="{75DD8D93-3C7E-204B-90FB-57EE26DB3CF4}" dt="2026-04-15T16:45:28.191" v="0" actId="7634"/>
        <pc:sldMkLst>
          <pc:docMk/>
          <pc:sldMk cId="4275513242" sldId="394"/>
        </pc:sldMkLst>
        <pc:inkChg chg="add">
          <ac:chgData name="Singh, Paolo (CDR)" userId="8e74c7fb-7789-4b96-b003-a5a4a4a70b15" providerId="ADAL" clId="{75DD8D93-3C7E-204B-90FB-57EE26DB3CF4}" dt="2026-04-15T16:45:28.191" v="0" actId="7634"/>
          <ac:inkMkLst>
            <pc:docMk/>
            <pc:sldMk cId="4275513242" sldId="394"/>
            <ac:inkMk id="5" creationId="{FC2082E9-8A35-A387-A99C-EDB9BFE2838E}"/>
          </ac:inkMkLst>
        </pc:inkChg>
      </pc:sldChg>
      <pc:sldChg chg="addSp">
        <pc:chgData name="Singh, Paolo (CDR)" userId="8e74c7fb-7789-4b96-b003-a5a4a4a70b15" providerId="ADAL" clId="{75DD8D93-3C7E-204B-90FB-57EE26DB3CF4}" dt="2026-04-15T16:45:28.191" v="0" actId="7634"/>
        <pc:sldMkLst>
          <pc:docMk/>
          <pc:sldMk cId="2562843634" sldId="397"/>
        </pc:sldMkLst>
        <pc:inkChg chg="add">
          <ac:chgData name="Singh, Paolo (CDR)" userId="8e74c7fb-7789-4b96-b003-a5a4a4a70b15" providerId="ADAL" clId="{75DD8D93-3C7E-204B-90FB-57EE26DB3CF4}" dt="2026-04-15T16:45:28.191" v="0" actId="7634"/>
          <ac:inkMkLst>
            <pc:docMk/>
            <pc:sldMk cId="2562843634" sldId="397"/>
            <ac:inkMk id="5" creationId="{4AAFB692-0406-8437-9B7D-B74C36D90D3D}"/>
          </ac:inkMkLst>
        </pc:inkChg>
      </pc:sldChg>
      <pc:sldChg chg="addSp">
        <pc:chgData name="Singh, Paolo (CDR)" userId="8e74c7fb-7789-4b96-b003-a5a4a4a70b15" providerId="ADAL" clId="{75DD8D93-3C7E-204B-90FB-57EE26DB3CF4}" dt="2026-04-15T16:45:28.191" v="0" actId="7634"/>
        <pc:sldMkLst>
          <pc:docMk/>
          <pc:sldMk cId="969664938" sldId="403"/>
        </pc:sldMkLst>
        <pc:inkChg chg="add">
          <ac:chgData name="Singh, Paolo (CDR)" userId="8e74c7fb-7789-4b96-b003-a5a4a4a70b15" providerId="ADAL" clId="{75DD8D93-3C7E-204B-90FB-57EE26DB3CF4}" dt="2026-04-15T16:45:28.191" v="0" actId="7634"/>
          <ac:inkMkLst>
            <pc:docMk/>
            <pc:sldMk cId="969664938" sldId="403"/>
            <ac:inkMk id="5" creationId="{312F004F-3B97-6047-56C5-FFFE164441BB}"/>
          </ac:inkMkLst>
        </pc:inkChg>
      </pc:sldChg>
      <pc:sldChg chg="addSp">
        <pc:chgData name="Singh, Paolo (CDR)" userId="8e74c7fb-7789-4b96-b003-a5a4a4a70b15" providerId="ADAL" clId="{75DD8D93-3C7E-204B-90FB-57EE26DB3CF4}" dt="2026-04-15T16:45:28.191" v="0" actId="7634"/>
        <pc:sldMkLst>
          <pc:docMk/>
          <pc:sldMk cId="2006438180" sldId="427"/>
        </pc:sldMkLst>
        <pc:inkChg chg="add">
          <ac:chgData name="Singh, Paolo (CDR)" userId="8e74c7fb-7789-4b96-b003-a5a4a4a70b15" providerId="ADAL" clId="{75DD8D93-3C7E-204B-90FB-57EE26DB3CF4}" dt="2026-04-15T16:45:28.191" v="0" actId="7634"/>
          <ac:inkMkLst>
            <pc:docMk/>
            <pc:sldMk cId="2006438180" sldId="427"/>
            <ac:inkMk id="5" creationId="{55B83D93-DDBF-71AD-CF95-068FD30913D7}"/>
          </ac:inkMkLst>
        </pc:inkChg>
      </pc:sldChg>
      <pc:sldChg chg="addSp">
        <pc:chgData name="Singh, Paolo (CDR)" userId="8e74c7fb-7789-4b96-b003-a5a4a4a70b15" providerId="ADAL" clId="{75DD8D93-3C7E-204B-90FB-57EE26DB3CF4}" dt="2026-04-15T16:45:28.191" v="0" actId="7634"/>
        <pc:sldMkLst>
          <pc:docMk/>
          <pc:sldMk cId="3431671516" sldId="428"/>
        </pc:sldMkLst>
        <pc:inkChg chg="add">
          <ac:chgData name="Singh, Paolo (CDR)" userId="8e74c7fb-7789-4b96-b003-a5a4a4a70b15" providerId="ADAL" clId="{75DD8D93-3C7E-204B-90FB-57EE26DB3CF4}" dt="2026-04-15T16:45:28.191" v="0" actId="7634"/>
          <ac:inkMkLst>
            <pc:docMk/>
            <pc:sldMk cId="3431671516" sldId="428"/>
            <ac:inkMk id="5" creationId="{4D584BCA-5550-E80D-A5D2-431A574A2074}"/>
          </ac:inkMkLst>
        </pc:inkChg>
      </pc:sldChg>
      <pc:sldChg chg="addSp">
        <pc:chgData name="Singh, Paolo (CDR)" userId="8e74c7fb-7789-4b96-b003-a5a4a4a70b15" providerId="ADAL" clId="{75DD8D93-3C7E-204B-90FB-57EE26DB3CF4}" dt="2026-04-15T16:45:28.191" v="0" actId="7634"/>
        <pc:sldMkLst>
          <pc:docMk/>
          <pc:sldMk cId="1034335783" sldId="429"/>
        </pc:sldMkLst>
        <pc:inkChg chg="add">
          <ac:chgData name="Singh, Paolo (CDR)" userId="8e74c7fb-7789-4b96-b003-a5a4a4a70b15" providerId="ADAL" clId="{75DD8D93-3C7E-204B-90FB-57EE26DB3CF4}" dt="2026-04-15T16:45:28.191" v="0" actId="7634"/>
          <ac:inkMkLst>
            <pc:docMk/>
            <pc:sldMk cId="1034335783" sldId="429"/>
            <ac:inkMk id="5" creationId="{0E3F7DC2-73E7-559F-49B9-2AFA41A148D1}"/>
          </ac:inkMkLst>
        </pc:inkChg>
      </pc:sldChg>
      <pc:sldChg chg="addSp">
        <pc:chgData name="Singh, Paolo (CDR)" userId="8e74c7fb-7789-4b96-b003-a5a4a4a70b15" providerId="ADAL" clId="{75DD8D93-3C7E-204B-90FB-57EE26DB3CF4}" dt="2026-04-15T16:51:55.198" v="1" actId="7634"/>
        <pc:sldMkLst>
          <pc:docMk/>
          <pc:sldMk cId="3996240590" sldId="430"/>
        </pc:sldMkLst>
        <pc:inkChg chg="add">
          <ac:chgData name="Singh, Paolo (CDR)" userId="8e74c7fb-7789-4b96-b003-a5a4a4a70b15" providerId="ADAL" clId="{75DD8D93-3C7E-204B-90FB-57EE26DB3CF4}" dt="2026-04-15T16:51:55.198" v="1" actId="7634"/>
          <ac:inkMkLst>
            <pc:docMk/>
            <pc:sldMk cId="3996240590" sldId="430"/>
            <ac:inkMk id="6" creationId="{67AC06DF-FD0F-2B07-D7CA-7D0B9B7E6B70}"/>
          </ac:inkMkLst>
        </pc:inkChg>
      </pc:sldChg>
    </pc:docChg>
  </pc:docChgLst>
  <pc:docChgLst>
    <pc:chgData name="Singh, Paolo (CDR)" userId="8e74c7fb-7789-4b96-b003-a5a4a4a70b15" providerId="ADAL" clId="{07EA12FF-6538-58A0-B870-149C394003F4}"/>
    <pc:docChg chg="undo custSel addSld delSld modSld sldOrd">
      <pc:chgData name="Singh, Paolo (CDR)" userId="8e74c7fb-7789-4b96-b003-a5a4a4a70b15" providerId="ADAL" clId="{07EA12FF-6538-58A0-B870-149C394003F4}" dt="2026-04-15T13:34:36.429" v="2802" actId="20577"/>
      <pc:docMkLst>
        <pc:docMk/>
      </pc:docMkLst>
      <pc:sldChg chg="modSp mod">
        <pc:chgData name="Singh, Paolo (CDR)" userId="8e74c7fb-7789-4b96-b003-a5a4a4a70b15" providerId="ADAL" clId="{07EA12FF-6538-58A0-B870-149C394003F4}" dt="2026-04-15T11:19:55.187" v="25" actId="20577"/>
        <pc:sldMkLst>
          <pc:docMk/>
          <pc:sldMk cId="109857222" sldId="256"/>
        </pc:sldMkLst>
        <pc:spChg chg="mod">
          <ac:chgData name="Singh, Paolo (CDR)" userId="8e74c7fb-7789-4b96-b003-a5a4a4a70b15" providerId="ADAL" clId="{07EA12FF-6538-58A0-B870-149C394003F4}" dt="2026-04-15T11:19:55.187" v="25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mod">
        <pc:chgData name="Singh, Paolo (CDR)" userId="8e74c7fb-7789-4b96-b003-a5a4a4a70b15" providerId="ADAL" clId="{07EA12FF-6538-58A0-B870-149C394003F4}" dt="2026-04-15T11:21:00.387" v="63" actId="20577"/>
        <pc:sldMkLst>
          <pc:docMk/>
          <pc:sldMk cId="1034441701" sldId="258"/>
        </pc:sldMkLst>
        <pc:spChg chg="mod">
          <ac:chgData name="Singh, Paolo (CDR)" userId="8e74c7fb-7789-4b96-b003-a5a4a4a70b15" providerId="ADAL" clId="{07EA12FF-6538-58A0-B870-149C394003F4}" dt="2026-04-15T11:21:00.387" v="63" actId="20577"/>
          <ac:spMkLst>
            <pc:docMk/>
            <pc:sldMk cId="1034441701" sldId="258"/>
            <ac:spMk id="3" creationId="{73529452-E667-7C57-E02E-229B97D8FED5}"/>
          </ac:spMkLst>
        </pc:spChg>
      </pc:sldChg>
      <pc:sldChg chg="modSp mod">
        <pc:chgData name="Singh, Paolo (CDR)" userId="8e74c7fb-7789-4b96-b003-a5a4a4a70b15" providerId="ADAL" clId="{07EA12FF-6538-58A0-B870-149C394003F4}" dt="2026-04-15T13:34:36.429" v="2802" actId="20577"/>
        <pc:sldMkLst>
          <pc:docMk/>
          <pc:sldMk cId="1435155535" sldId="334"/>
        </pc:sldMkLst>
        <pc:spChg chg="mod">
          <ac:chgData name="Singh, Paolo (CDR)" userId="8e74c7fb-7789-4b96-b003-a5a4a4a70b15" providerId="ADAL" clId="{07EA12FF-6538-58A0-B870-149C394003F4}" dt="2026-04-15T13:34:36.429" v="2802" actId="20577"/>
          <ac:spMkLst>
            <pc:docMk/>
            <pc:sldMk cId="1435155535" sldId="334"/>
            <ac:spMk id="3" creationId="{CE89246A-DCE4-A85F-53B8-537DCE151AC7}"/>
          </ac:spMkLst>
        </pc:spChg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1878289720" sldId="337"/>
        </pc:sldMkLst>
      </pc:sldChg>
      <pc:sldChg chg="del">
        <pc:chgData name="Singh, Paolo (CDR)" userId="8e74c7fb-7789-4b96-b003-a5a4a4a70b15" providerId="ADAL" clId="{07EA12FF-6538-58A0-B870-149C394003F4}" dt="2026-04-15T11:20:25.628" v="38" actId="2696"/>
        <pc:sldMkLst>
          <pc:docMk/>
          <pc:sldMk cId="2218885554" sldId="355"/>
        </pc:sldMkLst>
      </pc:sldChg>
      <pc:sldChg chg="delSp modSp mod">
        <pc:chgData name="Singh, Paolo (CDR)" userId="8e74c7fb-7789-4b96-b003-a5a4a4a70b15" providerId="ADAL" clId="{07EA12FF-6538-58A0-B870-149C394003F4}" dt="2026-04-15T12:10:25.920" v="680" actId="478"/>
        <pc:sldMkLst>
          <pc:docMk/>
          <pc:sldMk cId="1425211946" sldId="356"/>
        </pc:sldMkLst>
        <pc:spChg chg="mod">
          <ac:chgData name="Singh, Paolo (CDR)" userId="8e74c7fb-7789-4b96-b003-a5a4a4a70b15" providerId="ADAL" clId="{07EA12FF-6538-58A0-B870-149C394003F4}" dt="2026-04-15T11:21:39.049" v="128" actId="20577"/>
          <ac:spMkLst>
            <pc:docMk/>
            <pc:sldMk cId="1425211946" sldId="356"/>
            <ac:spMk id="2" creationId="{D6595DD1-1283-E5F6-D08C-F36170E0B46B}"/>
          </ac:spMkLst>
        </pc:spChg>
        <pc:spChg chg="del mod">
          <ac:chgData name="Singh, Paolo (CDR)" userId="8e74c7fb-7789-4b96-b003-a5a4a4a70b15" providerId="ADAL" clId="{07EA12FF-6538-58A0-B870-149C394003F4}" dt="2026-04-15T12:10:25.920" v="680" actId="478"/>
          <ac:spMkLst>
            <pc:docMk/>
            <pc:sldMk cId="1425211946" sldId="356"/>
            <ac:spMk id="3" creationId="{CD379BD6-6453-80AD-05FC-75705AB69999}"/>
          </ac:spMkLst>
        </pc:spChg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3903693155" sldId="358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3428260049" sldId="359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3562183397" sldId="360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4083431499" sldId="361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2020953590" sldId="362"/>
        </pc:sldMkLst>
      </pc:sldChg>
      <pc:sldChg chg="del">
        <pc:chgData name="Singh, Paolo (CDR)" userId="8e74c7fb-7789-4b96-b003-a5a4a4a70b15" providerId="ADAL" clId="{07EA12FF-6538-58A0-B870-149C394003F4}" dt="2026-04-15T11:29:26.655" v="131" actId="2696"/>
        <pc:sldMkLst>
          <pc:docMk/>
          <pc:sldMk cId="2120634631" sldId="363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1230126234" sldId="364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1577575252" sldId="365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2775429212" sldId="366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2850474314" sldId="367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3907871708" sldId="368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621218229" sldId="369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2300533271" sldId="370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3095140947" sldId="371"/>
        </pc:sldMkLst>
      </pc:sldChg>
      <pc:sldChg chg="del">
        <pc:chgData name="Singh, Paolo (CDR)" userId="8e74c7fb-7789-4b96-b003-a5a4a4a70b15" providerId="ADAL" clId="{07EA12FF-6538-58A0-B870-149C394003F4}" dt="2026-04-15T11:29:26.655" v="131" actId="2696"/>
        <pc:sldMkLst>
          <pc:docMk/>
          <pc:sldMk cId="2410184725" sldId="372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406132887" sldId="374"/>
        </pc:sldMkLst>
      </pc:sldChg>
      <pc:sldChg chg="del">
        <pc:chgData name="Singh, Paolo (CDR)" userId="8e74c7fb-7789-4b96-b003-a5a4a4a70b15" providerId="ADAL" clId="{07EA12FF-6538-58A0-B870-149C394003F4}" dt="2026-04-15T11:29:26.655" v="131" actId="2696"/>
        <pc:sldMkLst>
          <pc:docMk/>
          <pc:sldMk cId="2840478799" sldId="376"/>
        </pc:sldMkLst>
      </pc:sldChg>
      <pc:sldChg chg="del">
        <pc:chgData name="Singh, Paolo (CDR)" userId="8e74c7fb-7789-4b96-b003-a5a4a4a70b15" providerId="ADAL" clId="{07EA12FF-6538-58A0-B870-149C394003F4}" dt="2026-04-15T11:29:26.655" v="131" actId="2696"/>
        <pc:sldMkLst>
          <pc:docMk/>
          <pc:sldMk cId="1658917031" sldId="377"/>
        </pc:sldMkLst>
      </pc:sldChg>
      <pc:sldChg chg="del">
        <pc:chgData name="Singh, Paolo (CDR)" userId="8e74c7fb-7789-4b96-b003-a5a4a4a70b15" providerId="ADAL" clId="{07EA12FF-6538-58A0-B870-149C394003F4}" dt="2026-04-15T11:29:26.655" v="131" actId="2696"/>
        <pc:sldMkLst>
          <pc:docMk/>
          <pc:sldMk cId="2055896794" sldId="378"/>
        </pc:sldMkLst>
      </pc:sldChg>
      <pc:sldChg chg="del">
        <pc:chgData name="Singh, Paolo (CDR)" userId="8e74c7fb-7789-4b96-b003-a5a4a4a70b15" providerId="ADAL" clId="{07EA12FF-6538-58A0-B870-149C394003F4}" dt="2026-04-15T11:29:26.655" v="131" actId="2696"/>
        <pc:sldMkLst>
          <pc:docMk/>
          <pc:sldMk cId="3238016870" sldId="379"/>
        </pc:sldMkLst>
      </pc:sldChg>
      <pc:sldChg chg="del">
        <pc:chgData name="Singh, Paolo (CDR)" userId="8e74c7fb-7789-4b96-b003-a5a4a4a70b15" providerId="ADAL" clId="{07EA12FF-6538-58A0-B870-149C394003F4}" dt="2026-04-15T11:29:26.655" v="131" actId="2696"/>
        <pc:sldMkLst>
          <pc:docMk/>
          <pc:sldMk cId="3072948654" sldId="380"/>
        </pc:sldMkLst>
      </pc:sldChg>
      <pc:sldChg chg="del">
        <pc:chgData name="Singh, Paolo (CDR)" userId="8e74c7fb-7789-4b96-b003-a5a4a4a70b15" providerId="ADAL" clId="{07EA12FF-6538-58A0-B870-149C394003F4}" dt="2026-04-15T11:29:26.655" v="131" actId="2696"/>
        <pc:sldMkLst>
          <pc:docMk/>
          <pc:sldMk cId="2494632822" sldId="381"/>
        </pc:sldMkLst>
      </pc:sldChg>
      <pc:sldChg chg="del">
        <pc:chgData name="Singh, Paolo (CDR)" userId="8e74c7fb-7789-4b96-b003-a5a4a4a70b15" providerId="ADAL" clId="{07EA12FF-6538-58A0-B870-149C394003F4}" dt="2026-04-15T11:29:26.655" v="131" actId="2696"/>
        <pc:sldMkLst>
          <pc:docMk/>
          <pc:sldMk cId="1144881802" sldId="382"/>
        </pc:sldMkLst>
      </pc:sldChg>
      <pc:sldChg chg="del">
        <pc:chgData name="Singh, Paolo (CDR)" userId="8e74c7fb-7789-4b96-b003-a5a4a4a70b15" providerId="ADAL" clId="{07EA12FF-6538-58A0-B870-149C394003F4}" dt="2026-04-15T11:29:26.655" v="131" actId="2696"/>
        <pc:sldMkLst>
          <pc:docMk/>
          <pc:sldMk cId="1325169651" sldId="383"/>
        </pc:sldMkLst>
      </pc:sldChg>
      <pc:sldChg chg="del">
        <pc:chgData name="Singh, Paolo (CDR)" userId="8e74c7fb-7789-4b96-b003-a5a4a4a70b15" providerId="ADAL" clId="{07EA12FF-6538-58A0-B870-149C394003F4}" dt="2026-04-15T11:29:26.655" v="131" actId="2696"/>
        <pc:sldMkLst>
          <pc:docMk/>
          <pc:sldMk cId="3818973145" sldId="384"/>
        </pc:sldMkLst>
      </pc:sldChg>
      <pc:sldChg chg="del">
        <pc:chgData name="Singh, Paolo (CDR)" userId="8e74c7fb-7789-4b96-b003-a5a4a4a70b15" providerId="ADAL" clId="{07EA12FF-6538-58A0-B870-149C394003F4}" dt="2026-04-15T11:29:26.655" v="131" actId="2696"/>
        <pc:sldMkLst>
          <pc:docMk/>
          <pc:sldMk cId="3448918507" sldId="385"/>
        </pc:sldMkLst>
      </pc:sldChg>
      <pc:sldChg chg="modSp mod">
        <pc:chgData name="Singh, Paolo (CDR)" userId="8e74c7fb-7789-4b96-b003-a5a4a4a70b15" providerId="ADAL" clId="{07EA12FF-6538-58A0-B870-149C394003F4}" dt="2026-04-15T11:30:17.407" v="186" actId="20577"/>
        <pc:sldMkLst>
          <pc:docMk/>
          <pc:sldMk cId="3786674138" sldId="386"/>
        </pc:sldMkLst>
        <pc:spChg chg="mod">
          <ac:chgData name="Singh, Paolo (CDR)" userId="8e74c7fb-7789-4b96-b003-a5a4a4a70b15" providerId="ADAL" clId="{07EA12FF-6538-58A0-B870-149C394003F4}" dt="2026-04-15T11:29:45.455" v="148" actId="20577"/>
          <ac:spMkLst>
            <pc:docMk/>
            <pc:sldMk cId="3786674138" sldId="386"/>
            <ac:spMk id="2" creationId="{0FC309F7-7111-E485-A4E0-D15507EE6CA6}"/>
          </ac:spMkLst>
        </pc:spChg>
        <pc:spChg chg="mod">
          <ac:chgData name="Singh, Paolo (CDR)" userId="8e74c7fb-7789-4b96-b003-a5a4a4a70b15" providerId="ADAL" clId="{07EA12FF-6538-58A0-B870-149C394003F4}" dt="2026-04-15T11:30:17.407" v="186" actId="20577"/>
          <ac:spMkLst>
            <pc:docMk/>
            <pc:sldMk cId="3786674138" sldId="386"/>
            <ac:spMk id="3" creationId="{6AF95727-672D-C7A7-55AE-AE54B4AF0C2D}"/>
          </ac:spMkLst>
        </pc:spChg>
      </pc:sldChg>
      <pc:sldChg chg="modSp del mod">
        <pc:chgData name="Singh, Paolo (CDR)" userId="8e74c7fb-7789-4b96-b003-a5a4a4a70b15" providerId="ADAL" clId="{07EA12FF-6538-58A0-B870-149C394003F4}" dt="2026-04-15T11:31:01.229" v="187" actId="2696"/>
        <pc:sldMkLst>
          <pc:docMk/>
          <pc:sldMk cId="2047028147" sldId="387"/>
        </pc:sldMkLst>
        <pc:spChg chg="mod">
          <ac:chgData name="Singh, Paolo (CDR)" userId="8e74c7fb-7789-4b96-b003-a5a4a4a70b15" providerId="ADAL" clId="{07EA12FF-6538-58A0-B870-149C394003F4}" dt="2026-04-15T11:29:38.815" v="139" actId="20577"/>
          <ac:spMkLst>
            <pc:docMk/>
            <pc:sldMk cId="2047028147" sldId="387"/>
            <ac:spMk id="2" creationId="{5EBFEB00-3953-9FBD-1111-EAE223C56F95}"/>
          </ac:spMkLst>
        </pc:spChg>
      </pc:sldChg>
      <pc:sldChg chg="del">
        <pc:chgData name="Singh, Paolo (CDR)" userId="8e74c7fb-7789-4b96-b003-a5a4a4a70b15" providerId="ADAL" clId="{07EA12FF-6538-58A0-B870-149C394003F4}" dt="2026-04-15T11:31:01.229" v="187" actId="2696"/>
        <pc:sldMkLst>
          <pc:docMk/>
          <pc:sldMk cId="213086058" sldId="388"/>
        </pc:sldMkLst>
      </pc:sldChg>
      <pc:sldChg chg="del">
        <pc:chgData name="Singh, Paolo (CDR)" userId="8e74c7fb-7789-4b96-b003-a5a4a4a70b15" providerId="ADAL" clId="{07EA12FF-6538-58A0-B870-149C394003F4}" dt="2026-04-15T11:31:01.229" v="187" actId="2696"/>
        <pc:sldMkLst>
          <pc:docMk/>
          <pc:sldMk cId="1204374723" sldId="389"/>
        </pc:sldMkLst>
      </pc:sldChg>
      <pc:sldChg chg="del">
        <pc:chgData name="Singh, Paolo (CDR)" userId="8e74c7fb-7789-4b96-b003-a5a4a4a70b15" providerId="ADAL" clId="{07EA12FF-6538-58A0-B870-149C394003F4}" dt="2026-04-15T11:31:01.229" v="187" actId="2696"/>
        <pc:sldMkLst>
          <pc:docMk/>
          <pc:sldMk cId="735568764" sldId="390"/>
        </pc:sldMkLst>
      </pc:sldChg>
      <pc:sldChg chg="del">
        <pc:chgData name="Singh, Paolo (CDR)" userId="8e74c7fb-7789-4b96-b003-a5a4a4a70b15" providerId="ADAL" clId="{07EA12FF-6538-58A0-B870-149C394003F4}" dt="2026-04-15T11:31:01.229" v="187" actId="2696"/>
        <pc:sldMkLst>
          <pc:docMk/>
          <pc:sldMk cId="2625581872" sldId="391"/>
        </pc:sldMkLst>
      </pc:sldChg>
      <pc:sldChg chg="del">
        <pc:chgData name="Singh, Paolo (CDR)" userId="8e74c7fb-7789-4b96-b003-a5a4a4a70b15" providerId="ADAL" clId="{07EA12FF-6538-58A0-B870-149C394003F4}" dt="2026-04-15T11:31:01.229" v="187" actId="2696"/>
        <pc:sldMkLst>
          <pc:docMk/>
          <pc:sldMk cId="689961852" sldId="392"/>
        </pc:sldMkLst>
      </pc:sldChg>
      <pc:sldChg chg="del">
        <pc:chgData name="Singh, Paolo (CDR)" userId="8e74c7fb-7789-4b96-b003-a5a4a4a70b15" providerId="ADAL" clId="{07EA12FF-6538-58A0-B870-149C394003F4}" dt="2026-04-15T11:31:01.229" v="187" actId="2696"/>
        <pc:sldMkLst>
          <pc:docMk/>
          <pc:sldMk cId="18887497" sldId="393"/>
        </pc:sldMkLst>
      </pc:sldChg>
      <pc:sldChg chg="delSp modSp mod">
        <pc:chgData name="Singh, Paolo (CDR)" userId="8e74c7fb-7789-4b96-b003-a5a4a4a70b15" providerId="ADAL" clId="{07EA12FF-6538-58A0-B870-149C394003F4}" dt="2026-04-15T11:36:47.351" v="358" actId="113"/>
        <pc:sldMkLst>
          <pc:docMk/>
          <pc:sldMk cId="4275513242" sldId="394"/>
        </pc:sldMkLst>
        <pc:spChg chg="mod">
          <ac:chgData name="Singh, Paolo (CDR)" userId="8e74c7fb-7789-4b96-b003-a5a4a4a70b15" providerId="ADAL" clId="{07EA12FF-6538-58A0-B870-149C394003F4}" dt="2026-04-15T11:36:47.351" v="358" actId="113"/>
          <ac:spMkLst>
            <pc:docMk/>
            <pc:sldMk cId="4275513242" sldId="394"/>
            <ac:spMk id="3" creationId="{06218EBA-8B2A-5C4C-A43A-A3C8A62A8539}"/>
          </ac:spMkLst>
        </pc:spChg>
        <pc:inkChg chg="del">
          <ac:chgData name="Singh, Paolo (CDR)" userId="8e74c7fb-7789-4b96-b003-a5a4a4a70b15" providerId="ADAL" clId="{07EA12FF-6538-58A0-B870-149C394003F4}" dt="2026-04-15T11:31:05.512" v="188" actId="478"/>
          <ac:inkMkLst>
            <pc:docMk/>
            <pc:sldMk cId="4275513242" sldId="394"/>
            <ac:inkMk id="5" creationId="{FE4C4D62-A400-60DD-8C61-36CF4E9089AC}"/>
          </ac:inkMkLst>
        </pc:inkChg>
      </pc:sldChg>
      <pc:sldChg chg="del">
        <pc:chgData name="Singh, Paolo (CDR)" userId="8e74c7fb-7789-4b96-b003-a5a4a4a70b15" providerId="ADAL" clId="{07EA12FF-6538-58A0-B870-149C394003F4}" dt="2026-04-15T11:31:01.229" v="187" actId="2696"/>
        <pc:sldMkLst>
          <pc:docMk/>
          <pc:sldMk cId="4169616690" sldId="395"/>
        </pc:sldMkLst>
      </pc:sldChg>
      <pc:sldChg chg="del">
        <pc:chgData name="Singh, Paolo (CDR)" userId="8e74c7fb-7789-4b96-b003-a5a4a4a70b15" providerId="ADAL" clId="{07EA12FF-6538-58A0-B870-149C394003F4}" dt="2026-04-15T11:31:01.229" v="187" actId="2696"/>
        <pc:sldMkLst>
          <pc:docMk/>
          <pc:sldMk cId="2521927861" sldId="396"/>
        </pc:sldMkLst>
      </pc:sldChg>
      <pc:sldChg chg="delSp mod">
        <pc:chgData name="Singh, Paolo (CDR)" userId="8e74c7fb-7789-4b96-b003-a5a4a4a70b15" providerId="ADAL" clId="{07EA12FF-6538-58A0-B870-149C394003F4}" dt="2026-04-15T11:31:42.529" v="191" actId="478"/>
        <pc:sldMkLst>
          <pc:docMk/>
          <pc:sldMk cId="2562843634" sldId="397"/>
        </pc:sldMkLst>
        <pc:inkChg chg="del">
          <ac:chgData name="Singh, Paolo (CDR)" userId="8e74c7fb-7789-4b96-b003-a5a4a4a70b15" providerId="ADAL" clId="{07EA12FF-6538-58A0-B870-149C394003F4}" dt="2026-04-15T11:31:42.529" v="191" actId="478"/>
          <ac:inkMkLst>
            <pc:docMk/>
            <pc:sldMk cId="2562843634" sldId="397"/>
            <ac:inkMk id="5" creationId="{F2344C53-F644-DDCD-2755-3F2606D2E0DE}"/>
          </ac:inkMkLst>
        </pc:inkChg>
      </pc:sldChg>
      <pc:sldChg chg="addSp delSp modSp mod ord">
        <pc:chgData name="Singh, Paolo (CDR)" userId="8e74c7fb-7789-4b96-b003-a5a4a4a70b15" providerId="ADAL" clId="{07EA12FF-6538-58A0-B870-149C394003F4}" dt="2026-04-15T12:10:05.838" v="679" actId="20578"/>
        <pc:sldMkLst>
          <pc:docMk/>
          <pc:sldMk cId="1230764453" sldId="398"/>
        </pc:sldMkLst>
        <pc:spChg chg="mod">
          <ac:chgData name="Singh, Paolo (CDR)" userId="8e74c7fb-7789-4b96-b003-a5a4a4a70b15" providerId="ADAL" clId="{07EA12FF-6538-58A0-B870-149C394003F4}" dt="2026-04-15T11:37:56.924" v="364" actId="1076"/>
          <ac:spMkLst>
            <pc:docMk/>
            <pc:sldMk cId="1230764453" sldId="398"/>
            <ac:spMk id="13" creationId="{EDC641AE-E88B-208B-E9E8-CFF2B38CACE7}"/>
          </ac:spMkLst>
        </pc:spChg>
        <pc:inkChg chg="del">
          <ac:chgData name="Singh, Paolo (CDR)" userId="8e74c7fb-7789-4b96-b003-a5a4a4a70b15" providerId="ADAL" clId="{07EA12FF-6538-58A0-B870-149C394003F4}" dt="2026-04-15T11:31:31.923" v="190" actId="478"/>
          <ac:inkMkLst>
            <pc:docMk/>
            <pc:sldMk cId="1230764453" sldId="398"/>
            <ac:inkMk id="14" creationId="{94E51882-9B04-5F25-2384-91E1EA52973B}"/>
          </ac:inkMkLst>
        </pc:inkChg>
        <pc:cxnChg chg="mod">
          <ac:chgData name="Singh, Paolo (CDR)" userId="8e74c7fb-7789-4b96-b003-a5a4a4a70b15" providerId="ADAL" clId="{07EA12FF-6538-58A0-B870-149C394003F4}" dt="2026-04-15T11:37:54.434" v="363" actId="14100"/>
          <ac:cxnSpMkLst>
            <pc:docMk/>
            <pc:sldMk cId="1230764453" sldId="398"/>
            <ac:cxnSpMk id="12" creationId="{2B767996-AAFE-9E70-A8A7-DF26100303C7}"/>
          </ac:cxnSpMkLst>
        </pc:cxnChg>
        <pc:cxnChg chg="add mod">
          <ac:chgData name="Singh, Paolo (CDR)" userId="8e74c7fb-7789-4b96-b003-a5a4a4a70b15" providerId="ADAL" clId="{07EA12FF-6538-58A0-B870-149C394003F4}" dt="2026-04-15T11:37:49.993" v="362" actId="693"/>
          <ac:cxnSpMkLst>
            <pc:docMk/>
            <pc:sldMk cId="1230764453" sldId="398"/>
            <ac:cxnSpMk id="16" creationId="{667213CE-389A-A94F-1A37-51C2BAAAEB81}"/>
          </ac:cxnSpMkLst>
        </pc:cxnChg>
      </pc:sldChg>
      <pc:sldChg chg="del">
        <pc:chgData name="Singh, Paolo (CDR)" userId="8e74c7fb-7789-4b96-b003-a5a4a4a70b15" providerId="ADAL" clId="{07EA12FF-6538-58A0-B870-149C394003F4}" dt="2026-04-15T11:41:53.600" v="365" actId="2696"/>
        <pc:sldMkLst>
          <pc:docMk/>
          <pc:sldMk cId="2161279909" sldId="399"/>
        </pc:sldMkLst>
      </pc:sldChg>
      <pc:sldChg chg="modSp mod">
        <pc:chgData name="Singh, Paolo (CDR)" userId="8e74c7fb-7789-4b96-b003-a5a4a4a70b15" providerId="ADAL" clId="{07EA12FF-6538-58A0-B870-149C394003F4}" dt="2026-04-15T12:10:48.236" v="681" actId="20577"/>
        <pc:sldMkLst>
          <pc:docMk/>
          <pc:sldMk cId="1274560981" sldId="400"/>
        </pc:sldMkLst>
        <pc:spChg chg="mod">
          <ac:chgData name="Singh, Paolo (CDR)" userId="8e74c7fb-7789-4b96-b003-a5a4a4a70b15" providerId="ADAL" clId="{07EA12FF-6538-58A0-B870-149C394003F4}" dt="2026-04-15T12:10:48.236" v="681" actId="20577"/>
          <ac:spMkLst>
            <pc:docMk/>
            <pc:sldMk cId="1274560981" sldId="400"/>
            <ac:spMk id="2" creationId="{999DFE56-50F5-C295-9E96-8A0C197AA93E}"/>
          </ac:spMkLst>
        </pc:spChg>
      </pc:sldChg>
      <pc:sldChg chg="del">
        <pc:chgData name="Singh, Paolo (CDR)" userId="8e74c7fb-7789-4b96-b003-a5a4a4a70b15" providerId="ADAL" clId="{07EA12FF-6538-58A0-B870-149C394003F4}" dt="2026-04-15T11:43:24.348" v="400" actId="2696"/>
        <pc:sldMkLst>
          <pc:docMk/>
          <pc:sldMk cId="3243778271" sldId="401"/>
        </pc:sldMkLst>
      </pc:sldChg>
      <pc:sldChg chg="modSp del mod">
        <pc:chgData name="Singh, Paolo (CDR)" userId="8e74c7fb-7789-4b96-b003-a5a4a4a70b15" providerId="ADAL" clId="{07EA12FF-6538-58A0-B870-149C394003F4}" dt="2026-04-15T11:43:32.238" v="401" actId="2696"/>
        <pc:sldMkLst>
          <pc:docMk/>
          <pc:sldMk cId="947035080" sldId="402"/>
        </pc:sldMkLst>
        <pc:spChg chg="mod">
          <ac:chgData name="Singh, Paolo (CDR)" userId="8e74c7fb-7789-4b96-b003-a5a4a4a70b15" providerId="ADAL" clId="{07EA12FF-6538-58A0-B870-149C394003F4}" dt="2026-04-15T11:42:05.695" v="372" actId="20577"/>
          <ac:spMkLst>
            <pc:docMk/>
            <pc:sldMk cId="947035080" sldId="402"/>
            <ac:spMk id="2" creationId="{C0010A98-0C2D-7F4D-FE8D-6B99C61756D9}"/>
          </ac:spMkLst>
        </pc:spChg>
      </pc:sldChg>
      <pc:sldChg chg="modSp mod">
        <pc:chgData name="Singh, Paolo (CDR)" userId="8e74c7fb-7789-4b96-b003-a5a4a4a70b15" providerId="ADAL" clId="{07EA12FF-6538-58A0-B870-149C394003F4}" dt="2026-04-15T11:43:37.094" v="408" actId="20577"/>
        <pc:sldMkLst>
          <pc:docMk/>
          <pc:sldMk cId="969664938" sldId="403"/>
        </pc:sldMkLst>
        <pc:spChg chg="mod">
          <ac:chgData name="Singh, Paolo (CDR)" userId="8e74c7fb-7789-4b96-b003-a5a4a4a70b15" providerId="ADAL" clId="{07EA12FF-6538-58A0-B870-149C394003F4}" dt="2026-04-15T11:43:37.094" v="408" actId="20577"/>
          <ac:spMkLst>
            <pc:docMk/>
            <pc:sldMk cId="969664938" sldId="403"/>
            <ac:spMk id="2" creationId="{43AA3C69-337E-2417-7FC5-D3DE70234A73}"/>
          </ac:spMkLst>
        </pc:spChg>
        <pc:spChg chg="mod">
          <ac:chgData name="Singh, Paolo (CDR)" userId="8e74c7fb-7789-4b96-b003-a5a4a4a70b15" providerId="ADAL" clId="{07EA12FF-6538-58A0-B870-149C394003F4}" dt="2026-04-15T11:42:23.824" v="399" actId="20577"/>
          <ac:spMkLst>
            <pc:docMk/>
            <pc:sldMk cId="969664938" sldId="403"/>
            <ac:spMk id="3" creationId="{4CBE6C59-4B03-487D-A519-9269D6987528}"/>
          </ac:spMkLst>
        </pc:spChg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2076199833" sldId="405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1920488716" sldId="406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2628322892" sldId="407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283729634" sldId="408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2056344516" sldId="409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2816400457" sldId="410"/>
        </pc:sldMkLst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460662328" sldId="412"/>
        </pc:sldMkLst>
      </pc:sldChg>
      <pc:sldChg chg="modSp mod">
        <pc:chgData name="Singh, Paolo (CDR)" userId="8e74c7fb-7789-4b96-b003-a5a4a4a70b15" providerId="ADAL" clId="{07EA12FF-6538-58A0-B870-149C394003F4}" dt="2026-04-15T12:17:50.124" v="724" actId="20577"/>
        <pc:sldMkLst>
          <pc:docMk/>
          <pc:sldMk cId="442480812" sldId="413"/>
        </pc:sldMkLst>
        <pc:spChg chg="mod">
          <ac:chgData name="Singh, Paolo (CDR)" userId="8e74c7fb-7789-4b96-b003-a5a4a4a70b15" providerId="ADAL" clId="{07EA12FF-6538-58A0-B870-149C394003F4}" dt="2026-04-15T12:17:50.124" v="724" actId="20577"/>
          <ac:spMkLst>
            <pc:docMk/>
            <pc:sldMk cId="442480812" sldId="413"/>
            <ac:spMk id="3" creationId="{FC2509C9-165E-B6B2-1275-E24AD148CE14}"/>
          </ac:spMkLst>
        </pc:spChg>
      </pc:sldChg>
      <pc:sldChg chg="modSp mod">
        <pc:chgData name="Singh, Paolo (CDR)" userId="8e74c7fb-7789-4b96-b003-a5a4a4a70b15" providerId="ADAL" clId="{07EA12FF-6538-58A0-B870-149C394003F4}" dt="2026-04-15T12:11:53.814" v="690" actId="20577"/>
        <pc:sldMkLst>
          <pc:docMk/>
          <pc:sldMk cId="622897381" sldId="418"/>
        </pc:sldMkLst>
        <pc:spChg chg="mod">
          <ac:chgData name="Singh, Paolo (CDR)" userId="8e74c7fb-7789-4b96-b003-a5a4a4a70b15" providerId="ADAL" clId="{07EA12FF-6538-58A0-B870-149C394003F4}" dt="2026-04-15T12:11:53.814" v="690" actId="20577"/>
          <ac:spMkLst>
            <pc:docMk/>
            <pc:sldMk cId="622897381" sldId="418"/>
            <ac:spMk id="3" creationId="{632C3D6C-B45F-8BDC-2413-B7768943D481}"/>
          </ac:spMkLst>
        </pc:spChg>
      </pc:sldChg>
      <pc:sldChg chg="modSp">
        <pc:chgData name="Singh, Paolo (CDR)" userId="8e74c7fb-7789-4b96-b003-a5a4a4a70b15" providerId="ADAL" clId="{07EA12FF-6538-58A0-B870-149C394003F4}" dt="2026-04-15T12:15:11.523" v="695" actId="20577"/>
        <pc:sldMkLst>
          <pc:docMk/>
          <pc:sldMk cId="2985192551" sldId="422"/>
        </pc:sldMkLst>
        <pc:spChg chg="mod">
          <ac:chgData name="Singh, Paolo (CDR)" userId="8e74c7fb-7789-4b96-b003-a5a4a4a70b15" providerId="ADAL" clId="{07EA12FF-6538-58A0-B870-149C394003F4}" dt="2026-04-15T12:15:11.523" v="695" actId="20577"/>
          <ac:spMkLst>
            <pc:docMk/>
            <pc:sldMk cId="2985192551" sldId="422"/>
            <ac:spMk id="3" creationId="{85E3BB91-E150-D4DC-18F6-7728452EC7CB}"/>
          </ac:spMkLst>
        </pc:spChg>
      </pc:sldChg>
      <pc:sldChg chg="modSp mod">
        <pc:chgData name="Singh, Paolo (CDR)" userId="8e74c7fb-7789-4b96-b003-a5a4a4a70b15" providerId="ADAL" clId="{07EA12FF-6538-58A0-B870-149C394003F4}" dt="2026-04-15T12:23:24.631" v="827" actId="207"/>
        <pc:sldMkLst>
          <pc:docMk/>
          <pc:sldMk cId="189502844" sldId="423"/>
        </pc:sldMkLst>
        <pc:spChg chg="mod">
          <ac:chgData name="Singh, Paolo (CDR)" userId="8e74c7fb-7789-4b96-b003-a5a4a4a70b15" providerId="ADAL" clId="{07EA12FF-6538-58A0-B870-149C394003F4}" dt="2026-04-15T12:23:24.631" v="827" actId="207"/>
          <ac:spMkLst>
            <pc:docMk/>
            <pc:sldMk cId="189502844" sldId="423"/>
            <ac:spMk id="3" creationId="{2D341C12-1110-D41A-D1F5-86CF7B909AA7}"/>
          </ac:spMkLst>
        </pc:spChg>
      </pc:sldChg>
      <pc:sldChg chg="del">
        <pc:chgData name="Singh, Paolo (CDR)" userId="8e74c7fb-7789-4b96-b003-a5a4a4a70b15" providerId="ADAL" clId="{07EA12FF-6538-58A0-B870-149C394003F4}" dt="2026-04-15T11:29:00.599" v="130" actId="2696"/>
        <pc:sldMkLst>
          <pc:docMk/>
          <pc:sldMk cId="143467055" sldId="425"/>
        </pc:sldMkLst>
      </pc:sldChg>
      <pc:sldChg chg="modSp del mod">
        <pc:chgData name="Singh, Paolo (CDR)" userId="8e74c7fb-7789-4b96-b003-a5a4a4a70b15" providerId="ADAL" clId="{07EA12FF-6538-58A0-B870-149C394003F4}" dt="2026-04-15T13:20:12.846" v="1915" actId="2696"/>
        <pc:sldMkLst>
          <pc:docMk/>
          <pc:sldMk cId="934434737" sldId="426"/>
        </pc:sldMkLst>
        <pc:spChg chg="mod">
          <ac:chgData name="Singh, Paolo (CDR)" userId="8e74c7fb-7789-4b96-b003-a5a4a4a70b15" providerId="ADAL" clId="{07EA12FF-6538-58A0-B870-149C394003F4}" dt="2026-04-15T12:13:44.841" v="692" actId="255"/>
          <ac:spMkLst>
            <pc:docMk/>
            <pc:sldMk cId="934434737" sldId="426"/>
            <ac:spMk id="6" creationId="{2EA29FA8-59F7-8173-FE83-B005553B1FD1}"/>
          </ac:spMkLst>
        </pc:spChg>
        <pc:graphicFrameChg chg="mod">
          <ac:chgData name="Singh, Paolo (CDR)" userId="8e74c7fb-7789-4b96-b003-a5a4a4a70b15" providerId="ADAL" clId="{07EA12FF-6538-58A0-B870-149C394003F4}" dt="2026-04-15T13:14:33.825" v="1459" actId="1076"/>
          <ac:graphicFrameMkLst>
            <pc:docMk/>
            <pc:sldMk cId="934434737" sldId="426"/>
            <ac:graphicFrameMk id="5" creationId="{F70E7502-230A-1B5C-AF12-DFF94FF23B30}"/>
          </ac:graphicFrameMkLst>
        </pc:graphicFrameChg>
      </pc:sldChg>
      <pc:sldChg chg="modSp new mod">
        <pc:chgData name="Singh, Paolo (CDR)" userId="8e74c7fb-7789-4b96-b003-a5a4a4a70b15" providerId="ADAL" clId="{07EA12FF-6538-58A0-B870-149C394003F4}" dt="2026-04-15T11:55:56.212" v="457" actId="20577"/>
        <pc:sldMkLst>
          <pc:docMk/>
          <pc:sldMk cId="2006438180" sldId="427"/>
        </pc:sldMkLst>
        <pc:spChg chg="mod">
          <ac:chgData name="Singh, Paolo (CDR)" userId="8e74c7fb-7789-4b96-b003-a5a4a4a70b15" providerId="ADAL" clId="{07EA12FF-6538-58A0-B870-149C394003F4}" dt="2026-04-15T11:55:56.212" v="457" actId="20577"/>
          <ac:spMkLst>
            <pc:docMk/>
            <pc:sldMk cId="2006438180" sldId="427"/>
            <ac:spMk id="2" creationId="{8394FD8C-E190-7A40-F84F-851E56D34D69}"/>
          </ac:spMkLst>
        </pc:spChg>
        <pc:spChg chg="mod">
          <ac:chgData name="Singh, Paolo (CDR)" userId="8e74c7fb-7789-4b96-b003-a5a4a4a70b15" providerId="ADAL" clId="{07EA12FF-6538-58A0-B870-149C394003F4}" dt="2026-04-15T11:55:26.706" v="449"/>
          <ac:spMkLst>
            <pc:docMk/>
            <pc:sldMk cId="2006438180" sldId="427"/>
            <ac:spMk id="3" creationId="{E5E070C7-564E-E64F-5112-924B4724DC8F}"/>
          </ac:spMkLst>
        </pc:spChg>
      </pc:sldChg>
      <pc:sldChg chg="modSp add">
        <pc:chgData name="Singh, Paolo (CDR)" userId="8e74c7fb-7789-4b96-b003-a5a4a4a70b15" providerId="ADAL" clId="{07EA12FF-6538-58A0-B870-149C394003F4}" dt="2026-04-15T12:08:43.944" v="678" actId="20577"/>
        <pc:sldMkLst>
          <pc:docMk/>
          <pc:sldMk cId="3431671516" sldId="428"/>
        </pc:sldMkLst>
        <pc:spChg chg="mod">
          <ac:chgData name="Singh, Paolo (CDR)" userId="8e74c7fb-7789-4b96-b003-a5a4a4a70b15" providerId="ADAL" clId="{07EA12FF-6538-58A0-B870-149C394003F4}" dt="2026-04-15T12:08:43.944" v="678" actId="20577"/>
          <ac:spMkLst>
            <pc:docMk/>
            <pc:sldMk cId="3431671516" sldId="428"/>
            <ac:spMk id="2" creationId="{E1085280-FCCC-3FDB-9D04-F82D1839471C}"/>
          </ac:spMkLst>
        </pc:spChg>
      </pc:sldChg>
      <pc:sldChg chg="addSp modSp new mod">
        <pc:chgData name="Singh, Paolo (CDR)" userId="8e74c7fb-7789-4b96-b003-a5a4a4a70b15" providerId="ADAL" clId="{07EA12FF-6538-58A0-B870-149C394003F4}" dt="2026-04-15T12:08:29.222" v="676" actId="5793"/>
        <pc:sldMkLst>
          <pc:docMk/>
          <pc:sldMk cId="1034335783" sldId="429"/>
        </pc:sldMkLst>
        <pc:spChg chg="mod">
          <ac:chgData name="Singh, Paolo (CDR)" userId="8e74c7fb-7789-4b96-b003-a5a4a4a70b15" providerId="ADAL" clId="{07EA12FF-6538-58A0-B870-149C394003F4}" dt="2026-04-15T11:57:01.806" v="531" actId="20577"/>
          <ac:spMkLst>
            <pc:docMk/>
            <pc:sldMk cId="1034335783" sldId="429"/>
            <ac:spMk id="2" creationId="{A147BBB2-72C9-D489-7974-28D5C8C6A3C2}"/>
          </ac:spMkLst>
        </pc:spChg>
        <pc:spChg chg="mod">
          <ac:chgData name="Singh, Paolo (CDR)" userId="8e74c7fb-7789-4b96-b003-a5a4a4a70b15" providerId="ADAL" clId="{07EA12FF-6538-58A0-B870-149C394003F4}" dt="2026-04-15T12:08:29.222" v="676" actId="5793"/>
          <ac:spMkLst>
            <pc:docMk/>
            <pc:sldMk cId="1034335783" sldId="429"/>
            <ac:spMk id="3" creationId="{A20658C4-EF15-7E75-E891-07BD855954BE}"/>
          </ac:spMkLst>
        </pc:spChg>
        <pc:spChg chg="add mod">
          <ac:chgData name="Singh, Paolo (CDR)" userId="8e74c7fb-7789-4b96-b003-a5a4a4a70b15" providerId="ADAL" clId="{07EA12FF-6538-58A0-B870-149C394003F4}" dt="2026-04-15T11:59:35.632" v="540" actId="1076"/>
          <ac:spMkLst>
            <pc:docMk/>
            <pc:sldMk cId="1034335783" sldId="429"/>
            <ac:spMk id="5" creationId="{FBA95618-791D-212A-D207-F7E112D0180B}"/>
          </ac:spMkLst>
        </pc:spChg>
        <pc:spChg chg="add mod">
          <ac:chgData name="Singh, Paolo (CDR)" userId="8e74c7fb-7789-4b96-b003-a5a4a4a70b15" providerId="ADAL" clId="{07EA12FF-6538-58A0-B870-149C394003F4}" dt="2026-04-15T11:59:35.632" v="540" actId="1076"/>
          <ac:spMkLst>
            <pc:docMk/>
            <pc:sldMk cId="1034335783" sldId="429"/>
            <ac:spMk id="9" creationId="{2D546652-0171-F18A-6D56-147442732957}"/>
          </ac:spMkLst>
        </pc:spChg>
        <pc:spChg chg="add mod">
          <ac:chgData name="Singh, Paolo (CDR)" userId="8e74c7fb-7789-4b96-b003-a5a4a4a70b15" providerId="ADAL" clId="{07EA12FF-6538-58A0-B870-149C394003F4}" dt="2026-04-15T11:59:35.632" v="540" actId="1076"/>
          <ac:spMkLst>
            <pc:docMk/>
            <pc:sldMk cId="1034335783" sldId="429"/>
            <ac:spMk id="10" creationId="{985C0243-3545-2C05-5C18-0C2A6798A78C}"/>
          </ac:spMkLst>
        </pc:spChg>
        <pc:spChg chg="add mod">
          <ac:chgData name="Singh, Paolo (CDR)" userId="8e74c7fb-7789-4b96-b003-a5a4a4a70b15" providerId="ADAL" clId="{07EA12FF-6538-58A0-B870-149C394003F4}" dt="2026-04-15T11:59:35.632" v="540" actId="1076"/>
          <ac:spMkLst>
            <pc:docMk/>
            <pc:sldMk cId="1034335783" sldId="429"/>
            <ac:spMk id="11" creationId="{E66927C6-54E1-4DC1-2E64-730707104736}"/>
          </ac:spMkLst>
        </pc:spChg>
        <pc:spChg chg="add mod">
          <ac:chgData name="Singh, Paolo (CDR)" userId="8e74c7fb-7789-4b96-b003-a5a4a4a70b15" providerId="ADAL" clId="{07EA12FF-6538-58A0-B870-149C394003F4}" dt="2026-04-15T11:59:35.632" v="540" actId="1076"/>
          <ac:spMkLst>
            <pc:docMk/>
            <pc:sldMk cId="1034335783" sldId="429"/>
            <ac:spMk id="13" creationId="{54C2F0D4-4797-C207-5291-A57521B00767}"/>
          </ac:spMkLst>
        </pc:spChg>
        <pc:picChg chg="add mod">
          <ac:chgData name="Singh, Paolo (CDR)" userId="8e74c7fb-7789-4b96-b003-a5a4a4a70b15" providerId="ADAL" clId="{07EA12FF-6538-58A0-B870-149C394003F4}" dt="2026-04-15T12:06:36.556" v="602" actId="1076"/>
          <ac:picMkLst>
            <pc:docMk/>
            <pc:sldMk cId="1034335783" sldId="429"/>
            <ac:picMk id="15" creationId="{68839B92-D9A2-8FDD-0C40-11D9B8459D9B}"/>
          </ac:picMkLst>
        </pc:picChg>
        <pc:picChg chg="add mod">
          <ac:chgData name="Singh, Paolo (CDR)" userId="8e74c7fb-7789-4b96-b003-a5a4a4a70b15" providerId="ADAL" clId="{07EA12FF-6538-58A0-B870-149C394003F4}" dt="2026-04-15T12:06:28.388" v="599" actId="1076"/>
          <ac:picMkLst>
            <pc:docMk/>
            <pc:sldMk cId="1034335783" sldId="429"/>
            <ac:picMk id="1026" creationId="{A901F78D-54A4-19DA-C91E-0512576892EC}"/>
          </ac:picMkLst>
        </pc:picChg>
        <pc:cxnChg chg="add mod">
          <ac:chgData name="Singh, Paolo (CDR)" userId="8e74c7fb-7789-4b96-b003-a5a4a4a70b15" providerId="ADAL" clId="{07EA12FF-6538-58A0-B870-149C394003F4}" dt="2026-04-15T11:59:35.632" v="540" actId="1076"/>
          <ac:cxnSpMkLst>
            <pc:docMk/>
            <pc:sldMk cId="1034335783" sldId="429"/>
            <ac:cxnSpMk id="6" creationId="{0A281455-CC8F-ABFC-4D26-27A3916352B4}"/>
          </ac:cxnSpMkLst>
        </pc:cxnChg>
        <pc:cxnChg chg="add mod">
          <ac:chgData name="Singh, Paolo (CDR)" userId="8e74c7fb-7789-4b96-b003-a5a4a4a70b15" providerId="ADAL" clId="{07EA12FF-6538-58A0-B870-149C394003F4}" dt="2026-04-15T11:59:35.632" v="540" actId="1076"/>
          <ac:cxnSpMkLst>
            <pc:docMk/>
            <pc:sldMk cId="1034335783" sldId="429"/>
            <ac:cxnSpMk id="7" creationId="{0B246D78-53DB-8C8C-C2EA-BFE43F2EAD84}"/>
          </ac:cxnSpMkLst>
        </pc:cxnChg>
        <pc:cxnChg chg="add mod">
          <ac:chgData name="Singh, Paolo (CDR)" userId="8e74c7fb-7789-4b96-b003-a5a4a4a70b15" providerId="ADAL" clId="{07EA12FF-6538-58A0-B870-149C394003F4}" dt="2026-04-15T11:59:35.632" v="540" actId="1076"/>
          <ac:cxnSpMkLst>
            <pc:docMk/>
            <pc:sldMk cId="1034335783" sldId="429"/>
            <ac:cxnSpMk id="8" creationId="{0F474FC7-4AF7-C78E-6678-170D8F74FF66}"/>
          </ac:cxnSpMkLst>
        </pc:cxnChg>
        <pc:cxnChg chg="add mod">
          <ac:chgData name="Singh, Paolo (CDR)" userId="8e74c7fb-7789-4b96-b003-a5a4a4a70b15" providerId="ADAL" clId="{07EA12FF-6538-58A0-B870-149C394003F4}" dt="2026-04-15T11:59:35.632" v="540" actId="1076"/>
          <ac:cxnSpMkLst>
            <pc:docMk/>
            <pc:sldMk cId="1034335783" sldId="429"/>
            <ac:cxnSpMk id="12" creationId="{3F5987AB-4210-239B-68A6-7EA7D80BD932}"/>
          </ac:cxnSpMkLst>
        </pc:cxnChg>
        <pc:cxnChg chg="add mod">
          <ac:chgData name="Singh, Paolo (CDR)" userId="8e74c7fb-7789-4b96-b003-a5a4a4a70b15" providerId="ADAL" clId="{07EA12FF-6538-58A0-B870-149C394003F4}" dt="2026-04-15T11:59:35.632" v="540" actId="1076"/>
          <ac:cxnSpMkLst>
            <pc:docMk/>
            <pc:sldMk cId="1034335783" sldId="429"/>
            <ac:cxnSpMk id="14" creationId="{26007C7C-C5A0-E871-13C4-0A205AB30C74}"/>
          </ac:cxnSpMkLst>
        </pc:cxnChg>
      </pc:sldChg>
      <pc:sldChg chg="addSp modSp new mod ord">
        <pc:chgData name="Singh, Paolo (CDR)" userId="8e74c7fb-7789-4b96-b003-a5a4a4a70b15" providerId="ADAL" clId="{07EA12FF-6538-58A0-B870-149C394003F4}" dt="2026-04-15T13:11:30.613" v="1313" actId="20578"/>
        <pc:sldMkLst>
          <pc:docMk/>
          <pc:sldMk cId="3996240590" sldId="430"/>
        </pc:sldMkLst>
        <pc:spChg chg="mod">
          <ac:chgData name="Singh, Paolo (CDR)" userId="8e74c7fb-7789-4b96-b003-a5a4a4a70b15" providerId="ADAL" clId="{07EA12FF-6538-58A0-B870-149C394003F4}" dt="2026-04-15T13:06:49.742" v="907" actId="20577"/>
          <ac:spMkLst>
            <pc:docMk/>
            <pc:sldMk cId="3996240590" sldId="430"/>
            <ac:spMk id="2" creationId="{8566D927-E3EB-9981-4079-0468174DFF06}"/>
          </ac:spMkLst>
        </pc:spChg>
        <pc:spChg chg="mod">
          <ac:chgData name="Singh, Paolo (CDR)" userId="8e74c7fb-7789-4b96-b003-a5a4a4a70b15" providerId="ADAL" clId="{07EA12FF-6538-58A0-B870-149C394003F4}" dt="2026-04-15T13:10:45.846" v="1310" actId="114"/>
          <ac:spMkLst>
            <pc:docMk/>
            <pc:sldMk cId="3996240590" sldId="430"/>
            <ac:spMk id="3" creationId="{9E561F47-65F1-1081-827B-CB3344B173C2}"/>
          </ac:spMkLst>
        </pc:spChg>
        <pc:picChg chg="add mod">
          <ac:chgData name="Singh, Paolo (CDR)" userId="8e74c7fb-7789-4b96-b003-a5a4a4a70b15" providerId="ADAL" clId="{07EA12FF-6538-58A0-B870-149C394003F4}" dt="2026-04-15T13:11:11.588" v="1312" actId="1076"/>
          <ac:picMkLst>
            <pc:docMk/>
            <pc:sldMk cId="3996240590" sldId="430"/>
            <ac:picMk id="5" creationId="{CF8F97FC-171C-478E-0F69-1D62DD90712F}"/>
          </ac:picMkLst>
        </pc:picChg>
      </pc:sldChg>
      <pc:sldChg chg="addSp delSp modSp new mod">
        <pc:chgData name="Singh, Paolo (CDR)" userId="8e74c7fb-7789-4b96-b003-a5a4a4a70b15" providerId="ADAL" clId="{07EA12FF-6538-58A0-B870-149C394003F4}" dt="2026-04-15T13:22:25.180" v="2030" actId="113"/>
        <pc:sldMkLst>
          <pc:docMk/>
          <pc:sldMk cId="2363906810" sldId="431"/>
        </pc:sldMkLst>
        <pc:spChg chg="mod">
          <ac:chgData name="Singh, Paolo (CDR)" userId="8e74c7fb-7789-4b96-b003-a5a4a4a70b15" providerId="ADAL" clId="{07EA12FF-6538-58A0-B870-149C394003F4}" dt="2026-04-15T13:15:24.749" v="1477" actId="20577"/>
          <ac:spMkLst>
            <pc:docMk/>
            <pc:sldMk cId="2363906810" sldId="431"/>
            <ac:spMk id="2" creationId="{AAC2019C-5D48-6FCA-FC0F-5E90F7A38314}"/>
          </ac:spMkLst>
        </pc:spChg>
        <pc:spChg chg="mod">
          <ac:chgData name="Singh, Paolo (CDR)" userId="8e74c7fb-7789-4b96-b003-a5a4a4a70b15" providerId="ADAL" clId="{07EA12FF-6538-58A0-B870-149C394003F4}" dt="2026-04-15T13:15:29.208" v="1482" actId="20577"/>
          <ac:spMkLst>
            <pc:docMk/>
            <pc:sldMk cId="2363906810" sldId="431"/>
            <ac:spMk id="3" creationId="{06C7DFA0-7CF1-5E20-B6CA-F0983D0ACE90}"/>
          </ac:spMkLst>
        </pc:spChg>
        <pc:spChg chg="add mod">
          <ac:chgData name="Singh, Paolo (CDR)" userId="8e74c7fb-7789-4b96-b003-a5a4a4a70b15" providerId="ADAL" clId="{07EA12FF-6538-58A0-B870-149C394003F4}" dt="2026-04-15T13:16:59.492" v="1658" actId="1076"/>
          <ac:spMkLst>
            <pc:docMk/>
            <pc:sldMk cId="2363906810" sldId="431"/>
            <ac:spMk id="6" creationId="{1DE91CDC-C9C9-AEB6-1603-8C82C8A1542B}"/>
          </ac:spMkLst>
        </pc:spChg>
        <pc:graphicFrameChg chg="add mod modGraphic">
          <ac:chgData name="Singh, Paolo (CDR)" userId="8e74c7fb-7789-4b96-b003-a5a4a4a70b15" providerId="ADAL" clId="{07EA12FF-6538-58A0-B870-149C394003F4}" dt="2026-04-15T13:22:25.180" v="2030" actId="113"/>
          <ac:graphicFrameMkLst>
            <pc:docMk/>
            <pc:sldMk cId="2363906810" sldId="431"/>
            <ac:graphicFrameMk id="5" creationId="{AC46C546-5DF6-8F4A-6404-A55253365700}"/>
          </ac:graphicFrameMkLst>
        </pc:graphicFrameChg>
        <pc:graphicFrameChg chg="add del mod">
          <ac:chgData name="Singh, Paolo (CDR)" userId="8e74c7fb-7789-4b96-b003-a5a4a4a70b15" providerId="ADAL" clId="{07EA12FF-6538-58A0-B870-149C394003F4}" dt="2026-04-15T13:21:30.572" v="2019" actId="478"/>
          <ac:graphicFrameMkLst>
            <pc:docMk/>
            <pc:sldMk cId="2363906810" sldId="431"/>
            <ac:graphicFrameMk id="7" creationId="{DD48D078-F333-17FC-52A4-F0BE61212D27}"/>
          </ac:graphicFrameMkLst>
        </pc:graphicFrameChg>
      </pc:sldChg>
      <pc:sldChg chg="modSp new mod">
        <pc:chgData name="Singh, Paolo (CDR)" userId="8e74c7fb-7789-4b96-b003-a5a4a4a70b15" providerId="ADAL" clId="{07EA12FF-6538-58A0-B870-149C394003F4}" dt="2026-04-15T13:28:29.017" v="2580" actId="20577"/>
        <pc:sldMkLst>
          <pc:docMk/>
          <pc:sldMk cId="1749318451" sldId="432"/>
        </pc:sldMkLst>
        <pc:spChg chg="mod">
          <ac:chgData name="Singh, Paolo (CDR)" userId="8e74c7fb-7789-4b96-b003-a5a4a4a70b15" providerId="ADAL" clId="{07EA12FF-6538-58A0-B870-149C394003F4}" dt="2026-04-15T13:24:06.201" v="2046" actId="20577"/>
          <ac:spMkLst>
            <pc:docMk/>
            <pc:sldMk cId="1749318451" sldId="432"/>
            <ac:spMk id="2" creationId="{EE608445-9D09-5955-C389-A59595486231}"/>
          </ac:spMkLst>
        </pc:spChg>
        <pc:spChg chg="mod">
          <ac:chgData name="Singh, Paolo (CDR)" userId="8e74c7fb-7789-4b96-b003-a5a4a4a70b15" providerId="ADAL" clId="{07EA12FF-6538-58A0-B870-149C394003F4}" dt="2026-04-15T13:28:29.017" v="2580" actId="20577"/>
          <ac:spMkLst>
            <pc:docMk/>
            <pc:sldMk cId="1749318451" sldId="432"/>
            <ac:spMk id="3" creationId="{97D10786-43B9-6652-7E42-9C919D67E695}"/>
          </ac:spMkLst>
        </pc:spChg>
      </pc:sldChg>
      <pc:sldChg chg="addSp modSp new mod">
        <pc:chgData name="Singh, Paolo (CDR)" userId="8e74c7fb-7789-4b96-b003-a5a4a4a70b15" providerId="ADAL" clId="{07EA12FF-6538-58A0-B870-149C394003F4}" dt="2026-04-15T13:34:03.707" v="2801" actId="20577"/>
        <pc:sldMkLst>
          <pc:docMk/>
          <pc:sldMk cId="3296191520" sldId="433"/>
        </pc:sldMkLst>
        <pc:spChg chg="mod">
          <ac:chgData name="Singh, Paolo (CDR)" userId="8e74c7fb-7789-4b96-b003-a5a4a4a70b15" providerId="ADAL" clId="{07EA12FF-6538-58A0-B870-149C394003F4}" dt="2026-04-15T13:28:47.859" v="2608" actId="20577"/>
          <ac:spMkLst>
            <pc:docMk/>
            <pc:sldMk cId="3296191520" sldId="433"/>
            <ac:spMk id="2" creationId="{9E54CB9E-6D9A-B8EB-BCE1-C684973FCFCB}"/>
          </ac:spMkLst>
        </pc:spChg>
        <pc:spChg chg="mod">
          <ac:chgData name="Singh, Paolo (CDR)" userId="8e74c7fb-7789-4b96-b003-a5a4a4a70b15" providerId="ADAL" clId="{07EA12FF-6538-58A0-B870-149C394003F4}" dt="2026-04-15T13:34:03.707" v="2801" actId="20577"/>
          <ac:spMkLst>
            <pc:docMk/>
            <pc:sldMk cId="3296191520" sldId="433"/>
            <ac:spMk id="3" creationId="{325E20A1-7475-3C24-8614-C4312CAEA8B3}"/>
          </ac:spMkLst>
        </pc:spChg>
        <pc:picChg chg="add mod">
          <ac:chgData name="Singh, Paolo (CDR)" userId="8e74c7fb-7789-4b96-b003-a5a4a4a70b15" providerId="ADAL" clId="{07EA12FF-6538-58A0-B870-149C394003F4}" dt="2026-04-15T13:31:34.349" v="2763" actId="167"/>
          <ac:picMkLst>
            <pc:docMk/>
            <pc:sldMk cId="3296191520" sldId="433"/>
            <ac:picMk id="6" creationId="{45D8B489-F5A0-9976-2E81-FAAF4CE1F05D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5.821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25092 2486 7890,'7'-2'-539,"-3"-2"342,-2 3 0,2-10 891,0 3 1,0-3 0,-4-1 0,0-1 79,0 1 0,0 4 0,0 0 0,0-2 126,0-1 0,-4-1 0,0-1-50,1 1 1,-2 0 0,0 0 1384,3-1-1480,-5 1 1,1 8-584,-2 8 1,-1 8 0,5 14 0,1 4-57,1 7 0,4 2 0,2 4 0,4 1-205,3 0 0,7-5 0,2 2 0,5-4-25,4-4 1,2-8-1,6-9 1,1-3 130,3-5 1,-2-4-1,0-10 1,-3-5 163,-3-4 0,-6-11 0,3 0 0,-1-4 385,-1-4 1,7-3 0,-3-5-1,5-6-318,4-4 1,-22 22-1,-1-1 1,19-26 0,-8 7-1180,-7 6 0,-8 13 0,-8 6-78,0 7 1,-6 11-1,-4 7 1,0 7-580,-2 4 1,1 7-1,-4 2 1,4 4-582,0 0 0,-2 1 2169,-6 0 0,-5 4 0,-3 4 0,-2 4 0,-1-1 0</inkml:trace>
  <inkml:trace contextRef="#ctx0" brushRef="#br0" timeOffset="1">25425 2880 16014,'-7'5'872,"3"5"0,1 5-435,-1 5 0,1 10 0,-5 6 0,-2 5-142,-1 3 1,-1 5-1,0 4 1,-2-2-444,-2-5 0,2 1 0,-2-6 0,2-3-638,2-4 0,-1-5 1,2-9-1,2-3-2546,1-3 0,8-9 613,4-5 2719,3-5 0,13-19 0,5-8 0,-2-2 0,0 1 0</inkml:trace>
  <inkml:trace contextRef="#ctx0" brushRef="#br0" timeOffset="2">25929 2990 8904,'0'-8'7332,"0"0"-6872,0 0 1,2-3 0,2 1 0,4 3-234,3 2 0,7-3 0,3 4 0,7 1-771,5 2 1,-2-4 0,3 1 0,2 2-652,-1 0 1,0 4-1,-12 0 1,-3 4-1189,-3 1 0,-9 1 2383,-4 4 0,-33 9 0,-17 3 0,-2 3 0,0 0 0</inkml:trace>
  <inkml:trace contextRef="#ctx0" brushRef="#br0" timeOffset="3">25941 3200 7910,'-6'6'4915,"17"-6"0,4-6-4404,13-7 0,-2 2 0,0 2 0,2 2-1178,0 1 1,1 2 0,-4 4 0,-1 0 666,1 0 0,5 6 0,1 1 0</inkml:trace>
  <inkml:trace contextRef="#ctx0" brushRef="#br0" timeOffset="4">27689 2227 7906,'12'0'187,"1"0"0,-1-1 1305,0-3 0,-5 1-740,-3-5 1,-5 1 0,-6-1 0,-7 4-586,-4 3 1,-3 1-1,-8 0 1,-4 1-173,-2 3 1,-4-1 0,-2 4-1,-4-1 52,-3 1 1,-5-4 0,-2 1-1,1-3-156,-1-1 0,7 0 0,8 0 0,6 0 541,5 0 0,9 0 1985,3 0-1544,9 0 0,8 0 1,8 0-459,3 0 0,2 0 1,-1 0-1,0 0-82,1 0 1,-5 5 0,0 0 0,2 2-157,1 2 1,-3 6 0,-1 2 0,-1-1-88,1 2 1,0 1 0,3 6 0,-2-1-288,1 1 0,1 1 1,0 1-1,-2 3-29,1 2 0,1-3 0,0 2 1,-4 0-65,0 1 0,-2 1 0,-4 4 0,0 0 61,0 0 1,0-5 0,0 3 0,-1 1 83,-4 4 1,3-3 0,-5-6-1,1 1-14,4-1 0,-4 1 0,2 1 0,1-5 5,2-2 0,1 0 0,0 3 0,0 2 40,0 1 0,0 2 0,0-4 0,0 2 121,0 2 1,0 0 0,0 0 0,-1-2 78,-3-2 1,2-2 0,-2-3 0,3 0-30,1-1 1,0-3 0,0-2 0,0 0-94,0 0 0,0 0 0,0 3 0,1-1 12,3 1 1,-2 1 0,2 3 0,-3 1 70,-1 2 1,0 4 0,0-3 0,-1 0 46,-3 0 1,1 3 0,-4-5-1,2 0-83,2-2 1,0-2-1,0 1 1,-1-2-4,1-2 0,2 2 0,1-4 0,0 2-14,0-1 0,-1 1 0,-2 3 1,-1 1-23,1 0 0,2-1 0,-1 2 0,0 1-26,-2 2 0,-1 0 0,4-4 0,-2-2 16,-1-3 0,0 4 0,4-4 0,0 2 42,0-2 1,-4 0-1,0-5 1,1 2-8,2 3 0,0-5 0,-2 2 0,-1 0-32,1-1 1,-3 6 0,2-1-1,2 2-156,0 1 1,-2-3 0,0 1 0,1 2-84,2 4 1,1 0 0,0-4 0,0-2 111,0-2 0,0-1 1,0 2-1,0-5 196,0-2 0,0 0 0,-1 1 0,-2 1 130,-1-1 1,-2-5 0,4-2 75,-3 1 0,0 1 0,2-1-164,-1 0 1,0-1-103,4 4 1,1-4-1,4-1 1,3 0 168,3 0 0,6-4 0,5 1 1,6-3 558,4-1 0,15-5 1,8-5-1,5-4-264,1-2 0,1 0 0,-13 3 1,-5 2-1451,-4 3 0,-10 3 0,-6 5-1180,-6 0 2192,-10 5 0,-46-20 0,-17 0 0</inkml:trace>
  <inkml:trace contextRef="#ctx0" brushRef="#br0" timeOffset="5">27972 2646 7837,'-7'7'637,"-4"4"1,6-9-173,-3 7 1,2-5 63,6 4 0,0-4 1,0 4 304,0 2 0,1-3-107,4 1 0,-3-4 694,6 4-846,1-5 0,3 6 0,0-5 936,1-1-1097,-1-1 1,0-4 0,-1-2 0,-1-4 0,-2-4 564,2-5-941,0 4 1,3-11 0,-2 4 0,-2-3 0,-1-2-103,2 0 0,1-3 0,0-1 0,-3 3 158,-4 4 1,2 0 72,-2 6-248,0-1 0,0 12-97,0 5 1,2 11 0,-4 11-1,5 5 73,4 6 0,0 4-28,10 4 1,-1 3 0,5 5-1,-1 0-293,1 0 0,-6 0 312,-3 1 0,-7-2 425,-5-3-211,-14-3 1,-10-11-1,-17-3 1,-7-5-1,-4-4 474,-1-1-250,0-7 0,-5-6 0,0-5 1,-1-1-1,0-3-316,3-4 1,13 1-1,6 0 1,8 0-3208,9 0 1800,-1 5 1,19-4 0,2 6 0,11 0-1420,7 0 0,9-1 2818,6-3 0,1-4 0,5-2 0,5-3 0,1 0 0</inkml:trace>
  <inkml:trace contextRef="#ctx0" brushRef="#br0" timeOffset="6">28526 2990 8318,'7'0'2796,"-1"0"-1178,-1 0 1,-4 6-709,3 2 0,-3 4 938,-1 5-1809,0-4 1,0 11-1,0-4 1,0 2-1,0 0-1147,0-2 486,0 1 1,0-2-1,0-2 622,0-4 0,-5-11 0,-2-4 0</inkml:trace>
  <inkml:trace contextRef="#ctx0" brushRef="#br0" timeOffset="7">27984 3803 7837,'0'-13'0,"0"5"201,0 0 1,0 0 711,0-5-232,-5 7 0,3-5 0,-3 4 720,0 0-1072,3 1 0,-3 8 1,5 2 18,0 4 1,0 4 0,0 5 0,1 3 114,3 4 0,3-4-100,5 1 1,1-2 0,-1 3-1,0-3 118,1-1 1,-1-3-381,0-7 0,0 1 0,1-5 0,-1-1 6,0-1 1,-3-8-70,-1-2 1,-4-8 0,3-5 0,-2-2-264,-2-2 0,-2 1-270,-1-1 1,0 4-185,0 1 556,0-1 1,0 2 0,0 3 0,0 2 0,0 2-47,0 0 257,0 5 0,0 3 1,0 8 20,0 4 0,4 8 0,2 5 0,2 2 142,6 2 1,-2 5 167,4 3 0,4 2 80,0 2-286,-2 5 1,0-3 0,-7 2 0,-3-3 0,-4-1 1475,-3 0-1506,-6-6 1,-9-2 0,-10-8 0,-8-4-1,-3-2 477,-2-2-768,-6-4 1,5-9 0,-3-1 0,3-3 0,2-4-586,3-3 1,3 0 0,7 1-3936,2 2 3128,9 5 1,13-2 0,12 5 1499,6 0 0,37-6 0,10-1 0</inkml:trace>
  <inkml:trace contextRef="#ctx0" brushRef="#br0" timeOffset="8">28489 4123 6146,'-7'0'5056,"2"0"-4256,5-6 1,0 3-388,0-5 1,5 4 0,3-3 0,3 0-10,1 1 0,5-1-404,-1-1 1,1 1-545,-5 3 365,0 2 0,-1-2 0,-1 8 0,-3 6 0,-2 3 0,-4 5-766,-3 1 0,-5 2 551,-5 3 0,-1 5 0,0 0 0,-2 0 85,-2 1 1,5-4 546,4 2 1,5-3 0,-1-4-1,4-5 577,4-2 1,4-3-252,9-3 0,2-3 1,5-5-1,1 0-475,0 0 1,-5-1-872,1-3 0,-6 1 321,1-5 461,-8 5 0,-24 3 0,-12 7 0</inkml:trace>
  <inkml:trace contextRef="#ctx0" brushRef="#br0" timeOffset="9">27910 4836 7833,'0'-12'0,"0"0"725,0-1 1,0 1 0,-1 1 1212,-3 3 0,1 3-1455,-5 5 1,4 1 0,-3 3 0,2 6 163,2 5 0,2 4-527,1 5 0,1 1 0,3 1 1,6 1 110,5 2 1,0-4-65,5-5 0,1-6 1,3-2-1,1-6 342,0-5 1,-5-4-249,1-5 0,-6-6 265,1-10-372,-2-6 1,-6-2-1,-1-5 1,-2 0-1,-2 0 26,-2 1 1,-1 5 0,0 5-1,-1 7 182,-3 6-541,2-2 1,-3 15-1,5 1 1,0 10-384,0 8 1,1 6 352,3 3 1,3 0-84,6 5 143,-1 5 1,0 1-1,1 5 1,-3 0 0,-1 0 63,-5 2 158,-3 2 1,-8-4 0,-5-3 0,-9-4 0,-6-4 226,-6-5 1,-4-4 0,-2-8-1,-4-8-344,0-5 0,-3-4-63,-3-4 0,5-6 0,6-5 0,7 2-926,6 5 26,14-2 1,3 5 0,18-2-1394,10 4 0,10 3-817,11 1 3217,3 5 0,-2-4 0,3 0 0,4 1 0,0 1 0</inkml:trace>
  <inkml:trace contextRef="#ctx0" brushRef="#br0" timeOffset="10">28526 5206 7293,'-7'-6'-1147,"-4"5"1841,3-3 1,1-2 0,0 1 0,0-1 4570,0 1-4424,5-5 1,-4 7 1096,6-5-1364,0 0 1,2 0 0,2 1 0,4 0 983,3 0-1573,7 5 1,1-4-1,5 5 1,0-2-1,-2-1-13,-2 1 1,-1 2 0,3 1 0,-3 0 55,-1 0 1,-6 0-334,-4 0 1,-5 5 0,0 3-1,-6 5-68,-5 3 0,-3 3 305,-1 6 1,1 0 0,1-2 0,3-1-69,2-2 0,-3-5 88,4 2 1,1-4-1,7 0 1,6-2 712,5-3 1,-2-3 358,4-5-555,-4 6-283,-6 1 1,-3 6-1,-11 4 1,-9 4 0,-11 7-1591,-7 5 679,-9 2 1,-1-2 0,-3-3 0,1-4 0,5-8-2344,3-7 1,7-10-1,5-15 3068,8-14 0,19-27 0,9-12 0,-1 16 0,0 1 0,0-1 0</inkml:trace>
  <inkml:trace contextRef="#ctx0" brushRef="#br0" timeOffset="11">29043 2400 6518,'-13'0'1708,"5"-2"-825,0-2 0,4 2 591,-4-7-789,5 1 87,-8-4 1,10-1 0,-4 1-1,4 0 55,1 0 0,1 1 0,4 1 0,4 3-78,6 2 0,0-1-487,6 2 1,1 3 102,6-3-354,-2-3 0,8 6 0,-3-4 0,-1 4 0,0 1 298,-3 0-185,-1 0 1,-3 0 0,-1-1-1,-3-2 362,-1-1 1,-1 0 235,-5 4-269,-5 0 0,-3 0-161,-8 0 0,1 0-276,-5 0 0,0 0 0,-5 1-17,1 3 0,4-1-218,-1 5 0,5-4 1,-2 4-77,0 2 1,-2 1 201,4 1 0,0 5 0,4-1 0,0 0 73,0 2 0,0 1 101,0 6 1,0 0 0,0 1 0,0 2 59,0 5 0,-4 3-67,-1 1 0,1 4-4,4 0-13,0 0 1,0-4-1,0 1 1,0 3-1,0 3 113,0-1-169,0 5 1,0-8 0,0 4-1,0-1 1,0-2-29,0-2 0,0 0 0,0-7 0,0 1-6,0-1 1,0 0 13,0 1 1,0 1-198,0-5 187,6 5 0,-5-7 1,5 6-1,-2 0 0,1-2-96,2-2 131,-4-3 0,4 3 0,-5-1 0,2 0 0,-1-2-32,-1-2 1,-2 5 0,0 1 0,0 0 1,0 0 0,0 0-71,0-1 0,0-3 0,0 4 0,0-1-79,0 0 1,0-2 72,0-7 0,0 4 1,0-4-1,0 3-30,0 2 0,0-2 226,0-2 0,0 2 154,0-2-191,0 2 0,0-4 0,0-1 0,0-2 0,0 1 35,0-2 0,0 2 1,0 1-1,0 0-54,0 0 1,0 4-72,0-2 1,0-1 0,0 0-1,0 0 50,0 1 0,0-1 183,0 1 0,0 2-54,0-5-87,0-1 0,0 0 0,0 1 0,0-1 0,0 1-195,0-1 68,0 6 1,0-8 0,0 3 0,0 0 0,0 1-184,0 1 0,0-3 1,0 3-1,0 0 42,0 1 0,1-1 58,3 1 1,-3 3 139,4-2 7,-4-3 0,-1 5 0,0-4 1,0 2-1,0-2-153,0-1 135,0 3 0,0-6 0,0 5 0,0-3 1,0-2-54,0-1 1,0 0 35,0 2 1,0-1 10,0 6 0,0-6 1,0 1-1,0-2 111,0-2 1,0 0-177,0 1 0,0-1 0,0 0 0,0 1-194,0-1 1,0 0-82,0 1 0,0-5 0,0 0-317,0 2 994,0 0 1,0-1-119,0-1 0,0-4-53,0 4 0,0-4 1,0 5 153,0 0 0,0 2-306,0 1 1,0 1-1,-1-1-857,-4 0 682,4 1 1,-4-5 124,5 0-50,0 0 101,0-1 31,0-2-86,0-5 1233,0 0-803,0-5-311,0 4 1,0-6 8,0 3-88,0 2 0,-6-3 1,-2 5-1,-4 0-457,-5 0 195,4 5 1,-7-2 0,5 4-1,-1-2 1,1-1-1217,1 2-6,2-5 1,0 5 0,-1-6 1510,1 0 0,11-22 0,2-5 0</inkml:trace>
  <inkml:trace contextRef="#ctx0" brushRef="#br0" timeOffset="12">12749 3827 7852,'4'-12'-662,"0"0"0,5-5 840,-5 1 1,4-5-1,-3 4 1,2-3 806,3-2 0,-3-1 0,-1 0 0,0 1 343,-3 2 0,-2 5 1,-1-2-800,0 3 1,-5 6-1,-4 1 1,-3 2 61,-4 2 0,2 2 0,-4 2 1,2 5-408,-1 6 0,-4 7 0,-1 11 0,-7 7-189,-8 7 0,16-15 0,-2 2 0,-3 3 0,-2 2 0,-3 4 0,0 0 19,-3 5 0,0-1 0,-1 2 0,0 0 0,1 1 1,2 0-1,3-2 0,2-1-66,2-2 1,2 0-1,5-8 1,1 0-1,-9 23 1,7-7-220,5-9 1,0-7 0,10-14-1,2-3-860,0-4 0,-2 4 0,-1-2 0,-1-3-772,1-2 0,1-6 1903,4 4 0,0-27 0,0-3 0</inkml:trace>
  <inkml:trace contextRef="#ctx0" brushRef="#br0" timeOffset="13">11863 4135 7866,'8'-4'3,"-1"-2"-739,-1-1 0,-1 1 1664,-1-3 0,-2 5 0,2 8-142,-3 5 1,-1 8 0,0 8-1,0 8-272,0 6 0,-1 7 0,-2 8 0,-1 6-431,1 5 1,1-30 0,-1-1-1,-3 33 1,1-1-14,-1-3 0,-2-6 0,3-11 0,-1-5-84,1-3 1,-4-3-1,5-2 1,2-5-104,0-7 0,2 1 0,0-5 215,0-2 1,6-3 0,2-4 351,3-4 0,7-4 1,2-5-1,5-9 102,3-9 1,8-8 0,8-12 0,2-5-324,-21 22 0,1 0 0,-1 0 1,0 0-1,22-19 0,-3 6-524,-2 4 1,-2 7 0,-9 9-1,-6 6-843,-7 8 0,-10 5 0,-3 4 0,-1 5-184,0 7 0,1-3 0,-5 4 0,0-4-156,0 0 1,0-5 1477,0 0 0,-11-5 0,-3 2 0</inkml:trace>
  <inkml:trace contextRef="#ctx0" brushRef="#br0" timeOffset="14">13241 7458 11973,'18'-7'492,"8"-4"0,11 3 0,8-3-218,7-2 0,8 1 0,6 0 0,-3-1-72,-4 1 0,-6 1 0,-8 3 1,-5 4 14,-6 2 1,-4 2 0,-4 0 0,1 0-29,2 0 0,5 0 0,1 0 1,4 0 25,6 0 1,7 0 0,2 0 0,-2 0 62,-2 0 1,3-5 0,4-2 0,1 0-104,5 3 0,0 3 0,-5 1 0,-5 0-151,-3 0 1,-6 0 0,-4 0 0,-5 0-164,-2 0 1,-4 1-1,5 2 1,4 1-32,6-1 0,4-2 1,1-2-1,-1-2 207,-3-1 0,2-1 0,-6 2 0,0-3 71,1-1 1,-2 5 0,5-2-1,1 2-22,2 2 1,6-4-1,-2 0 1,-3 1-42,-3 2 1,-3 1 0,-1 0 0,-6 0-154,-5 0 0,5 0 0,1 0 1,6 0-68,5 0 0,3 0 0,1 0 0,1 0 44,-1 0 0,-3 0 0,-2 0 0,-4 0 80,0 0 0,2 0 1,-1 0-1,2 0 43,5 0 0,1 0 0,-3 0 1,-1 0 301,-3 0 0,0 0 0,-7 0 0,-2 0-20,-1 0 0,1-6 0,2-2 1,3-1-193,4 1 1,-1-2 0,0 6 0,-2 1-146,-2 2 1,-3-3 0,-3 0 0,-2 1-49,-2 1 0,4 2 0,-1 0 0,2 0 99,2 0 1,1 0-1,2 0 1,2 0 63,2 0 1,-4 0 0,1 0-1,-4 0 53,-4 0 0,-5 0 1,-6 2-1,-1 1-84,1 1 0,-1 0 0,1-4 0,0 0 11,4 0 1,0 0 0,7-2-1,1 0-40,2-2 1,1-2-1,1 3 1,2-2-42,1-2 0,-6 3 0,-5-3 1,-1 2-99,0 2 1,1-3 0,-3 2 0,2 0-41,-2-1 1,-1 3 0,0-3-1,1 1 56,2 0 1,-4-2 0,-6 3 0,-1-2 51,-3-2 1,3 4 156,-2-1 1,-4-1 0,-4 1-17,2 1 1,-3 2 21,1 1 1,0 0-51,5 0 0,-5 0-66,0 0 1,-7 0 41,-1 0 1,-7 0 0,-8 0 0,-4 0 97,-4 0 0,0 0 0,-10 0 0,-3 1 54,-3 3 1,1-2 0,-4 2 0,4-3-119,1-1 0,-4 0 0,-1 0 0,-3 0-48,-6 0 1,-5 0-1,-11-1 1,31-1-1,0 1-39,-2-1 1,-1 0 0,-2-2-1,0 0 1,1 1 0,1 1 0,-1 1-1,-1 0-15,0 0 1,-1 0 0,-2-1 0,0 0 0,1 0 0,1 0 0,4 1 0,0-1-1,-31 1 0,13 1 0,6 0 0,5-1-71,2-3 1,-3 2-1,1-2 1,-5 3 26,-3 1 1,-2 0 0,-1 0 0,6 0-78,3 0 0,1 0 0,-8 0 0,-2 0 81,0 0 0,-3 1 1,6 2-1,3 1 111,3-1 1,5 2 0,6 1 0,3-1-22,5 1 0,0 2 1,0-4-1,-5 0 10,-3 1 1,-1-2-1,0 4 1,0 0-127,1 0 1,-6-3-1,1 3 1,3-2 85,4-2 0,0 2 0,4 1 1,0-1 13,0 1 0,-3-1 0,3-2 0,-2 1-14,-2-1 1,-6-2 0,-1-1 0,2 0-126,0 0 1,3 0 0,-1 0 0,0 0 108,0 0 1,5 0 0,2 0 0,0 0 106,-3 0 0,-6 0 0,-2 0 0,0 0 25,-2 0 0,4 4 0,-5 0 0,1-1-8,4-2 0,2-1 0,4 0 0,4 0-26,3 0 1,2-1 0,-1-2 0,1-1 47,-1 1 1,-1 1-1,-3-1 1,-4-2-145,-2-2 1,-2 3-1,0-3 1,0 1 11,0 4 0,-4 0 0,2 2 0,2 0-14,2 0 0,3 2 1,-5 0-1,0 4-57,0 1 0,0-1 0,-1 4 0,-2-2-57,-1 2 1,-6-3 0,4-1 0,-1 0 37,3-3 1,4 2 0,3-1 0,1-1 164,-1-2 1,0-1-1,-2 0 1,1 0 55,-4 0 0,0 0 0,2 0 1,1 0-101,3 0 1,7 0 0,7 0 0,3 2-34,5 2 63,4-3 1,12 5 0,4-6 257,2 0 1,1 0 0,0 0-1,2-2 69,2-2 0,-1 3 1,6-5-1,2 2-145,4 0 0,1 0 1,3 4-1,1 0-273,-1 0 1,2 0 0,5 0-1,2 0-170,1 0 1,7 0 0,1 0-1,10 0 161,9 0 0,-29 2 1,1 0-1,5 1 0,1 0 1,-2-1-1,1 1 141,-2 0 0,1 0 0,1-1 0,0 0 0,1-2 1,0 0-1,-1 0 0,0 0 62,-1 0 0,0 0 0,-5-1 0,-2 0 0,25-1 0,-9-4 14,-6-1 0,-5 5 0,-6-3 0,-2 3-91,-1-2 0,-1 2 0,7-2 0,0 3-135,2 1 1,-1 1 0,-6 2 0,-1 1 80,1-1 0,3 2 0,3-1 1,2-1 171,2-2 0,7-1 0,7 0 0,4 0-34,-1 0 0,-2-5 0,-11-2 1,-4-1-54,-7 0 0,-2 4 0,-7-3 1,-5 1-108,-5 3 0,-1 2 0,1 1 0,0 0 31,0 0 1,4 0 0,-1 0 0,5 0 74,3 0 0,8 0 1,-3 0-1,0 0 180,2 0 1,1-4 0,3-1 0,1-1-46,-2 1 1,0 1 0,-3 4 0,1 0-117,0 0 1,4 0-1,0 0 1,-1 0-310,-2 0 0,-2 0 0,-2 0 0,-3 0 55,0 0 0,-3 0 0,-3 0 0,-1 0 17,1 0 1,0 0 0,1 0 0,1 0 188,2 0 1,5-2 0,-1-1 0,2-1 81,2 2 0,0-1 0,0 0 1,-1-1-179,-4 1 1,3 2-1,-5 1 1,0-1 130,0-4 0,3 4 0,-3-3 0,0 1 18,0-1 0,3 3 1,-3-3-1,0 1-25,0-1 0,3 2 0,-3-3 0,0 1-41,0 0 0,-1-2 0,-5 4 0,0-3-87,-4 3 0,2-1 1,-4 0-1,1-1-135,3 1 0,0 2 0,0 1 0,-2 0-7,2 0 1,1 0-1,2 0 1,-1 1 47,1 4 0,4-4 0,-1 3 0,0-3 67,-2-1 1,2 0-1,0 0 1,-4 0 124,-2 0 1,3 0-1,4 2 1,-2 0-108,-1 3 0,-1-1 0,-1-4 0,1 0-114,-1 0 0,1 4 1,0 0-1,-1-1 58,1-2 1,-5-1 0,0 0 0,-3 0 71,-2 0 1,-1 0 282,-2 0 1,-5-1-1066,-3-3 0,-2 1-3103,-2-5 1014,0 5 2916,5-3 0,7-10 0,8-5 0</inkml:trace>
  <inkml:trace contextRef="#ctx0" brushRef="#br0" timeOffset="15">13660 11752 7900,'-12'-1'-271,"-1"-3"1,5 3-949,0-4 1452,0 4 0,-5-3 1,1 0 415,0 1 1,4 0-340,-1-1 0,5 3 472,-4-3-352,5 3 1,-4 1 0,3-2 1134,-4-2-883,3 3 247,-1-5 917,1 6-1049,3 0 766,-3 0 1121,5 0-432,0 0-1454,0 6-435,0-5-24,0 5-128,0-6 1,1 0 0,3 0-49,5 0 1,3 0 0,4 0-1,5 0-68,2 0 1,6 0 17,-1 0 0,5 0-141,-4 0 36,5 0 0,-2 0 0,3 0 0,-2 0 1,-4-2 61,-3-2 1,-2 3-1,0-5 1,-4 2 34,-4 0-954,-2 0-707,-2 4 569,-5 0 0,-5 5-1350,-6 4 854,-6-4 0,9 6-2787,-3-3 2292,2-2 1978,8-1 0,22-32 0,12-7 0</inkml:trace>
  <inkml:trace contextRef="#ctx0" brushRef="#br0" timeOffset="16">14251 11777 7941,'-2'7'1737,"-2"-3"-909,3-3-142,-5-1-2,6 0 2643,0 0-1873,0-5-8,0 4-48,0-5-838,0 6 1,2-4-48,2 0 1,-2 0-276,7 4 1,-1-4-1,4 0 1,2-1 65,2 0 1,3 2-133,6-5 1,5 1 53,3-1-107,8-3 0,-1 6 0,3-5 0,-2 3 0,-4 2 239,-3 2-320,-6 2 0,-2 1 0,-7 0 0,-1 0 73,-3 0 0,-6 0-221,0 0-1072,-7 0-90,4 0 234,-6 0-1420,0 0 0,-11-6 1,-3-1-1</inkml:trace>
  <inkml:trace contextRef="#ctx0" brushRef="#br0" timeOffset="17">21130 4984 7946,'0'-12'1199,"0"-1"-748,-6 1 1,-1 1-105,-5 3 1,-3 2 0,-7 6 0,-11 2 114,-9 2 0,-18 4-316,26 0 0,-2 1 1,-4 2-1,-2 2 0,-5 3 1,0 1-1,-2 1 1,-1 1-220,-2 1 1,0 1-1,0-2 1,0 2 393,5 1 0,0 1 1,4-4-1,1 1-151,4 0 1,2 1-1,5 0 1,2-1 0,-17 19-1,9-5-186,5-3 0,-2-2-12,1-4 1,-1-2-1556,1-3 870,3 4 1,10-11 0,1 5 0,1-1 0,4-1 712,5-1 0,-1-4 0,6 1 0,0 3 0</inkml:trace>
  <inkml:trace contextRef="#ctx0" brushRef="#br0" timeOffset="18">19850 5267 8031,'0'-12'0,"0"-1"0,0 1 1358,0 0-282,0 0-321,0 5-564,-11 7 0,1 13 1,-11 12-1,-5 8 0,-6 6 752,-3 7-873,-2 12 0,17-27 0,1 1 0,-1 5 0,1 1 0,-2 1 0,1-1 0,0 1 0,0 0 82,0 0 0,2-1 0,2-4 0,2-1 0,-10 24 0,12-12 306,11-9 0,17-16-21,13-8 0,10-7 1,7-1-183,1-8 0,10-5 0,4-7 1,-27 7-1,0-1 0,2 0 1,0-1 316,-1 1 1,-1 0-1036,28-5 1,-14-3-1,-13 7 1,-9 3 462,-8 4 0,-43-14 0,-10-3 0</inkml:trace>
  <inkml:trace contextRef="#ctx0" brushRef="#br0" timeOffset="19">16158 11814 7596,'7'0'841,"-2"0"1,-6 0-179,-3 0-503,3 0 1,-5-1 118,6-4 0,1 4 15,4-3 1,-3 1-1,6 1-20,2-3 0,-3 1 0,1 4 0,2 0 80,1 0 1,2 0 0,2 0-1,3 0-75,1 0 0,-2 0 0,3 0 0,2 0-80,1 0 0,2 0 1,1 0-1,1 0-92,2 0 0,4 0 0,-3 0 0,0 0-104,0 0 0,-1 0 1,-3 0-1,1 0-24,2 0 1,-1 4-1,-4 1 1,-2-1 32,-2 1 0,-1-4 1,3 5-1,-3-2 88,-1 0 0,0 0 0,-2-2 0,3 0 5,0 2 1,5 1 0,-4-5 0,3 0-4,2 0 0,4 0 0,1 0 1,1 0-7,4 0 1,0 0 0,2 0 0,0 0-74,0 0 0,-6 0 0,-2 0 0,-4 0-91,-5 0 0,2 1 0,-4 2 0,0 1 21,-1-1 0,1-2 1,-1-1-1,2 0 22,0 0 0,8 1 1,-1 2-1,4 1 26,4-1 0,6-2 1,2-1-1,1 0 48,-1 0 0,-1 0 0,-2 0 0,-1 0-12,-1 0 0,-3 0 0,-9 0 0,-1 0-3,1 0 0,-1 0 0,0 0 0,-3 0-8,0 0 0,-1 0 1,6 0-1,2 0-9,1 0 1,1 0 0,-2 0 0,5 0-15,3 0 1,-1-4 0,-1 0 0,-1 1-56,1 2 1,-2-3-1,1 0 1,1 1 87,1 2 1,2-4 0,0 1-1,0 2 30,0 0 0,0 2 0,-1-1 1,-4-2 21,-3-1 0,-3 0 0,-1 3 0,-2-2-12,-3-1 0,2 0 0,-4 4 0,0 0-55,0 0 1,4 0 0,-1 0 0,5 0-127,3 0 0,5 0 1,-1 0-1,3 0 100,1 0 0,-1 0 1,0 0-1,-2 0 29,-1 0 1,-6 0-1,2 0 1,-3 0 14,-1 0 1,-5-2 0,2 0 0,3-3-51,2 3 0,2 0 0,-3 2 0,1 0 3,2 0 1,8 0 0,-3-1 0,-1-2 90,-2-1 0,2 0 0,-4 4 0,-2 0 35,-1 0 1,-1 0 0,-2 0 0,-1 0-66,-2 0 0,1-4 0,3 0 0,1 1-82,0 2 0,-1 1 0,2-2 0,2 0-12,0-2 0,5-1 1,-4 5-1,-2 0 103,-1 0 0,-3-4 1,-1 0-1,-3 1 0,-1 2 1,-1 1-1,-4 0 1,2 0 13,2 0 0,-1 0 0,-4 0 0,2 0-71,3 0 0,0 0 0,5-1 0,-1-2-20,1-1 0,-3 0 0,1 4 1,2 0 38,1 0 1,2 0 0,0 0 0,-2 0-19,-3 0 1,8 0-1,-4 0 1,1 0-86,-3 0 1,1 0 0,-2 0-1,2 0-2,1 0 0,0 0 0,-3 0 1,-1 0 176,-3 0 0,4 0 1,-3 0-1,-1 0 22,1 0 1,3 0-1,-3 0 1,1 0-61,3 0 0,1 0 1,1 0-1,1 0-1,0 0 1,-1 0 0,-1 0 0,-1 0-2,-1 0 0,-2 0 1,3 0-1,-2 0-16,2 0 1,-4-2-1,0 0 1,-2-2 5,1 1 1,-1 2 0,-4 1 0,2 0-56,2 0 1,-2 0-1,3 0 1,-2 0 30,1 0 1,-2 0-1,3 0 1,0 0 79,-1 0 0,6 0 0,-3 0 0,2 0-17,-1 0 0,-1-5 1,3 1-1,-1 2-39,1 0 1,1 2-1,0 0 1,-1 0-23,-1 0 1,-5-4 0,3 0 0,-1 1-107,-3 2 1,-1 1-1,-2 0 1,0 0 45,1 0 1,-5 0-1,0 0 48,2 0 1,0 0-1,3 0 1,-1 0 25,0 0 1,2 0-1,1 0 1,1 0 54,0 0 1,-3 0-1,0 0 1,-1 0 382,0 0 0,0 0 0,1 0 230,-1 0-1557,-5-6 1,-2 4-1090,-5-7 0,-1 7 0,-4-2 1940,-8 2 0,-37-25 0,17 10 0,0 0 0</inkml:trace>
  <inkml:trace contextRef="#ctx0" brushRef="#br0" timeOffset="20">22385 10534 7935,'5'-12'2652,"-3"5"0,2 3-2346,-8 8 1,-8 4 0,-10 10-1,-7 7 0,-8 6 0,-8 11 0,16-17 0,-1 0 1,-4 3-1,-2 1-66,-3 3 1,-1 0 0,-3 2 0,0-1-1,2 1 1,1 1 0,6-4 0,1-1-372,5-2 1,3-1 0,-12 14 0,12-6 0,9-4-634,6-8 0,5-3 0,5-5 1,0 2-951,0-2 1,0-2 154,0 0 1,1-6 1558,3-3 0,14-52 0,8-14 0</inkml:trace>
  <inkml:trace contextRef="#ctx0" brushRef="#br0" timeOffset="21">21856 10473 7935,'-6'-20'449,"0"-1"1,-8 6 0,-1 4 597,-2 5 1,2 12-1,6 7 1,2 12 255,1 10 1,2 13-1,6 11 1,2 5-1090,-1-29 1,2 0-1,3 2 1,2 0 0,2 1-1,3 0 1,4 2-1,2 0-1305,3 1 0,4-2 0,2 0 0,3-1 1021,-2 0 1,3 2 0,-3-5-1,3 1 1,0 1 0,0 1 0,0 1-1,0-1 1</inkml:trace>
  <inkml:trace contextRef="#ctx0" brushRef="#br0" timeOffset="22">16909 9931 7885,'0'-16'190,"0"-2"0,0 0 953,0 0 0,0 2 1,0 4 1708,0-1-2272,0 1 0,0 7-564,0 5 0,-2 11 0,-2 10 0,-5 5 398,-6 3-513,-5 5 0,-1 2 1,-3 6-200,-2 2 1,-1-4 0,2 1 0,1-3-240,-1-1 1,6-4 0,3-2 0,3-2-973,5-6 1,-1-4 1508,4-6 0,-4-23 0,2-5 0</inkml:trace>
  <inkml:trace contextRef="#ctx0" brushRef="#br0" timeOffset="23">16478 10128 7986,'-12'0'0,"-1"-1"637,1-3 1,1 4-1,3 0-22,4 6 0,2 7 0,2 3 1,0 3-420,0 0 1,0 6 0,2-2-1,1 5-67,1-1 1,4-7 0,-3-3-1,2-3 96,3-2 0,6-5 0,5-3 1,3-6 51,5-6 1,4-1 0,8-12 0,3-1-471,-1-1 1,0 4 0,-6 2 0,-2 4 192,-2 0 0,-3 1 0,-5 0 0</inkml:trace>
  <inkml:trace contextRef="#ctx0" brushRef="#br0" timeOffset="24">17918 9906 7975,'0'-12'0,"4"0"1045,0 0 0,-5 5 0,-6 4 1,-1 4-330,-1 3 1,-3 10 0,-4 0 0,-1 5-568,0 7 0,-3 0 0,-4 7 0,-1 1-28,1 1 1,-1 6 0,0 2 0,1-1-47,-1 1 0,6-2 1,3-6-1,3-2-625,5-4 1,-2-5-1,6-3 1,2-5-814,0-2 1,2-2 1362,0 1 0,0-7 0,0 0 0</inkml:trace>
  <inkml:trace contextRef="#ctx0" brushRef="#br0" timeOffset="25">17549 10251 7975,'0'-8'181,"0"0"0,1-1 603,3 3 1,-3-1 0,4 3 249,-4-5 0,-1 5-665,0 4 1,0 7 0,0 11-1,0 7-200,0 6 1,-4 6 0,-2 4 0,1 4-105,-1 3 0,2-4 1,4-5-1,0-4-15,0-7 0,7-4 0,5-8 0,8-8 270,3-5 1,7-11 0,4-7 0,3-10-121,0-5 1,3 3 0,-9-2 0,1 4-201,-4 5 0,-13-36 0,-4-4 0</inkml:trace>
  <inkml:trace contextRef="#ctx0" brushRef="#br0" timeOffset="26">19235 9931 7910,'-2'-19'745,"-2"4"-80,-4 5 1,-3 5-1,-1 8 1,-1 5-217,1 8 0,-4 7 0,-1 6 1,1 5-394,-2 6 0,0 0 0,-4 5 1,2 1-57,-2 2 1,-1 4 0,-2-3 0,2-6-102,2-8 1,4-5-1,4-5 1,2-2-521,3-2 0,-1-8 1,5-4 620,1 0 0,7 8 0,3 2 0</inkml:trace>
  <inkml:trace contextRef="#ctx0" brushRef="#br0" timeOffset="27">18804 10337 7933,'-6'-12'0,"5"0"0,-4 1 954,-1 2 0,5 5 0,-2 10-132,6 6 1,-1 6-1,7 7 1,0 0-617,2 4 1,1 1 0,1 3 0,-2-4-110,-3-3 0,7-2 0,-3 0 0,2-4 17,0-3 0,-1-5 0,2-4 0,2-4 93,-2-2 0,3-9 0,-1-6 1,1-6-322,0-4 1,4 3 0,-3-1 0,1 0-723,1 2 1,-1-3 835,5 6 0,7-20 0,4-10 0,4-1 0,0 0 0</inkml:trace>
  <inkml:trace contextRef="#ctx0" brushRef="#br0" timeOffset="28">21277 9906 7879,'0'-12'639,"0"0"158,0 0 0,-5 5 1,-3 3-233,-3 2 1,-1 8 0,1 3 0,1 6-261,2 6 1,0 3-1,-5 5 1,1 4-7,0 3 0,-2 0 0,-1 1 1,-1 2-146,1 2 0,-3 2 0,1 5 0,1-3-524,-2-4 1,4-2 0,-2-2 0,2-2-1289,2-2 0,4-7 1,1-7 1657,2-1 0,-5-18 0,3-8 0</inkml:trace>
  <inkml:trace contextRef="#ctx0" brushRef="#br0" timeOffset="29">20908 10313 7879,'-1'-11'2409,"-3"2"1,2 9-1906,-2 9 0,4 7 0,3 5 0,3 2-224,0 1 0,-2 2 0,5 0 0,0 0-271,2-2 1,1-4 0,2 1 0,1-6 91,2-6 1,3-3 0,-2-6 0,1-2-293,3-2 0,0-4 0,0-8 1,-2-5-1762,2-2 1,-4 2 1951,-2 1 0,-13-12 0,-4-6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5.851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6879 6867 7854,'0'-8'796,"0"-1"-425,0 1 0,-1-3 0,-2 2 2225,-1 1-1289,0 5 0,4-1-550,0 8 0,0 3 0,0 6 0,0 2-115,0 2 0,0 5 0,0-2 0,0 5-182,0 3 0,-4-2 0,0 5 0,0-3-308,-2 1 0,5 0 0,-5-5 0,2 1-153,0 0 1,0-6-1,4-3 1,-1-4-147,-4-3 0,4-7 1,-3-10-80,3-8 0,5-8 0,1-4 0,2-5-44,3-3 1,1-5-1,1 0 1,0 3 117,0 4 0,1 4 0,0 5 1,2 2 151,2 2 1,-1 9 0,-3 11 232,-1 8 1,-1 6 0,-3 13 0,-4 2 45,-2 0 0,-2 6 0,0-1 0,0 1-476,0-1 1,0-3 0,0-5-1,0-2-1199,0-2 1,1-1 0,2-6 14,1-3 1,5-7 1380,0 0 0,12-19 0,5-5 0</inkml:trace>
  <inkml:trace contextRef="#ctx0" brushRef="#br0" timeOffset="1">7310 6916 7888,'-8'-1'2646,"-1"-3"-1252,7 2 1,-2-3 0,8 6-555,4 3 0,3 2 0,1 3 0,2-1-382,2 2 1,-2 1 0,2 1-1,-2 1-331,-2-1 0,5 4 0,-1 1-394,-1-2 0,-5-3 1,-3-2-1,-1-2-2790,1 1 1,-4-2 3056,1 1 0,-19-27 0,-5-3 0</inkml:trace>
  <inkml:trace contextRef="#ctx0" brushRef="#br0" timeOffset="2">7507 6842 9084,'-13'6'582,"1"5"0,-2 6 1,-1 3-119,-1 1 1,-4 7 0,2 2 0,0 0-378,0 0 1,-2 3 0,5-6 0,2-2-816,4-3 0,6-7 728,-1 1 0,24-30 0,8-7 0</inkml:trace>
  <inkml:trace contextRef="#ctx0" brushRef="#br0" timeOffset="3">7753 6830 11196,'0'-7'1439,"0"-4"1,4 8-1167,0-5 1,10 1 0,-2-2 0,2 1-66,-1-2 1,0 3-1,0 0 1,1 1-167,-2-1 1,3 4-1,-8 0-96,0 6 0,-1 5 0,-8 9 0,-2 3-81,-4 3 1,-3 2-1,-1 1 1,-2 1 23,-2 2 1,2 1-1,-3-3 1,5 2 373,4-2 0,-2 4 0,6-3 1,3-2 280,4-4 1,5-4 0,7-6-1,3-1-135,1-3 1,1-2 0,4-6-1,-3-2-610,0-2 1,0 3 200,3-3 0,12-8 0,2-2 0</inkml:trace>
  <inkml:trace contextRef="#ctx0" brushRef="#br0" timeOffset="4">8750 6485 10189,'0'-6'1827,"0"0"1,-2 6-1521,-2 0 0,2 0 0,-7 0 0,0 1-59,-2 4 1,-2 7-1,0 10 1,-4 5-118,-3 6 0,-3 13 0,-2 9 0,0 7-213,13-30 0,0 1 0,2 2 0,1 0 1,-6 31-1,5-4-99,6-3 0,4-5 0,4-11 1,6-6 85,5-7 0,4-9 1,5-5-1,0-2 147,-4-2 0,3-5 0,-3-3 1,-1-1-344,-3 1 0,2-3 0,-2 4 0,-1-4-2668,-1-1 2959,-2 0 0,-5-27 0,-1-8 0</inkml:trace>
  <inkml:trace contextRef="#ctx0" brushRef="#br0" timeOffset="5">10866 6584 7853,'-12'0'-4,"0"0"1,-1 0 0,1-2 519,0-2 0,4 2 1,-1-5-1,1 0 686,1 0 1,1 3-302,1-4 1,4 4 49,-3-5 1,4 7-542,4-2 0,-1 2 0,5 4 0,2 2 72,1 4 0,2 3 0,4 3 0,3 3-184,3 8 0,1 1 0,-2 8 1,-3 3-136,-2 3 1,3 6-1,-7 1 1,-3 2-115,-3 0 1,-5 2 0,-6-10 0,-5-2-96,-6 0 1,0-5-1,-6-4 1,-1-7-145,-1-4 1,2-2 0,2-6-1,3-2-1157,5-1 0,0-3 18,7 3 0,1-1 0,7 2 1,5-2 1328,1-2 0,30-28 0,7-11 0</inkml:trace>
  <inkml:trace contextRef="#ctx0" brushRef="#br0" timeOffset="6">18681 4947 7473,'-7'-1'1985,"3"-3"0,-2 1-1431,2-5 0,0 4 0,4-5-101,0 0 1,2-2 0,2-1 0,4-1-247,3 1 0,12-6 0,7-2 0,11-6-123,12-7 1,-21 13 0,1-1 0,8-7 0,3-3 0,4-3 0,3-2-56,-13 10 1,1 0 0,1-1-1,2-3 1,1 0 0,0 0-1,3-1 1,1 0 0,0 0 0,1-1-1,1 1 1,0-1-216,2 1 1,1-1 0,-1 1-1,2 0 1,-1 0 0,1 0-1,1 0 1,0-1 0,0 1 0,-1 0-1,-1 1 1,1 1 107,0-1 1,0 1 0,1 0 0,0-1 0,0 0 0,2 0 0,2-2-1,2 1 1,-1-1 0,2 0 0,0-1 0,-1 0-55,-14 7 0,0 0 0,0 0 0,1 0 0,3-1 0,1 0 0,1 0 0,-1 0 0,-3 1 0,0 1 0,1 0 0,0 0 0,2 0 0,1 0 0,1 0 0,0 0 175,2 0 1,0-1-1,1 1 1,-1 0-1,2 0 1,1 0 0,-1 0-1,1 1 1,0 1-1,0 1 1,1 0 0,-1 1-1,-2 0 1,0 2-1,0 0 1,0 1-3,-2 1 1,0 0 0,0 2 0,0 0 0,-2 1 0,-1 2 0,0 0 0,0 0 0,14-1 0,0 1-1,-1 1 1,-4 0 0,-1 1 0,-1 0-127,-4 1 0,0 0 1,-1 1-1,-5 2 0,-1 0 1,-1 1-1,12-2 0,-3 1 1,-6 3-1,-2 1-386,-5 1 1,-2 1-1,28 0 1,-9 0-1,-12 0-809,-13 0 0,-8 0 1280,-6 0 0,-2 5 0,-6 2 0</inkml:trace>
  <inkml:trace contextRef="#ctx0" brushRef="#br0" timeOffset="7">24243 2031 7926,'-16'0'0,"-2"0"240,-1 0 0,11-5 734,4 1 0,15 0 0,13 3 0,9-2-450,7-1 0,10 0 0,13 4 0,-27-1 0,2 1-381,4-3 0,1 1 0,3 2 0,2-1 0,5 0 1,1-1-1,3 3 0,2 0-201,3 0 1,0 2 0,2 1 0,0 1 0,-3-1 0,-1 1 0,-8 0 0,-3 1-97,-8-1 0,-5 2 0,6 9 0,-22 2 0,-19 0-58,-16 0 1,-17 8 0,-20-2 0,21-10 0,-2 0 363,-4 1 1,-2 0 0,-6 0-1,-1 1 1,0 2 0,1 1-1,2-1 1,1 1-64,2-1 1,2 1 0,2-3 0,2 1 0,-23 14 0,6-1-364,9-3 0,13-5 1,17-2 273,6-3 0,5-3 0,1-2 0,0 3 0</inkml:trace>
  <inkml:trace contextRef="#ctx0" brushRef="#br0" timeOffset="8">26446 1649 7897,'0'-8'-136,"0"0"1,-5 5 0,-2-3 0</inkml:trace>
  <inkml:trace contextRef="#ctx0" brushRef="#br0" timeOffset="9">26409 1600 7897,'-16'-4'43,"-1"-2"1,2-1 498,2-2 1,-2-2 0,1-1 0,4-1 1918,3 1 1,2 4-1396,1 0 0,4 5 0,1 0 0,10 7-446,8 8 0,5 12 1,2 9-1,1 3-103,2 6 1,5 1 0,-1 8 0,2-1-297,2 0 0,-5 2 0,-4-9 0,-2 1-614,-1-3 0,-2-4 1,-4-5-1,-5-8-1926,-5-6 1,-6-4 897,1-2 1,-6-7 0,-4-5 0,-1-6 1420,-2-5 0,-13-29 0,-4-7 0</inkml:trace>
  <inkml:trace contextRef="#ctx0" brushRef="#br0" timeOffset="10">26766 1612 7933,'5'-12'0,"-6"1"416,-10 3 1,-7 4-1,-8 9 1,-4 9 400,-7 9 0,-5 14 0,-7 12 0,23-21 0,1 2-639,-2 1 0,1 2 0,1-1 0,-1 0 0,-1 2 0,1-1 0,2-1 0,0-1-221,-17 25 0,4-11 1,15-9-1,9-10-725,4-9 0,7-8 0,7-5 0,6-3-673,4-1 1,11-3 1440,-1-5 0,6-14 0,8-11 0,0-2 0,3-5 0,1 0 0,-1 0 0</inkml:trace>
  <inkml:trace contextRef="#ctx0" brushRef="#br0" timeOffset="11">27037 1108 7933,'-13'0'3175,"1"0"-2105,0 0 1,6 0-351,6 0 0,11 0 0,13-2 0,6-2-401,7-4 1,9 1 0,2-1 0,5-2-568,3-1 0,0 0 1,0 2-1,-6 1-828,-8-2 0,-11 5 0,-5-1-2886,-4 1 3962,-12 3 0,-27 2 0,-17 7 0</inkml:trace>
  <inkml:trace contextRef="#ctx0" brushRef="#br0" timeOffset="12">27394 1046 7933,'-20'0'123,"1"5"0,3 4 0,-5 3 712,-2 4 0,-6 4 0,-1 6 0,0 2-280,0 5 0,-1 3 0,5 1 0,5-1-1014,6 1 0,6-7 0,9-4 1,1-5-419,3-3 1,3-6 876,5-4 0,6-11 0,1 2 0</inkml:trace>
  <inkml:trace contextRef="#ctx0" brushRef="#br0" timeOffset="13">27615 1624 7934,'-1'-12'5066,"-3"0"-3317,2 0 1,-3 3-927,5 1 0,1 11 1,3 2-1,4 9-297,3 6 0,7 4 1,3 2-1,2 2-434,2 5 0,3-1 0,2-1 1,0-1-133,1-2 1,-3-4 0,-5-3-1,-2-4-555,-5 1 0,-3-8 1,-4 2-1291,-1-1 0,-6-5 0,-1-1-935,-4 0 1,-6-3 2819,1 2 0,-3-14 0,-2-3 0</inkml:trace>
  <inkml:trace contextRef="#ctx0" brushRef="#br0" timeOffset="14">27947 1563 11957,'-13'7'744,"-4"5"1,-6 9-446,-8 6 0,-8 10 1,-11 9-1,23-20 1,0 0-217,-1 3 1,-1 0 0,-1 1 0,0 0 0,0 1-1,0-1 1,1 0 0,2-1-245,1-2 1,2 0 0,-14 15 0,11-15 0,12-11-1914</inkml:trace>
  <inkml:trace contextRef="#ctx0" brushRef="#br0" timeOffset="15">27469 2117 6585,'7'-7'0,"25"-27"0,1 1 0</inkml:trace>
  <inkml:trace contextRef="#ctx0" brushRef="#br0" timeOffset="16">29535 554 7839,'12'-6'2445,"1"-1"1,-3-1-1884,-1 0 1,-4 4-340,-5-4-717,0 5 1,-4-4-447,0 3 1,-2 3 603,2-3 336,3 2 0,6 8 0,9 1 0</inkml:trace>
  <inkml:trace contextRef="#ctx0" brushRef="#br1" timeOffset="17">25498 3077 8059,'0'-13'1158,"-5"1"0,4 4 265,-3 0-461,-3 5-538,5-3 1,-3 1 186,5-3-453,0 2 1,4-5-1,1 4 1,4-1 0,3 0 865,3-2-835,7-1 0,-3-2 0,6-2 0,1-2 1,1 2-24,2 2 0,5-4 1,-3 1-1,1 1-219,-4 1 1,-2 3-156,-1 3 1,-6 3 0,-2 5-329,-4 0 1,-6 5 325,-3 3 0,-4 4-478,-4 5 473,-3 2 1,-9 6 0,-2-1 0,-1 1 0,-3 1-676,-1 3 779,-7 2 0,4 2 0,-4-2 0,1 1 0,0-2 2,2 0 0,1 3 1,3-5-1,2 0 151,5-2 0,2-6 124,2 1 1,5-6-1,4 0 426,6-6 1,4-3-151,5-6 0,0 0 0,2 0 1,1 0 621,1 0 1,6-4-642,-1 0 1,1-6 0,0 3 0,-3 0-168,-1 3 1,-2-1-1387,-4 1 0,1 0 292,-1 4 138,0 0 1,0 0 0,1 0 0,-1 0 699,0 0 0,6-6 0,1-1 0</inkml:trace>
  <inkml:trace contextRef="#ctx0" brushRef="#br1" timeOffset="18">25978 3163 17232,'11'5'924,"-2"3"0,3-1-779,0 1 0,0 1-178,5 3 0,-2 0 0,-1 1 0,-1-1-547,-2 0 1,-1 0-900,2 1 846,0-1-1141,-5 0 0,-1 1 1774,-6-1 0,-17-38 0,-3-10 0</inkml:trace>
  <inkml:trace contextRef="#ctx0" brushRef="#br1" timeOffset="19">26175 3113 8330,'-12'0'1119,"0"0"1,-1 0-673,1 0 1,0 6-230,-1 2 1,1 4 0,0 3 0,0 3 89,-1 1 0,-3 2-294,-1 4 1,1-1 0,5-1 0,1-1-283,2-1 1,6-6-1831,-3 1 2098,4-2 0,45-51 0,-17 12 0,1 1 0</inkml:trace>
  <inkml:trace contextRef="#ctx0" brushRef="#br1" timeOffset="20">26348 3126 11496,'-7'1'868,"3"3"0,1-1-627,-1 5 0,2-4-25,-2 4 0,2-1 0,-1 3 1,-1-2 307,1 2 0,0-3-237,-1 1 1,1 0 0,-3 4 23,0 1 1,-2-5-339,4 0 0,-4 0-128,4 4-24,-1-5 73,5-1 20,0-6 1,0-2 0,2-2 0,2-5-1,3-5-182,0-2 338,9-6 0,-8 7 1,9-4-1,-4-1 1,1 3-1,1-1 0,1 1 418,-1 0 0,3 3-39,-1-2 1,3 2 0,-2 2 0,0 1-62,-1 2 1,0 4-416,-5 5 1,0 1 0,-1 5 0,-2 5-173,-5 4 1,-3 7 70,-1-2 0,0 8 0,0 0 1,0-2-36,0-4 1,0 1-377,0-2 0,-4-3-59,0-2-441,0-2 1,2-3 0,0-2-1393,-2-1 1930,-1-5 501,5 3 0,17-39 0,3-8 0</inkml:trace>
  <inkml:trace contextRef="#ctx0" brushRef="#br1" timeOffset="21">27763 2966 8048,'-13'-6'2702,"3"4"-1428,1-7 31,-2 7 1,5-4 948,-7 6-2040,6 6 1,1 0-1,3 8 1,-1 1-205,1 2 0,2-1-5,1-4 1,0 1-352,0-1 178,0 0 0,0-4-138,0 1 1,0-9 0,0-3 190,0-8 1,5-14 128,3 1 1,9-8 0,3 2 0,5 0 377,4 0 0,-2-3 2,6 5 1,-6 4 0,2 9-1,-3 6 228,-2 5 0,-4 4-493,-4 4 0,-8 9 0,-4 11 1,-2 4-391,-2 4 1,-6-1-81,-2 2 0,-2-3-642,2-5 266,3-1 1,1-5 0,-1-2 0,4-5-2694,4-4 1884,4-2 0,5-6 1526,0 0 0,9-24 0,3-12 0,3-2 0,0 0 0</inkml:trace>
  <inkml:trace contextRef="#ctx0" brushRef="#br1" timeOffset="22">28329 2732 9966,'0'-7'4445,"0"2"-3118,5 5-883,-3 0 0,7 5-326,-5 3 0,5 3 0,-4 3 1,2 1-372,2 1 0,-2 6-534,2-1 1,-3 5 0,3 0 0,-5-3-848,-3 0 0,-1-1 503,0-1 1131,0 2 0,-16-48 0,-5-5 0</inkml:trace>
  <inkml:trace contextRef="#ctx0" brushRef="#br1" timeOffset="23">28513 2695 8069,'-13'12'120,"-4"1"1,0-1 248,-4 0 1,-6 6 35,2 3 1,-2 3-1,2 4 1,2 0 298,2 0 0,5-2-646,8-2 1,2-1-1448,6-2 987,6-9 0,6-6 0,9-6 1,2 0-1,1-2 402,1-2 0,11-24 0,2-12 0</inkml:trace>
  <inkml:trace contextRef="#ctx0" brushRef="#br1" timeOffset="24">28710 2646 8010,'13'-12'283,"-2"-1"159,-3 1 0,3 0 217,-3-1 1,3 1 0,1 0 0,2-1 132,2 1 1,-1 1-557,6 3 0,-5-2 1,3 6-1,-1 2-45,-3 0 1,-1 2-277,-2 0 0,0 2 226,1 2-284,-6 2 0,-2 8 0,-6 3 1,-3 3-1,-6 3-633,-5 2 763,-10 5 1,-2 1 0,-4 6 0,2 0 0,4-1 200,3-3 1,7 1 0,0-4 0,6 0 410,5 0 1,9-8-196,7-10 1,13-1-1,12-8 1,7-4 87,4-6 0,1-10-748,0-3 1,-5-3-1,-3-2 1,-6 0-1933,-6 1 1,-3 5-37,-14 2 0,2 2 2224,-10-1 0,-16-25 0,-9-11 0</inkml:trace>
  <inkml:trace contextRef="#ctx0" brushRef="#br1" timeOffset="25">28415 1021 8011,'-5'-11'76,"-4"3"0,3-3 167,-3 3 1,2-3 429,-1-1 1,-1 4 0,5-1 1756,1 0-2019,1 3 1,5 2-1,4 11 1,8 10 190,7 10 0,4 15-454,7 12 1,-15-24 0,-1 3 0,0 5-1,-1 1 1,2 2 0,0 1-422,0 0 1,1 0 0,-1 3 0,-1 1-241,0-1 0,-1 0 0,-3-3 1,-1 1 89,-4-4 1,0 0-33,6 25 1,-7-4-1,-5-12 1,-4-4 454,-7-8 0,-3-8 0,-4-8 0,-4 1 0</inkml:trace>
  <inkml:trace contextRef="#ctx0" brushRef="#br1" timeOffset="26">26040 1034 8181,'4'-8'249,"0"-1"-130,0 1 0,-5-3 108,-3 3 0,-3 2 0,-5 6 1,-2 2 88,-2 2 0,-4 8-224,-4 9 1,-2 10 0,-3 12 0,-5 14 34,14-22 0,0 1 0,1 4 0,0 2-55,-2 5 0,1 1 1,1 1-1,2 1-1165,2 5 0,2 1 1154,0 5 0,2 0 0,7-7 1,3-2-1,1 2 0,3-2 1,3-7-1,4-1 0,5-6 1,3-3 147,4-2 0,2-3-367,3 2 0,1-2 1,2-6-1,2-2 1,-1 3-1,1-2 0,0 0 1,1-2-1,3-1 1,1 0-407,2 0 1,2-2 0,7-2 0,1-2 563,6-1 0,1-1 0,1-2 0,1 0 0,-1-2 0,1 1 0,1 0 0</inkml:trace>
  <inkml:trace contextRef="#ctx0" brushRef="#br1" timeOffset="27">29498 1415 8073,'-12'0'783,"-1"0"0,5-4-2,0 0 1,4 0-196,-4 4 0,6-4 0,2 0 0,7 1 226,4 2 0,8 1-547,6 0 1,5-2 100,7-2-585,0 3 1,5-6 0,3 4 0,3-1 0,1 0-2862,1-1 2260,-7 3 820,0-3 0,-17 27 0,-3 5 0</inkml:trace>
  <inkml:trace contextRef="#ctx0" brushRef="#br1" timeOffset="28">29683 1711 8060,'-7'0'3685,"1"-2"-1711,6-2-1699,0 3 0,10-9 0,4 5 0,5-2-306,7-3 31,4-1 0,24-2 0,11-2 0,-19 4 0,1 0 0,-1 0 0</inkml:trace>
  <inkml:trace contextRef="#ctx0" brushRef="#br1" timeOffset="29">30606 1181 8051,'12'-5'58,"0"-3"1,-2 1 180,2-1 1,-2-1-17,6-3 0,-1 4 0,0 1 0,3 0-29,1 0 0,-4 5-131,1-2 0,2 2 1,-1 2-1,-2 0 120,-2 0 1,-4 6-130,-1 2 1,-6-1-1,1 2 1,-6 4-20,-5 2 0,-7 7-45,-1-2 1,-10 3 153,1 2-96,-8 0 1,6 5-1,-4 1 1,1 1 0,2-4 714,2-2-563,7-1 0,3-1 0,7 0 0,5-4 0,6-3 444,6-4-533,6 0 0,10-2 0,1-3 1,-1-4-1,1-1-390,0 1 0,-5-3 1,1 3-1,-1-2-993,-1-2 1272,-1 0 0,11-17 0,4-3 0</inkml:trace>
  <inkml:trace contextRef="#ctx0" brushRef="#br1" timeOffset="30">31098 1341 8051,'-13'0'236,"5"0"-197,0 0 1,5 2 2003,-1 2-1464,-3-3 1,6 10 0,-3-3 0,4 3 0,4 2-53,4-1 1,5 0 0,2 2 0,1 1-415,-1 1 1,3-3-559,-2-5 1,5 0 0,-5 4-1388,-1 1 1832,-1-7 0,-13-11 0,-2-9 0</inkml:trace>
  <inkml:trace contextRef="#ctx0" brushRef="#br1" timeOffset="31">31233 1329 7986,'-18'21'0,"-2"-1"0,1-5 290,-2 2 1,2 0 143,-1 0 0,3-1 1,9-4 421,4 1-983,2-1 0,4-4 1,2-1-1336,4-1 1462,3-2 0,-4-4 0,-2 0 0</inkml:trace>
  <inkml:trace contextRef="#ctx0" brushRef="#br1" timeOffset="32">31418 1194 7898,'7'0'548,"-2"0"1,-4-4 9,4-1-262,-4 1 1,6 0 0,-5-1 106,3-2 1,0 3 22,-1-4 0,3 5 56,5-1-263,1-3 1,3 2 0,3-5 0,3 3 0,5 2 637,3 2-766,-2-4 0,6 6 0,-5-3 1,-2 2-1,-2 2-42,-5 0 1,-3 2 0,-9 2 0,-4 4-451,-3 3 1,-13 8 182,-9 6 0,-9 1 0,-11 6 0,-2 3 57,-1 0 1,-1 1 354,8-3 0,8 1 0,14-7 0,5-4 201,6-5 1,10-2-14,6-3 0,11-4 119,10-9-477,3 0 1,-3 0-1,-2 0 1,-2 0 0,-5-1-2210,-2-3 1679,-7-3 1,-1 0-1,-6 2 506,2-1 0,-16-1 0,-2-5 0</inkml:trace>
  <inkml:trace contextRef="#ctx0" brushRef="#br1" timeOffset="33">9291 6793 7398,'-11'1'-1248,"3"3"1248,-3-2 0,4 9 0,-4-8 0,3 5 0,3 0 0,5 4 0</inkml:trace>
  <inkml:trace contextRef="#ctx0" brushRef="#br1" timeOffset="34">9279 6891 6011,'0'-6'0,"0"0"-50,0 1 124,0 3 1,-1-3-28,-4 5-47,4-6 0,-26 0 0,-1-7 0</inkml:trace>
  <inkml:trace contextRef="#ctx0" brushRef="#br1" timeOffset="35">9377 6805 7948,'-11'9'-277,"3"-1"1,-1-4-347,5 4 0,-5-4 623,5 4 0,-5-5 0,2 3 0,0-1 0,1-4 0,6 5 48,0-6 170,0 0 226,-5-6 0,2 5 0,-4-4 1,1 0 851,-1 1 0,3-1 1208,-5 1-1818,1-3 1,1-1-1,2 1 964,-1 1-1239,5-3 0,-4 2 1,6-4-62,3 3 1,7-3-226,5 3 0,6-7 1,0-3-1,4 0 16,3 0 0,0-2-220,-5 3 1,1 1 0,-1 5-1,0 2-1002,-4 0 738,-2 7 0,-11 3-577,-3 11 613,-3 1 0,-2 11 1,-3-1-1,-6 5 0,-3 0-1335,-4 3 1417,1 0 1,-1 0-1,0-2 1,-1-1-1,0-1 38,3 2 1,-3 3-1,2-3 1,1-2 135,1-1 1,3-5 292,3-1 1,-2 0 0,6 0 0,3-5 424,4-5 1,3-1-131,7-5 1,5 1-1,1-5 1,1-2 351,1-2 1,-5 1-606,5-5 0,-5 1-292,5-1-265,-6-3 1,2 6 0,-4-4-1,-1 5 1,0 3-4830,1 1 5102,-1 0 0,6 0 0,1 0 0</inkml:trace>
  <inkml:trace contextRef="#ctx0" brushRef="#br1" timeOffset="36">9710 6928 7948,'-2'-6'1556,"-2"1"-490,3 4 1006,-5 1-1130,6 0-539,6 6 0,1-4 0,5 5 0,0 0 0,1 0 12,-1 2 1,4-3 0,1-1-1,-2-1-714,-2 1 0,0 0-534,-1-1 1,0-3 0,1 5-1949,-1-1 2781,-5-3 0,-13-8 0,-7-7 0</inkml:trace>
  <inkml:trace contextRef="#ctx0" brushRef="#br1" timeOffset="37">9943 6818 7948,'-16'0'0,"0"0"0,-1 0 1022,5 0 1,0 5-410,-1 3 0,1 5 132,0 3-601,-6 3 1,4 10 0,-2 1 0,2 0 0,2 0-81,0-3 0,5 2 1,3-3-1,2-4-390,2-3 1,2-8-430,2-7 0,3-2 0,5-2 0,1-3 755,4-5 0,7-24 0,4-10 0,5-8 0,-1 0 0</inkml:trace>
  <inkml:trace contextRef="#ctx0" brushRef="#br1" timeOffset="38">10054 6756 7948,'-5'-8'482,"-4"0"0,4 4 704,1-5 0,-2 5-240,2-4 0,0 4-113,4-4-569,0 5 1,2-8 0,2 4 0,4-1 0,4 0 5,5-2 1,2 1 0,5-1 0,1 2-209,0-2 1,-1 5-143,1 1 0,-5 2 0,-1 2 0,-1 2-621,-3 2 1,-6 8 491,-5 9 1,-6 3 0,-6 6 0,-8 6-74,-6 4 0,-3 2 260,1-1 1,3-3 0,2 5 0,1-4 478,3-2 0,7-3-145,4-9 1,2-2 623,2-2-604,6-3 0,2-12 1,8-1-1,6-5 0,4-5-477,3-3-54,5-3 1,-2-1 0,3 0 198,-2-1 0,-14-37 0,-8-10 0</inkml:trace>
  <inkml:trace contextRef="#ctx0" brushRef="#br1" timeOffset="39">15641 6608 8013,'-5'-12'0,"-1"0"0,-2 0 829,-3 5 0,4 1-1137,-5 6 308,5 0 0,18 22 0,10 5 0</inkml:trace>
  <inkml:trace contextRef="#ctx0" brushRef="#br1" timeOffset="40">17130 6522 8013,'-12'0'3444,"0"-4"-1580,-1 0 232,6 0-1153,-3-1-4001,3 3 3058,0-3 0,40-1 0,15-1 0</inkml:trace>
  <inkml:trace contextRef="#ctx0" brushRef="#br1" timeOffset="41">12282 6978 8012,'-9'-4'758,"1"-1"0,4-3 1029,-4 4-1209,5-5 0,-6 2 0,3-6 990,-1 1-1144,5 0 0,-4-1-68,6 1-283,0 5 0,6-2 0,3 3 1,5-1-1,4-2 83,1-2 1,7-3-1,8-1 1,6-3 100,5-1 0,2 3-250,3-5 0,-2 2-874,-3-1 619,-3 2 1,-15 7 0,-3 4-1,-7 7 39,-6 7 1,-11 11-1,-12 6 1,-8 8-63,-8 3 1,-3 6-5,-6 0 0,0 0-1147,0-4 1396,0 6 1,-4-4 0,1 5 0,5-1 0,5-4 115,4 0 1,8-8 0,6-2-1,6-5 173,5-3 0,6-5 201,4-8 1,7-2-52,4-6-250,4 0 0,6 0 0,1-1 0,2-4 0,0-3-396,1-3 1,0-5-1,0-1 1,-3 2-1219,-5 2 1,1 2 1450,-7 3 0,-13 2 0,-3 6 0</inkml:trace>
  <inkml:trace contextRef="#ctx0" brushRef="#br1" timeOffset="42">12885 6965 8012,'-13'-7'0,"5"-2"2720,0 5-1419,0 0-395,1 4 1,4 0 0,10 1 0,7 3 1490,3 4-2112,4-2 1,4 5 0,0-4 0,3 1 0,1-1-197,-2-2 1,-1 3 0,-2-2 0,1-1-1184,0 1 0,-6-1 267,-3-1 0,-2-2-1003,-2 2 896,-5-3 1,0-1 933,-3 0 0,-24-11 0,-2-2 0</inkml:trace>
  <inkml:trace contextRef="#ctx0" brushRef="#br1" timeOffset="43">13180 6867 7986,'0'-12'0,"0"-1"880,-6 1 0,4 5-329,-6 3 1,-2 8 586,-6 4-817,-4 9 1,-6 7 0,-2 9 0,-5 3 0,-3 2-95,-1 3 1,2 1 0,2 4 0,6-7-386,5-5 0,5-5-350,9-8 0,3-4 1,6-6-1,5-3-2468,6-3 2976,6-4 0,13-16 0,6-8 0,3-1 0,-1 0 0</inkml:trace>
  <inkml:trace contextRef="#ctx0" brushRef="#br1" timeOffset="44">13500 6855 7986,'0'-9'1508,"0"1"-983,0 5 1,-1-2 147,-4 5 1,4 1 0,-4 3 140,-1 5 1,3 3-239,-5 4 0,4 5 133,-4 8-560,5-3 0,-4 4 1,5-6-1,-3-1 0,3-2 248,0-5-215,2-2 0,2-3 1,3-6-108,8-9 0,0-9 1,8-16-1,2-4-131,4-2 1,3-6 281,3 0 0,1 5 0,-5 7 0,-2 6 300,-1 7 0,-2 5-383,-4 11 0,-3 11 0,-9 6 1,-4 11 118,-3 9 0,-1 0-682,0 4 0,0-4 0,0-3 0,0-3-1963,0-1 1,0-1 2382,0-4 0,0-23 0,0-4 0</inkml:trace>
  <inkml:trace contextRef="#ctx0" brushRef="#br1" timeOffset="45">21191 5895 7953,'-7'0'695,"-3"0"0,7 0 297,-5 0-188,5 0-372,-3 0 1,6-2 24,0-2 0,2 3 10,2-3 0,3-2-231,5 2 1,0 0 0,2 3 0,2-2-21,5-1 0,-2 0-450,2 4 0,-1 0 191,5 0-113,-1 0 0,5 0 1,0 1-1,-1 2 1,1 1 155,0-1 0,16 4 0,0-1 0</inkml:trace>
  <inkml:trace contextRef="#ctx0" brushRef="#br1" timeOffset="46">21191 6153 7977,'-8'0'0,"0"0"3041,5-5-863,-8 3-559,10-3-1337,-5 5 1,16 0 0,4-2 0,5-2 0,7-3-51,5 1 1,6-5-1,3 3 1,1-3 87,-2-2 0,0 2-1438,-2 3 1,-6-1 1117,-2 4 0,2-15 0,1-1 0</inkml:trace>
  <inkml:trace contextRef="#ctx0" brushRef="#br1" timeOffset="47">21819 5833 7977,'-6'-7'511,"0"-4"1,-5 9 1995,2-7-816,-1 7 0,8-5-48,-2 3-1289,3 2 1,10-3 107,4 5-340,7 0 0,-1 4 1,7 0-1,3-1 1,4 0-5,2 1 0,6-2 0,2 5 0,-1 0-415,0 0 1,-5 0 168,-4 1 0,-5 3 1,2-4-1,-3 1-752,-2 0 684,-4 0 0,-14 5 0,-4-1 0,-7 0 104,-8 1 0,-9 4 129,-12 4 1,-5 2-1,-13 2 1,-2-1-165,-4 1 1,3-2 33,5-2 1,7 1-1339,9-6 523,3 0 1,18-5-1,9-2 908,12-5 0,23-14 0,9-6 0,5-1 0,1-1 0</inkml:trace>
  <inkml:trace contextRef="#ctx0" brushRef="#br1" timeOffset="48">22766 5796 7977,'-6'-5'1374,"-5"3"1,8-3 577,-5 5-1127,5 0 1,-7 1-81,6 3-411,0 3 1,4 10-1,0 0 1,0 3-1,0 1-36,0 3 1,0-1 0,0-1 0,0-3-163,0-1 0,0-2-246,0-4 1,2 1 48,2-1 53,-3-5 1,6-3-1,-4-8 1,2-6 0,2-6-126,3-9 31,0-5 1,4-8-1,4-3 1,7-4 0,6-2 219,5 2 1,0 4-1,3 8 1,-1 7 337,-1 9 1,0 6-247,-13 11 0,-3 6 0,-13 8 0,-4 8-8,-2 5 0,-8 8-187,-2-3 1,-4-2 0,-3-1-1,-2-3-982,2-1 1,3-2-3678,4-2 2609,2-4 1060,6-4 0,7-7 975,5-1 0,18-22 0,7-9 0,6-1 0,0-1 0</inkml:trace>
  <inkml:trace contextRef="#ctx0" brushRef="#br1" timeOffset="49">23480 5710 7963,'-5'-12'697,"2"4"2868,-5-1-1554,5 1 1,-2 3-1258,5 5 1,0 5-58,0 7-342,5 1 1,6 3 0,7 2 0,1 0-1,3 0-339,1-3-236,2 4 0,-5-6 0,1 4 0,-1-5 1,1-2-2896,-1-2 0,-5-1-1142,2 1 2504,-9-3 1753,-3-5 0,-21-49 0,-5-12 0</inkml:trace>
  <inkml:trace contextRef="#ctx0" brushRef="#br1" timeOffset="50">23813 5612 7928,'-13'5'0,"0"2"0,-4 5 0,2 1 0,-5-1 735,-1 6 0,-10 5 1,-5 7-1,-4 0 1,2 1-276,4 1 0,4-6 1,7 0-1,3-6-1254,8-2 1,7-6 24,9-3 1,4-7 0,8 3-1,5-7 769,2-6 0,14-14 0,5-8 0,5-6 0,-1 0 0</inkml:trace>
  <inkml:trace contextRef="#ctx0" brushRef="#br1" timeOffset="51">23985 5661 8703,'7'1'1645,"-3"3"0,-7 3-785,-1 5 0,-4 2-324,4 3 1,-6 0 0,2 5 0,-2-1 122,2 1 0,-2-1-561,6 0 1,0 1 0,4-6 170,0-1-210,0-6 0,2-5 284,2-8-441,3-3 1,5-11-1,0-3 1,2-3-1,2-4-79,5 0 0,3-2 0,5 2 0,4 0 187,2 0 1,6 4 132,1 3 1,-1 5 0,-5 7-1,-1 5 583,-7 3 1,-4 6-525,-12 4 0,-5 8-224,-3 8-99,-3 0 0,-2 5 1,-3-6-1,-4 1 0,-2 0-917,2-1 0,-3-3 1,3-2-1,-2-1-3411,2-3 3438,2-2 0,2 0 1011,0-1 0,-5-16 0,2-4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5.90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26704 4664 7871,'0'-12'1089,"0"-1"0,0 1-54,0 0 1,-1 0 1071,-3-1-1700,-3 6 0,-1-2 0,0 5 0,0 0 0,-1-1 1371,1 1-1620,0 0 1,-4 6 0,-1 2-1,2 4 1,2 3-15,1 1-133,-1 6 1,1 0 0,0 4 0,0-2 0,0 2-106,-1 1 0,5-2 0,-3-2 0,1 0-213,-1 0 1,3 0 262,-5 2 1,5 1 0,-4-4 0,0 1 25,1 3 0,-4 1 2,3 1 0,1 5 0,-1 0 0,0-2-32,1-1 0,-3 3-78,6 0 0,-4-1 77,4-3 96,0 5 1,4-3 0,0 5-1,0-2 1,0-3 417,0-1-287,5-1 0,2-1 1,7 1-1,1-2 1,1-2 296,-1-5 0,4-2 0,1-2 0,0 0 15,1 1 1,-2-6-249,1-3 0,-1-3 0,-4-1 0,2 0-614,-2 0 208,-1 0-1972,-2 0 443,-5 6 1,-2-4-2814,-5 7 4506,-5-7 0,-19-29 0,-8-14 0</inkml:trace>
  <inkml:trace contextRef="#ctx0" brushRef="#br0" timeOffset="1">27086 4701 7912,'5'-19'554,"-3"1"1,3 6 823,-5-1 1063,0 1-1420,0 5 1,0 9-600,0 10 1,0 6-1,0 8 1,-1 2 179,-3 5 1,1 8-438,-5 4 1,4 3 0,-4 3-1,-2 1 87,-1 1 0,-1 5-111,-1-5 1,5 0 0,0-5 0,-2-4 40,0-7 1,1-2-312,1-6 1,5-6-319,-1-6 281,3-9-69,1-3 159,0-16 0,0 3 1,1-10-1,3 1 1,3-4-116,0-2 137,4-2 1,-4-5-1,5-3 1,-1-2-1,-1-3-148,-2-3 159,0 2 1,0-14-1,0 1 1,2-3-1,0 1-72,-2-1 1,3 4 0,-4-2 0,1 4 290,0 4 0,-4 8 196,4 8 0,-5 8 1,1 5 1306,-3 2-1464,-1 8 1,0 6 0,0 8 0,2 4 147,2 4 0,-1 4-378,5 4 1,-1 6 0,2 3 0,0 4-33,0 4 1,2-3 203,1 3 0,-1 2 1,-1-1-1,-2 2 8,2 2 0,-4-2-178,3 1 1,-5-6-1,3-1 1,-2-5-109,-2-3 1,-2-3-2860,-1-6 1506,0 2-459,0-4 1,0-4 0,-1-4-2642,-3-4 4574,-9-3 0,-33-26 0,-13-5 0</inkml:trace>
  <inkml:trace contextRef="#ctx0" brushRef="#br0" timeOffset="2">27012 5144 7899,'0'-8'0,"0"0"4347,0-1-3314,0-3 0,1 1 0,4 3 0,3 4-12,3 2 0,5 2-1242,1 0 1,4 0-1,0 0 1,2 2-901,2 2 0,5-3-1558,3 3 1,1-2 2678,-1-2 0,19-39 0,-26 16 0,0-1 0</inkml:trace>
  <inkml:trace contextRef="#ctx0" brushRef="#br0" timeOffset="3">27615 4713 8203,'0'-7'634,"0"2"-238,0 5 4977,0 0-4476,0 5 1,0-2-376,0 5 1,0 1 0,0 3-1,0 0 140,0 1 0,0 6-480,0 5 0,0 6 1,0 9-1,0 2 81,0 4 0,0 7-206,0 1 1,0-1 0,0-5 0,0-4-102,0 0 0,0-8-329,0-6 1,0-9 0,0-3 0,1-5-1085,4-4 704,-4-2-371,4-6 449,-5-6 0,0 0 0,0-7 1,0 1 674,0 0 0,-5-23 0,-2-4 0</inkml:trace>
  <inkml:trace contextRef="#ctx0" brushRef="#br0" timeOffset="4">27566 4836 7893,'-12'0'771,"-1"0"0,2-1 281,3-3 392,-3 3-757,4-10 338,1 4 0,-4-1 0,6-1-36,1 0 1,2 2 0,1-1 0,1 0-231,3 1 0,3-4-559,5 3 1,1-3 0,0-3 0,4-1 125,3-2 0,9-3-186,4 4 0,2-6 0,4 3 0,2-2-9,4 0 0,1 6-310,-1-1 0,-4 8 0,-9 4 0,-8 2-872,-6 2 1,-10 11 655,-3 6 0,-15 6 1,-8 6-1,-9 3-166,-10 4 1,-1 1 395,-7 0 1,9-4 0,-1-2 0,3-2 139,2-6 0,8 0 59,7-6 1,5-1-1,5-5 148,7-3 0,7 2 136,10-6 1,2 0 0,5-4 0,2-1 522,3-3 0,2 2-478,6-2 0,0 3 0,0 1 0,-1 0 201,-3 0 1,1 0-538,-6 0 0,0 5 0,-8 5 1,-3 4 34,-4 2 1,-6 10-209,-3-1 1,-4 3-1,-4 1 1,-5 2-34,-6 1 0,-10 6 224,-8-5 0,-8 4 0,-4-10 0,-1-4 341,0-5 1,0-5-274,5-5 0,1-3 0,7-5 1,5-1-448,2-3 0,8 1-426,6-5 1,5 0-1310,7-5 1,7 0 1066,5-4 0,7 2-1861,10-5 1942,8-6 1,6-2-1,7-4 921,-1-3 0,-7-4 0,3-6 0,4-5 0,0 1 0</inkml:trace>
  <inkml:trace contextRef="#ctx0" brushRef="#br0" timeOffset="5">28243 4406 7893,'-13'0'0,"5"0"844,0 0 0,4-4 0,-4-2 810,-2-1 0,3 4-28,-1-1 0,5-2 334,-1-3-1635,3-2 1,6 5 0,4 1 0,2 4 135,1 1 1,6 0-324,2 0 0,3 7 1,2 5-1,0 9 47,-1 6 0,5 5-176,0 4 0,-1 8 0,-4 5 0,-3 9-95,0 6 1,-14-28 0,-5-25 75</inkml:trace>
  <inkml:trace contextRef="#ctx0" brushRef="#br0" timeOffset="6">28502 5181 21901,'-6'23'5,"-15"35"7,-2-9 0,-2-10-1,1-4-162,-1-7 0,2 1-27,2-4 1,-1-5 0,6-10-1,1-3-1276,1-2-98,2-1 0,1-5 168,3-3 326,2-3 0,6-7 0,2-2 1058,2-5 0,8-17 0,5-7 0,2-5 0,1 0 0</inkml:trace>
  <inkml:trace contextRef="#ctx0" brushRef="#br0" timeOffset="7">28502 4117 14178,'-6'-1'511,"4"-5"85,-2 6 0,8-1 1,4-2-68</inkml:trace>
  <inkml:trace contextRef="#ctx0" brushRef="#br0" timeOffset="8">28828 4012 17023,'34'-11'-721,"-5"3"1,4-3 0,-6 4 0,-4 0-2397,-5 3 2053,-10 3 1,-2 2 0,-8 3 1063,-2 4 0,-30 3 0,-12 2 0</inkml:trace>
  <inkml:trace contextRef="#ctx0" brushRef="#br0" timeOffset="9">30544 4073 7830,'-2'0'0</inkml:trace>
  <inkml:trace contextRef="#ctx0" brushRef="#br0" timeOffset="10">30542 4023 19244,'9'-4'84,"28"-7"157,-2-6 0,5 1-1,0-1 382,-2 1-947,-1-6 1,0 4-1,-2-3 1,-1 1-1,-3 3-2179,-5 2 115,1 1 0,-16 7 250,-3 3 1,-9 8 2138,-16 4 0,-24 9 0,-11 2 0</inkml:trace>
  <inkml:trace contextRef="#ctx0" brushRef="#br0" timeOffset="11">30741 4049 9216,'7'0'3816,"2"5"-3079,-5 3 0,1 9 437,-5 3 0,0 5-129,0 4-880,0-3 0,-2 9 0,-1-2 0,-2 1 0,-1-1-1002,1-4 1,0-1 0,2-3 0,-1-6-2868,1-4 3704,2-2 0,12-39 0,2-10 0</inkml:trace>
  <inkml:trace contextRef="#ctx0" brushRef="#br0" timeOffset="12">31282 4406 7835,'0'-13'0,"0"1"1006,0 0 0,0 3 274,0 1 0,0 4 118,0-4 0,0 4 180,0-4-838,0 5-486,0-3 1,0 16 0,0 4 0,-1 5 1087,-3 7-1145,3 4 0,-10 14 0,2 5 0,-2 7 0,-2 5 0,-4 5 0,8-32 0,-2 1 196,-1-1 0,1 0 0,-2 2 1,1-1-235,0-2 1,-1 0 0,-7 27-1,1-8 1,2-7-125,6-8 1,0-15-50,7-10-509,0-8 1,4-4 359,0-8 0,4 1 0,2-3 0,1-2-146,2-3 1,2-11-61,1 2 1,5-9-27,-1 0 178,1-3 0,-1-5 0,1 0 0,-2 0 0,0-1-1067,1-3 974,-2-9 1,3 2 0,-4-4 0,0 0 0,1 2-446,-2-1 710,9-4 1,-17 15 0,7 3-1,-3 11 1,-2 7 343,-1 3 1,-1 4 0,-2 1 1239,2 6 1322,-3-2-1866,5 10 1,-5-5-900,3 6 1,-1 6 0,5 3 0,0 8 461,-1 7 0,4 8-250,-3 9 1,3 4 0,0 8 0,-1 5 224,-2 2 0,0 1-295,4 1 0,-1-1 0,-3-1 0,-3-2-267,-4-5 0,-1-4-447,0-3 1,0-5 0,0-9 0,0-3-1622,0-3 1,-6-3 373,-2-2 0,1-5-1611,-1-8 2339,5-2 0,-8-6 1,3 0-3019,-3 0 4013,-1-6 0,-6-22 0,-1-12 0</inkml:trace>
  <inkml:trace contextRef="#ctx0" brushRef="#br0" timeOffset="13">31221 4910 7835,'-7'0'6431,"3"0"-5174,8 0 1,3-4-565,5 0 1,0-4 0,2 2 0,1 1-924,2-1 0,0-3-302,0 1 1,-2 1 0,5-1 0,1-1 531,-2 3 0,21-27 0,-1-1 0</inkml:trace>
  <inkml:trace contextRef="#ctx0" brushRef="#br0" timeOffset="14">31676 3963 7835,'-8'-5'-1683,"0"1"1966,5 0 1412,-8-1 0,6 2 1691,-4-5-2478,4 5 1,5-4-73,0 3-638,5 3 0,4-10 0,7 4 0,5-1 0,2 0-91,1-2-291,6-1 1,-2-1 0,5 0 0,-1-1 0,0 2-744,-3 3 1,-3-1-1,-3 3 1,-3 1-3720,-3-1 4646,-4 2 0,-39 9 0,-9 2 0</inkml:trace>
  <inkml:trace contextRef="#ctx0" brushRef="#br0" timeOffset="15">31848 3913 7868,'0'13'-525,"-4"-1"632,0 0 1,0 6-1,4 3 1,-1 2 1598,-3 1 1,2 2-1307,-2 3 0,3-3 0,1 3 0,0-3-172,0-2 0,0 0-523,0-4 1,0 2-1178,0-6 847,0 1 0,0-5 0,0 0 625,0 1 0,0-1 0</inkml:trace>
  <inkml:trace contextRef="#ctx0" brushRef="#br1" timeOffset="16">26791 6079 8022,'37'0'0,"-1"-1"0,1-3-237,0-3 1,-1-4 0,-5 3-1,-3 2 1,-4 2-15,2 0 251,7 0 0,-2 3 0,8-2 0,2-1 0,5 0-10,6-2 1,-1 5-1,2-5 1,-4 2-50,-3 0 0,-4-1 16,-5 1 0,4 2 13,0-2 1,5-1 0,1 1 0,3 0 19,4-2 0,2 5 33,-7-3 0,2 2-52,-10 2 35,0 0 0,-3 0 0,2 0 0,2 0 0,2 0 7,2 0 1,6 0-1,3 0 1,-2 0-11,-41 0-3</inkml:trace>
  <inkml:trace contextRef="#ctx0" brushRef="#br1" timeOffset="17">29603 5979 4500,'47'2'125,"-6"-2"0,-2 0-95,-6 0-4,3 0 0,-3 0 1,8 0-1,2 0 1,3 0-29,-1 0 0,-6 0 0,4 0 0,-4 1-18,-2 3 1,-1-2 287,-7 2 0,-2-3 0,6-1 0,1 0-292,1 0 0,2 4 411,0 0 1,4 0-434,0-4 38,6 0 1,-13 0 0,2 0 0,-5 0 0,-5 0-11,-4 0 1,1 5-64,-2-1 46,-4 0 1,2-4 0,-3 0 0,1 0 0,1 0 34,0 0 0,31-28 0,4-6 0</inkml:trace>
  <inkml:trace contextRef="#ctx0" brushRef="#br1" timeOffset="18">11888 7051 7973,'0'7'-188,"0"4"306,0-9-86,-6 9 0,4-10-317,-7 3 401,7-3-124,-9 5 4,9-5-39,-3 10 0,5-4 58,0 5 0,0 2 1,0 2-1,0 6 4,0 6 1,0 4 100,0 9 0,0 3-74,0 5 16,0 1 0,-1 4 1,-2 2-1,-3 0 1,1-2-20,-1-4 0,-2-3 0,3-3 0,-1-7-162,1-6 0,-1-1-58,2-14-307,3 1-143,-5-5 627,6-5 0,-5-34 0,-2-14 0</inkml:trace>
  <inkml:trace contextRef="#ctx0" brushRef="#br1" timeOffset="19">11765 7433 8026,'0'12'358,"1"-1"178,3-3 0,3 2-525,5-6-29,1 6 0,4-9 0,4 3 1,4-3-1,2-1-178,2 0 0,5-4-149,-1 0 265,-3-5 1,1 6-1,-5-5 1,0 0-1,-4-1-269,-3 1 1,-2 5-1,-5-1-753,0 3 1102,-5 1 0,-12 5 0,-9 2 0</inkml:trace>
  <inkml:trace contextRef="#ctx0" brushRef="#br1" timeOffset="20">12245 7138 8871,'-6'6'352,"5"1"-327,-3-3 0,1 3-30,-1 6 1,3 0 0,-4 4-1,4 3 17,1 3 1,-4 7 7,0 3 1,0 7-1,4 1 1,-2 0 69,-2 1 1,3-2-71,-3 5 0,1 0 0,0 3 0,-1-3 5,2-4 0,-4-4-14,2-4 1,0 0-320,4-9-78,-6-2-1202,5-9 1025,-4-7 563,5-6 0,5-50 0,2-17 0</inkml:trace>
  <inkml:trace contextRef="#ctx0" brushRef="#br1" timeOffset="21">12651 6867 7987,'0'12'375,"0"0"0,0 1-333,0-1 0,-4 0 45,0 1 0,-1 4 1,4 5-1,-2 4 10,-1 3 0,-1 5-293,1-1 1,2 1-27,-2-1 30,3 3 1,-3-10 0,0 2 0,0-3 0,-1-5-1181,1-3 1372,0-4 0,-7-38 0,-2-11 0</inkml:trace>
  <inkml:trace contextRef="#ctx0" brushRef="#br1" timeOffset="22">12417 6904 7977,'5'-7'768,"-3"0"-409,2 3 0,3 1-51,1-5-215,3 5 1,1-4 0,2 5-1,1-2 1,3 1-85,1 2 0,4 1 0,3 0 0,-3 0 47,1 0 1,-3 0-310,0 0 0,1 0 0,-6 0 0,-1 0-349,-1 0 0,-2 1 96,1 3 0,-5-3-36,-4 1 370</inkml:trace>
  <inkml:trace contextRef="#ctx0" brushRef="#br1" timeOffset="23">13155 7408 11041,'0'-7'2785,"6"2"-2126,-5 5-355,5 0 0,-5 0-47,3 0 1,-1 0-166,5 0 1,0 0 0,6 0 0,2 0-89,5 0 1,2 0-258,2 0 0,3 0 0,2 0 0,1 0-1262,-1 0 0,-2 1 10,-3 3 1,-2-2 1504,-2 2 0,24 3 0,1 0 0</inkml:trace>
  <inkml:trace contextRef="#ctx0" brushRef="#br1" timeOffset="24">13020 7667 7942,'12'0'395,"1"0"1,-1-2-32,0-2 0,2 3 490,2-3 1,3 2-10,6 2-621,0 0 1,3 0 0,2 0 0,1 2-1,0 1-460,0 1 145,-3 5 0,2-6 0,-7 4 1,-2 0-1791,-5-1 720,-8-3 1161,-2 8 0,-56-9 0,-11 3 0</inkml:trace>
  <inkml:trace contextRef="#ctx0" brushRef="#br1" timeOffset="25">14312 6953 7946,'-1'-7'50,"-3"3"234,2-3 1,-3 4 630,5-5-638,-6 6 0,4-4 0,-5 5 0,0-2 333,0-1 0,-1 0-189,-4 4-263,-1 0 0,5 0 0,0 0 1,-3 0-1,-3 1 695,-2 3-717,-6 3 0,7 7 1,-6 1-1,-2 3 0,-3 1 71,-3 3 0,-1 2 1,3 5-1,-2 4-103,2 2 0,-3 6-99,1 0 1,5 4 0,3-4-1,1 0-107,0 2 1,-1-5 60,4 3 0,1-3 0,3-1 0,2 0-85,3 0 0,-1-1 211,5-3 1,-1 2 0,5-3 0,0 0 229,0 1 1,2-5-111,2 0 0,-1-2 0,5 0 1,0 2 336,-1 0 1,4 1-378,-3-4 1,-1-1 0,1 1 0,2-1-18,1 1 1,1 0-52,0-1 0,-4 1 0,1-2 0,0-1 268,2-1 1,1-6-319,1 1 1,-5-2 0,0-2-1,0 0-1190,-1 1 275,-1-1 1,-2 0 0,0 1-3334,-1-1 4201,-2-5 0,-12-73 0,4 22 0,0-1 0</inkml:trace>
  <inkml:trace contextRef="#ctx0" brushRef="#br1" timeOffset="26">14484 7359 7932,'0'-7'0,"0"2"313,0-1 639,0 5-1004,0-5 30,0 6 1,2 0 35,2 0 0,-1 6 0,3 2 24,0 3 1,3 6 45,0-1 0,-2 4-10,1-3-30,0 5 1,6 1-1,1 7 1,2 3-1,1 5 30,0 6 0,4 4 1,-3 1-1,2 0-63,-1 0 0,-1 1-72,2-1 0,-4-5 121,-4-3-81,-1-9 0,-1 3 0,-1-7 1,-4 0-1,1-4-38,0-3 1,-3-2 0,3-4 0,-2 1-105,-2-1 0,-1-5-80,-2-2 1,1-5-721,3 1-93,-3-3 250,5-1 806,-6-5 0,-6-29 0,0-13 0</inkml:trace>
  <inkml:trace contextRef="#ctx0" brushRef="#br1" timeOffset="27">14903 7322 7393,'4'-8'-1052,"0"0"2525,0 5-703,-4-8-453,0 10 47,0-5 0,-1 6-40,-3 0 1,1 2-253,-5 2-29,5 3 0,-4 5 0,4 2 0,-1 1 12,2 1 1,-4 0-14,2-3 1,-4 0-1,2 2 1,1 3 85,-1 1 1,-3 2 46,1 3 0,1 2-19,-1 3-33,-6 3 0,0 0 0,-2 1 0,1 1 0,0 2 20,-2 1 1,-5 0 0,2-2 0,-3 0-119,-2-3 1,0-3-58,1 4 0,1-6 1,2 2-1,3-3-77,1-1 1,7-1-48,-2 1 0,2-2-280,-2-2 281,5 2 1,1-8 0,6 4 0,0 0 0,0-1-303,0 0 1,0-2 0,0-4-953,0 1 1032,6-6 0,1-2 377,5-5 0,6-11 0,1-3 0</inkml:trace>
  <inkml:trace contextRef="#ctx0" brushRef="#br1" timeOffset="28">15518 7027 8340,'-7'-7'246,"-4"2"0,9 5-319,-7 0 119,7 0 1,-9 4 0,4 1 0,-1 2 69,-1 3 0,5 0-22,-4 3 1,0 3-16,-4 1-37,5 4 1,-4-1-1,3 6 1,-3 2-1,-2 4 13,1-1 1,0 5 0,1-3 0,1 2-27,2 2 0,1 0 11,-1 0 1,-1-2 30,4-2-54,1 3 1,3-5-1,-2 6 1,-1 0 0,1 0 5,2 0 1,1 0 0,0 0-1,1 0 11,3 0 1,-1-2-115,5-2 0,-3 1 126,3-5-48,0 11 0,4-12 0,1 8 0,-1-3 1,0-3-7,0 0 0,1 3 0,0-5 0,2-2 6,2-4 1,1 0-45,-2-6 0,-2-1 0,4-5 0,-2-3-327,0-2 0,2 4-142,-1-5 0,-2 0 515,5-4 0,-5-6 0,3-1 0</inkml:trace>
  <inkml:trace contextRef="#ctx0" brushRef="#br1" timeOffset="29">15813 7408 8162,'-6'0'1194,"0"0"-942,6 0-207,0 6 1,0-3 0,0 5-1,2 1-70,2 2 1,2 3 193,7 2 0,-1-1-101,0 6-91,1 5 0,-1 1 0,2 6 0,1 3 0,2 2 49,3 3 0,-5 1 1,1-2-1,-1 1 10,2-1 0,-8-3-34,3-5-28,-2 4 1,2-9 0,-1 5 0,-1-4 0,-3-3-114,-2-3 0,1-3 33,-2 2-142,-3 2 1,5-10 0,-6 4-1,0-3-628,0-2 1,1-4 875,3 0 0,-8-27 0,3-3 0</inkml:trace>
  <inkml:trace contextRef="#ctx0" brushRef="#br1" timeOffset="30">16097 7408 7910,'0'7'699,"0"4"-536,0-4 1,0 5-3,0 1 1,-2-3-113,-2-1 30,3 7 0,-6-8 1,4 9-1,-2-2 1,-1 0-152,1 1 0,-4 6 0,4-1 1,0 2 2,-1 1 0,-3 1 87,0 0 0,-2 3-13,-1 1 79,5 0 0,-4-3 1,3 1-1,-3 2 1,-1 0 237,0 1-278,5-4 0,-4 0 0,4-6 0,-1 2 0,1 0 84,1-2 1,1 0 0,2-5-140,-1 1 0,-1 0-703,1-3-589,2-1 770,-3 0-476,5-5 830,0-1 0,5-39 0,2-8 0</inkml:trace>
  <inkml:trace contextRef="#ctx0" brushRef="#br1" timeOffset="31">16490 7224 7939,'0'19'0,"0"-1"-31,0-6 1,0 4 158,0 1 1,0 1 0,0-2 0,0 3 111,0 0 1,-4 9-231,0-4 0,0 4 222,4-4-367,0 6 0,0-2 1,0 3-1,0 0 1,0 0-71,0-1 1,0-2 0,0-3 0,0-2-577,0-2 311,0-3 470,0-12 0,-5-28 0,-2-12 0</inkml:trace>
  <inkml:trace contextRef="#ctx0" brushRef="#br1" timeOffset="32">16330 7298 7923,'-11'-2'279,"3"-2"154,3 3 1,5-6-146,0 3 1,1 2 0,3-2 0,4 3-66,3 1 1,3-4-164,2 0 0,2 0-211,3 4 139,2 0 0,-4 0 0,4 0 1,-1-2-1,-1 0-41,1-3 0,-1 1 0,1 4 0,-3 0-417,-1 0 1,-1 0 98,-5 0 1,0 0-1,1 0 371,-1 0 0,-11 0 0,-2 0 0</inkml:trace>
  <inkml:trace contextRef="#ctx0" brushRef="#br1" timeOffset="33">16970 7556 7883,'0'-19'-183,"0"1"-46,0 6 0,0-1 360,0 1 1,-1 0 0,-2 0 730,-1-1-275,0 1-206,4 5-227,0 2 1,4 16 0,2 5 92,0 6 1,3 4-183,3 3 1,0 2 145,0 6-161,1 0 1,0 1-1,3 2 1,0 1 0,0-2 375,2 0-385,-4-8 1,5 3 0,-4-5 0,3 0 0,-1-2-16,1-2 1,-1 1-1,-5-10 1,-1-1-223,-3-1 0,3-2-94,-3 0 1,-2 1-947,-2-1-187,3-5 899,-6-2-525,5-5 1049,-6 0 0,-22-27 0,-6-7 0</inkml:trace>
  <inkml:trace contextRef="#ctx0" brushRef="#br1" timeOffset="34">17327 7371 7888,'-8'7'84,"0"-3"0,4 2 108,-5-2 0,5 4-38,-4-4 0,4 6 0,-3-2 0,0 2 137,1-2 1,3 7-175,-1-3 0,-2 5 220,2-1-286,-5 3 0,2 6 1,-6 1-1,1 2 1,0 4-147,-1-1 1,1 5 0,0-3-1,-2 2 309,-2 2 1,1-1-64,-6-3 1,5 1 25,-5-6-163,6 7 0,-4-9 0,4 2 0,0-3 1,3-3-21,2-2 1,3-3 0,-1 2-1,3-1-248,-1-3 0,5-2-381,-3 0 335,2-1-551,2 0 1,2-5 850,2-3 0,8-28 0,5-16 0,2-1 0,1 0 0</inkml:trace>
  <inkml:trace contextRef="#ctx0" brushRef="#br1" timeOffset="35">17450 7101 7577,'0'7'1837,"0"3"-1594,0-1 0,4 2-249,0 1 0,7 2 34,2 2-33,-1 9 0,11 2 0,-2 6 0,2 1 0,0 3 612,-2 4-513,2 3 0,-5 1 0,1 1 1,-5 3-1,-6 5 223,-3 2 0,3 5 1,-3 5-1,-3-2-98,0-1 1,-8 0-192,-2 3 1,-3-3 0,-1 2 0,-1-3-156,1-5 0,0-6-224,-1-6 1,-3-7 99,0-1-267,-1-5 1,6-9-1,2-4 518,1-7 0,-17-16 0,-8-9 0</inkml:trace>
  <inkml:trace contextRef="#ctx0" brushRef="#br1" timeOffset="36">17807 7113 7854,'-8'0'663,"0"0"-126,5 0-110,-8 5 368,10-3-515,-5 3 0,12-9-147,2 0 0,3 0 1,1 3-1,0-2 91,1-1 0,3-2-289,1 2 1,0 3-1,-2-3 1,2 1-321,-2-1 0,-2 3 71,0-4 1,-1 4-589,0 1 597,1 0 0,-1 0 0,0 0 305,1 0 0,-7 11 0,0 3 0</inkml:trace>
  <inkml:trace contextRef="#ctx0" brushRef="#br1" timeOffset="37">18312 6904 6717,'0'7'1528,"0"-2"0,0-4-1566,0 4 0,0-3 25,0 6 0,0 1-100,0 3 190,0 0 0,0 6 0,1 4 1,2 4-1,1 4 36,-1 1 1,-2 2 0,-1 3-1,0-2-82,0-1 0,0-2 91,0 2 0,0-4-336,0-9-119,0 4 1,0-11 0,0 4 332,0-4 0,0-28 0,0-7 0</inkml:trace>
  <inkml:trace contextRef="#ctx0" brushRef="#br1" timeOffset="38">18742 7322 7915,'7'-12'0,"3"4"0,-6-1 0,1 5 145,-1-4 374,-2 5 0,3-1-351,-5 8 1,4-1-1,2 7 1,-1 2 113,1 3 0,3 7-212,0-2 1,1 5 0,3 2 0,0 4 95,4 0 0,-2 2-100,5 4 0,-3 1 79,3 3-147,1 3 0,2 4 0,-1-3 1,-3-4-1,-1-3 158,-3-1-126,4 0 0,-5-2 0,2-2 0,-2-4 1,-2-3-54,0-1 0,1-2 0,-1-3 1,-1-3-34,-3-4 0,2-4-340,-6-1-407,5 0-318,-7-1 680,3-2-672,-5-5 1113,0-5 0,-5-18 0,-2-10 0</inkml:trace>
  <inkml:trace contextRef="#ctx0" brushRef="#br1" timeOffset="39">19161 7285 6666,'0'-7'2384,"0"2"-1921,0-1-231,0 5 35,0-4-162,0 5 1,0 1-77,0 3 1,0-1 0,0 5 55,0 2 1,-4 1-20,0 1 0,-2 0 61,2 0-89,3 1 0,-9 0 1,5 4-1,-1 2 1,-1 2 143,0-1-148,-1 1 1,0 9 0,0 1-1,-2 2 1,-2 1-2,-4 4 1,2-1 0,-3 4 0,4-2 11,0-2 0,-3-2-12,0-2 1,-2 2-125,1-2 103,4 3 0,-9-5 1,6-2-1,-1-2 1,1 1-52,-1 0 1,1 5 0,4-4-1,-1-2-108,1-1 1,0 3-138,-1 0 0,2-1-333,3-3 343,-3-6 0,10-1 0,-3-6-1434,2 1 1708,2-7 0,17-44 0,3-17 0</inkml:trace>
  <inkml:trace contextRef="#ctx0" brushRef="#br1" timeOffset="40">19567 7113 7898,'0'-7'-1759,"0"0"3208,0 3-376,0 3-803,0-5-223,0 6 1,0 2-1,0 3 1,-2 6-113,-2 4 0,3 7 0,-3-1 0,3 2-55,1 1 0,0 2 110,0 3 1,0-3-221,0 3 179,0-3 1,0-2-1,0 1 1,0 0 0,0-2-1,-2-3 1,-1-3-477,-1-4 1,0 0 335,4-1 191,0-5 0,-5-29 0,-2-12 0</inkml:trace>
  <inkml:trace contextRef="#ctx0" brushRef="#br1" timeOffset="41">19419 7088 10460,'12'0'-108,"1"0"-8,-1 0 1,0-1 14,1-3 0,3 3 0,2-4 0,1 3-10,3-2 1,-3 2-39,2-2 1,-2 1-115,1-1 159,3 3 0,-9-5 1,3 6-1,-4 0 1,0 0-381,-1 0 170,-5 0 314,4 0 0,-5 0 0</inkml:trace>
  <inkml:trace contextRef="#ctx0" brushRef="#br1" timeOffset="42">19813 6891 7880,'0'-6'-132,"0"-5"1,0 8 1323,0-5-769,0 5 0,1-4-24,3 3 0,-1 3-3,5-3 0,1 2-182,3 2 0,0 2 1,1 2-1,-1 4 96,0 3 0,5 7-276,-1 2 0,4 3 175,-3 2-221,5 5 1,-4-3 0,3 6 0,-1 3 0,-1 2 48,0 3 0,-3 6 1,3-2-1,-2 1-42,-6-1 0,0 2 124,-7-6 0,4 4 1,-4-3-1,-1 1 148,-2-1 1,-5 5-166,0-2 0,-6 7-932,2 1 856,3-5 1,-6 0 0,3-3 0,-3 4 0,-2 3-62,1 1 1,0-3 0,-2-5 0,-1 1-167,-1 2 1,-2 0 125,1-3 1,2-4 0,-4-7 0,0-2 18,0-2 0,0 3 39,-2-5 1,-1 0-22,6-8-111,-6 3 1,8-3-1,-2 3 1,2-1 0,2-3-181,0-1 0,-1-3 0,3-6 1,0-2-148,2-1 0,4-2-37,-5-4 513,7-6 0,-4-33 0,6-15 0</inkml:trace>
  <inkml:trace contextRef="#ctx0" brushRef="#br1" timeOffset="43">20478 6891 7334,'6'0'1274,"0"-5"-573,-6 4-535,0-5 0,0 8-171,0 2 107,0 2 0,1 5 0,2 0 1,1 0-1,-1 4 29,-2 3 0,-1 3 0,0 3 0,0 1-77,0-1 0,0 7-3,0 1 0,0 4 0,0 1 0,0-2-80,0-2 1,0 1-94,0-5 1,0-4 169,0-5-788,0-5 1,-1 3-483,-3-6 1222,2-5 0,-3-23 0,5-12 0</inkml:trace>
  <inkml:trace contextRef="#ctx0" brushRef="#br1" timeOffset="44">20281 6867 7866,'-7'7'2129,"1"-2"-1569,6-5-503,0 0 1,6 0-1,2 0-11,3 0 0,7 0 56,2 0 0,3-4 62,2 0-175,0 0 1,1 4 0,1 0 0,2 0-1,-2 0-51,-1 0 0,-1 0 0,-2 0 1,-3 0 45,-3 0 1,1 0 47,-2 0 1,0 0 1,-3 0-23,-6 0 1,4 0-38,-3 0 0,-1 0 0,-1-2-641,0-2 185,-2 3 0,-4-6-1223,0 3 341,0 3 1364,0-5 0,-11 12 0,-3 1 0</inkml:trace>
  <inkml:trace contextRef="#ctx0" brushRef="#br1" timeOffset="45">11740 8836 7453,'0'-7'621,"0"2"-196,0 5-423,0 0-26,0 5 145,0 2 0,0 5-60,0 0 0,0 1 0,0 0 1,0 2 71,0 2 1,0 5-99,0-2 1,0 8 0,-1 2 0,-2 1 48,-1 3 1,0 7-37,4 4 1,-4 2-162,0-2 88,0 3 1,2-10-1,-1 5 1,-1-2-1,2 0-166,0-2 0,1-4 1,-2-4-1,-1-1-3,1-3 1,1-1 121,-3-1 0,4-6 0,-3-2 0,3-4-344,1 0 139,0-1 25,0-5 1,0-3 0,0-10 251,0-6 0,5-39 0,2-14 0</inkml:trace>
  <inkml:trace contextRef="#ctx0" brushRef="#br1" timeOffset="46">11752 9353 8026,'7'0'909,"4"0"-732,-4 0 0,5 0 2,1 0 0,-1 0 0,0 0 1,1 0-92,-1 0 1,2 0-502,2 0 0,-1 0 252,6 0-18,-6 0 1,4 0-1,-4 0 1,1 0 0,-1 0-196,-1 0 0,-2 0 0,0-2 374,1-2 0,-12-8 0,-2-7 0</inkml:trace>
  <inkml:trace contextRef="#ctx0" brushRef="#br1" timeOffset="47">12171 8897 8264,'-7'0'515,"-4"0"1,10 2-716,-3 2 0,2 3 86,2 5 1,0 2-142,0 2 256,0 3 1,0 6 0,0-1-1,0 4 1,0 3 36,0 6 0,-4 4 0,0-1 0,1 2 18,2 2 1,-3 4 9,0 1 0,-2 2 230,2-10-236,3 0 1,-9-3 0,5 0 0,-1 1-1,1-5 98,2-3-236,-4-2 1,6-4 0,-3-1-1,2-1 1,2-2-918,0-5 668,0-8 1,2-2-443,2-6 769,-3-11 0,16-30 0,-4-18 0</inkml:trace>
  <inkml:trace contextRef="#ctx0" brushRef="#br1" timeOffset="48">12565 8639 7009,'0'12'198,"0"1"1,0 3-90,0 0 0,0 8 47,0 0 0,0 2-199,0 7 1,0 0 0,0 4 0,0-2-104,0-2 1,-2 1 141,-2-5 0,3-2-243,-3-6-31,2 2 1,2-9-440,0 2 717,0-8 0,0-29 0,0-14 0</inkml:trace>
  <inkml:trace contextRef="#ctx0" brushRef="#br1" timeOffset="49">12405 8664 7977,'6'0'812,"0"0"1,-5-2-432,3-2 0,-1 3-182,5-3 62,1 2-205,3 2 0,2 0 0,1 0 0,2 0 0,1-1-32,0-3 0,2 2 0,-2-2 0,0 3-83,0 1 0,2 0-76,-3 0 1,0 0 0,-2 0-338,2 0 0,-1 0 226,-3 0 0,-5 0-415,0 0 401,-5 0 0,4 0 260,-3 0 0,-14 0 0,2 0 0</inkml:trace>
  <inkml:trace contextRef="#ctx0" brushRef="#br1" timeOffset="50">13069 9254 7954,'-11'2'1110,"3"2"-267,-3-3-241,10 5-255,-5-1-201,6-4 0,6 6 1,2-4-1,3 1 1,1-1-4,0-2 1,6 3 119,3 0-390,-3 0 1,3 1 0,-4-1 0,-1-2 0,1 0-545,-1-2 548,0 0 0,-3 0 1,-1 0-1,2 0 1,1 0-432,1 0 1,1 0 0,-5 0-204,0 0 1,1 4 0,-1 0 756,-5 0 0,-2-4 0</inkml:trace>
  <inkml:trace contextRef="#ctx0" brushRef="#br1" timeOffset="51">13057 9537 7929,'-12'0'2049,"-1"0"-1208,1 6-456,5-5-278,2 10 0,6-10 0,4 4 0,8-4 1,5-1 74,1 0 0,7 0 56,-6 0-251,6 0 1,-7 0-1,6 0 1,0 0-1,-2 0-63,-3 0 0,2 0 0,-5 0 0,-1 0 108,2 0 1,-5 0 24,4 0 1,-3 0 39,-2 0-100,0-6 0,-4 5 1,1-3-1,0 3-157,2 1-698,-4 0-260,4-6 1,-8 5-252,5-3 1369,-5 2 0,-14 2 0,-10 0 0</inkml:trace>
  <inkml:trace contextRef="#ctx0" brushRef="#br1" timeOffset="52">14226 9094 8173,'-7'0'1194,"-4"0"-918,10 0-288,-5 0 0,8 6-47,2 2 71,-3 8 0,10-1 0,-3 6 0,3 2 0,2 5-65,-1 4 1,4 4 0,1 1 0,-2 0 107,-2 0 1,4 0-18,-1-1 0,1 1 23,-5 0-87,0-5 1,1 2 0,-2-5-1,-2-2 1,-1-1 9,2-1 1,-5-6 0,-1-3 0,-2-2-141,-2-2 0,1 0-389,3 1 334,-2-6-1152,3 4 1363,-5-10 0,0-28 0,0-14 0</inkml:trace>
  <inkml:trace contextRef="#ctx0" brushRef="#br1" timeOffset="53">14571 9070 7693,'-6'7'503,"5"-2"1,-6-5-624,3 0 68,2 0 13,-3 0 116,5 0 1,-1 0-155,-4 0 343,4 0 1,-6 1-71,3 3 1,-1 3-1,-5 6 6,2-1 1,1 0-109,-1 1 1,-3-1 90,3 0-129,2 6 0,-5-3 0,3 5 0,-3 2 0,-1 2 22,0 0 1,-5 5-1,1 1 1,1 0-7,1 0 0,2-1-112,-1-5 25,1 1 1,0 1-1,1 1 1,1 2-1,2-3 29,-1-4 1,-1 1-72,2-2 0,-2 1 0,5-1 0,-1-1-29,1-3 0,-1 0-88,2-5 0,3 0 1,-3 1-557,2-1-129,2-5-58,0-2 634,0-5 0,2 0 283,2 0 0,14-43 0,8-12 0</inkml:trace>
  <inkml:trace contextRef="#ctx0" brushRef="#br1" timeOffset="54">14841 8848 6155,'0'8'850,"0"1"0,0-1-786,0 4 1,0 2-18,0 2 1,-4-1-150,0 6 79,0-1 1,0 5-1,0 1 1,1 1 0,0 2-67,-1-2 1,3-2-1,-3-5 1,2-2-568,2 0 90,0-4 566,0 3 0,0-10 0,-5-34 0,-2-14 0</inkml:trace>
  <inkml:trace contextRef="#ctx0" brushRef="#br1" timeOffset="55">14743 8824 7519,'-7'0'2258,"2"0"-2062,5 0 1,0-2 132,0-2-394,0 3 117,0-5 1,5 2 0,3 0 0,3 0-204,1-2 1,1 5 0,-1-3 0,0 1 41,1-1 0,-1 3 106,0-3 1,1 1-1,0 0 1,2-1-27,2 1 1,-1-2 0,-4 1 1,5 0 69,-1 4-200,1-6 0,-5 5 1,0-3-1,1 2-420,-1 2 0,-4 0 578,0 0 0,-27 28 0,-3 6 0</inkml:trace>
  <inkml:trace contextRef="#ctx0" brushRef="#br1" timeOffset="56">15297 8528 8019,'-7'13'-387,"0"-1"450,3 0 0,2 0-96,-2 1 1,3 0-43,1 4 71,0 2 1,-4 6-1,0-1 1,1 1-1,2-1-65,1 1 1,0 4 0,0-2 0,0-2-168,0-3 1,0-7-305,0 1 308,0-2 232,0-7 0,0-24 0,0-10 0</inkml:trace>
  <inkml:trace contextRef="#ctx0" brushRef="#br1" timeOffset="57">15174 8528 6473,'-7'-5'1898,"1"2"-1414,6-5-278,0 5 1,2-4 89,2 3-212,3 3 1,5-6-1,2 4-9,2-1-106,3-5 1,-4 7 0,-3-2-1,-1 3 1,0 1-86,2 0 0,-1 0 0,0 0 29,1 0 0,-5 0-50,0 0 1,-4 0-13,4 0-108,-5 5 0,8-3-572,-3 2 326,-2-3 1,0-1 502,-1 0 0,-15 0 0,2 0 0</inkml:trace>
  <inkml:trace contextRef="#ctx0" brushRef="#br1" timeOffset="58">15801 8713 7964,'-8'7'-740,"0"-3"0,4 1 1366,-5-1 0,5 0-393,-4-4 1,4 5 0,-3 0-92,2 2 0,-3-3-212,3 4 0,0-4-62,1 4 192,2-5 1,-7 8 0,3-3 0,1 3 0,-2 2-17,0-1 1,3 2 0,-4 2 0,-2 4 103,-1 4 0,-1 2-24,0 2 0,-2 4 12,-2 5 8,2 0 0,-8 6 0,6 7 0,-1 6 0,0 4 118,-4 1 1,2-3 0,0-2-1,0 0 235,0 0 1,5 0-136,2 2-1,5-4 280,7-5-613,0 1 0,2-2 0,5-3 0,6-6 0,2-5-105,2-5 1,4-4-1,6-3 1,3-3-348,2-1 0,1 1-405,4-7 1,-5 3 8,1-7 292,0-2 0,-2-1 0,-2-5 528,-3 0 0,-1 4 0,-3-2 0,-6-8 0,-5-6 0</inkml:trace>
  <inkml:trace contextRef="#ctx0" brushRef="#br1" timeOffset="59">15998 9291 7992,'0'-7'1288,"0"2"-817,0-1-236,0 5 0,1-4 118,4 5-579,-4 5 1,10 2 0,-3 5 0,3 2 214,1 2 0,1-1 0,0 6 1,2 1 95,2 1 1,0 6 29,0-1 0,-2 7 0,4-3 1,-1 4 63,-3 1 1,-1 0-105,-2 0 0,3 4-204,-3 0 101,3-6 1,-9-3 0,2-6-1,-3 0 1,0-4-510,-1-3 1,0-7-1273,-4-4 1666,0-5 0,-6-58 0,3 18 0,-1-1 0</inkml:trace>
  <inkml:trace contextRef="#ctx0" brushRef="#br1" timeOffset="60">16355 9168 7967,'-7'7'-568,"-4"-2"1441,10 1-546,-10-5-245,9 10 0,-4-8 0,3 5 23,-1 2 0,0 1 7,4 1 0,-2 0 1,0 2-1,-2 1 74,1 1 0,-4 6 31,-1-1 1,-3 6 97,-2 2-266,1 5 0,-1-7 0,-3 5 0,-1-1 0,-2 1 59,-3 2 1,-2-3 0,1 1 0,1-2-31,2-3 1,1-1 5,-2-1 0,3-5 0,6-1-100,0-1-788,5-1 116,-4-11 1,11 0-199,0-6 1,1 0 885,8 0 0,-1-16 0,4-5 0</inkml:trace>
  <inkml:trace contextRef="#ctx0" brushRef="#br1" timeOffset="61">16527 9082 7967,'0'12'0,"0"1"0,0 3 53,0 0 0,0 2 21,0-1 1,0-2 0,0 4 0,0 0-39,0 0 1,0-3-346,0 5 0,0-5 195,0 5-424,0-6 1,0 3 537,0-6 0,6-5 0,1-2 0</inkml:trace>
  <inkml:trace contextRef="#ctx0" brushRef="#br1" timeOffset="62">16453 9020 10204,'9'0'132,"-1"0"0,-4 0-179,4 0 1,0 0 288,5 0-347,-1 0 1,0 0-1,1 0 1,-1 0 0,2 0-27,2 0 0,-2 0-28,2 0 33,-2-5 0,-6 4 0,0-5 1,2 2-1274,1 0 1399,1-6 0,-16-2 0,-4-7 0</inkml:trace>
  <inkml:trace contextRef="#ctx0" brushRef="#br1" timeOffset="63">16946 9180 6539,'0'13'1373,"1"-5"-1097,3 0 1,-3 6 0,5 6-1,-1 4 89,4 0 0,2 6-232,1 3 1,0 3 0,0 2 0,2 2 81,3 1 0,-2 0-96,5-4 0,-3-2 139,3-2-329,1 8 1,-1-10 0,-1 8 0,-1-7 0,-3-1-45,-1-4 1,-2-2 0,-1-5 0,-1-4-254,-2-2-457,-6-2 438,4 1 31,-6-6 0,0-3 356,0-8 0,-11-20 0,-3-9 0</inkml:trace>
  <inkml:trace contextRef="#ctx0" brushRef="#br1" timeOffset="64">17253 9180 5896,'7'0'1948,"-1"0"0,-8 2-1625,-2 2-290,3 3 0,-9 9-4,6 1 0,-5 0 1,2-2-1,-2 3-266,1 1 1,0 6 180,-4 4 0,-2 3 0,-1-1 0,-3 0 120,-1 3 0,3 2 159,-5 1 1,1 0-142,-5-1 17,6 1 1,-4 0-1,4 0 1,-1-1 0,4-3-76,2-5 1,6-2-1,1-1 1,2-2-251,2-2 1,-2-8-1013,1-4 663,-1-7-936,5 4 1511,6-6 0,1-17 0,5-3 0</inkml:trace>
  <inkml:trace contextRef="#ctx0" brushRef="#br1" timeOffset="65">17364 8860 7355,'0'13'770,"0"-1"-144,0 0 1,0 2-226,0 2 1,6 4 23,2 4-452,3 6 1,2-2-1,4 4 1,2 4 0,1 2-163,1 3 200,-1 6 0,4-5 0,-4 3 1,-2-2-1,-2-2 82,1 0 0,-5 4 1,-5-3-1,-2 2 50,-2 3 1,-3 2-138,-4 4 0,-3 2 0,-6 2 1,-3-3-16,0-4 1,0-2-102,3-3 1,-3-4-1,0-8 1,0-6-371,3-5 1,1-4-418,-1-6 897,-5 1 0,-6-23 0,-8-5 0</inkml:trace>
  <inkml:trace contextRef="#ctx0" brushRef="#br1" timeOffset="66">17536 8885 6778,'-6'0'904,"0"0"-705,6 0 1103,0 0-943,6 0 0,-4 0-156,6 0 1,-3 0 0,3 0-1,1 0-21,2 0 1,2 0-218,-1 0 1,2 0-1,1 0 1,2 0-148,3 0 1,-4 0-6,4 0 1,-3 0-401,3 0 403,-5 0 0,5 0 0,-5 0 0,1 0-289,-1 0 1,-5 0-1,-2 0-639,1 0 1112,-3 0 0,-17 0 0,-10 0 0</inkml:trace>
  <inkml:trace contextRef="#ctx0" brushRef="#br1" timeOffset="67">18041 8676 6881,'5'-7'2654,"-3"-4"-2222,3 10-166,-5-5-294,0 6 48,0 0 1,0 6 0,0 2 0,0 3 0,0 3-15,0 2 0,0 2 0,0 5 0,0 0 29,0 3 0,0 2-37,0-4 0,0 1 10,0-1-3,-5 6 0,3-5 0,-2 1 0,3-5 0,0-4-496,-4-2 1,4 3-344,-3-1 372,3-6 0,1-7 0,0-8 462,0-5 0,5-45 0,2-13 0</inkml:trace>
  <inkml:trace contextRef="#ctx0" brushRef="#br1" timeOffset="68">17930 8700 7881,'-4'-8'-83,"0"0"43,0 5 1597,-2-2-266,5-1-1009,-4 5 1,6-4 56,3 5-254,3 0 0,1 1 0,0 2 0,3 1 0,3 0 52,2 1 1,1-2 0,-5 4 0,2-2-229,2-2 1,-1 0 43,6 1 0,-6-3-425,1 3 351,3-2 1,-5-2 0,2 0-1,-2 0 1,-2 0-11,1 0 0,-1 0 1,0 0-69,0 0 0,-1-2-174,-2-2 0,-3 3-360,-1-3 212,-4 2 0,10 2 521,-3 0 0,-2 0 0,-1 0 0</inkml:trace>
  <inkml:trace contextRef="#ctx0" brushRef="#br1" timeOffset="69">18730 9180 7073,'-1'-6'2377,"-3"1"-2372,2 4-22,-3 1 1,5-1-123,0-3-16,0 2 616,0-3-335,0 5 1,1 1 115,3 3 0,-1 3 0,4 7 0,0 2 388,-1 5 0,3 3-422,3 5 1,4 4-1,2 8 1,1 4-119,3 3 0,1 1-150,2 0 0,0 1-888,-1-1 922,1-5 0,-5-2 0,0-5 0,-3 0 1,-2-3-40,-1-5 1,-3-2 0,-1-11 0,-4-1-323,0-1 280,3-2 0,-7-3-347,2-1-722,-3-5 316,5 2 1,-5-6 0,5-2 128,-1-1 731,-4 0 0,10-13 0,-4-3 0</inkml:trace>
  <inkml:trace contextRef="#ctx0" brushRef="#br1" timeOffset="70">19087 9131 6599,'0'-7'1935,"0"-4"-1534,0 10-11,0-10-304,0 10 346,0-10 124,0 9-488,0-3 1,-1 6 46,-4 3 0,4 1 30,-3 7-106,-3-3 1,4 15 0,-5-4 0,0 5 0,0 4-74,0 3 1,-1 4-1,-3 1 1,0 0-48,-1 0 1,0 4 46,-4 0 0,2 4 0,-4-4 0,0-2 60,0 0 0,-2-4 9,-3-2 0,3 3-13,1-4-8,5-1 1,-7-1 0,5-6 0,2 1 0,2-2-8,0-2 1,5-4 0,1-4-332,2-1-423,1 0 147,4-5 0,5-7 152,3-8 0,1-3 1,2-1 447,2-1 0,19-37 0,1-10 0</inkml:trace>
  <inkml:trace contextRef="#ctx0" brushRef="#br1" timeOffset="71">19345 8922 8005,'6'-7'-240,"-5"2"188,5 5 1,-5-2 462,3-2 121,-3 3-353,5-5 0,-6 12 84,0 2-242,0 3 0,0 3 0,0 1 1,0 2-1,0 4 37,0 5 1,0-1 0,-1 3-1,-2-2-128,-1-1 1,-2 0-215,2-1 0,3-1 65,-3-2-513,2 2 0,-2-9 732,0 2 0,0-40 0,4-12 0</inkml:trace>
  <inkml:trace contextRef="#ctx0" brushRef="#br1" timeOffset="72">19198 8934 8096,'-9'-7'1263,"1"3"-838,6 3 1,-5 0 181,3-3-350,2 2 1,-3-5-14,5 3 0,1 3-59,3-3 0,3 2 161,5 2-257,1 0 0,4-4 0,4 0 0,2 1 0,2 2-220,-1 1 1,5-4-1,0 0 1,-2 1-98,-1 2 1,-3 1 132,-2 0 0,1-4 0,-6 0 0,-1 1-248,-1 1 0,-6 2 65,0 0 0,-4 0 23,5 0-338,-7 0 186,4 0 1,-5 0 0,2-1-898,1-3 1304,0 3 0,-4-5 0,0 6 0</inkml:trace>
  <inkml:trace contextRef="#ctx0" brushRef="#br1" timeOffset="73">11703 10682 8055,'0'-13'39,"4"5"173,0 0 1,1 0 136,-5-4 104,0 5-260,0 1-146,0 6 159,0 0-110,0 6 0,0-4 1,0 7-1,0 0 1,0 4 68,0 3 1,0-1-1,0 7 1,0 4-59,0 5 0,-2 5 71,-2 1 0,3 5-202,-3 3-15,2 3 1,-2 3 0,0 1 0,0 1 0,0-1-133,0-1 1,-5-4 0,4-1 0,0-5-227,-1-3 0,2-11-394,4-2-100,-5-9 495,3 2 0,-3-13 0,5-5 396,0-6 0,5-49 0,2-12 0</inkml:trace>
  <inkml:trace contextRef="#ctx0" brushRef="#br1" timeOffset="74">11691 11088 11134,'12'0'483,"1"0"-241,-1 0 0,1 0-253,4 0 1,2 0 0,7 0 0,1 0-1326,2 0 0,0 0 363,-5 0 0,1 0 973,0 0 0,5-6 0,1 0 0</inkml:trace>
  <inkml:trace contextRef="#ctx0" brushRef="#br1" timeOffset="75">12097 10608 8070,'-7'5'637,"-4"2"1,10 6-462,-3-1 1,2 6-131,2 2 1,0 1-40,0 3 24,0 4 1,0 10 0,0 3 0,0 4 0,0 3 1,0 1 0,0 4 0,-1 1 0,-2-2-2,-1-2 0,-1-2-101,1-3 0,1 2 165,-5-6-153,5 0 1,-7-6 0,6-3 0,0-6-1,0-6-604,0-2-248,0-7 910,4-11 0,11-56 0,-4 19 0,-1 0 0</inkml:trace>
  <inkml:trace contextRef="#ctx0" brushRef="#br1" timeOffset="76">12380 10522 8051,'0'-7'284,"0"1"-79,0 6 0,0 2-73,0 2 1,0 0-148,0 8 1,0-1-1,0 10 1,0 1-17,0 1 0,0 3 19,0 3 0,-4 2 1,0 6-1,0-1-55,-2-4 1,5 3-104,-3-7 0,2 1 44,2-4-384,0-6 0,0-6 510,0-4 0,-5-45 0,-2-6 0</inkml:trace>
  <inkml:trace contextRef="#ctx0" brushRef="#br1" timeOffset="77">12232 10571 7936,'0'-8'935,"0"0"-347,0 5-31,0-8 1,0 8 32,0-5 0,4 4 119,1-4-347,4 5-330,-2-3 1,5 6 0,1-1-1,-1-2 1,0-1-155,1 2 1,3 0 0,2 2 0,-1 0-410,1 0 0,3 0 134,-5 0 0,2 0-816,-2 0 656,-2 0 1,4 0 0,-6 0 556,0 0 0,1 0 0,-1 0 0</inkml:trace>
  <inkml:trace contextRef="#ctx0" brushRef="#br1" timeOffset="78">13020 10940 8004,'-12'0'0,"-1"0"884,1 0 428,0 0 0,6 0-862,6 0 1,11 0-422,10 0 1,2 4 166,2 0-303,-1 1 1,1-5-1,-1 0 1,1 1 0,-2 2-280,-2 1 1,1 0 0,-5-4 0,1 0-230,0 0 1,2 4 167,-3 0 1,-1 2 0,-3-4 446,-1 2 0,-11 6 0,-2-3 0</inkml:trace>
  <inkml:trace contextRef="#ctx0" brushRef="#br1" timeOffset="79">12958 11199 8000,'0'8'0,"0"0"0,0-4 0,0 4 861,0-5 1,2 7 40,2-6-833,3 0 0,9-4 0,2 0 0,1 0 0,3 0 39,1 0 0,2 4 153,-1 0-295,1 0 0,0-4 0,-2 0 0,-1 0 0,-3 0 10,-1 0 31,4 0 1,-13 0 0,3 0 0,-1 0 0,0 0-93,2 0 1,-5 0 0,0 0-641,2 0 1,-4-4 724,3 0 0,-12-17 0,2 1 0</inkml:trace>
  <inkml:trace contextRef="#ctx0" brushRef="#br1" timeOffset="80">13992 10682 7895,'0'7'1074,"0"4"0,0-5-689,0 7 0,2-1-186,2 0 0,2 6-88,7 3 0,5 7 0,2 5 0,3 4 72,2 4 1,4 1-64,-1 4 1,1 0 0,-4-4 0,-2 1 150,-3-1 0,2 3-177,-5-4 0,-1 0 1,-4-4-1,-1 0 61,-2 0 1,0-3-123,-5-5 0,4 0 222,-3-9-768,4-2 0,-6 0 0,4-6-1750,-2 0 1785,-1-5 478,-4-1 0,-11-12 0,-2-1 0</inkml:trace>
  <inkml:trace contextRef="#ctx0" brushRef="#br1" timeOffset="81">14435 10633 7935,'-8'-2'1191,"0"-2"-197,5 3-151,-2-5-572,-1 6-336,5 0 1,-5 2 230,6 2-49,0-3 1,0 10 0,-1-3 0,-2 3 0,-2 3 120,-2 2 0,3-1 0,-4 6 0,-1 2-27,3 4 0,-10 1-96,4 5 0,-3 3 0,1 7 0,-2-1-32,-4 1 0,0-2-45,0-4 0,-1 0 0,-3 1 0,-1 0-30,1-1 1,-1 1-88,0-9 1,5 4 0,1-2-1,0 2-78,-1 1 0,5-1 28,-1-8 1,6-5 0,2-1 0,-1-1-146,-2-3 0,4-1-214,3-2-121,-3-5-109,5-2 1,-3-6 717,5-3 0,5-36 0,2-13 0</inkml:trace>
  <inkml:trace contextRef="#ctx0" brushRef="#br1" timeOffset="82">19136 10645 8542,'0'12'1039,"2"0"-855,2 1 0,-3-1-45,3 0 1,-3 6 0,1 3 0,2 2 59,4 2 1,3 5-135,1 2 0,1 4 158,-1 1-191,0 5 0,6-3 0,1 2 0,2-3 0,-1-1-121,2 0 39,1-6 1,-4 3 0,-1-6-1,-1-4 1,-2-2-3,-4 0 1,0-4 0,-7-2-1,0-2-297,1-2 0,-3-4-738,2 1-161,-3-7 1248,-1 9 0,-5-20 0,-2 1 0</inkml:trace>
  <inkml:trace contextRef="#ctx0" brushRef="#br1" timeOffset="83">19505 10657 8009,'-7'0'306,"2"0"71,5 0-181,-5 0-237,3 0 216,-3 0 106,5 0 1,-2 0-111,-2 0 1,3 2-44,-3 2 0,1 1 68,-1 3-141,3 9 0,-10-9 0,2 10 0,-2 1 0,-1 4 324,0 4-354,0 8 0,-5-4 0,-1 6 0,-1 1 1,-3 2 19,-1 1 0,3 0 0,0-5 0,1-2-64,0-1 0,4-6 46,-1 2 0,2-5 1,2-2-1,-1-1-109,1 0 0,1-1 65,3 0 0,-2-3-189,6 3 159,-5-5 1,6 7 0,-4-6 0,2-1 0,1-2-705,-2-5 0,5 3-643,-3-3 341,2-2 1053,2-1 0,0-16 0,0-3 0</inkml:trace>
  <inkml:trace contextRef="#ctx0" brushRef="#br1" timeOffset="84">19850 10337 8009,'0'18'-1422,"0"-4"1431,0 2 0,-4 2 465,0-2 0,-5 6 0,4-1 0,0 1-190,-1-2 1,-2 3-479,4-2 1,-4 5 129,3-2-130,1 4 1,4-11-1,0 4 1,0-5-1,0-2-764,0-2 958,-5 1 0,-2-28 0,-5-7 0</inkml:trace>
  <inkml:trace contextRef="#ctx0" brushRef="#br1" timeOffset="85">19678 10399 8009,'-6'-13'542,"3"5"-305,-5 0 0,5 4 643,-1-4-389,3 5-327,1-2 1,1 0 0,5 1-94,6 2 1,2 0 0,8 2 0,2 0 10,4 0 0,4 0-197,-3 0 0,4 0 0,-3 0 0,0 0-155,0 0 1,-1 0 1,-4 0 0,-2 0-234,-3 0 168,4 0 1,-11 0-1,4 0 334,-4 0 0,-17 0 0,-4 0 0</inkml:trace>
  <inkml:trace contextRef="#ctx0" brushRef="#br1" timeOffset="86">11617 12282 7971,'-1'11'456,"-3"-3"0,2-1-256,-2-3 0,3-2 46,1 7 1,-4-1-268,0 4 0,-2 0-278,2 1 427,3-1-151,-5 0 1,6 1-1,0-1 1,0 0 0,0 1-89,0-1 0,0 0 1,0 0-1,0 1-127,0-1 0,0 6 329,0 2 0,0 1 1,0 2-1,-1 4-40,-3 4 0,2 1-35,-2 5 0,-1 4 0,1 2 0,0 0-6,-2 4 1,3-1 2,-5 0 1,5 0-210,-1-5 146,3 0 0,-3-7 1,0 0-1,1-1 1,2-5-303,1-5 1,0-4-1,0 2 1,0-5 351,0-2 0,-6-18 0,-1-5 0</inkml:trace>
  <inkml:trace contextRef="#ctx0" brushRef="#br1" timeOffset="87">11592 12762 7971,'-6'6'1068,"0"0"1,6-5-603,0 3-79,0-2-298,0 3 1,6-5 0,2 0 0,3 0-362,1 0 0,4 0 38,1 0 0,5 0 0,-2 0 1,4 0-229,0 0 1,1 0-12,-1 0 0,1-1 0,0-2 0,-2-2 473,-3-2 0,15-18 0,-3-8 0</inkml:trace>
  <inkml:trace contextRef="#ctx0" brushRef="#br1" timeOffset="88">12011 12294 7971,'-7'7'1349,"0"2"-654,3-5-458,3 6 1,-6-3-1,4 6 1,-1 3 57,1 0 0,1 7-281,-3 2 0,4 2 73,-3 10-112,3-3 0,-3 13 0,-1-5 1,3 2-1,-1 2-151,-1 2 1,-2 6 0,-3-2-1,2-3-215,2-3 0,-5-2 230,2 1 0,1 0 1,0-6-1,0-7-165,0-4 0,5-2-145,-2-10 1,2 0-601,2-3 1071,0-6 0,6-29 0,0-12 0</inkml:trace>
  <inkml:trace contextRef="#ctx0" brushRef="#br1" timeOffset="89">12294 12146 7977,'0'-7'-356,"0"2"1452,0-1-728,0 5-18,0-4-325,0 10 1,0 2 0,0 5-1,0 2 1,0 2-28,0 5 1,-1 6-1,-2 3 1,-1 2-238,1 2 0,-3-3-87,2 2 0,-1-1 0,2 0 0,-1-3-244,1-3 1,2-7 21,1-2 548,0-4 0,0-39 0,0-9 0</inkml:trace>
  <inkml:trace contextRef="#ctx0" brushRef="#br1" timeOffset="90">12183 12085 7977,'-12'0'544,"0"0"1,3 0 57,1 0-490,5 0 120,-2 0 344,5 0-274,0 0-337,5 0 0,2-2 0,6 0 0,0-3 0,2 3-86,2 0 0,-1 1 0,-2-2 1,1-1 11,1 1 1,1 2 112,-5 1 1,4 0 0,1 0 0,-2 0-11,-2 0 0,0 0-70,-1 0 0,0 0 92,1 0-234,-1 0 1,0 0 0,1 0 0,-1 0-955,0 0 764,0 0 0,-3 0 0,-1 0 408,1 0 0,-9 6 0,-1 0 0</inkml:trace>
  <inkml:trace contextRef="#ctx0" brushRef="#br0" timeOffset="91">28206 4455 7819,'8'-4'43,"0"0"0,-5-2 315,1 2 1,2 1 83,-2-5-2,0 5 1,-4-3 506,0 1-179,0-1-39,0-1 577,0 1-840,0 6 1,5 2 0,3 0-1,3 4 204,2 1 1,-1 1-398,0 4 1,5 1 51,-1-1-248,0 0 1,-2 2 0,1 1-1,2 1 1,-2 1 173,-2 0-218,0-3 1,-1 4 0,0-4 0,1 1 0,-1 1-315,0-1 178,0-1 0,1-2 1,-1 0-1,0 1 0,-1-1-35,-2 0 1,-4 1-1,-5-1 1,1 0 108,3 1 1,-2 3-12,2 0 0,-3 1 0,-1-5 0,0 0-181,0 1 163,0-1 0,0 0 1,0 1-1,0-1 56,0 0 29,6 0 0,-5 1 1,5-1-1,-2 0 36,0 1 0,0 0 46,-4 4 1,0-4 0,0 4 0,-1-2 136,-4 1 0,3-2-100,-6 2 0,3 2-24,-3-1-180,5-1 0,-6-2 0,3 1 0,1 1 0,-1-1 70,4-1 5,-5-2 1,6 0 0,-4 1 0,4-1-1,0 0-10,-3 1 1,2-1 0,-2 0 0,1 1 28,-1-1 1,2 0-56,-7 1 1,5-1-1,-4 0 1,-2 0-69,0 1 0,1-5-444,1 0 8,0 0 194,-4 5 1,3-5 0,1 0-1069,-1 2 866,3-5 0,-1 1 0,5-5-1732,-2 3 1796,-1-3 467,5 5 0,22-28 0,6-5 0</inkml:trace>
  <inkml:trace contextRef="#ctx0" brushRef="#br0" timeOffset="92">28341 4098 7819,'-12'0'830,"0"0"228,-1 0 111,6 0-585,-4 0-351,10 0 0,-3 0 0,8 1 0,6 2 0,5 3 325,5 0 1,3-2 0,2 3-1,1-1 72,3-3 0,4-2-349,8-1 0,-3 0 0,4 0 0,2-1-170,5-4 0,5-1-181,3-7 1,2 1-1688,-6 0 1614,0-1 1,-9 0-1,-5-2 1,-9 0-1,-10 2-2361,-5 4 1547,-8 1 0,-2-1 0,-6 2 957,-3 2 0,-19 1 0,-10 4 0</inkml:trace>
  <inkml:trace contextRef="#ctx0" brushRef="#br0" timeOffset="93">28858 4012 9738,'-1'13'1486,"-3"4"1,-3 3-1046,-6 9 0,1 1-235,0 3 0,-2 7 0,-1-5 0,-1 1-183,1-2 1,1-3-416,2 2 1,5-4-1,3-7 1,2-3-406,2-1 0,0-2 797,0-4 0,22-16 0,6-4 0</inkml:trace>
  <inkml:trace contextRef="#ctx0" brushRef="#br0" timeOffset="94">29227 4775 7843,'-12'0'3673,"0"0"-3176,5 0 1,3 0 16,8 0 0,4 0-67,8 0-369,9 0 1,2 0 0,6 1 0,1 2 0,1 1-109,-3-1 1,3 2-1,-8-1 1,-4-1-2164,-5-2 799,1 5 1,-7-3 1393,1 5 0,-43-1 0,-21 0 0,-4 2 0,1 1 0</inkml:trace>
  <inkml:trace contextRef="#ctx0" brushRef="#br0" timeOffset="95">29092 5033 7843,'-7'0'4305,"-4"0"-3482,10 0 1,1 0-298,8 0 0,7 0 0,4-1 0,3-2-308,4-1 0,3 0-660,-1 4 0,4 0 442,5 0 0,8-2 0,7-2 0,4 1 0,0 0 0</inkml:trace>
  <inkml:trace contextRef="#ctx0" brushRef="#br0" timeOffset="96">29966 4639 7843,'0'-12'0,"-4"4"1181,-1 0 1290,1 5-1976,-1-2 0,3 7 0,-2 5 0,2 7 0,-1 5 277,-1 7 1,-2 0 0,4 7 0,-3 1 27,3 1 1,0 2-447,2 0 1,-4 0-172,0 0-135,0 0 0,0-1 0,-1-2 0,-2-1 0,-2-2 98,3-4-688,-5 2 0,8-15 1,-5 2-1,-2-2-2853,-1-2 1696,-1-5 1,4-3 1698,0-8 0,10-47 0,0-16 0</inkml:trace>
  <inkml:trace contextRef="#ctx0" brushRef="#br0" timeOffset="97">29879 4652 7843,'0'-13'-15,"0"1"1,2 0-14,2 0 574,-3-1 1,9 1 0,-6 0 0,0-1 2488,2 1-2522,-5 0 0,8-1-66,-4 1-253,-1 5 1,1-2 0,3 3-1,3 1 1,2-1 848,-1 4-856,0-5 0,6 5 1,3-2-1,2 3 1,3 1 46,2 0 1,0 0 0,3 0-1,1 1 79,-1 3 0,2 3-402,4 5 0,-6 1 0,-1-1 0,-2 0-407,-4 1 0,1-1 177,-13 0 0,-2 2 0,-12 1 0,-3 1-288,-7-1 1,-12 3 284,-8-1 0,-5-1 48,-4-4 213,2-5 0,-3 4 1,5-3-1,2 3 0,2 2 327,4-1 1,3-1 0,1-2 0,2 0 215,3 0 0,7-2-144,9 1 1,4-1 0,4 3 0,6-2 313,5 1 0,4 1-135,6-2 0,3 3 128,1-3-555,5-2 0,-8 5 0,3-3 0,-3 3 0,-3 1-125,-2 0 0,1 5 0,-6 1 0,-1-1-265,-1 1 1,-7 4 145,-3-1 1,1 2-1,-1 0 1,-1-1-198,-2-2 0,-2-3 210,-3 3 0,-3-3 195,-5 3-77,-1-5 1,4 5 0,-2-5 0,-3 1 0,-1-1 21,-3-1 0,3-2 0,-6 0 1,-4 1-13,-2-1 1,-13-1 41,-1-3 0,-7-2 1,-4-6-1,-3-2 109,-1-2 1,6-3-102,1-5 1,6 1 3,10 3-354,3-3 1,10 5 0,1-3 0,1 2-893,3 1 194,7-3 0,2 6 1011,6-5 0,27-6 0,8-5 0</inkml:trace>
  <inkml:trace contextRef="#ctx0" brushRef="#br1" timeOffset="98">15210 10743 7901,'-12'0'1713,"4"0"-556,0 0-506,5 0-519,-8 0 0,10 2 0,-3 2 0,2 4 1,4 3 376,2 1-547,3 1 1,1 0 0,0 4 0,3 3 0,3 3 136,2 2 0,2 5 1,-3 3-1,1 2 93,-1 2 0,3 4-57,-2 0 0,2 6 52,-1-2-58,-4 3 0,5 1 0,-6 0 1,1 2-1,0 1-34,4 1 1,-4-1-1,4-7 1,-3-4-120,-2-2 1,0-4-62,0-2 0,-3-7 0,-1-7 0,0-1-287,-1-3 1,2-1-270,-4-2 1,3-4-942,-4 0-38,0-5 170,-4 2 502,0-5 948,5-5 0,-9-24 0,3-10 0</inkml:trace>
  <inkml:trace contextRef="#ctx0" brushRef="#br1" timeOffset="99">15629 10756 7920,'-7'5'175,"-4"-4"0,4 9 348,-5-6 1,4 4 32,0-4-233,5 6-253,-8-3 1,10 5-1,-5 0 1,2 1 0,0-1-136,1 0 123,2 1 0,-1 3 0,0 2 0,-2 0 0,-1 1 128,0 0 1,-2 1 0,-4 6 0,2 2 126,0 0 1,-3 3-88,-4-3 1,-1 0 0,4 4-1,-2 3 170,-2 0 0,1 2-246,3 0 1,1 0-1,0 0 1,0 0-35,-1 0 1,1-2-112,0-2 0,-1 1 0,1-4 0,0 0 44,-1 0 1,1-1-101,0-4 1,1-1-1,1 0 1,2-2-222,-2-2 71,0-5 0,1 3 0,3-6-288,0 0 1,1-3-164,0-1 0,4-4-829,-3 4 1481,3-5 0,6-14 0,2-10 0</inkml:trace>
  <inkml:trace contextRef="#ctx0" brushRef="#br1" timeOffset="100">15826 10719 7920,'-13'0'1862,"1"0"1,4 0-1395,0 0-240,5 0 0,-1 0-204,8 0 1,3 0-53,5 0 0,0 0 126,1 0-164,-1 0 0,0 0 0,1 0 0,-1 0 0,0 0-258,1 0 1,3 0 0,0 0 32,-1 0 1,-1 1 141,-2 3 1,-3-2-261,-1 2 0,0-3 1,0-1 0,0 0 0,2 0-1523,1 0 1931,-4 0 0,-2-16 0,-5-5 0</inkml:trace>
  <inkml:trace contextRef="#ctx0" brushRef="#br1" timeOffset="101">16330 10522 7920,'-8'0'2085,"0"0"-1823,5 0 0,-6 1 120,5 3-299,-1 3 1,5 7 0,0 1-1,0 3-138,0 1 0,0 3-133,0 6 0,0 0 1,0 4-1,0 1-36,0-1 0,2 2-56,2-5 1,-3-1-153,3-3 258,-2 0 1,-2-6-1,0-3 1,0-2-343,0-2 154,0-5 0,1-2 0,2-6 362,1-3 0,5-47 0,-2-16 0</inkml:trace>
  <inkml:trace contextRef="#ctx0" brushRef="#br1" timeOffset="102">16133 10546 7920,'-8'0'182,"0"0"1,4 0 902,-4 0-287,5 0-23,-2 0-472,5 0 1,1 0 0,3 0 0,4 0 161,3 0 0,3 0 0,1 0 1,3-1-67,1-3 0,1 3-375,5-4 0,-5 4 0,1 1 0,1 0-111,1 0 1,-2 0-138,-1 0 0,-4 0 144,5 0-263,-6 0 1,7 0-1,-6 1 1,-1 2-196,-1 1 0,-2 0 0,1-4-8,-1 0 1,-4 0 187,0 0 0,-4 0 1,3-1-1184,-1-3 1541,-2 3 0,-21-5 0,-3 6 0</inkml:trace>
  <inkml:trace contextRef="#ctx0" brushRef="#br1" timeOffset="103">16835 10953 7920,'0'-13'0,"-4"5"545,0 0 1,-2 4 1415,2-4-1528,3 5 0,-5 4 255,6 11-577,0 6 1,6 14-1,2 3 1,3 6 0,1 4 77,1 6 0,0 0 0,4 6 0,3 3 91,3 4 1,2-1-165,-13-30 0,1 0 0,11 28 0,1-3 0,-1-6 143,1-6 1,0-3-15,-1-6 1,-3-6 57,-1-2-294,-5-3 0,2-6 0,-8 1 0,-2-1 1,0-1-305,0-2 1,-4-3 0,1-2-433,-3 0 1,-1 0-277,0 1 1,4-5-6,0 0-712,0-5 1720,-4 8 0,-5-26 0,-2 0 0</inkml:trace>
  <inkml:trace contextRef="#ctx0" brushRef="#br1" timeOffset="104">17241 10989 7951,'0'-12'187,"-1"4"346,-3 0-287,2 5 1,-5-2 100,3 5-81,3 0 0,-6 0-202,3 0 1,-2 1 0,-2 3-80,4 4 1,-1 3-14,1 1 1,-5 1 0,5-1 0,0 0 276,-1 1 1,2-1-123,-5 0 1,4 5 327,-5-1-302,7 1 0,-9 0 0,3 4 1,-3 2-1,-2 2 489,1-1-660,0 1 1,-1 4-1,1 1 1,0 2-1,-1 5-56,1 3 0,4 2 0,0-2 0,-2 1-45,-1-1 1,0 2 100,3-1 0,-3 0 0,3-4 1,-2 0 124,2 0 0,-3 0-48,3 0 0,-3-2 0,-1 0 0,0-4 22,-1-1 0,1-1-28,0-5 0,-1-4-155,1-4 60,0-2 1,3-2 0,1-1 0,0-2-2357,1 0 2398,2-7 0,10-13 0,2-9 0</inkml:trace>
  <inkml:trace contextRef="#ctx0" brushRef="#br1" timeOffset="105">17401 10768 7926,'-8'7'-859,"0"-3"1,3 1 2963,-3-1-416,6 1-1043,-9 0-668,9-4 269,2 10-342,7-9 0,5 3 0,1-5 1,0 0-1,2 0-193,2 0 208,-1 0 1,-3-4 0,-1-1 0,1-1-1,3 1 15,0 2 1,0-3 0,-3 1 0,-1-1 55,0 1 0,-4 0-86,1 0 1,-1 4-300,4-3-323,-5-3-487,-2 6 609,-5-5 595,0 6 0,-21 17 0,-7 3 0</inkml:trace>
  <inkml:trace contextRef="#ctx0" brushRef="#br1" timeOffset="106">17819 10485 7967,'0'-7'714,"-5"2"-486,4-1 158,-10 5-414,9-5 23,-3 12 1,3-4-1,0 7 1,-2 0 0,1 4-338,1 3 280,2-2 1,0 9 0,0-3-1,0 4 1,0 2-134,0 2 208,0-2 1,0 6 0,0-5 0,0 3 0,0 0-36,0 0 1,0-2 0,0-6 0,0-3-91,0-1 0,0-2-323,0-4-314,0-5 749,0-1 0,0-50 0,0-11 0</inkml:trace>
  <inkml:trace contextRef="#ctx0" brushRef="#br1" timeOffset="107">17450 10793 7967,'-4'-9'543,"0"1"-132,0 5-116,4-8-28,-6 5 1,5-3-52,-3 1 0,-2 4-28,2-4-224,0 5 1,6-2-77,2 5-4,3 0 1,5 0 0,0 1-22,1 3 1,-1-2 52,0 2 0,0-3 0,1-1 0,-1 0-187,0 0 0,-3 0 44,-1 0 1,0 0 0,4 0-336,1 0 89,-1 0 473,0 0 0,-10-11 0,-4-3 0</inkml:trace>
  <inkml:trace contextRef="#ctx0" brushRef="#br1" timeOffset="108">12971 12909 7953,'-13'0'0,"1"0"0,1 2 1554,3 2-724,3-3-661,5 10 1,5-6-1,5 5 1,5-2-1,6 0 218,7-1-329,-2 4 0,8-5 0,-4 3 0,0-2 0,0-1-298,-2-4 0,-2 4 1,0-2-1,1 0-154,2 1 1,-2-3 274,-7 2 0,4-1 0,-4-1 0,2 2-534,-1-1 1,-4-1-881,-4-2 1533,-1 0 0,-5 0 0,-2 0 0</inkml:trace>
  <inkml:trace contextRef="#ctx0" brushRef="#br1" timeOffset="109">12860 13229 8001,'-8'0'1534,"0"0"1,6 2-1593,2 2 1,7-3 122,9 3 1,5-3 0,8 1 0,5 1-50,6 1 1,-2 1 3,3-1 1,1-2 0,-1 3 0,-2-1-277,-5 0 0,0 4 93,-5-3 1,3 4-1,-3-2 1,-2 1-244,-1 0 1,-5-1 161,-1 1 1,0 3-1,0-4 1,-3 0-1408,-4-3 1651,0-2 0,-7-8 0,0-1 0</inkml:trace>
  <inkml:trace contextRef="#ctx0" brushRef="#br1" timeOffset="110">14152 12663 6571,'0'-7'1478,"0"-4"0,0 9-668,0-7 11,0 7-505,0-4 0,2 8-174,2 2 1,2 5 0,7 12 0,-1 9 55,0 8 0,2 11-266,2 9 56,-9-23 1,0 1-1,4-1 1,1 1-1,-2 5 1,0 0-1,0 1 1,0-1 0,0 1-1,-1 0 14,0-1 0,0 0 1,-1 0-1,0 0-798,-1-4 0,-1 0 672,0-1 0,0-1 0,6 20 0,-1-6 0,-3-7 1,-2-6-411,-1-8 0,-3 0 1,2-12-1499,-3-1 1189,-1-7 843,0-2 0,6-1 0,0 2 0</inkml:trace>
  <inkml:trace contextRef="#ctx0" brushRef="#br1" timeOffset="111">14657 12700 7995,'0'-7'-1809,"0"0"2267,0 3 450,0 3 0,0-6 0,-2 4 373,-2-1-1103,3 0 1,-6 4 174,3 0-228,3 0 0,-6 0 1,3 1-1,-5 4 141,-2 3 0,3 3 0,0 2 0,-3 2 257,-4 2 0,0 6-280,-5 2 0,3-1 1,-3 8-1,-2 1 154,-2 3 0,-1 5-205,-4 1 0,3 1-1081,-3 6 1023,-2 1 1,5-1-1,-3-1 1,4-2-1,3-2-254,2-2 92,-1 5 1,-3-9 0,1 3 0,2-2 0,3-3-219,1 1 1,3-1 0,-1-3 0,4-6-564,3-5 1,5 1 40,-1-2 1,2-4 193,2 0 318,0 2 0,0-5 0,2 2 0,2-2 256,4-2 0,19-38 0,6-9 0</inkml:trace>
  <inkml:trace contextRef="#ctx0" brushRef="#br1" timeOffset="112">15321 12368 7933,'-12'-2'0,"0"-2"0,-1 3 516,1-3 1,4 2-196,0 2 1,-1 0-1,-3 0 1,0 0 69,-1 0 0,5 2-309,0 2 0,0 0 262,-4 8-371,-1-2 0,1 14 1,-2 1-1,-1 7 1,6-14 102</inkml:trace>
  <inkml:trace contextRef="#ctx0" brushRef="#br1" timeOffset="113">15091 12527 11647,'-4'9'34</inkml:trace>
  <inkml:trace contextRef="#ctx0" brushRef="#br1" timeOffset="114">15080 12552 11736,'-17'43'132,"-8"14"21,1 5-15,11-30 1,1 1 0,0 3 0,1 1-174,0 1 0,1 2 0,-1 3 0,0 0 178,3-2 1,0 0-46,-1 0 0,2 0 0,2-4 1,1 0-1,1 0 0,-1 0 0,1 0 1,1 1-1,0-1 0,1 1 130,0-1 0,1 0-195,-1-1 0,2-1 0,4 25 1,4-2-1,3-4 0,4-2-103,5-3 0,-1-1 1,4-8-1,2 1-79,0-1 1,5-3-183,2-5 0,1-2-914,-1-5 801,2-6 0,-5-5 1,3-7-1,-4-2 0,-3-2 444,-1-2 0,-1-5 0,-2 0 0,-6 1 0,-5 2 0</inkml:trace>
  <inkml:trace contextRef="#ctx0" brushRef="#br1" timeOffset="115">15530 12811 10113,'0'7'271,"2"2"-321,2-5 0,3 7 75,5 2 10,0 4 1,6 9 0,3 3 0,3 5 0,5 7 24,4 8 0,2 5 0,1 5 0,-2-3 15,-1-2 1,-6 4-7,2-5 1,-4 4 0,-5-3-1,-4-4 18,-2-3 1,-2-1-8,1-5 1,-2-1-126,-3-7-8,3-9 1,-10-2 0,5-4 0,-2 0 0,0 0-229,-1-3 0,-2-6-393,-1-1-84,0 1 0,0-4 758,0-5 0,-11-33 0,-3-13 0</inkml:trace>
  <inkml:trace contextRef="#ctx0" brushRef="#br1" timeOffset="116">16035 12762 7388,'7'0'1115,"-2"0"-708,-5 0 1,-1 0-187,-3 0 1,1 1-177,-5 3 1,5-1-107,-1 5 0,3-4 19,1 4 64,-6 0 0,5 5 1,-5-1-1,2 2 0,0 1 1,0 3-1,0 1 193,0 3 1,-6 5-103,2 2 0,1 5 0,-1-1 0,-2 2 77,0 2 1,-3 0-160,1 0 0,0 1 0,-2 2 1,-1 0 100,-2-5 0,-3 5-49,4-7 1,-2 5 0,1-7 0,-2 2 51,0 0 0,-4 2-81,2 2 0,-1-1 0,1-9 0,1 2 76,3-2 0,-4-1-320,5-1 1,-1-5 0,5 0 0,0-3-182,-1-2 0,1 3 161,0-1 1,4-2-184,-1-7 37,7 3 1,-4-4-1086,6 5 829,0-5 612,0-2 0,22-70 0,-8 24 0,-1 0 0</inkml:trace>
  <inkml:trace contextRef="#ctx0" brushRef="#br1" timeOffset="117">16453 12515 9674,'0'13'-40,"0"-1"1,0 2-175,0 2 0,0-1 86,0 6 0,0-1 1,0 6-1,0 1-129,0 2 0,0 4 186,0-4 0,-4 1-60,0-1 84,0-3 1,3 4 0,-2-7 0,-1-3 0,0-3-448,-2-4-337,5 0 831,-5-12 0,6-57 0,0 16 0,0-1 0</inkml:trace>
  <inkml:trace contextRef="#ctx0" brushRef="#br1" timeOffset="118">16330 12429 7927,'-4'8'419,"0"1"1,-4-5-3,4 4 0,0-5-324,4 2 13,0 1 0,1-5 0,3 3 0,4-3 0,5-1-35,3 0 1,-1-1 0,4-2 0,0-2-12,1-2 1,-1 3-209,1-4 0,2 4 0,-4-3 0,1 0-61,3 0 1,-4 3 118,-2-4 0,-2 4 70,-2-4-57,6 5 1,-9-4 0,4 4-572,-2-1 129,0 0-68,-5 4 587,0 6 0,-17 6 0,-3 7 0</inkml:trace>
  <inkml:trace contextRef="#ctx0" brushRef="#br1" timeOffset="119">17044 12786 8541,'0'12'878,"0"1"0,0 0-936,0 4 1,4 3 271,0 9 1,7 9 0,2 12 0,6 6-37,4 4 1,-8-27 0,0 1-111,1 1 1,1 0 0,0-1 0,1 0 0,1 1 0,-1 1 0,0 0-1,0 0-198,-2 1 1,1-1 0,-1-3 0,0 0 76,9 20 0,1-4 1,-10-4-1,0-5 59,-3-6 1,-5-5-412,1-9 1,-7 2 110,2-5-1182,-2-1-806,3-4 2282,-3-5 0,-2-29 0,-7-12 0</inkml:trace>
  <inkml:trace contextRef="#ctx0" brushRef="#br1" timeOffset="120">17499 12786 8078,'0'-12'1238,"0"0"-959,0-1-35,0 6 1,-1 2 140,-3 5-216,3 5 1,-9 2 0,5 7 0,-1 2 0,-1 6 640,0 6-620,-1 3 0,0 6 1,0 1-1,-2 2 0,-2 2 92,-4 2 0,-2 7 0,-6 5 0,1 1 69,-3 0 0,-7 0-305,1 0 1,13-26 0,-1 1-1030,-17 25 1019,17-28 0,1 0 1,-7 19-1,-3-3 0,3-4 1,3-4-498,2-5 273,4-1 0,8-11 0,3-1 1,-1-1-1,1-3-1566,1-1 1377,1-2 1,4 0 0,0 1 376,0-1 0,16-44 0,5-10 0</inkml:trace>
  <inkml:trace contextRef="#ctx0" brushRef="#br1" timeOffset="121">17893 12306 8010,'-12'-5'110,"0"-3"1,-1 1-142,1-2 60,5 7 66,2 2 0,10 12 1,3 9-1,3 3 1,2 5 360,-1 4 1,6 8 0,1 4 0,1 4-182,1 4 1,-1 3-210,5 6 0,0-3 0,-1 1 0,-11-28 0,-1 2 150,0 1 0,0 1 0,3-1 1,-1 1-134,0 3 0,1 0 1,-1-4-1,1-1 0,-3-1 1,0 0-1,11 30-24,-2-1 0,-1-2-146,-7-3 0,0-2 361,-8-6-278,-1 0 0,-4 2 0,-2-1 0,-3 0 0,-6-7-132,-4-3 170,-7 2 1,3-3 0,-6 2 0,1-3-1,-1-2 31,0-4 0,1-1 0,-1-7 0,2-1-71,2-2 0,-1-5-206,6-7 1,0-4 0,3-5-1068,1 0-532,0 0 1811,5 0 0,12-22 0,9-5 0</inkml:trace>
  <inkml:trace contextRef="#ctx0" brushRef="#br1" timeOffset="122">18262 12429 8120,'-12'0'264,"0"0"1,-1-4 92,1 0 0,4-1 356,0 0 1,4 4 22,-5-3-540,7 3-89,2 1 0,8 0 1,7 0-1,3 0 1,1 0 180,3 0 1,2 0-333,5 0 1,-3 0-1,3 0 1,-3 0-176,-2 0 1,1 0 65,0 0 1,-1 0-1,1 0 1,-2 0-468,-2 0 0,-2 0 333,-3 0 0,-2 0-375,2 0 52,-8 0 0,2 5-995,-6 3 1605,0 3 0,-15-4 0,-2-1 0</inkml:trace>
  <inkml:trace contextRef="#ctx0" brushRef="#br1" timeOffset="123">18988 12183 8100,'-6'6'1818,"-5"-5"-1600,9 4 0,-3-3-26,5 2 1,0-1-149,0 5-17,0 0 1,0 6 0,0 2-1,1 6 1,2 4-185,1 3 0,4 6 0,-4 1 0,-1 3 22,-2 1 0,4-2 138,-1-1 0,0-5 14,-4-4 19,0-2 0,-2-2 0,0-4 0,-2-3 120,1-4-164,-4-6 0,6-3 1,-3-8-1,2-5-33,2-6 1,0-5 0,0-6 0,0-1-90,0-2 1,0-5 10,0 1 1,0-2-1,0-2 1,0 0 14,0 0 0,2 0 21,2 0 0,-3 0-50,3 0 44,-3 6 0,4 1 0,-1 7 0,-2 1 0,0 3-438,-2 1 0,0 5-352,0 5 879,0 6 0,0 18 0,0 11 0</inkml:trace>
  <inkml:trace contextRef="#ctx0" brushRef="#br1" timeOffset="124">19555 12872 7968,'-9'-7'-481,"1"3"765,5 3 1,-6 0 634,5-3 0,-2 2-99,2-2-651,3 3 1,-5 2 179,6 3-235,0 3 0,2 7 0,2 2 0,3 5 0,1 3 108,0 5 0,0 4 1,5 8-1,0 4-44,4 3 1,-2 2-180,5 4 1,-3 2-1271,3 5 1285,1 1 0,3-2 0,1-1 0,-1-3 0,1-3-57,0-5 1,-1 0 0,0-9 0,-4-2 45,-4-2 1,-2-3-102,-2 5 1,1-1-305,-1-3 173,-5-3 1,2-2-1,-4 0 1,-3-4 0,1-3-1655,1-3 924,-3-7 959,5-6 0,-14-5 0</inkml:trace>
  <inkml:trace contextRef="#ctx0" brushRef="#br1" timeOffset="125">19985 12823 8561,'-7'-7'583,"-4"2"1,9 5-167,-6 0 1,3 5-41,-3 3 0,4 9-201,-4 3 0,0 8 1,-5 3-1,1 5 76,0 6 0,2 5-115,-2 2 0,1 5 1,-8 5-1,0 6-65,9-31 0,1 1 1,-1 1-1,-1 1-67,-1 0 0,-1 0 1,1 1-1,0 2 1,0-1-1,-1-1 0,1 0 1,0 0 37,-1-2 0,1-1 1,-11 26-70,2-7 1,3-5 186,6-4-317,0 8 1,0-14-1,1 3 1,1-8 0,3-5-862,2-6 440,-5 2 1,9-12 0,-3 4-730,2-3 1306,2-8 0,-5 0 0,-2-6 0</inkml:trace>
  <inkml:trace contextRef="#ctx0" brushRef="#br1" timeOffset="126">20330 12515 8024,'-12'18'130,"-1"-3"82,1 6 1,4-1 0,1 6-1,1 2 395,4 0 0,0 5-578,2-4 1,0 4 116,0-5-340,0 1 0,2-4 0,0-2 0,4-1 0,-1-3-1807,1-1 1637,-2-2 364,-4-4 0,-6-5 0,0-1 0</inkml:trace>
  <inkml:trace contextRef="#ctx0" brushRef="#br1" timeOffset="127">20121 12515 8024,'-9'-4'0,"1"0"2055,5-5-1435,-2 2 1,6-1 308,3-1-722,9 1 1,2 0-1,7 0 1,2-2 0,4-1 479,-1-1-785,4 5 1,0-4-1,1 4 1,-2 1-1,-1 1-68,0 4 1,-2-3 0,-5 0-1,-3 2-150,-1 5 0,-2-1-10,-3 2 1,-1 1 0,-1 1 0,-1-1-347,-2 1 0,-4 2 163,4-4 0,-4 0-711,4-4 1220,-5 0 0,3-11 0,-6-3 0</inkml:trace>
  <inkml:trace contextRef="#ctx0" brushRef="#br1" timeOffset="128">20748 14214 8153,'-8'-17'998,"0"1"0,4-1-1844,-4 5 941,5 0 916,-3 5 1,6 3-498,0 8 1,0 3-1,0 7 1,0 2 641,0 4 0,0 4-691,0 0 1,0 5 0,0 1 0,0 2 273,0 2 1,0 1-446,0 2 0,0 4-105,0 0-122,0 6 1,0-8-1,0 5 1,0 0-1,0 0-2,0 2-178,0-3 1,-1-5-1,-2-7 1,-2 1-137,-2-1 198,4-9 0,-4 7 0,5-10 0,-2 1 65,1 1 1,1-6-198,2 1 64,0-2 0,0-9 153,0-5 1,2-6 428,2-11-509,-3-7 1,9-8 0,-5-5 0,1-1-273,-1-3 88,5 3 1,-9-10 0,3 1 0,-1-2-70,1 0 0,-3-9 174,4 5 0,-4-2 0,0-2 0,2-2-352,1-1 1,4 8 367,-4 3 1,5 9 0,-4 2-1,1 5 286,-1 3 1,3 7 115,-4 6 0,2 5 0,-2 2 106,4 2 0,3 1-191,1-1 0,1 3 203,-1 5-261,0 0 0,6 0 1,3 0-1,3 1 1,5 2-3,4 1 0,6 1 0,2-2 0,-1 1-179,-2-1 1,5-2-5,2-1 1,12-1-1,6-3 1,6-6-1,-32 3 0,1-1 1,-2-1-1,0-1 1,1-2 1,0 0 0,-1 0-1,-2 0 1,23-8 0,-12 2 29,-12 0 1,-7 9 95,-14-4 0,-2 8 607,-10-3 773,-5 5-720,-2-3-543,0 6 1,0 0 0,3 0 0,-3 2-256,0 2 0,-4 3 0,5 6 0,-3 4 66,1 3 1,0 5-106,-4 4 1,-1 8-28,1 8 75,5 3 0,-4 6 1,4 4-1,-1 3 1,1 4-377,2 0 393,0-29 0,0-1 0,2 0 1,-1 0-1,-1 2 0,-2 1 1,2-1-1,-1 0 0,-3 30-43,0-7 1,1-1-1105,-4-6 1193,0 1 0,3-6 0,1-2 0,0-2 0,0-2-43,0-2 1,3-3 0,-1-6 0,0-5 18,3-4 1,2-7-79,1 1 0,0-2 1,0-2-1,0 1-25,0-1 0,0 0 103,0 1 0,0 3 1,0 0-1,0 0-45,0-3 1,0-5 595,0 1 1,0-5-391,0 4-20,0-5 1,0 1 0,0-8-87,0-5 0,4 3 23,0-3 1,0 5-1,-4-4 31,0-1-123,0-2 0,-2 0-552,-7 2 419,-4-1 1,-19 8 0,-7-3 0,-13 1 0,-13-1-174,31 4 0,-3 0 273,-4 0 0,-2 0 1,-1 3-1,0 0 1,-5 1-1,0-1 1,0 0-1,1 0 1,1 0-1,2 0-253,3 0 0,2 0 1,-27 3-1,19-2 0,10 3-279,8 0 0,11-2-1927,6 5 1322,6-1 737,7 4 445,6 1 0,39-18 0,15-3 0</inkml:trace>
  <inkml:trace contextRef="#ctx0" brushRef="#br1" timeOffset="129">21081 14792 8045,'0'-8'-34,"0"0"0,4 4 1163,0-5-325,0 7 0,-4-5 429,0 3-966,0 2 0,-2-2 0,0 8 0,-4 5 316,-1 1 1,3 4-310,-4 3 0,1 2 87,-1 5-299,-3-5 0,10 5 1,-3-4-1,2 2 0,2-1 17,0-5 41,0-2 1,2-2-1,2-1 1,4-3 0,4-4-1,5-2 1,2-4 249,0-2 0,4-4-469,-2-9 1,-3 2 28,-2-5-223,-2-1 1,-2 1 0,-1-1 0,-2 1 0,-2 1-2758,-1 2 2317,-2 4 0,-4-1 0,0-1 733,0-1 0,0-6 0,0 3 0</inkml:trace>
  <inkml:trace contextRef="#ctx0" brushRef="#br1" timeOffset="130">21068 14398 8045,'0'-20'1212,"0"-1"0,0 10-508,0-1 1,0 7 185,0-4-2310,0 7 805,0-4 0,2 7 615,2 4 0,13 18 0,9 10 0</inkml:trace>
  <inkml:trace contextRef="#ctx0" brushRef="#br1" timeOffset="131">21450 14349 8045,'-25'-4'726,"0"0"0,1 0-26,-1 4-817,12 0 1,3 0 0,15 0 116,8 0 0,43 0 0,-20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6.035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12095" units="cm"/>
      <inkml:brushProperty name="height" value="0.12095" units="cm"/>
      <inkml:brushProperty name="color" value="#3165BB"/>
    </inkml:brush>
  </inkml:definitions>
  <inkml:trace contextRef="#ctx0" brushRef="#br0">12725 7691 8254,'0'-12'23,"0"0"1,0-1 132,0 1 0,0 4 480,0 0 343,0 0-695,0 1 0,0 3 1,0 8-150,0 4 1,0 4-1,0 5 1,0 2-30,0 0 1,-6 8 0,-1-1 0,-1 4-133,0 4 1,4 2-1,-3 2 1,0 2-103,0 1 0,3 10 0,-3-2 0,2 3 18,2 2 0,0-3 1,1 4-1,-2-3-64,1-3 0,1-4 1,2-12-1,0-6-185,0-5 0,0 0-58,0-6 1,-1-1 0,-2-5-1073,-1-2 1489,-5-5 0,-31-14 0,-13-9 0</inkml:trace>
  <inkml:trace contextRef="#ctx0" brushRef="#br0" timeOffset="1">12552 8122 8254,'-11'-5'60,"3"-4"0,10 4 155,10 1 0,6 2 1,6 1-1,1-2 159,-1-1 0,7-1 0,3 2 0,4-2-286,3-2 1,7 3 0,0-3 0,5 0-164,3 0 0,-1 0 0,-2-1 0,-8 3-69,-5-1 0,-9 5 1,-3-3-1,-6 2-1812,-6 2 1956,-8 0 0,-30-5 0,-12-2 0</inkml:trace>
  <inkml:trace contextRef="#ctx0" brushRef="#br0" timeOffset="2">13143 7765 8254,'0'-18'0,"0"-1"0,1-1-174,3-1 0,-1 6 0,4-1 1,0 2 1554,0 2-895,-5 5 0,4 3 0,-6 8 0,0 6-118,0 5 0,0 4 0,-1 7 0,-2 1-142,-1 2 0,-6 5 0,3-1 0,-1 4-208,0 4 0,1 1 0,-2 5 0,2-2-101,1 1 0,2 3 0,4 5 0,0 2-78,0 0 1,0-1 0,0-8 0,0-3-82,0-7 0,1-1 0,2-9 0,1-4-217,-1-5 1,3-4 0,-1-3-1779,2-3 2237,-4-3 0,2-37 0,-5-9 0</inkml:trace>
  <inkml:trace contextRef="#ctx0" brushRef="#br0" timeOffset="3">13463 7544 8377,'-4'-14'-33,"0"-1"1,1-1 194,2 1 1,6 1-1,5 2 1,5-1 494,5 1 0,5 0 0,4-1 0,3 1-595,4 0 0,1 4 0,1-1 0,2 0-188,1-2 0,1 3 0,-2 1 1,1 1-2,-1 4 1,-6 0-1,-3 2 1,-2 2-19,-6 2 0,-4 2 0,-8 8 1,-3 1 184,-3 2 1,-11 9 0,-8-2 0,-7 2 101,-7 0 0,-10 0 1,0 3-1,-3 2-26,-2 1 1,1-1-1,2-3 1,-2 2 56,-2 1 0,-1-4 1,-4 2-1,1-3-118,3-1 0,4-6 0,8-3 0,5-2-123,7-2 0,8-4 0,12-1-42,8-1 1,12-2 0,15-4-1,6 0 213,5 0 0,7-6 0,3 0 0,-1-3 129,1 1 1,-7 4 0,-6-4 0,-1 0-193,0 1 1,-1-3 0,-7 6 0,-5 1-221,-2 2 1,-6 1-409,-4 0 0,-9 1 0,-9 4 588,-9 3 0,-39 14 0,17-9 0,0 0 0</inkml:trace>
  <inkml:trace contextRef="#ctx0" brushRef="#br0" timeOffset="4">14546 8073 8377,'-4'-12'0,"0"-1"65,1 1 0,8 5 0,6 3 0,6 3-5,2 1 0,1 0 1,5 0-1,1 0 69,3 0 1,-2-2 0,5 0 0,-1-3-209,0 3 0,-3 0 1,1 2-1,-3 0-512,-2 0 0,1 0 591,-1 0 0,-21-5 0,-6-2 0</inkml:trace>
  <inkml:trace contextRef="#ctx0" brushRef="#br0" timeOffset="5">14509 8307 8295,'-11'-9'866,"3"1"0,8 6-432,8-3 1,13 3 0,5-1 0,4-1-39,4 1 1,1-2 0,2-1 0,0 1-398,0-1 0,3-2 1,-1 4-1,-2 1-1484,-1 2 1,2 1 1484,-5 0 0,19-11 0,5-3 0</inkml:trace>
  <inkml:trace contextRef="#ctx0" brushRef="#br0" timeOffset="6">15887 7581 8295,'-1'-11'61,"-2"1"0,-1 2 815,1-2-884,2 5 0,1 5 1,0 9 270,0 6 1,0 1-1,0 4 1,0 2 71,0 1 1,0 2 0,0 1 0,0 2-224,0 5 0,0 3 0,0 1 1,0 1-167,0 3 1,0-1-1,0 5 1,0 1-208,0 2 0,0 0 1,0-3-1,-1-4 85,-3-3 1,2-3 0,-2-7-1,1-7-156,-1-6 0,3-3 0,-5 1-366,1-1 0,4-4 698,-4 0 0,-12-10 0,-4 0 0</inkml:trace>
  <inkml:trace contextRef="#ctx0" brushRef="#br0" timeOffset="7">15764 8159 8295,'0'-12'0,"-4"-1"0,0 1 0,1 0-274,2-1 1,2 1 0,2 0 0,3 1 530,0 3 1,3-2-1,3 5 1,0-1 383,0 1 1,1-3 0,-1 2 0,2 1-267,2-1 1,-1 2 0,6 4 0,1 0-505,1 0 1,1 0-1,1 0 1,0 0-61,-1 0 1,5 0 0,0 1 0,-2 2-185,-1 1 0,3 0 1,-1-4-1,0 0-687,-2 0 1,-6 0 1059,1 0 0,-33-27 0,-5-7 0</inkml:trace>
  <inkml:trace contextRef="#ctx0" brushRef="#br0" timeOffset="8">16232 7556 8264,'-12'-1'0,"-1"-2"-36,1-1 0,4 0 236,0 4 0,5 1 0,-1 3 116,2 4 1,2 3-1,0 2 1,0-1-33,0 0 1,0 6 0,0 3-1,2 2-5,2 1 0,-1 2 1,5 3-1,1 4-111,2 2 0,-3 2 0,1 0 0,0 2-244,2 2 1,0 1 0,-1 4-1,-2-2-91,1-1 1,-2-2 0,0-3 0,0 0-47,0-1 1,-3-4 0,3-11-1,-2-3-42,-2-1 0,0-3 101,1-7-48,-3 3 1,3-10-1297,-8 3 1498,3-2 0,1-24 0,7-5 0</inkml:trace>
  <inkml:trace contextRef="#ctx0" brushRef="#br0" timeOffset="9">16749 8097 7859,'1'-6'602,"2"0"-562,1 1 0,6 2 1,-2-4-88,3 2 0,-3 1 0,0 4 370,2 0-31,-5 0 1,1 1-160,-6 3 0,-5-1 1,0 4-1,-2-2 30,-2-2 1,-2 2-446,-2-1 1,5 5 281,0-5 0,49-28 0,8-10 0</inkml:trace>
  <inkml:trace contextRef="#ctx0" brushRef="#br0" timeOffset="10">17463 7654 8264,'-9'-8'781,"1"0"-392,-1-2 1,-2 5 0,-2 1-212,1 3 1,5 6 0,2 3-1,1 3 18,-1 1 1,1 6 0,4 1 0,0 2 3,0-1 1,6 5 0,1 4-1,1-1-49,0 3 0,0-4 0,5 6 0,-1 1-349,0 1 1,-4 2-1,-1 0 1,0 0-20,0 0 1,-3 0 0,3-1 0,-2-4-129,-2-3 0,-2-4 0,-1-3 0,0-3-111,0-1 0,-1-3 0,-2-6 0,-2-2-796,-2-2 1252,4 0 0,-30-44 0,-1-9 0</inkml:trace>
  <inkml:trace contextRef="#ctx0" brushRef="#br0" timeOffset="11">17389 8134 8264,'0'-12'57,"0"-4"1,0-1 0,0 2 240,0 2 1,5 0 0,3 2 0,3 2-315,2 1 1,0 5 0,2-3 0,3 2 156,1 0 0,2 0 0,3 4 1,1-1-26,0-3 1,5 2 0,1-2 0,2 3-114,0 1 0,-2 0 0,3 0 1,-1 0-216,1 0 0,-4 0 1,-2 0-1,-5 0-123,-2 0 1,-2 0 0,1 0 334,-3 0 0,-15-28 0,-3-6 0</inkml:trace>
  <inkml:trace contextRef="#ctx0" brushRef="#br0" timeOffset="12">17992 7544 8228,'0'-13'0,"0"1"0,0 0 178,0-1 0,0 1 369,0 0 1,0 4-280,0-1 1,0 8 0,0 1 0,-2 7-22,-2 4 1,3 1 0,-3 2-1,2 2-25,2 5 1,0 3 0,0 5 0,0 4-125,0 2 0,0 2 0,0 0 0,0 2-42,0 2 0,2-2 0,0 5 0,4 0-26,1 0 1,-3-5 0,3 4 0,0-4-69,-1-2 0,-2 3 1,3-9-1,0 1-90,0-4 1,-4-2 0,1-2 0,-3-4 11,-1-3 1,2-8 0,0-1-436,2 2 437,1-5 0,-5-1-106,0-8 1,0 2-411,0-7 0,0 5-528,0-4 1158,0 5 0,5-24 0,2 0 0</inkml:trace>
  <inkml:trace contextRef="#ctx0" brushRef="#br1" timeOffset="13">14337 9685 11297,'-13'0'0,"1"-1"-596,0-3 0,4 2 267,-1-2 1,5 1 1218,-4-1-176,5 3 0,-2-6-504,5 3 1,0 1 0,1-4-21,3 2 0,3 1-73,6 4 1,-1 0 0,1-2 0,4 0 156,3-2 0,9-1-285,4 5 0,4-4 171,4 0-321,-3 0 1,9 0 0,-5 0-1,2 0 1,1 0-253,-1 0 0,-7 0 0,-9 2 0,-3-1-967,-5-1 1392,4 0 1,-38-1 0,-2-2 0</inkml:trace>
  <inkml:trace contextRef="#ctx0" brushRef="#br1" timeOffset="14">14312 9968 10599,'-12'-5'209,"5"3"318,2-3-392,5 5 1,5 0 370,3 0-211,9 0 0,-1-4 0,9-2 0,3 1 0,4-2-95,1 0 0,4 3 0,5-4 0,0-1-285,1 3 1,-2-4-86,-4 6 0,-2-1 382,-2 0-631,3 4 1,-15-4 0,3 5 0,-5 1-154,-4 3 1,-6-1 0,-2 5 547,-1 2 1,-13 0-1,-7 3 1</inkml:trace>
  <inkml:trace contextRef="#ctx0" brushRef="#br0" timeOffset="15">15469 9463 8411,'-12'-6'67,"-1"-5"253,6 4-136,2 0 450,5 2-368,0 5 1,1 0 23,3 0-204,-2 0 1,9 0 0,-3 0 0,3 1 0,1 3-11,1 4 1,3-1-1,2 1 1,1 2-64,3 1 1,1 2 63,2 4 1,1-2-196,2 5 79,-2-5 0,8 9 1,-5-4-1,0 5 0,0 4-79,-1 3 1,1 3 0,-4-1-1,-2-3-134,-3-1 1,2 3 130,-5-4 1,3-2-317,-3-6 184,-1-4 0,-4-6 0,1-1-384,-1-2 0,-5-4 637,-3 4 0,-19 1 0,-6 3 0</inkml:trace>
  <inkml:trace contextRef="#ctx0" brushRef="#br0" timeOffset="16">15494 10202 8290,'-13'0'-1244,"1"0"2530,0 0-270,-1 0-484,6 0-357,7 0 0,11-2 0,7-2 0,1-5 0,5-5 56,3-2 0,0-6 0,7 1 0,3-2-196,3-2 1,1-5-2,-4-2 1,1-9 0,2-6 0,0-4-113,-5-2 1,1-6 112,-8 2 0,5 2-1209,-4 2 1146,0 2 1,-6 13-1,-3 7 1,-3 7 0,-4 8-370,0 2 0,2 2 0,-2 1-796,-2 3 601,-7 2 0,3 8 1,0 10 591,-8 4 0,-6 4 0</inkml:trace>
  <inkml:trace contextRef="#ctx0" brushRef="#br0" timeOffset="17">16712 10276 8290,'-7'0'-81,"2"-6"1,3 5-275,-2-3 1017,3 2-139,-5 2-294,6 0 0,-1-4 86,-3 0-207,-3 0 0,-1 0 1,1-2-1,0 1 45,0 0 1,3-5-1,-4 2 1,0-3 109,1-1 0,-4-2-121,3-3 1,-3-2-1,-3-7 1,-1-2 176,-1-5 0,1-8-135,6-4 0,0-9-1226,5-3 966,0-9 1,9 3 0,3-1-1,5 7 1,2 6-105,1 5 0,5 7-418,-5 2 1,0 11 282,-3 10 1,4 2-340,4 2 1,1 4 0,1 1 0,0 2 653,3 2 0,18-4 0,1 0 0</inkml:trace>
  <inkml:trace contextRef="#ctx0" brushRef="#br0" timeOffset="18">16983 9660 8294,'-6'-12'-210,"5"0"515,-5 5-77,6 1 0,2 8 0,2 2 0,4 3 281,3 0 1,1 8-469,0-3 0,2 4 0,3 1 0,3 3-85,3 4 1,2 1-66,0 4 1,1 3-107,2 5 91,-2-1 1,8 3 0,-5 0 0,-2 4 0,-1-1-186,-1 1 1,-6-6 0,-1-5 0,-3 1-132,-3-1 1,2-6 220,-10-6 1,4-5-1,-2 2 219,1-4 0,-16-6 0,1-1 0</inkml:trace>
  <inkml:trace contextRef="#ctx0" brushRef="#br0" timeOffset="19">17056 10337 8294,'-8'0'0,"0"0"189,0 0 105,1 0 0,1-1 500,6-3-601,0-3 1,6-5 0,4-1 0,5 0 0,5-4 775,3-3-905,2-4 0,5-2 0,1-2 1,2-5-1,0-3 32,1-1 1,0-5-1,1-4 1,-4-5-187,-1-2 1,-1-1 15,-4 5 1,-6 1-736,-3 3 363,-8 3 0,2 12 0,-6 5-1274,-1 7 1357,-2 10 363,-1 3 0,-5 21 0,-2 5 0</inkml:trace>
  <inkml:trace contextRef="#ctx0" brushRef="#br0" timeOffset="20">17930 9525 8294,'0'-12'0,"-4"-1"-536,0 1 215,0 0 465,4 5 0,-2 1 57,-2 6 1,3 6 0,-3 2 0,3 3 193,1 1 0,0 6-366,0 3 1,0-2 56,0 1-196,0-5 1,0 9 0,1-5-1,2 1 1,1 1-1113,-2 1 1042,0-5 1,-2 7 179,0-4 0,-6-2 0,0 0 0</inkml:trace>
  <inkml:trace contextRef="#ctx0" brushRef="#br0" timeOffset="21">17721 9451 8293,'-12'-12'0,"3"-5"421,1 1-41,5 0 1,-1 5-1,8 2 1,6 4-51,5 0 1,4 3-143,6-2 1,1 3 0,3 1-1,3 0-30,4 0 0,5 0-343,0 0 1,0 0 0,-4 0 0,0 0-493,0 0 677,0 0 0,5 11 0,2 2 0</inkml:trace>
  <inkml:trace contextRef="#ctx0" brushRef="#br0" timeOffset="22">18410 9550 8293,'-12'-6'133,"-1"5"-67,7-5 0,0 8 255,6 2 0,2 3 2,2 5-175,2 0 0,7 5 1,0 0-1,2 3 1,3 1-75,1 3 0,-2 2 1,3 2-1,2 5-51,1 3 0,6 1-207,0 0 0,5-1 0,-2 0 0,0-5-304,1-6 1,-1-2 119,0-6 1,-2-2-433,-5-7 800,-6 3 0,-6-21 0,-8 2 0</inkml:trace>
  <inkml:trace contextRef="#ctx0" brushRef="#br0" timeOffset="23">18878 9550 8263,'-8'-9'0,"-1"1"0,5 1 108,-4-1 0,4 3 542,-4 5-537,-1 0 1,-4 1 0,-4 3 0,-3 6 0,-3 6 83,-2 9 0,0 1 79,1 7-255,-6-1 0,2 11 0,-3 1 0,1 1 0,3 0 11,1 1 1,1 1 0,0-2 0,1-5-92,-1-6 1,6-4 79,3-6 1,2-4-333,2-4 39,5-2 1,1-2 0,8-1 271,2-3 0,13-19 0,9-9 0</inkml:trace>
  <inkml:trace contextRef="#ctx0" brushRef="#br0" timeOffset="24">19050 10374 8263,'0'-12'1957,"0"0"-1662,0-1 0,1 1-98,3 0 1,5-1 0,6 1 0,2-2 49,3-2 1,0 1-371,5-6 1,5 2-208,3-1 311,2-4 1,1 5 0,-2-5-1,-1-2 1,-2-2-126,-3 0 257,0-1 1,-15-1 0,-1-3 0,-7-3 0,-5 0 206,-4-1 1,-8-2-1,-9 0 1,-3-2 334,-5 1 1,-1 2-529,-3 1 1,-2 1-1,3 3 1,-1 3-293,1 0 0,1 4-19,3-2 1,0 3-276,12 4-34,0 4 1,3 4 0,2 1 492,3 0 0,25-6 0,10-1 0</inkml:trace>
  <inkml:trace contextRef="#ctx0" brushRef="#br0" timeOffset="25">19727 9451 8259,'-12'-12'46,"5"4"123,3-1 1,2 5 334,2-4-169,0 5-148,0-2 0,2 1 1,2 0-1,4 0 0,3 0 57,1-1 0,0 1 0,1 4 1,0-1-258,4-3 0,1 2-221,2-2 1,3 3 0,-2 1 0,2 0-668,2 0 0,-1 0 901,1 0 0,0-33 0,-1-8 0</inkml:trace>
  <inkml:trace contextRef="#ctx0" brushRef="#br0" timeOffset="26">20256 9205 8299,'-12'0'-507,"-1"0"934,1 0 1,5 1-329,3 4 1,3 3 0,1 7 0,0 1-46,0-1 0,0 4-5,0 2 0,0-2 1,1 2-1,2 0 37,1 3 0,4-1-319,-4-3 1,2 2-132,-2-5 52,-3 5 1,5-9 0,-6 4 311,0-4 0,-6-17 0,-1-4 0</inkml:trace>
  <inkml:trace contextRef="#ctx0" brushRef="#br0" timeOffset="27">20182 9574 8299,'0'-12'0,"-4"0"177,0-1 0,1 5 180,7 0 0,-1 5 0,5-2 0,3 1 308,4-1 0,3 1-412,3 4 1,2 0 147,-3 0-527,9 0 1,2 0 0,6 0 0,0 0-1,0 0-1875,0 0 1701,-5 0 300,3 6 0,-3-5 0,5 5 0</inkml:trace>
  <inkml:trace contextRef="#ctx0" brushRef="#br0" timeOffset="28">20908 9587 8299,'-5'-13'0,"-3"1"0,-2 0 520,2-1 0,2 5 337,6 0-953,0 5 221,6-2 0,1 5 136,5 0-150,0 5 1,1 2 0,0 7 0,2 2-1,3 5-177,1 2 78,2 1 1,5 2 0,0 2 0,1 2 0,-1 1-263,1 3 1,2 6-1,-2 1 1,2-1-435,-2-2 0,-1-2 269,-1-4 0,0 3-409,-1-7 648,-5-4 0,-1-5 0,-6-4 1,-1 1-1,-2-1 176,-5-1 0,-3-7 0,-23-7 0,-5-7 0</inkml:trace>
  <inkml:trace contextRef="#ctx0" brushRef="#br0" timeOffset="29">21573 9463 8299,'-6'-10'-212,"-2"1"0,-3 0 327,-1 5 1,4 0 407,-1 4-472,-4 5 1,-2 2 0,-6 7 0,-1 2 0,-1 6 218,-2 5 1,-3 1 52,-1 4-194,-5 1 0,7 7 0,-5 4 0,2 5 1,1 3-51,-1 2 1,4 1 0,-4 4 0,1-3-9,1-1 0,0-7-33,8-7 1,-2-7-269,6-1 123,-6-6 1,9-2 0,1-9-1,5-4 1,3-2-558,0-2 129,0-5 0,5 2 535,3-5 0,20-38 0,8-10 0</inkml:trace>
  <inkml:trace contextRef="#ctx0" brushRef="#br0" timeOffset="30">21905 9402 8271,'0'-12'-1046,"-5"-1"1184,3 1 1212,-9 5-1046,10 2 0,-5 10-128,6 3 1,0 1 80,0 3-190,0-3 1,0 9-1,0-4 1,0 1 0,2 3 217,2 1-279,-3-4 1,5 8 0,-5-4 0,2 2 0,1-2-336,-1-1 1,-2 2-1,-1-2 1,0 0-501,0 0 1,0-2 828,0-4 0,-11-10 0,-3-4 0</inkml:trace>
  <inkml:trace contextRef="#ctx0" brushRef="#br0" timeOffset="31">21733 9402 8271,'-7'-6'220,"3"-2"256,-3 3-393,6-6 0,-3 9-43,8-2 99,-3 3 1,10 1 0,-2-1 0,7-2 0,3-1-14,0 1 0,8 2 0,-2-1 0,2 0-298,3-2 0,2-1-114,5 5 0,-1-4 0,1 0 286,0 1 0,6 2 0,0 1 0</inkml:trace>
  <inkml:trace contextRef="#ctx0" brushRef="#br0" timeOffset="32">22496 9230 8271,'-18'-13'0,"4"-2"0,-2 3 229,8-3 122,2 14 1,8-9-66,2 6 0,4 1 1,8 7-1,6 4-21,6 3 1,-1 3 48,6 3-311,-6 2 0,9 7 0,-5 1-204,0 2 0,0 5-8,-7-1 1,1 8 100,-1 4-20,-4 8 0,-4 3 0,-8 6 0,-4 1 0,-4 2-19,-1-30 1,-2 0 127,-2 4 0,-2 0 0,-2-4 0,-3 0 0,-1-1 0,-2 0 1,-18 28-1,-3-8 41,-1-3 1,-5 4-1,-3-12 1,-2-3 222,2-4 0,-1-9-152,5 2 0,1-5 82,7-3-248,9-4 0,6-6 1,7-1-1392,3-2 883,8-5 581,7 2 0,38-48 0,-19 15 0,1 1 0</inkml:trace>
  <inkml:trace contextRef="#ctx0" brushRef="#br0" timeOffset="33">15703 9205 8322,'-13'-14'-112,"1"-1"1,1-1 203,3 1 1,2 5 0,6 2 97,0-1 0,0-2-156,0-2 0,0 5 1,-1 1 159,-3 2 0,-4 2 0,-7 7-167,-2 4 0,-5 5 0,2 3 0,-3 6 68,-2 5 1,1 6-1,-1 8 1,0 4-39,1 3 1,0 5-1,3 2 1,0 3-54,-1 4 1,3 5-1,9-30 1,1 0 0,0 0-1,0-1-9,2-1 0,-1-1 0,-1 2 1,0 0-1,-7 29 0,1-2-70,1-4 1,7-14 0,3-9 0,4-5 122,4-4 1,7 3-1,7-2 1,1-4-2,3-2 0,3-3 0,3 3 1,5-3-97,3-1 1,2-5 0,4-7 0,8 0-887,6-3 935,4 3 0,-19-2 0,1-1 0,3 3 0,-1 1 0</inkml:trace>
  <inkml:trace contextRef="#ctx0" brushRef="#br0" timeOffset="34">23296 9722 8347,'-11'-12'-224,"3"-1"990,3 1 1,0 0 580,1-1 0,0 5 166,4 0-707,0 5-1352,0-2 0,0 6 0,1 2-2075,3 1 2621,-2 0 0,3-4 0,-5 0 0</inkml:trace>
  <inkml:trace contextRef="#ctx0" brushRef="#br0" timeOffset="35">23948 9316 8347,'0'-19'-30,"0"1"1,0 6 0,1-1-130,3 1 0,-2 4 381,2 0 0,-3 6 0,-2 1 0,-3 5 136,-4 3 0,-3 5 0,-2 4 0,1 1-211,0 1 1,-1 1 0,0 5 0,-2 1-72,-2 0 0,-3 3 0,2 2 0,0 2-91,0 2 0,-2 2 0,2 1 0,-1 1-58,-3 3 1,0 7 0,2 6-1,3 1 70,4 0 1,2 2-1,2-3 1,5-4 14,3-3 0,8-5 1,7-6-1,9-4 25,8-3 0,5-8 1,1-5-1,0-2-47,0-2 1,4-5 0,1-3-1,2-3-309,2-1 1,-3 0 0,-4 0 318,-5 0 0,-36-16 0,-15-5 0</inkml:trace>
  <inkml:trace contextRef="#ctx0" brushRef="#br0" timeOffset="36">24440 9550 8347,'-12'-6'35,"0"5"107,-1-5 0,5 6 187,0 0 0,5 2 62,-1 2-198,3 3 1,5 1 0,1 0 0,2 2 0,3 2 72,1 4 1,6-1 0,4 6 0,2 1-156,2 1 0,1 3-126,2 3 0,4 2 0,5 6 0,1 0-546,3 0 1,-7 4 345,3 0 1,-8-4-583,0-4 547,-9-1 1,-2-1 0,-7-7 0,-3-6-1,-4-4-455,-3-2 1,-1 0 704,0 1 0,-32-12 0,-9-2 0</inkml:trace>
  <inkml:trace contextRef="#ctx0" brushRef="#br0" timeOffset="37">24416 10177 8343,'-13'-11'0,"1"3"0,0-1 557,-1 4 0,6 0-156,3 1 1,3 1-536,1-5 1,1 4 252,3-4 0,5-1 97,7-3-237,3-6 0,6-1 0,1-5 0,4-2 0,7-3-141,7-4 164,3-8 1,7-3 0,-27 20 0,0-1 0,0 0 0,0 1 0,-1 0 0,0 0-40,22-21 1,-7 0-1,-2 6 1,-6 7-354,-8 4 0,-6 6-129,-7 10-188,0 0 330,-5 5 1,-3 1 376,-8 6 0,-19 6 0,-10 1 0</inkml:trace>
  <inkml:trace contextRef="#ctx0" brushRef="#br0" timeOffset="38">25523 10214 8296,'0'-12'-428,"0"4"-645,0-1 856,0 7 1,0-9 954,0 3-222,0 2 269,0-5-520,-5 4 0,-1-1 0,-3 0 1,0-2-1,0-1 825,-2-1-852,-1 0 0,-1-6 0,1-3 0,0-2 0,-1-3 181,1-2 1,1-8 0,3-6 0,4-1-13,2 1 0,2-5-479,0 2 1,6-5-1,3-1 1,8 3-652,7 0 0,2 6 163,7 1 0,4 4-2299,4 4 2435,0 3 0,-4 7 424,0 2 0,11-2 0,2 4 0</inkml:trace>
  <inkml:trace contextRef="#ctx0" brushRef="#br0" timeOffset="39">25929 9513 8289,'0'-13'-1074,"0"1"645,0 5 720,0 2 0,0 6 1,2 3-1,2 4 552,4 3 1,0 6-476,4-1 0,-2 6 239,6-1-482,3 2 1,-1 6 0,4 1-1,-1 1 1,2 3 26,4 2-187,-1 6 0,4-2 1,-4 4-1,2-3 1,0-6-373,0-5 1,-6-1 0,-3-4-1,-3-6-1077,-5-4 195,1-8 1289,-10 4 0,-13-43 0,-10-3 0</inkml:trace>
  <inkml:trace contextRef="#ctx0" brushRef="#br0" timeOffset="40">26471 9463 8289,'-13'0'-602,"1"0"1,-2 2 1037,-2 2 0,1 4-29,-6 9 0,4 3-45,-8 9-256,3 2 1,-13 6 0,2 0 0,-3 1-1,-1 3 10,0 4 0,2 6 0,2-2 0,4-5-38,3-4 0,6-5-147,-1-2 1,6 0-46,-1-8 35,8-4 0,-2-8 1,5-1-1,-1 0-490,1 1 0,-1-7-732,2-1 1301,3 1 0,1-21 0,7 0 0</inkml:trace>
  <inkml:trace contextRef="#ctx0" brushRef="#br0" timeOffset="41">26803 9303 8257,'0'-17'0,"0"-1"395,0-3-139,0 9 0,0 13-103,0 12 1,-4 0-24,0 8 99,-6-1 0,5 5 1,-4 0-1,5-1 0,2 1-65,-2 0 0,2 1 1,-2 1-1,3 2-121,1-2 0,-2-5-563,-2-2 0,3-1 93,-3 2-490,2 2 1,-2-9 916,0 2 0,-27-40 0,-3-12 0</inkml:trace>
  <inkml:trace contextRef="#ctx0" brushRef="#br0" timeOffset="42">26471 9254 8257,'0'-12'-426,"6"1"1179,7 3 0,9 2-385,6 6 0,12-1-495,1-3 134,11 3 0,4-5 0,4 6 1,-2-1-1,-5-2-169,-2-1 1,-9-4 0,-5 4 0,-8-1-1594,-8 0 1032,-3 4 723,-11-5 0,-23 6 0,-12 0 0</inkml:trace>
  <inkml:trace contextRef="#ctx0" brushRef="#br0" timeOffset="43">27061 9537 8257,'0'-12'-914,"6"0"1718,1 5-540,5 1 0,-4 8 0,0 2 0,1 4 128,-3 3 1,7 5 9,-1 1 1,2 5-100,6-2-291,1 3 1,3 3 0,2 3 0,2 4 0,0 3-63,0 0 0,-2 5 0,-2 2 1,0-1-343,-4 1 1,-2-4-104,-6-6 1,3-3 181,-3-5-143,4-6 0,-11-1 456,3-6 0,-2-49 0,-6-12 0</inkml:trace>
  <inkml:trace contextRef="#ctx0" brushRef="#br0" timeOffset="44">27566 9463 8186,'-12'-4'85,"-1"0"1,5 0 114,0 4 0,0 6-10,-5 2 1,5 3 0,0 2 0,-2 4 171,-1 3 0,-5 4-126,0 0 0,-8 10 147,0 3-300,-6 8 1,-11 1 0,-2 6 0,1 2 0,0 0-67,2-4 1,3 1 0,5-12-1,7-3-157,3-6 0,8-5-91,2-5 1,1-2-1,7-6-1515,1 1 1746,2-1 0,1-16 0,0-4 0</inkml:trace>
  <inkml:trace contextRef="#ctx0" brushRef="#br0" timeOffset="45">27640 10153 8186,'-7'-6'52,"1"5"-198,6-5 279,0 6 1,2 0 292,2 0-165,-3 0 1,10 0 0,-3 0 100,3 0 0,2-1 0,-1-2 0,0-2 27,1-2 1,-1 3-251,0-4 1,5-1-1,0-3 1,3 0 57,1-1 0,3-4-336,0-4 1,5-2-189,0-2 265,-1-5 0,-4-1 0,-2-6 0,-3-1 0,-2-3 9,-2-5 1,-6 3-1,-5-1 1,-4 2 122,-4 2 1,-9-1-7,-7 4 0,-3-3 1,-3 9-1,-3-2 83,-4 0 0,-5 6-6,1-2 1,-3 3-34,7 2-117,3 4 0,0 3-160,6 4 0,5 5-1524,2 0-631,9 5 2324,8-2 0,29 10 0,10 2 0</inkml:trace>
  <inkml:trace contextRef="#ctx0" brushRef="#br0" timeOffset="46">28280 9365 8186,'5'-7'0,"-2"0"70,5 3 1,0 3-7,5-3 0,-1 2-333,0 2 261,6-5 1,-3 4-1,6-5 1,0 2 0,1 0-52,-1 1 1,1-2 0,-5 1 0,1 1 58,0 1 0,-7 2 0,-6 0 0</inkml:trace>
  <inkml:trace contextRef="#ctx0" brushRef="#br0" timeOffset="47">28760 9094 8240,'-7'-5'616,"1"3"-1114,6-3 591,0 5 1,0 5 195,0 4-236,0 2 1,0 2-1,0 2 1,0 3 0,0 1-9,0 3 0,0-3 1,0 2-1,0 1-162,0 1 0,0-3-54,0 1 0,4-2 0,0 3 0,1-3 171,0-1 0,-9-2 0,3-3 0</inkml:trace>
  <inkml:trace contextRef="#ctx0" brushRef="#br0" timeOffset="48">28686 9451 8240,'0'-12'275,"0"0"123,0 5 1,1-3 28,3 6 0,3 0 766,5 4-962,1 0 1,0-1-1,4-2 1,3-1-1,4 1-351,0 2 1,5 1-1,1 0 1,1 0-347,4 0 0,-4 4 466,2 0 0,0 11 0,4-1 0</inkml:trace>
  <inkml:trace contextRef="#ctx0" brushRef="#br0" timeOffset="49">29375 9414 8240,'-4'-18'0,"0"-2"0,0-3 210,4-2 0,0 5 163,0-1 0,1 6 0,2-1 1,2 3 397,2 5-131,-4-3-346,2 10-175,1-5 1,-4 6 0,7 0 125,0 0 0,2 7-221,1 5 32,1 1 0,0 10 0,2-1 0,3 4 0,0 4-475,0 1 342,4 2 1,-3 0 0,4 0-218,-2 1 1,5 0-25,-6-1 1,6 1-260,-5-5 384,-4 0 0,5-3 1,-5 0-1,-1 0 1,0-5-207,1-1 0,-1 0 0,-3-2 1,-3 0-272,-1-1 1,0 0 669,-5-5 0,-10 0 0,-8 1 0</inkml:trace>
  <inkml:trace contextRef="#ctx0" brushRef="#br0" timeOffset="50">29264 10091 8240,'-12'-12'156,"5"-1"0,2 1 332,5 0 0,1 1-319,3 3 1,4-7 0,7 2 0,3-2 268,1-2 1,7-3-171,7-4 0,4-6 137,4-3-296,-3-8 1,10-7-1,-25 21 1,-1-1-1,1 1 1,1 0-1,-2-1 1,1 1 94,18-25 1,-3 3-1,-1 2 1,-1 4-667,-4 0 1,-2 6 128,-5 4-215,-6 12 0,-1-4 0,-7 10-1827,-3-2 1741,-2 7 64,-12 10 0,-1 2 570,-5 6 0,-6 1 0,-1 3 0</inkml:trace>
  <inkml:trace contextRef="#ctx0" brushRef="#br0" timeOffset="51">30470 9365 8240,'-5'-7'-396,"-2"-2"-51,-5 5 1,3-2 988,1 2-173,5 3 0,-2-6 0,5 3-5,0-5 1,0 3 0,0-3 0,0 0 327,0-2 0,4-1-508,0-1 1,6 1 0,-3 0-1,1-2-57,0-2 0,-1 2-451,1-3 0,3 4 1,-4 1-1329,0-1 291,4 1-58,-10 0 1024,4-1 1,-5 5 394,0 0 0,-49-6 0,-12-5 0</inkml:trace>
  <inkml:trace contextRef="#ctx0" brushRef="#br0" timeOffset="52">30273 9094 8240,'0'-8'-178,"0"0"-282,-5 0 636,3-5 452,-3 7-309,5 0 0,5 6 0,4 0 0,2 0 91,1 0 0,2 0 1,2 0-1,4 0-444,4 0 1,2 0-124,2 0 0,0 0 0,5 1 1,-1 2-946,0 1 1102,9 6 0,3-14 0,12 2 0</inkml:trace>
  <inkml:trace contextRef="#ctx0" brushRef="#br0" timeOffset="53">30852 8984 8240,'-6'-7'-11,"5"-4"1263,-5 9-404,6-3-139,0 5-356,0 0 0,6 0-207,2 0 1,3 0-1,1 1 1,1 3-221,-1 5 1,6 2 62,2 1 0,2 6-385,-1 2 308,2 3 0,-4 7 1,6 5-1,-1 6 0,-1 8-453,-2 7 448,-3 4 0,-6 3 1,0 1-1,-1 2 1,-3-3 21,-3-4 0,-4-5 0,-4-4 0,-5-3 71,-8-2 0,-12 3 171,-5-3 1,-9-6-1475,-7-2 1527,0-9 1,-10 7-1,7-7 1,4-2-1,6-4 10,3-5-437,13-4 0,-1 0 0,11-1 0,2 0 203,4 0 0,5-5 0,5-1 0</inkml:trace>
  <inkml:trace contextRef="#ctx0" brushRef="#br0" timeOffset="54">14152 11814 8368,'-12'0'-587,"0"0"792,-6-6 293,10 5 1,-2-4 0,14 5 0,6 0 197,5 0 1,2 0-416,4 0 1,4 0 0,-2 0 0,4-2 215,1-2 1,-2 1-335,-2-5 0,5 4 0,1-4 0,1 0-342,4 1 0,0-3-378,2 6 1,4 0 467,0 4-1189,0 0 1,-11 0 1277,-5 0 0,-39 6 0,-15 0 0</inkml:trace>
  <inkml:trace contextRef="#ctx0" brushRef="#br0" timeOffset="55">14041 12368 8479,'-12'-13'0,"1"1"456,3 0 1,4 0 265,8-1 0,8 2 0,10 2 1,5 0 767,6 0 1,3-2-618,1-1 0,-2 1-7,-2 3-951,3 2 1,-5 2-1,7 0 1,2 1 0,2 2-2260,2 1 2344,-4 5 0,-8-29 0,0-11 0,0 1 0,0-1 0</inkml:trace>
  <inkml:trace contextRef="#ctx0" brushRef="#br0" timeOffset="56">15777 11605 8397,'-9'-25'-36,"1"1"1,0 0-214,1 4 0,2-2 601,5 5-300,0 7 1,1 0 45,3 6 0,-3 1 0,5 6 426,-1 1-192,-3 6 1,5-4-99,-3 7-41,-3-1 1,9 4 0,-5 2 0,1 0 0,0 1 68,1 0 1,1 3 0,5 5 0,-1 4-108,0 0 0,2 3-421,2 7 1,0 3 108,4 5-159,1 11 1,3-2 0,-11-26 0,0 1 0,14 29 0,1-5-161,-5-3 1,0-6 0,-5-7 0,0-10-560,0-8 1035,-7-5 0,-6-22 0,-5-4 0</inkml:trace>
  <inkml:trace contextRef="#ctx0" brushRef="#br0" timeOffset="57">15617 12552 8369,'-24'0'0,"4"0"0,-1-5 501,9-3-77,-3 2 1,15-3 0,0 3 0,7-1-64,4-2 1,8-2-298,5-2 0,2-4 207,7-4-223,0-8 0,8 2 0,0-6 0,-1-1 0,-2-1-59,-1-2 1,4-7-1,3-5 1,-21 21 0,0 0 36,2-2 0,1-1 1,2 1-1,0-1-228,-1 0 1,-1 0 0,3 1 0,0-1 49,-2 0 1,-1 0-38,-2 0 0,0 1 0,16-19 0,-10 6 0,-7 9 0,-5 4-1000,-7 3 1,-1 6 1188,-5 5 0,-1 7 0,-4 4 0</inkml:trace>
  <inkml:trace contextRef="#ctx0" brushRef="#br0" timeOffset="58">17069 12589 8261,'-8'0'-498,"-1"0"1,5 0 441,-4 0 551,0 0 0,-5 0-100,1 0-14,0 0 0,0 0 0,-1 0 0,1-1 1,0-3 30,-1-4 0,1-1 1,-2-2-1,-1-4-3,-1-2 1,-5-5-20,5-7-273,-6-2 0,7-8 0,-4 0 0,3-4 0,5-1 120,5-2 0,5-2-395,1-1-2,5 0 1,9-1 0,9 1-1,6 0 1,2 0-435,3 0 1,5 5 0,-1 6 0,-2 7 593,-1 11 0,12-6 0,3 0 0</inkml:trace>
  <inkml:trace contextRef="#ctx0" brushRef="#br0" timeOffset="59">17475 11863 8184,'-12'-12'-76,"1"4"606,2-1 663,4 7-1109,5-4 0,0 8 0,0 2 0,1 4 0,3 4 163,5 5 1,-3-2-1,3 5 1,0 2-86,2 1 1,6 2-138,-1 0 0,2-1 0,-2 1 0,5 1-140,2 2 1,-1-2-181,2 3 1,-2-3-198,7-1 270,-3-1 0,-1 0 0,-2-4 0,-3-2 1,-3-2 221,-4 1 0,-17-12 0,-4-6 0</inkml:trace>
  <inkml:trace contextRef="#ctx0" brushRef="#br0" timeOffset="60">17438 12491 8261,'-12'-19'1455,"3"0"-1073,1 2 1,5 3 0,-1-3 0,4-1 170,4-3 0,5 1-207,7-5 1,-1 2 0,7-10-1,3-1 280,2-2 1,8-6-430,2-3 0,6-4-1096,-19 22 1,1 0 891,3 0 0,-1-2 0,-4 1 0,0 0 1,1 2-1,0 0 0,18-20 0,-6 6-1177,-6 6 1,-9 9-2136,-5 9 3319,-8 8 0,-13 19 0,-9 9 0</inkml:trace>
  <inkml:trace contextRef="#ctx0" brushRef="#br0" timeOffset="61">18213 12035 8261,'-18'-5'0,"5"-2"772,-4-5 0,5 0 83,4-1-540,2 1 0,6 0 0,0-2 0,2-1 0,2-3 172,4-1 0,4-2 0,3-3 1,3-1-139,1 1 0,2-1-303,3 0 0,0 1-520,-4-1-79,3 6 1,-9-3-1,1 6 1,-4 1 552,-3 1 0,-65-20 0,22 14 0,0 0 0</inkml:trace>
  <inkml:trace contextRef="#ctx0" brushRef="#br0" timeOffset="62">18078 11568 8261,'-12'-6'145,"-1"-2"291,1 3 205,5-1 1,3 6 189,8 0 1,4 0-407,9 0 0,3 0-621,9 0 80,2 0 1,6 2 0,2 0 0,2 2 0,2-1-1258,1-1 334,4-2 1,-10 0 1038,3 0 0,8-22 0,2-6 0</inkml:trace>
  <inkml:trace contextRef="#ctx0" brushRef="#br0" timeOffset="63">18742 11839 8261,'-6'-7'-430,"0"1"1,7 8 649,4 2 0,1 3 485,7 5 1,0 0-360,4 0 1,-2 6-1,5 3 1,2 2 34,1 2 1,3 3-264,3 1 0,-2 5 1,5-1-1,-1 3-9,1 1 1,-5-1-440,2 1 1,-9-5 259,-3-3-725,-4-9 1,0 2 0,-1-7 794,0-4 0,-5-21 0,-1-10 0</inkml:trace>
  <inkml:trace contextRef="#ctx0" brushRef="#br0" timeOffset="64">19358 11716 8261,'-17'0'0,"1"0"0,-6 0 449,1 0 1,2 2-216,-1 6 1,-1 3-1,-5 14 1,-1 5-51,-2 4 0,-5 10-131,1 5 0,-4 5-1042,17-26 1,-1 1 1029,0 4 0,-1 0 1,-24 14-1,1 5 1,0-6-1,1-7 81,3 0 0,4 0 1,6-2-1,8-5-183,9-5 0,3-4-568,7-2 0,0-4 629,4-4 0,16-12 0,5-2 0</inkml:trace>
  <inkml:trace contextRef="#ctx0" brushRef="#br0" timeOffset="65">19530 12589 8169,'-8'0'616,"0"0"-109,5 0-278,-3 0 0,6-1 0,2-2 102,2-1 0,1-7-121,3-1 0,3-2-93,-2-6-17,2-1 0,5-8 0,0-1 1,1-3-1,-1-3 23,1-4 0,-1-1 1,-5 3-1,-1-2 72,-2-1 0,-6-6 33,3 2-20,-4 3 1,-2-6 0,-5 4 177,-6 1-280,-1-5-63,-10 9 0,5 3 0,-3 7 0,0 3 0,-1 3 0,-1 2-1409,-2 5 980,6 2 1,-3 7 0,6 3 385,1 3 0,7-16 0,2-3 0</inkml:trace>
  <inkml:trace contextRef="#ctx0" brushRef="#br0" timeOffset="66">20084 11802 8169,'0'-13'86,"0"1"0,5 1 44,3 3 1,5 1-164,3 3 0,-1 3-124,6-4 1,-1 3 0,5-1 0,-1-1-274,1 1 430,0 2 0,5-5 0,1 0 0</inkml:trace>
  <inkml:trace contextRef="#ctx0" brushRef="#br0" timeOffset="67">20564 11543 8169,'0'-7'0,"0"-4"0,-4 9 1101,-1-6-902,1 5 0,4 4 0,-1 10 1,-2 5-83,-1 4 0,0 0 1,4 6-1,0 1-350,0 2 0,0 0 0,0-3 0,0 1-312,0 2 1,0 0 544,0-5 0,6-5 0,0-1 0</inkml:trace>
  <inkml:trace contextRef="#ctx0" brushRef="#br0" timeOffset="68">20428 11937 8302,'0'-7'1010,"2"-2"0,3 3-186,7-1-524,1-1-265,10-4 0,0 4 1,7-1-1,0 1 1,2 1-1,-1 2-930,3-1 0,-2 5 895,1-3 0,21-8 0,11-2 0</inkml:trace>
  <inkml:trace contextRef="#ctx0" brushRef="#br0" timeOffset="69">21167 11728 8276,'-17'-12'420,"1"-1"96,1 1 0,8 5 1,7 3 8,7 3 0,4 6 0,1 3 0,0 3-251,1 2 1,4 3 0,4 2 0,2 1-168,2 3 1,1 5 0,1 3 0,3 0-424,2 0 1,5 9 0,4-2 0,0 1-346,1 0 0,-8-1 0,2 0 1,-5-2-1633,-3-2 2293,-8-8 0,-24-2 0,-11-4 0</inkml:trace>
  <inkml:trace contextRef="#ctx0" brushRef="#br0" timeOffset="70">21117 12528 8227,'-12'-6'112,"5"-6"1,-2-2-1,5-4 400,1 1 0,2 2 0,2-4 0,3-1-148,4 1 1,9-5-1,3-6 1,5-2-164,3-2 1,4-2-1,8-1 1,3-1-182,7-3 1,-22 20 0,1-2-1,-1-1 1,0-1 0,0 1-1,0-1-95,-1 1 0,-1-1 0,18-25 0,-6 3 0,-6 2-280,-6 3 1,-4 10 0,-11 4-1,-3 5-671,-4 3 0,-3 5 6,-1-2 1,-5 10 1019,-3 7 0,-20 22 0,-4 11 0</inkml:trace>
  <inkml:trace contextRef="#ctx0" brushRef="#br0" timeOffset="71">22102 11986 8227,'0'-12'-145,"0"5"0,0-4 391,0 3 1,0-3 0,0-1 0,1-1 220,3 1 0,3 0 0,6-2 0,-1-2-162,0-5 1,0-2 0,1 0-1,-1 1-225,0 1 1,-1 1 0,-1-3 0,-3 1-653,-2 1 0,-1 6 572,-4-1 0,-11 8 0,-2 2 0</inkml:trace>
  <inkml:trace contextRef="#ctx0" brushRef="#br0" timeOffset="72">21979 11580 8227,'-12'-4'0,"-1"0"348,1 1 1,6 2 0,8 1 60,9 0 0,7 0 1,6 0-1,2 0-105,3 0 1,2 0-1,6 0 1,0 0-470,0 0 0,-3 4 1,2 0-1,2-1-2022,0-2 2187,1-1 0,19 0 0,7 0 0</inkml:trace>
  <inkml:trace contextRef="#ctx0" brushRef="#br0" timeOffset="73">22705 11777 8227,'7'-5'887,"4"3"0,-4-3-628,5 5 1,-4 4-51,0 0 0,0 10 181,5-2-299,-1 14 1,4-4 0,1 11-1,-1 2 1,2 3-146,3 3 1,2 6 0,1-3-1,1-1-215,0-2 1,-1-4-92,1-4 0,0 0 1,-1-8-1,1-6-507,-1-4 1,1-7 373,0 0 493,-1-5 0,-5-9 0,-1-7 0</inkml:trace>
  <inkml:trace contextRef="#ctx0" brushRef="#br0" timeOffset="74">23246 11691 8177,'-12'-4'122,"1"-2"273,3-1 0,-3 5 0,4-1-167,0 6 1,-4 4 0,3 6 0,-3 4-19,-1 3 0,-6 5 1,-1 4-1,-3 3 210,-2 4-372,-4 6 1,-9 2-750,0 5 744,0 0 1,1-1-1,-1-1 1,1-3-1,2-2 1,2-2 4,2-2 1,6-5-136,3 0 0,2-2 0,0 2 0,7-4-1288,6-4 627,5-5 748,1-3 0,20-37 0,9-18 0,2-1 0,0 1 0</inkml:trace>
  <inkml:trace contextRef="#ctx0" brushRef="#br0" timeOffset="75">23911 12380 8380,'-8'0'-656,"0"0"459,5 0 1,-3-1 196,6-3 552,-5 2 308,4-3-416,-5 5 166,6 0-379,0-6 0,-1 5 0,-2-5 174,-1 1 1,-2 2-160,2-5 0,2 4 145,-7-4-218,7 0 0,-9-6 0,2-1 0,-1-3 0,-3-1 87,1-3 0,0-5 0,-1-3 0,2-2-254,3-2 0,3-3-135,5-4 0,1-3 1,3-5-1,7 0-397,8 0 0,3 3-442,11 1 1,0 3 967,4 1 0,-4 7 0,3 0 0,3 1 0,0 0 0</inkml:trace>
  <inkml:trace contextRef="#ctx0" brushRef="#br0" timeOffset="76">24366 11789 8309,'0'-12'-1614,"0"0"1588,0-1 1020,0 7-2,0 0-749,6 6 0,-4 4 1,5 2-1,0 1 1,0 2 765,3 2-939,-5 7 0,6-3 0,-3 5 0,4 2 1,4 1 89,0 2 0,4 5 1,-2 2-1,3 2-273,5 3 1,0-3-186,7 7 0,-5-3 0,4-1 0,-2-1-492,-3-3 1,-2-1 26,-5-7 1,-2 1 762,-6-10 0,-10-16 0,-4-8 0</inkml:trace>
  <inkml:trace contextRef="#ctx0" brushRef="#br0" timeOffset="77">24379 12417 8234,'-13'-12'238,"1"-1"0,5 1 63,3 0 0,3-1 1033,1 1-1053,0 0 1,9 0-1,5-2 1,5-1 0,6-4 107,2-5 1,11 1 1,-1-10-364,8 1 1,3-5 0,6-2-1,-1-2 1,-1-2-193,-3-1 0,-4-3 1,-12 6-1,-4 3-590,-3 4 1,-7 4-280,-3 5 0,-2 6 63,-2 3 608,-5 2 363,4 7 0,-26 2 0,0 5 0</inkml:trace>
  <inkml:trace contextRef="#ctx0" brushRef="#br0" timeOffset="78">25437 11937 8307,'-12'-12'0,"3"-5"700,1 1 1,5 4-150,-1 3 1,4 1-269,4-4 0,-1 4 460,5-1-599,1 1 0,3-5 0,0-2 0,1-3 0,-1 0 57,0 0 1,0-2 0,1 2 0,-2-1-733,-3-3 1,1 4 323,-4 2 1,-1 2 206,-4 2 0,-28 5 0,-6 1 0</inkml:trace>
  <inkml:trace contextRef="#ctx0" brushRef="#br0" timeOffset="79">25351 11580 8272,'0'-8'-6,"0"0"0,1 4 605,3-5 0,3 7-261,5-2 1,2 1 0,1 0 0,3-1 115,1 1 1,3 2-439,7 1 0,-2 0 352,6 0-815,0 0 0,4 4 0,-1 1 0,0 1 0,-3 1 447,-4 0 0,2 6 0,0 6 0</inkml:trace>
  <inkml:trace contextRef="#ctx0" brushRef="#br0" timeOffset="80">26077 11802 8251,'0'6'310,"0"5"-29,0-4 1,0 6-1,0-1 0,1 4 112,3 1-259,3 5 0,3-3 0,1 5 0,4 2 0,2 2 65,5 0 1,2 7 0,2-3 0,1 3 2,2-3 0,-1 0-375,-3-3 1,-2-8 111,-2 4 1,-3-9 1,-6 1 0,0-9 59,0-4 0,-16-41 0,-4-11 0</inkml:trace>
  <inkml:trace contextRef="#ctx0" brushRef="#br0" timeOffset="81">26594 11716 8222,'-9'-11'-204,"1"2"0,4 4-405,-4 5 1,0 0 1346,-5 0 0,0 1 16,-4 3-407,-2 9 1,-7 7 0,-2 9 0,-7 5 0,-4 7-115,-6 8 1,-3 2 0,23-23 0,-1 1-1,0 1 1,0-1-121,-1 2 1,1-2 0,-21 22-94,10-6 1,6-7 0,6-4 0,4-3-474,4-5 0,2 0 278,11-10 0,0 0-1411,4-3 1020,0 4 0,1-7 566,3 2 0,25-57 0,11-11 0</inkml:trace>
  <inkml:trace contextRef="#ctx0" brushRef="#br0" timeOffset="82">26791 12466 8515,'-7'-5'843,"7"-2"-597,8-5 0,3-1-4,1 1 0,2-4 127,2-1-225,3-5 1,6 3 0,-2-5-1,-1-1 1,-1 0 483,1 1-528,1-1 1,-4-4 0,-3-1 0,-3 0-1,-5 0 121,-4 3 1,-4-3 0,-4-2 0,-6-1 155,-5-1 1,-4-4-155,-5 5 0,-5-2 0,-3-2 0,-2 1-15,-4 3 0,-3 3-36,0 6 0,7 0-1473,-3 4 824,8 2 1,4 6 476,9-1 0,24-32 0,7-8 0</inkml:trace>
  <inkml:trace contextRef="#ctx0" brushRef="#br0" timeOffset="83">27271 11716 8159,'-9'-9'-374,"1"1"374,5 5 0,3-6 0,9 5 379,7 0 1,3 2-1,6-1 1,1-1 0,1 2 323,2 0 0,5 1-363,-1-3-591,2 2 0,1-3 0,-3 5 0,-5 0 0,0 0 251,1 0 0,-9 5 0,3 2 0</inkml:trace>
  <inkml:trace contextRef="#ctx0" brushRef="#br0" timeOffset="84">28009 11494 8159,'-12'-1'0,"-1"-3"-121,6 2 0,-2-2 87,5 8 1,0 4 748,4 9-550,0-4 0,0 11 0,0-4 0,0 3 0,0 2-257,0 0 0,0 3 1,1 1-1,2-2-312,1-1 1,5-1 403,0 0 0,13-17 0,4-4 0</inkml:trace>
  <inkml:trace contextRef="#ctx0" brushRef="#br0" timeOffset="85">27861 11925 8159,'-13'-6'-5,"-4"-2"0,8-2-384,-4 2 531,9 3 0,0 3 1,8 0-1,6-2 815,5 1 0,0 1-580,5 2 1,1 0 0,3 0-1,1 0 66,0 0 1,-1 0-511,1 0 1,0-4 0,1 0-1,1 2 345,2 0 1,5 2-3104,-1 0 2825,-3 0 0,4 0 0,5 0 0,1 0 0,0 0 0</inkml:trace>
  <inkml:trace contextRef="#ctx0" brushRef="#br0" timeOffset="86">28858 11679 8159,'-12'-13'0,"-3"1"0,2 0 0,0 3 43,9 1 1,1 6 0,7-3 649,4 4 0,4 1-376,5 0 1,-2 1 0,5 4 0,2 3 297,2 3 1,2 2-498,2 4 1,-2-2-1,4 5 1,-1 2-102,0 1 1,1 2 71,-1 0 0,-3 5-255,2 3 37,4 2 1,-2 2 0,4 0-1,-3-2 1,1 0-1254,-1-3 1069,-3-4 1,-2 1 0,-9-8 0,-2-1 0,-5-3-1398,-3-2 1710,-3-1 0,-37-7 0,-8-2 0</inkml:trace>
  <inkml:trace contextRef="#ctx0" brushRef="#br0" timeOffset="87">28760 12491 8159,'-13'-7'189,"2"-4"436,3 3-228,-3-3 1,11-1 0,0-1-1,8 0 235,7-4 1,10 2-331,8-5 1,4-5 72,4-4-289,3-5 0,10 1 1,2-8-1,-27 19 0,-2-1 1,0 0-1,0-2 216,-2 1 0,0-1-367,0-2 0,0-1 0,0 2 0,0-1 1,0-2-1,1-1 0,-1 1 0,0 1 0,22-23-477,-3 7 1,-6 8-1,-8 4 1,-8 8-1406,-7 6 338,-6 10 1609,-9 2 0,-11 12 0,-2 0 0</inkml:trace>
  <inkml:trace contextRef="#ctx0" brushRef="#br0" timeOffset="88">30150 11851 8152,'-12'-21'0,"0"1"0,5-5 1062,3 9 0,2-5-309,2 5 0,2-6 231,2 2-838,3 2 0,1-5 0,0 2 0,0-2 0,-1 0-138,-3 2 1,-1-1 0,0 4 0,1 1-528,-2-1 0,0-3 72,-2 5-591,0-1 1038,0 11 0,5 11 0,2 9 0</inkml:trace>
  <inkml:trace contextRef="#ctx0" brushRef="#br0" timeOffset="89">29830 11482 8152,'-5'-13'0,"-1"1"761,-2 0 0,3 4-469,5-1 1,5 7 0,5-2 0,6 2 32,9 2 1,5 0-46,7 0 0,-4 0 42,-1 0-318,7 0 1,0 0 0,5 0 0,-2 0 0,-2 0-304,-2 0 1,-2 2-1,-2 0 299,-1 2 0,5 17 0,6-1 0</inkml:trace>
  <inkml:trace contextRef="#ctx0" brushRef="#br1" timeOffset="90">23099 12897 13676,'-25'0'0</inkml:trace>
  <inkml:trace contextRef="#ctx0" brushRef="#br1" timeOffset="91">23099 12885 13686,'-7'0'-577,"0"0"1020,3 0-406,3 0 1,-6 0-54,3 0 1,1 0-21,-5 0 77,5 0-155,-2 0 0,3 0 50,-2 0 0,-19-11 0,-10-3 0</inkml:trace>
  <inkml:trace contextRef="#ctx0" brushRef="#br1" timeOffset="92">22262 13081 17457,'18'0'0,"-5"0"-321,4 0 1,-4-1-115,0-3 1,-1 1 0,0-4 266,1 2 1,-5-3 13,0 4 1,-5-2-664,1 2 539,-3 3 0,-5-6 1,-1 4-1,-2-1 245,-3 1 0,-39-4 0,-11 1 1</inkml:trace>
  <inkml:trace contextRef="#ctx0" brushRef="#br1" timeOffset="93">16995 12995 20483,'0'7'-6730,"0"-1"5437,0-6 2649,0 0-623,5 0-412,-3 0 0,5 0-94,-3 0 0,-2 0 312,7 0-511,-7 0 567,9-6 0,-8 5 1,5-3-221,2 2 1,1 2-1,1-1 1,2-2-156,2-1 0,5-1-183,7 1 0,5 2 0,7-3 1,2 1 77,2 0 1,1-2-6,4 2 0,6 3-1242,2-4 1155,4-1 1,7 0 0,-32 2 0,0 0 0,3 1 0,0 1-1,0-1 1,0 1-221,-1 1 1,-1-2 175,-1-2 1,0 1-1,29 2 1,4-2 0,-33 3-1,1 0 1,3-1 0,1 1-55,1-1 1,0 0 0,-2-1 0,-1 2 0,29 1 0,-1 0-231,-3 0 1,-28 0-1,1 0 259,0 0 0,0 0 0,-1 0 1,0 0-155,34 0 233,-11 0 0,6 0 0,-7 0 0,3 0 0,4 0 420,0 0-446,-29 0 1,-1 0 0,34 0 0,-34 0 0,1 0 0,31 0 0,-4 0 12,1 0 1,4 0 0,-28 0 0,0 0 0,1 0 0,0 0-124,-1 0 1,0 0-1,-1 0 1,-2 0 41,20 0 0,3 0 0,0 0 0,6 1 19,-31 1 1,0 0 0,0-1 0,1-1 24,29 5 0,-6-4 239,3-1-197,2-6 1,0 5 0,-29-1 0,0 0 0,0 1 0,0-1 0,0 1 0,0-1 88,0 1 0,-1-2 0,29-2 0,0 2 0,-4-1 0,0 1 1,2 1-32,5-2 1,-1 2 1,1-2-38,-6-3 0,-12 6 0,-3-5 1,-2 2-1,-2 0 150,0 1-90,0-3 1,0 4 0,1-2 0,0 3 0,-1 1 263,-5 0 1,-5 0 0,-6 0-1,-2 0-273,-2 0 1,1 0 291,-6 0 0,5-4-78,-5 0-101,0-1 1,1 5-1,1-1 1,-1-2 0,3-2 459,-1-2-519,-4 4 1,8-4 0,-4 5-1,2-2 1,-2 0-41,-1-2 0,2 5 0,-2-3 0,0 2-133,-1 2 1,0-4 147,-5 0 0,0 0-40,1 4-95,-1 0 0,0 0 0,1 0 0,-1 0 0,0 0 0,1 0 1,-1 0-2,0 0 1,-4 0-1,1 0-197,0 0 65,2 0 0,-3 0-36,0 0 153,-5 0 1,8 0 0,-3 0 0,3 0-162,2 0 1,-1 0-89,0 0 50,-5 5 1,4-3 0,-3 2-373,3-3 1,1-1 582,1 0 0,-5 0-300,0 0-3,-5 0 260,2 0 0,-37-5 1,-9-2-1</inkml:trace>
  <inkml:trace contextRef="#ctx0" brushRef="#br1" timeOffset="94">13795 14004 14946,'-12'0'0,"0"0"0,-1 0-915,6 0-942,-3 0 1625,8 0 189,2 0 68,2 0 1,8 0-1,-3 2-159,0 2 1,0-1-22,-3 5 1,-3 11 0,5 7 0</inkml:trace>
  <inkml:trace contextRef="#ctx0" brushRef="#br1" timeOffset="95">13808 14115 10650,'-6'-7'-1097,"3"1"929,-5 1 169,5 4 0,-3-4-714,1 5 856,4 0-84,-4 0 503,5 0-282,5 0-83,-4 5 0,6-4 0,-3 4 101,5-4 1,-3 0 0,3 2-118,0 1 0,-2 0-82,1-4 0,-4 0 1,5 0 19,0 0 1,-2 0-172,1 0 1,0 0 76,5 0-62,-1 0 1,4 0 0,2 0 0,1 0 0,2 0 16,-2 0 1,6-4-1,-2-1 1,4-1-223,1 1 1,2-3-11,-2 3 0,5-3 1,-5 4-1,-4 1-398,-2 2 0,-3 1 650,2 0 0,-15 0 0,-7 0 0</inkml:trace>
  <inkml:trace contextRef="#ctx0" brushRef="#br1" timeOffset="96">13869 14509 12545,'-12'0'-892,"-1"-5"0,5 3 2201,0-2-1446,5 3 0,-2-1 206,5-2 128,5 3 0,2-5 1,5 6-1,1 0 1,0 0-14,4 0 1,2-4 0,6 0-1,-1 0 29,1-1 1,1 3-195,3-2 1,-2-1-193,6 1-113,0-1 1,-1 5 332,1 0 0,27-5 0,-24 2 1,-1-1-1</inkml:trace>
  <inkml:trace contextRef="#ctx0" brushRef="#br0" timeOffset="97">15149 14177 8490,'-12'-6'0,"-1"1"12,1-3 0,5-3 283,3 2-296,3-1 0,1 1 1,0 1-55,0-1 381,0-2 1,0 2 933,0 1-1024,5 5-1,-3-2 1,7 6 177,-5 3-305,6 3 1,-7 6 0,5-1 0,0 0 0,0 2-56,0 2 0,2-1 1,5 6-1,1 1-116,-1 1 0,0 6 30,2-1 0,-2 7-373,5-3 231,-5 4 1,9 8 0,-4 4 0,2 4 0,0-1-526,-2 0 517,-4-7 0,1 2 0,-4-6 0,-2-4 0,-2-8-95,-1-6 1,-5 0 0,1-6-208,-2-1 183,3-1 1,-4-6 58,3 1-392,-2-7 635,3 4 0,2-6 0</inkml:trace>
  <inkml:trace contextRef="#ctx0" brushRef="#br0" timeOffset="98">15026 15223 8490,'-17'-2'70,"1"-2"0,0 3-87,3-3 823,7-3-244,0 6-483,6-5 1,1 1-1,2-4 1,4-1-1,3-4 135,3-3 1,8-2-1,-1-5 1,5-2 122,4-3 1,2-2-152,6-6 1,0-2-995,0-2 886,0 3 1,0-8-1,-2 3 1,-2 1-1,-4-2-205,-3 0-83,-2 5 1,1-5 0,0 6 0,-2-1 0,-3 5-245,-3 3 0,0 3 1,0 6-1,-3 3-608,-5 2 1,-2 6 161,-3 6 900,3-1 0,-7-1 0</inkml:trace>
  <inkml:trace contextRef="#ctx0" brushRef="#br0" timeOffset="99">16269 15001 8439,'-13'-7'0,"5"2"-14,0 5 0,1-1 0,-2-2-99,0-1 0,3-2 182,-3 2 1,-2 3 0,3-5 138,-3 1 0,-1-1-86,0-2 0,-1-3 26,1 3-76,0-3 1,0-5-1,-2-2 1,-1-1-1,-2-3 27,2-1 0,2-7 0,0-3 0,1-4-7,0-4 1,5-4-54,3-9 0,2 4-1064,2-4 977,6 4 1,6 2 0,9 3 0,3 3-1,5 2-181,4 3 1,2 3 0,2 9 0,0 1-484,0-1 712,0 6 0,3-6 0,-1 6 0,-2 1 0,-1-2 0,-3-2 0</inkml:trace>
  <inkml:trace contextRef="#ctx0" brushRef="#br0" timeOffset="100">16736 14263 8439,'-6'-6'372,"-5"5"1,8-9 74,-5 6-233,5 0 208,-2 4-347,5 6 0,1-4 0,3 8 0,3 2 0,2 3 109,4 0 1,-4 5 0,9 0 0,-2 3-160,1 2 1,5 4-209,-2-1 1,3 7-6,2-3-66,0 4 1,-5 1 0,-1 0-1,-1-2 1,-3 0-351,-1-3 0,-3-4 1,-3-1 603,-4-5 0,-24 1 0,-8-4 0</inkml:trace>
  <inkml:trace contextRef="#ctx0" brushRef="#br0" timeOffset="101">16663 14878 8402,'-20'-5'0,"-1"2"320,4-5 1,6 4 0,7-5 0,3 0 479,1-2 1,2-1-523,7-1 0,4-4 457,12-4-584,5-8 0,2 1 0,6-8 0,1-4 0,4-2 52,1-4 1,-5-6 0,2 0 0,-2 4-126,-3 5 0,0 5-427,-3 1 1,-3 3-1507,-5 5 1174,-6 6 0,-2 11 681,-4-1 0,-28 12 0,-7 2 0</inkml:trace>
  <inkml:trace contextRef="#ctx0" brushRef="#br0" timeOffset="102">17475 14484 7904,'-6'-12'1094,"5"0"0,-3-1-992,8 1 1,-1-4 90,5-1 0,-1-5 215,1 2-376,3-3 1,-6 2-1,5 1 1,-2-2-1,0-1-1377,-1-2 1026,-1 0 0,-6 5 319,0-1 0,-17-21 0,-3-10 0</inkml:trace>
  <inkml:trace contextRef="#ctx0" brushRef="#br0" timeOffset="103">17315 14066 8402,'-12'-5'-94,"-1"-4"0,5 2 94,0-1 0,6 6 498,2-3 1,6 3 0,8-1-1,2-1 151,5 1 0,6 2-474,2 1 0,3 0-322,-3 0 191,5 0 0,2 0 0,6 0 1,3 0-1,5 0-930,2 0 0,1 4 886,-4 0 0,17 11 0,-31-8 0,-1 0 0</inkml:trace>
  <inkml:trace contextRef="#ctx0" brushRef="#br0" timeOffset="104">18299 14312 8404,'-7'-12'0,"3"0"0,-1-1 640,1 1-334,0 0 1,4-1 1,0 1 0,0 4-12,0 0-249,5 5 16,-3-3 0,4 8 0,-3 2 0,3 3 0,0 2 96,4 4 0,1-4 0,1 9 0,2 0-217,2 2 1,-2 3 69,2 2 0,2 1 0,0 1 1,1 3-122,3 2 0,0 1-72,-2 4 0,4 0 1,-5-1-1,1 1-159,1 0 0,-6-5 112,1-4 0,-2-3-266,-2-4 109,-5-4 1,4-6-1,-4-1 385,0-2 0,-18-16 0,-10 0 0</inkml:trace>
  <inkml:trace contextRef="#ctx0" brushRef="#br0" timeOffset="105">18176 15001 8404,'-12'-1'-163,"0"-3"0,1 1 485,3-5 1,2 4 524,6-4 0,0-1-140,0-3-546,11 0 0,-1-2 0,10-2 0,3-5 1,5-3 77,4-5 1,5 1 0,3-6 0,2-3-281,2-2 0,0-12-88,1 2 0,2-3 0,-6 3 0,-2 1-398,0 3 1,0 4-431,-2 8 1,1 3 55,-9 5 320,0 6 581,-5 1 0,-10 1 0,-3-3 0</inkml:trace>
  <inkml:trace contextRef="#ctx0" brushRef="#br0" timeOffset="106">19136 14915 8404,'-8'-4'-3,"0"0"0,5-2 306,-1 2 134,3 3-98,1-10-263,5 4 0,2-1 1,7 0-1,1-2 1,2-1 12,2-1 1,-2-6 0,3-2 0,2-4 20,2 0 1,-1-2-16,-3-3 0,2-2 17,-5-6-67,-1 0 0,-5-4 0,-3 0 1,-4 0-1,-2 0 154,-2 0-156,-6 0 1,-2 4 0,-9 1-1,-3 2 1,-3 3-11,-2 1 0,-4 2 1,1 6-1,0 3-178,2 1 0,6-1-65,-1 7 0,10-3 90,-1 7 120,8 2 0,9-10 0,9 2 0</inkml:trace>
  <inkml:trace contextRef="#ctx0" brushRef="#br0" timeOffset="107">19518 14152 8404,'-13'-12'0,"6"0"0,7 5 123,9 3 0,2 1-112,1-1 0,0 2-1,1-2-34,4 3 1,-3 1-1,4 0 1,-2 0-1,2 0-370,1 0 0,2 0 394,3 0 0,17 11 0,4 3 0</inkml:trace>
  <inkml:trace contextRef="#ctx0" brushRef="#br0" timeOffset="108">20145 13906 8404,'-12'0'-22,"0"0"0,3 1 207,1 3 1,5 3-282,-1 6 0,3 0-10,1 4 14,-5 2 1,3 5-1,-2 1 1,3 0 0,1-1-169,0 1 1,0 4 259,0-1 0,5 17 0,2 1 0</inkml:trace>
  <inkml:trace contextRef="#ctx0" brushRef="#br0" timeOffset="109">19924 14300 8404,'-7'-12'988,"3"3"-623,8 1 1,7 5-164,5-1 0,10-1 0,0-1 0,3 1 202,1-1 1,4-2-664,-1 4 0,7-4 195,1 4-1722,11-6 1786,-7 9 0,4-13 0,6-5 0,0 2 0,0 0 0</inkml:trace>
  <inkml:trace contextRef="#ctx0" brushRef="#br0" timeOffset="110">21093 14091 8357,'-7'-6'-760,"-4"-1"1788,10 0-550,-5 2 1,6 6 74,0 3 0,2-1-317,2 5 0,1 1-83,3 3-62,3 6 1,-4-5 0,5 5 0,1-1 0,0 0-165,4 2-46,-3 2 0,5 2 0,-3-1 0,5-1 1,2 0-198,1 3 1,7-1 0,1-1 0,3-2-277,-3 2 0,3-3 219,-7 2 0,0-6-108,-8 1 192,-2 3 289,-6-5 0,-16 15 0,-4-3 0</inkml:trace>
  <inkml:trace contextRef="#ctx0" brushRef="#br0" timeOffset="111">21154 14767 8356,'-12'0'-347,"0"0"-44,-1 0 0,5 0 1257,0 0-168,0-5 1,0 4-93,-1-3 1,7 1-327,-2-1 1,4-3-131,4-5 1,3-1 0,6 0 0,4-4 136,3-3 0,3-4-158,2 0 1,1-6 183,3-3-296,2-3 1,7-2 0,2-2 0,1-1 0,0 2-270,1 0 0,-2 7 1,4-1-1,-3-1-450,-6-2 1,-4 6 428,-11 5 1,-4 2 0,-7 7-1,-5 1 273,-3 1 0,-6 13 0,-2 2 0</inkml:trace>
  <inkml:trace contextRef="#ctx0" brushRef="#br0" timeOffset="112">22188 14214 8303,'0'-13'-823,"0"1"617,0 0 1,1 4 1256,4-1-692,-4 1 1,6-4-1,-5 0 1,3-2-1,-1-1 159,1-2 0,-3-3 0,3 2 0,-1-1-162,0-3 0,0-1-88,-4-2 0,4 5-885,1-1 343,-1 1 0,-4 1 0,0 2 0,0 3-1979,0 2 2253,0 0 0,0 10 0,0 4 0</inkml:trace>
  <inkml:trace contextRef="#ctx0" brushRef="#br0" timeOffset="113">22016 13844 8303,'-7'-5'946,"-4"-2"-543,10-5 0,6 5-225,12 3 1,4 3 136,4 1-168,0 0 1,3 0-1,1 0 1,0 0 0,-1 0-88,1 0 0,5 0 0,-1 0 0,3 0-358,1 0 0,0 0-197,0 0 1,-1 0 494,1 0 0,22-22 0,-27 8 0,0 0 0</inkml:trace>
  <inkml:trace contextRef="#ctx0" brushRef="#br0" timeOffset="114">22988 15949 7875,'-4'12'0,"-2"0"0,1 1 107,-1-1 1,-3 0 208,1 1-118,-3-1 0,3-1 0,-1-2 0,0 0 0,-4-1 111,-3-1 0,2-2 0,-3-5 1,0 0-4,1 0 0,-6-1-265,1-3 1,-2-4 172,-1-9-227,-7-2 1,4-7-1,-6-3 1,-2-4-1,-4-2-167,-2-2 0,-4-1 0,3-5 0,1-6-218,3-7 0,9-5-123,13-5 1,7 2 435,6 29 1,2 0 66,4 0 0,4 0 0,15-29 0,-4 33 0,5 2 0,2 0 0,2 2 0,2 0 0,2 2 18,1-1 0,1 1 1,3 1-1,0 2 0,0 0 1,1 3-1,-1 2 1,-1 2 24,1 2 1,1 3 0,-1 3 0,0 2-63,7 2 0,1 1 1,-2 2-1,0 2-36,2 1 1,-2 2 47,-1 3 0,-4 3 0,22 22 0,-4 9 0,-7 8-69,-26-23 1,0 2 80,-1 1 1,-1 0 0,11 27 0,-4 1 0,-6 1 192,-9 1-55,-5 7-66,-7-4 0,-12 5 230,-9-2-245,5-35 1,-2 0 0,-3 3 0,-3-1 0,-2-2 0,-1-1 0,-1-2 0,-1 0 0,1-3 0,-1 0 70,1-1 1,-1-1 0,0-3 0,0-1-1,-2 2 1,-1-1 219,0 0 1,-1-1-87,-1-3 1,-1-1-1,2 0 1,-1-1 143,-27 6 1,6-7-284,10-9 0,5-6 1,12-7-1,8-12-217,9-9-13,6-11-155,5-2 1,0-7-1,1 1 1,5 0-406,6 0 1,5 5 125,3 3 0,6 0 177,-5 4 322,5 8 1,-6 13-1,7 8 1,3 5-1,1 7 168,-1 8 1,4 11 0,-1 12 0,2 6 245,2 8 1,4 2-160,-20-23 1,-1 1-1,3-1 1,-1 1-393,-1 2 0,-1 0 244,3-3 0,1 0 0,-2 2 0,1 0 1,2-1-1,2-2 0,0 0 0,1 0 1,-1-4-1,2-1-359,29 12 0,1-10 0,-1-6 0,-6-7-1686,-6-4 1993,-9-8 0,-3-5 0,-8-5 0,-7-1 0,-6-3 0</inkml:trace>
  <inkml:trace contextRef="#ctx0" brushRef="#br0" timeOffset="115">24945 15161 7875,'0'-19'0,"0"-4"193,0 2 1,0 2 616,0-1-519,0-1 0,0 2 0,0 3 1,0 2-1,0 2 78,0-1 1,0-3 0,-2 0 0,-2 0-26,-4 3 1,-7 1-107,-1-1 1,-8 1 119,0 0-265,-6-1 0,-10 6 1,-5 3-1,-11 3 0,-8 2-100,29 1 1,0 0-1,-2 3 1,0 3-1,3 2 1,1 2 58,-1 1 1,0 1-219,1 1 1,1 1-1,-3 5 1,1 1 199,2 0 1,2 1 0,0 1 0,3 1-23,3 1 0,2 1-95,-14 24 0,7 9 0,10-4 1,8 0-1,11-4-302,11-5 1,9-1-1,12-3-291,5 0 145,8-3 1,-3 1 242,3-8 1,2-3-1,-6-7 1,-2-2-167,0-5 1,-9-8 512,-6-4 0,0-8-58,-8-4 171,0-8 1,-9-3-1,-3-6 1,-5 0-1,-6-1 814,-5-2-740,-9 2 1,1 0 0,-9 7-1,-4 1 1,-4 3 268,-4 1 0,-2 3 0,-7 3 0,1 4-114,0 3 1,0 7-198,-1 7 0,4 7-824,5 13 661,5 0 0,17 20 1,4 0-1,6 8 1,5 3-751,2 2 629,7-31 0,1 1 0,1-2 0,1 0 0,5 3 0,2 0 0,0 1 0,1-1 0,1 0 0,2 0-109,1-2 1,2 0-1,3-2 1,2-2 0,1-6-1,3-2 1,0-1-1,1-1-95,0-1 1,1-3 0,1 1-1,1-1 349,26 7 1,3-7-281,-6-13-411,2-3 1,8-8 625,-31 1 0,0 0 0,0 1 0,0 0 0,3-3 0,1-3 0,0-2 0,1-1 0,2-4 0,0 0 0</inkml:trace>
  <inkml:trace contextRef="#ctx0" brushRef="#br0" timeOffset="116">25671 15407 7891,'-18'-12'0,"6"-4"3603,-1-1-2801,1 6 1,11 7-579,-3 8 1,2 5 693,2 7-789,0 3 1,4 13 0,0 4 0,1 8 0,-1 4 44,0 1-450,0 6 1,-4 2 0,0 9 0,0 4-1,-1-34 1,0 0 42,0 1 0,-2 0 0,-2 3 0,-2-1 0,-4 3 1,-1 0-1,-2 0 0,-2 1-297,-2-2 0,-1 0 0,-3-1 0,-1-1 441,1-7 0,-1-3 0,-4 1 0,-1-2-94,-2-5 1,-2-1 267,0 3 1,-3-2-1,-2-6 1,-2-3-1,1 1 1,1-1-1,2-4 1,1-2-1,-26 0 432,12-8-395,13-11 1,11-14-1,12-9 1,7-5 0,6-8-207,7-5 0,7-3 0,14-2 0,5 4-67,6 2 1,4 7 95,5 3 0,4 4-1232,0 5 1256,1 7 0,-5 9 1,-1 7-1,-3 7 1,-4 6-631,-3 8 668,-1 11 1,0 9-1,1 5 1,5 0 0,5-1 224,4 1 0,5-5 1,-4-3-1,1-5 90,0-3 1,-2-9-97,6-8 0,-4-5-1244,8-7 1024,2-6 0,-25 1 0,0-1 1,0-2-1,-1 0 0,-1-2 1,-2-2-1,-1-1 0,-2-2-63,-2-2 1,-1-1 42,1 0 1,0-2 0,-4-3-1,-2-1 1,3 0 0,-2 0-1,-1-1 1,-1 0 0,-3 0-1,-2 0 65,-2 0 1,-2-1 0,-1 1-1,-4-2 1,-4-2 0,-3-1-1,-2 0 1,-3-1 113,-3 0 0,-3 0 1,-3 2-1,-3 2-169,-6 1 1,-3 2 0,-3-2-1,-1 1-111,-4 0 1,-2 0 107,-4-5 0,0 0 0,5 7 1,-1 2-1,-5-3 0,-2 1 0,-1 3 1,-2 4-1,-3 3 0,-1 2 143,-4 2 0,-2 3-30,-3 5 0,-1 3 0,3 0 1,0 4-1,-4 4 0,0 5 1,-2 2-1,0 4 0,1 3 1,0 4 968,1 2 1,2 3-699,3 4 0,4 3 0,9-1 0,4 2 1,6 0-1,5 2-433,5-2 1,6 1 0,5 32 55,31-5 0,22-40 0,22-8 0,10-2 0,-2 0 0,-7 0 0,-1 0 0,1 0 0,0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6.152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13906 7605 7952,'-16'0'512,"-1"0"1,1-4 1994,3 0-21,7 0-2004,0 4 0,6 1 1,0 3-1,2 3 1,3 3 1111,7 2-1132,1-2 0,10 9 0,-3-4 0,4 3 0,0-1 1742,1 1-1860,5 4 1,-4-7 0,1 4 0,-3 0 0,-5-1 225,-2 0 0,0 2 1,-5-3-1,0-2-249,1-1 0,-6-2-214,-3 0 1,1 1 0,-1-1-1,-1 0 29,-2 0 1,-1-3-269,0-1 0,-4-4 1,-1 3-758,-2-2 1058,4-1 1,-2-5 0,5-4 61,0-8 1,1-6-209,3-10 0,4-3-281,9-9 214,2-3 0,1-11 0,1-1 1,2-1-1,2 0-119,-1 3-596,4 6 0,-15 7 1,3 9-1,-6 8 1,-3 6-2729,-1 4 1957,3 8 1,-6 0-1,4 7-4268,-2 4 5798,-1 1 0,-9 12 0,-2 1 0</inkml:trace>
  <inkml:trace contextRef="#ctx0" brushRef="#br0" timeOffset="1">14238 7962 7952,'-8'0'1097,"0"0"1,4 0 1569,-4 0-1821,5 0 0,-3 1 0,6 5 509,0 6 1,0 3-857,0 10 0,0-2 0,0 10 1,0 3 450,0 3 0,-1 4-735,-3 2 1,3-3 0,-4-6 0,3-4-517,-2-3 1,2-4-1450,-2-5-3391,3-2 778,1-11 4363,0-13 0,8-35 0,6-19 0,-1-7 0,1 0 0</inkml:trace>
  <inkml:trace contextRef="#ctx0" brushRef="#br0" timeOffset="2">13844 7359 7936,'-12'0'1106,"0"0"1584,0 6 679,-1-5-839,6 4-1081,2-5-161,5 0-1012,0 0 1,5-4 0,4-1 0,3-3-1,3-5 84,1-2 0,6-7 0,-1 2 1,3-5-255,5-3 1,3-5-107,4-8 0,1 1 0,0-4 0,0 2-268,0 2 0,-3 2-158,-5 1 1,-6 10 183,-10 2 97,-7 9 0,0-2 0,-7 7 231,-4 3 0,3 2 0,-7 6 761,0 0-732,3 0 0,0 0-236,2 0 0,2 2 176,-2 2 0,3 3 0,1 5 1,1 0 59,3 1 0,-1 3-64,5 0 0,0 5 0,5-3 1,-1-1 12,0 1 0,1-1-280,-1-5 1,0 0-1,0 1 1,1-3-479,-1-1 0,-4 0-553,0-5 1,-3 2-2135,3-2 438,-6 3 2943,4 0 0,-6 4 0,0-5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6.15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28612 16010 8036,'-12'0'222,"-1"0"-203,6 0-251,-3 0 229,8 0 0,-5 0 0,5-1 859,-3-3-573,1 3 1,3-5-8,-3 6 27,3 0 110,-5-5-111,6 3 380,0-9 64,-5 10 1,3-6 404,-2 3 0,1 3 1,1-5 537,-2 1-1089,-1 3-375,5-3-102,-5 10 0,4-2 0,-3 5 1,2 3-1,2 3-44,0 2 0,0 6 0,0-1 0,0 2-185,0 2 1,0-5-39,0 1 0,0-1 24,0 5 78,0-1 1,0-3-1,-1-2 1,-2 0 0,-1-1 27,1 0 0,0-3 0,1-6 31,-2-1 82,0-5 1,-1 1 0,1-9-57,2-8 1,0 0-97,2-8 1,0 1-266,0-5 176,6-5 1,-4 3 0,7-6 0,-1 0 0,0 0-59,0 0 0,-1 6 0,3-2 1,-2 5 259,1 3 1,-2-1-84,1 6 1,-3 0 226,3 3-160,0-4 1,0 7 0,0-2 0,2 1-1,1 1 62,1 2 1,1-3 0,-1 4-299,0 0 0,0 2-273,1 5 280,-1 0 156,0 0 1,-1 5 0,-1 4 0,-3 3 0,-2 4 73,-2 5 0,2 2 519,-1 2-335,1 5 0,-5-3 0,0 4 0,0 0 0,0-4 29,0-1 0,0-1 0,0-1 1,0-1-459,0-2 0,0 1-332,0-6-616,0 1 565,0-5 0,1 0 0,2 0 0,1 1-1431,-1-1 0,-1 0 1048,2 1 575,-2-1 391,3-5 0,28-40 0,8-15 0</inkml:trace>
  <inkml:trace contextRef="#ctx0" brushRef="#br0" timeOffset="1">29227 15924 8096,'-12'0'95,"0"0"1,3-1 142,1-3 0,4 2 2788,-4-2-1632,5 3-1031,-2 1 0,5 1 1,1 3-1,3 5 1,4 2 352,3 1 1,3 2 0,2 1 0,4 2 19,-1 2 0,4 2-524,-3 4 0,-2-1 1,-1 1-1,-2-1-201,1 1 1,-4-2 17,1-2 1,-2 1-1118,-7-6 269,5 0 1,-7-3-1,2-1 1,-1-1-1856,1-3 0,-3-4 2674,3-8 0,-8-35 0,-3-15 0</inkml:trace>
  <inkml:trace contextRef="#ctx0" brushRef="#br0" timeOffset="2">29498 15850 8096,'-11'2'140,"3"2"1,-3 3 301,3 5 1,-3 2 47,-2 2 0,-4 5 15,-4 7-328,-2 4 0,-2 6 0,-1 2 0,-1 2 0,-2 0 37,2 1 1,6-8 0,5-7-1,4-6-532,3-6-594,-1-2 912,8-7 0,24-7 0,12-7 0</inkml:trace>
  <inkml:trace contextRef="#ctx0" brushRef="#br0" timeOffset="3">29744 16072 7932,'-5'-7'351,"-1"0"1767,-2 3-1592,2 3 1,5-3 70,-3 8-357,3 3 0,-5 5 0,6 2 0,0 2 0,0 6 140,0 5 1,0-1-1,2 4 1,0 0 14,2 3 0,0 3-265,-4 1 1,0 0 0,0-1 0,0 0-48,0-3 0,0 5-17,0-5 0,0 4-57,0-8-102,0-1 1,0-3 0,0-2 0,0-2 0,0-5-796,0-2 713,0-7 1,0-5 320,0-10 1,-1-6-218,-3-10 80,3-1 0,-9-4 0,6-1 0,0-2 0,0-5 233,0-3 1,0-1 0,2 4 0,-1 0 242,-1 0 0,0 2 65,4 2 1,2-7 33,2 3-371,-3-2 1,9 6 0,-5 0 0,2-1 0,3 0-39,0 1 1,4-1 0,1 5-1,3 2-100,1 1 1,2 2-57,3 4 1,-1-2 2,-2 6 35,2-1 0,-4 9 1,6 1-1,-2 2 0,-2 2-140,-5 2 0,-2 1 0,0 1 0,-1 3-270,-1 4 0,4 3 57,-8 1 1,-1 2 0,1 1-1,0 3-169,-1 1 0,-2-2 329,-5 3 1,0-4 0,0 5 0,0-1-126,0 0 0,0-1 143,0-3 1,-1 2 0,-3 4 0,-6-3-91,-5-1 0,-1 2 220,-9-3 0,2 3-114,-10-3 171,0 4 1,-8-7 0,0 1 0,2-4 0,0-3 497,2 2-615,6-5 0,1 5 0,7-6 0,2-1 0,6-1-1179,5 3-523,0-4 0,14 3 1750,0-8 0,33-14 0,9-8 0</inkml:trace>
  <inkml:trace contextRef="#ctx0" brushRef="#br0" timeOffset="4">30581 15727 8096,'-6'-7'0,"1"-3"1031,-3 1 1154,-3-2-1348,9-1 1,-3 7-367,5 5 0,1 9 0,2 9 1,1 1 385,-1 3 1,-2 3-535,-1 3 0,2 0 1,0 3-1,3-1-37,-3-2 0,0 2-529,-2-2 0,0 1 286,0-4-571,0-1 0,0 1 1,0 0-1,0-2 0,0-3-3072,0-3 2530,0 2 0,0-4 1070,0 5 0,-6-10 0,-1 1 0</inkml:trace>
  <inkml:trace contextRef="#ctx0" brushRef="#br0" timeOffset="5">30396 16047 8407,'-5'-12'741,"3"4"97,-2 0 0,3 3 334,1-3 0,7 1 1,4-2-1,5 1 84,3-2 0,3 3-888,7-1 0,-2 1 0,5-2 1,-2 2-720,-3 1 1,-2 2-397,-5 4-90,4 0 281,-11 0 1,4 6 0,-9 2 0,-4 3 555,-3 1 0,-12 11 0,-2 3 0</inkml:trace>
  <inkml:trace contextRef="#ctx0" brushRef="#br0" timeOffset="6">30901 15666 8078,'0'-13'655,"0"1"1033,-6 5-458,5-4-498,-4 10-557,5-4 0,0 10 0,0 5 0,0 5 0,1 5 432,3 3 1,-1 7 0,4 5 0,-2 3 345,-2 3 1,2 4-807,-1-4 1,0 4 0,-2-4 0,1-1-453,1-2 0,0-2 125,-4-3 0,0-3 0,0-7 0,0-3-2206,0-3-277,0 2 1632,5-11-335,-3 3 1366,3-11 0,1-27 0,0-7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6.162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25781 10190 8113,'-6'-6'-184,"-4"3"-275,6-5 820,-6 0 1,5-4-1,-3-1 1,4 1 666,2 0 1,-2-5-599,0 1 1,-4-2 0,2 3 0,1-3 140,-1-1 0,-3 4-135,1-1 1,-3-2-202,-2 2 1,-3-1 0,-2 5-1,0-1 160,1 1 0,-9 5-136,1 3 0,-6 4-167,2 4 0,-7 5 1,-1 7-1,-6 6-169,-5 5 0,-5 5 65,-1 5 1,-3 1 6,3 3 1,5-1 0,5 5 0,3 1-208,6 2 0,5 1-62,9 0 1,4 1 258,4-1 0,6-1 0,2-2 1,1-2 233,0-2 0,0 1-79,4-2 1,5 1-110,3 3 1,5-2-1,3-6 1,5-2 6,2-2 0,3-4-138,2-9 1,4-3 77,5-9 1,5 1 0,3-5 0,3-1-97,1-1 1,1-8 33,-1-2 1,-1-4 84,-3-5 1,-3 2 0,-6-5 0,-2-2 414,-1-1 0,-2-2-133,2 0 0,1-3-103,-5-1 1,4-4 0,-5 3 0,0 0 189,-2 0 0,-3-8-172,-2 1 0,-2 0-84,-3 0 0,-4 3 1,2-9-1,-4 2-13,-1 0 1,-3-4 42,-2 4 0,-3 0 47,-1 4 1,-1 2 0,-3 2 0,-5 4 146,-1 3 1,-8 5-150,-3 1 0,-3 5-35,-5-1 0,-3 2 0,-4 2 0,-1-1 127,0 1 0,-3-4-76,3-1 1,-2 5-121,6 4 0,-1 1 0,-1-3 0,4 3-42,1 2 0,-4 1 29,1 4 0,-3 1-117,-1 3 1,-4-1 0,2 4-1,2 0-111,3 0 0,5 2-173,-4 7 0,6 0 173,-2 4 0,7-4 0,3 5 0,1 1-284,3 1 0,-3 6 156,2 0 0,0 5 75,3-1 1,1 2 0,0 5 0,-1 2-78,1 3 0,0 6 154,-1-6 0,5 3 101,0 1 1,5 0 0,-1-1 0,3-3 61,1-4 0,1-2 58,3-3 1,3 1-93,5 0 1,5-5 0,1-4 0,1-3 29,3-4 1,1 0-34,1-4 0,1-2-45,0-7 1,1 3 0,4-3 0,5 2-79,5-2 1,5-2 34,-4-6 1,6 0 108,-2 0 0,-3-6 1,-1-4-1,-3-3 257,-1-4 0,-5-3-110,-4 3 0,3-4-37,-3 0 1,1-4 0,-3-2 0,3-3 202,3-1 0,7-1-187,-2-1 0,2-2-253,-6 2 0,1-3 0,-1-1 1,-5 1-59,-7-1 0,0 0 253,-9 0 0,3-4-11,-7 0 1,-2-3 0,-2 6 0,-3 2 380,-1 1 0,-1 5-150,-3 1 1,-3 4-137,-5 5 0,-2 2 0,-2 6 0,-5-1 56,-2 1 1,-3 0-186,-3-1 1,2 0-48,-6-4 1,4 2 0,-2-7 0,1-2-175,2-4 0,3 0-21,0 3 1,4 0 53,1 1 1,1 1 0,-2 2 0,3 6-80,1 6 0,2 3 52,-6 6 1,-1 1 103,-6 4 0,2 7 1,-6 8-1,-1 4 41,-4 0 0,-6-1-5,2-2 0,0 1 116,4-6 1,1 1 0,2-4 0,2 2 60,2 2 1,3 1-196,7-2 1,-2 3 32,5 6 0,-5 5 0,2 3 1,-2 4-16,1 4 1,-3 2-6,-1 7 0,1 1-69,-5-1 0,4 0 0,3-10 0,3-3-684,2-3 0,4-8-74,5-1-211,5-1 0,7-10 0,10 1 0,4-5 1080,4-6 0,17-47 0,-16 16 0,-1 0 0</inkml:trace>
  <inkml:trace contextRef="#ctx0" brushRef="#br0" timeOffset="1">10374 12072 7960,'-12'-5'0,"4"2"537,-1-5 0,7 4 2160,-2-4-1246,-3-1-774,5 3 290,-3 0 1,6 2 872,3 0-1158,-2 0-557,3 9 0,-3-2 0,0 5 0,2 3 0,-1 4-3,-1 6 1,-2 2-1,0 2 1,0 1-177,0 2 0,0-2-330,0 3 1,0 1 164,0-1-322,0 0 1,0-9-1,0-1 1,0-1-1768,0-3 660,0-7 640,0-2 1,1-8 1007,3-2 0,8-35 0,7-15 0</inkml:trace>
  <inkml:trace contextRef="#ctx0" brushRef="#br0" timeOffset="2">10300 12651 7960,'-12'-6'-864,"5"4"993,3-7 1,1 5 46,-1-4 1,3 4 110,-3-4 6,2 5 0,2-8 0,0 3 373,0-3 0,0 3 0,0 0 977,0-2-541,0 4-654,0-4 0,0 10-223,0 0 1,0 10-163,0 11 0,4 2 0,1 2 1,-3-1-156,0 1 0,-2 0-375,0-1 0,1-3-1342,3-1 1112,-2-5 1,4 2 696,-2-9 0,9-41 0,6-15 0</inkml:trace>
  <inkml:trace contextRef="#ctx0" brushRef="#br0" timeOffset="3">8971 13008 7960,'-7'-6'2210,"2"5"-760,5-5-556,-6 1-36,5 4-594,-4-5 1,5 12-1,0 2 1,0 3 0,0 2 36,0 4 1,0 6 0,0 7-1,0 2-118,0 2 0,0 1-276,0 2 1,0-1-1155,0-3 843,0 2 1,0-9 0,0 1 0,0-3 0,0-5-1476,0-1 1,1 1 1878,3-7 0,-3-8 0,5-11 0</inkml:trace>
  <inkml:trace contextRef="#ctx0" brushRef="#br0" timeOffset="4">8750 13758 7960,'-8'-4'1002,"-1"0"-190,7 0-265,-9 4 0,9 1 0,-3 3 378,-1 5-1139,5 2 0,-5 1-89,6 0 1,2 1 302,2-1 0,8 0 0,7 0 0</inkml:trace>
  <inkml:trace contextRef="#ctx0" brushRef="#br0" timeOffset="5">7704 14128 7937,'0'-13'0,"-4"5"588,-1 0 0,0 5 90,1-1 653,3 3 1,-6 1-612,3 0 0,2 1-376,-2 3-210,3 3 0,5 9 0,0 2 0,-1 1 0,-2 3-39,-1 1 0,0 3 1,0 2-1,0 0-571,0 0 1,0 2-447,0-1 1,0 5 401,0-1-334,0-3 1,0 4 0,0-5-1,0-2 854,0-1 0,11-18 0,3-4 0</inkml:trace>
  <inkml:trace contextRef="#ctx0" brushRef="#br0" timeOffset="6">7925 14669 7925,'-5'-12'28,"3"-1"157,-2 1 0,3 4 205,1 0 0,-4 4-290,0-5 1,0 5-57,4-4 194,0 5 0,0-4 399,0 3-176,0 3 314,0-10-284,0 10-228,0-5 40,0 6 87,0 0 0,0 6 0,0 3 1,0 8 580,0 7-896,0 6 1,-2 13-1,-1 3 1,-2 8-1,0 7-51,-1 7 1,2-30-1,0 1 89,2 0 0,0 0-266,-1-2 1,2-2-1,1 31 1,0-10-1,0-8 1,0-10-2048,0-8 1231,0-15 1,-2-4 968,-2-11 0,-19-43 0,-10-12 0</inkml:trace>
  <inkml:trace contextRef="#ctx0" brushRef="#br0" timeOffset="7">6916 15087 7948,'-4'-8'0,"0"0"0,-2 1 690,2-1 0,3 1 556,-3 3-158,2 3-900,2-5 0,0 12 0,0 3 1,0 5-1,0 4 26,0 1 0,0 1-586,0 5-101,6 0 0,-3-6 0,4-3 473,-2-2 0,10-13 0,-1-2 0</inkml:trace>
  <inkml:trace contextRef="#ctx0" brushRef="#br0" timeOffset="8">6252 15764 7933,'-13'6'620,"2"-4"-218,3 7-316,3-1-86,5 4 0,5-5 0,2-2 0</inkml:trace>
  <inkml:trace contextRef="#ctx0" brushRef="#br0" timeOffset="9">5575 16367 7933,'-13'0'2351,"1"0"-1999,0 6 1,5-4-159,3 7 1,2 0-26,2 8 0,0 3 0,0 9 0,0 4 356,0 2 1,0 8-230,0 2 0,-5 3-203,-3 1 0,1-5 0,0-3 0,0-4 40,0-5 1,5-6-490,-2-5-924,2-6 897,8 3 1,-4-12 0,7-1 382,0-4 0,13-28 0,4-8 0</inkml:trace>
  <inkml:trace contextRef="#ctx0" brushRef="#br0" timeOffset="10">4270 17216 7678,'-5'13'-497,"2"-2"1718,-5-3-787,5-3 1,-2-6 228,5-3-382,0 2 1,0-8 0,0 1-1,0-2 1045,0-1-1255,0 5 0,0 3-217,0 8 0,0 3 1,0 5-1,0 1-505,0-1 1,0 0-934,0 1 1584,0-7 0,16 33 0,5 2 0</inkml:trace>
  <inkml:trace contextRef="#ctx0" brushRef="#br0" timeOffset="11">12269 12282 7815,'-12'-6'0,"0"-1"870,-1-5 0,1 5 1,0 3-1,-1 3 1496,1 1 0,4 0-447,0 0 0,1 1-689,-1 3 0,2-1 581,6 5-1190,0-5 0,2 4 1211,2-3-1467,3-3 0,5 5 0,2-6 0,1 0-365,1 0 0,4 0 0,-3 0 0,5 0 0,-2 0 0,4 0 0,-4-2 0,1-1 0,-1-1 0,1 2 0,-1 0 0,-5-3 0,4 3 0,-4-3 0,2 1-1113,-2 0 755,-7 0 245,-3 4 44,-16 0 1,5 1-115,-7 3-110,1-2 5,11 3 0,-5-6-55,6-3 1,-1-2-1,-2-4-38,-1 2 470,0 0-95,-2-4 1,0-1-1,-7 1-409,1 0 1,0 5 117,-1 3 0,1-2-585,0 2 620,-1 0 0,1 0 0,0 0 0,-2 1 0,-1 2-41,-1 1 1,-2 0-1,3 0 1,-3 0 102,-1 0 0,3 1 257,-5 3 1,5 3 6,-5 6-85,6-1 1,-7 2-1,6 2 1,-1 4-1,1 4-287,0 0 1,-1 2-209,5 3 481,5 2 1,-3 6-1,6 2 1,2 0-1,0 2 52,2-1 1,2 1-1,0-3 1,4-2 629,1-1 0,5-5-337,4-1 0,6-8 760,-1-5-618,2-2 1,3-7-1,3-5 1,4-4 0,3-9 1472,5-8-1469,3-7 0,5-7 1,-2 0-1,-6 1 0,-8 4-548,-6 3 1,-8 13-813,-2 0 55,-4 7 0,-4 0 1,-1 6 848,1 3 0,8 9 0,2 6 0</inkml:trace>
  <inkml:trace contextRef="#ctx0" brushRef="#br0" timeOffset="12">12897 12614 7827,'-12'0'1190,"-1"0"1,1 0-365,0 0 1,5 1 715,3 3 0,2 7-1115,2 6 0,-4 5 1,0-3-1,1 3 178,2 2 0,2-2-324,4 7 0,-3-5 932,6-3-750,1 2 1,-1-9 0,1 1 0,4-4-1,2-4 251,0-2 0,4-1 0,0-4 0,2-1-221,-1-3 0,1-2-275,3-2 0,-5-7-1551,-2 3 0,-4-3 0,-2 1 1,-1-1 1332,-2-1 0,-16-12 0,0 2 0</inkml:trace>
  <inkml:trace contextRef="#ctx0" brushRef="#br0" timeOffset="13">12897 12392 7827,'-12'-1'0,"-1"-3"0,1 1 0,0-5 0,-1 5 7182,1-1-5157,5 3 0,4-3-2025,12 0 0,21-12 0,15 3 0</inkml:trace>
  <inkml:trace contextRef="#ctx0" brushRef="#br0" timeOffset="14">13931 12478 7828,'-17'0'107,"1"0"1,-1 0 148,5 0 0,0 0 1086,-1 0 564,1 0 286,5 6-1275,2-5-269,16-6 0,-7-3 0,8-10 0,1 1 532,2 1 0,-2-4-699,4 3 1,0-5 211,0 2-590,5-3 1,-3 2 0,5 2-1,0 1 1,-2 3-128,-2 1-57,1 2 0,2 5 0,-3 3 0,-3 3 0,-2 2-690,1 3 0,-3 4-201,-1 9 750,0-3 0,-6 5 0,3-4 1,-1 2-1,2 1-247,1 0 1,-3-3 488,0-7 0,1 3 1,3-4-1,0 1-79,0 0 128,1-5 0,-1 4 1,0-4-1,1 1 52,-1-1 1,0-2-64,1-1 218,-1 0-230,0 0 0,0 0 1,-1-1-1,-1-2 1,-2-3 157,2 0 1,-3 1-1,-1-3 3,0-1 0,-2 2-170,-4-1 0,1 1 0,2-3 0,1 2-49,-1-2-234,-2 0 0,1-3-137,2 1 1,-3 4-507,3-1 704,-2 7 0,-4-4 42,-2 6 65,3 0 1,-6 0-1,3 0 8,-4 0 0,1 2 0,0 2 59,2 4 0,-4 3 16,5 1 0,-4 1-75,4-1 84,-6 0 0,8 5 0,-5-1 1,0-1-1,1 0 80,1 1 1,-5-2 0,4 3 0,-3-4-52,1-1 0,4-1 1,-4-2-31,0 2 1,-5-9 0,1 5-29,0-1 0,1-4 21,3-6 1,-2 2-12,6-7 1,-2 1-1,4-4 1,-4-2 65,-1-2 1,3 2 12,-4-2 0,5 1 84,-1-2-119,-3 4 0,5-7 0,-5 5 0,0-1 0,2 1 75,-1 1 0,-2 2 0,2 1 0,1 1-61,-1 2 1,-2 4-63,4-4 0,-5 4-48,0-4 22,-2 5 0,-1-3 70,0 6-169,0 0 0,-1 0 1,0 0-1,-2 2-90,-2 2 0,1-1 1,3 5-1,1 1-33,0 2 1,-1 2 91,1-1 0,0 0 1,0 2-1,-1 2 115,1 5 1,-4 2 33,-1 2 1,-3-1 0,3 1-1,2-1 120,1 1 1,2-2-92,0-2 96,5-3-133,2-12 1,5-3-11,0-11 1,4-2 0,1-9 0,2 0 17,3 0 1,0-2 61,3-3 1,-1 1 0,0 1 0,1 3 102,-1 1 1,0-3 65,1 5 1,-1 0 0,0 3 0,1 1 79,-1 0 1,-4 3-236,0 1 1,0 5-1,5-1 1,-1 4 5,0 4 0,-3 3-275,-1 6 1,0-1-125,4 0 273,1 1 1,-1 3 0,0 0 0,1-1 0,-1-1 189,0-2 1,0 1-1,1-1 1,-1 0 246,0 1 1,1-1 29,-1 0-288,0 0 0,1-3 0,-1-1 0,0 1 0,-1 2 16,-3 2 1,3-5-12,-3 0-106,3-5 0,2 6 1,-1-4-1,0-3 0,1 0 77,-1-2 0,2 0 0,1 0 0,1-2 241,-1-2 0,4-3-54,2-5 1,-2 0-1,0-2 1,0-1 341,0-1 0,-4-5-367,2 5 1,-5-1-958,-4 5-2422,-2 0 3122,-6 5 0,-17 18 0,-3 9 0</inkml:trace>
  <inkml:trace contextRef="#ctx0" brushRef="#br0" timeOffset="15">15752 11986 7747,'-4'-8'162,"0"0"1,-2 0-49,2-5 1151,-3 6 1,-9 2-699,0 5 1,-6 1 0,1 5 0,-2 5 175,-2 4 0,-3 7-304,-1-2 0,1 3-230,8 2 1,-3 0 0,4-1 0,-1 0 136,4-4 0,6 2-37,2-6 0,6 5-45,-3-5 0,5 1 0,5-5 0,4-1-137,6-3 1,0 2 32,6-6 1,-1 0-92,5-4 0,1 0 0,1 0 0,2-1-106,-2-4 1,-5 4-88,-1-3 1,-6-2-17,1 2 1,-6 0 0,-5 4 157,-4 0 0,-3 0 223,-11 0 1,-4 0-355,-4 0 0,-3 2 1,-4 2-1,-2 4-275,-1 3 0,-2 3 258,-4 2 0,5 3 94,4 6 0,-2 3 0,1 3 0,3 0 20,4 3 1,4-2-101,6 0 0,5-4 289,3 0-139,3-2 0,2-6 1,5-4-1,4-2 1,8-3 963,5-3 0,1 1-196,9-4-340,-1-1 0,11-10 0,2-3 0,3-5 0,0-4 1160,-3-1 0,-4 5-654,-8 2-1686,-3 0 0,-11 10 0,-3-2 1,-2 4 717,-2 4 0,-16 14 0,-4 8 0</inkml:trace>
  <inkml:trace contextRef="#ctx0" brushRef="#br0" timeOffset="16">25055 11088 8031,'0'-7'-295,"0"-4"0,0 8 389,0-5 1,0 4 102,0-4 1,0 0-1,0-5 158,0 1 1,0 4-108,0 0 0,-4 4 438,0-5-344,0 1 0,4 0 0,0 0 1366,0-2-1210,0 5 642,0-1-407,0 6 1,0 2-298,0 2-347,0 8 0,-1 3 0,-2 6 0,-1 2 0,1 3 98,2 2 0,-3 7-193,0-3 33,0 4 0,-1 2 0,1 2 1,2 2-1,0 1-95,2-1 0,0 2-129,0-7 221,0 2 0,0-13 0,0 3 0,0-1 0,0-1 114,0 2 0,0-1 49,0-3-103,0 0 1,-1 0-1,-2 3 1,-1 1-1,0-1 76,-2 2 1,5-4-16,-3 3-229,3 2 0,1-5 1,0 3-1,0-4 0,1-3-100,3-2 0,-3 1 208,4 3-71,1-5 1,-4 3 0,2-5 0,-3-1 0,-1 2-51,0 2 1,0-2-57,0-1 162,0 2 1,0-4 0,0 5 0,0 1 0,0-1 59,0 1 0,-4-1 236,0 5-289,0 0 0,4 3 1,-1 1-1,-2-2 0,-1-1-58,1-1 0,2-2 77,1-2-58,0 2 0,0-9 0,0 2 0,0-1 0,0 0-36,0 2 0,0-1 37,0-4 9,0 1 0,0 3 1,0 0-1,0 1 1,0-1 17,0 1 0,0 4-269,0 0 256,-6 2 1,5 2 0,-3 1 0,1 1-1,0 2 9,-1-2 1,0 3 47,4-1 1,-4-2-1,0-5 1,1-1 106,2 1 0,1-1-141,0 0 1,0 1-39,0-6 0,0 5 0,0-3 0,0-1-79,0 1 1,0 3 32,0-5 0,0 2 1,0-3-1,0 3 6,0 1 0,0-4 30,0 1 0,0 2 1,0-2 1,0 6-1,0-3 1,-2 2-87,-2-1 0,3 0 260,-3 0 0,2 3-71,2-2 0,0-2 0,0 0 1,0 0 173,0 0 0,-4 1-13,0 0 1,0 2-137,4-6 0,0 2 1,0-1-1,0 3 23,0 3 0,0-2-158,0-1 1,0 1-85,0 3 1,0 5 0,0 0-1,0 0-132,0 1 0,0-4 193,0 2 0,-4 2 57,0-1 0,0 0 1,2-4-1,0-1 129,-2 1 1,-1 3-184,5 1 1,0 1-47,0-1 1,-4 1-1,0 4 1,2-1 20,0 1 0,2-4 19,0-1 0,0 1 14,0-1 0,0 0 0,0-5 0,0 1-136,0-1 0,0 1-93,0 0 1,0-1 92,0 1 0,0 4 1,-1 1-1,-2 1-28,-1 3 0,0 3 104,4 4 0,0-3 79,0 3 1,0-2-1,-2-2 1,0-2 177,-2-2 1,0-3-14,4-5 1,0-1-132,0 1 0,0-2 1,0-1-1,0-3-402,0-1 1,1 0 5,3-2 1,-3-1 160,3 6 0,-2-5 0,-2 5 0,0 1-245,0 1 0,0 4 83,0-2 1,0 1-232,0-10 0,-4 1 626,0-5 0,-17-33 0,1-7 0</inkml:trace>
  <inkml:trace contextRef="#ctx0" brushRef="#br0" timeOffset="17">27234 13918 7968,'-9'0'-124,"1"0"1,0 0 81,-4 0 1,4 0 868,-1 0 1,5 0 44,-4 0 335,5 0 1,-2 0-370,5 0 915,0 0-1145,0-5 1,4-2-314,0-5 0,4-1 240,-4 1-420,6-6 1,-7-1-1,5-7 1,0-4-1,0-7 502,0-7-664,1-9 1,2-7 0,-2-7 0,-5 32-1,-1 0 1,0-1 0,1 0-100,-1-1 0,1 1 0,-3 0 1,0 1-1,3-25 0,-2 3-444,-2 3 0,-2 5-521,-2 4 0,2 12 0,-7 11-2590,0 7 3701,3 0 0,-15 30 0,0 0 0</inkml:trace>
  <inkml:trace contextRef="#ctx0" brushRef="#br0" timeOffset="18">27086 13057 7968,'-12'5'2598,"5"-3"-536,1 9-1506,6-10 1,2 3-67,2-8 1,-1-4 0,5-10 0,3-5 229,4-5 1,-2-7-417,4-2 0,1 0-263,-2-4 53,6-3 0,-7 7 0,4 2 1,-1 9-1,-3 9-178,-1 8 0,-2 12 100,0 13-252,0 9 0,-5 21 1,-3 5-1,-1 2 1,0 2-1540,1-3 1,0-9 1774,-4-6 0,6-22 0,0-11 0</inkml:trace>
  <inkml:trace contextRef="#ctx0" brushRef="#br0" timeOffset="19">21400 14472 7968,'-12'-1'1198,"0"-3"585,0 2-215,-1-3 1,2-1-980,3-2 0,3-4 0,5-5 1,1-4 34,3-7 0,3-10-392,5-11 1,2-7-462,2-10 1,-8 30-1,-1-2 1,3-3 0,0 0-1,-1-1 1,-1 1-239,0-1 0,-1 2 0,2 3 0,0 1-212,8-25 679,-1 10 0,-9 14 0,-2 7 0</inkml:trace>
  <inkml:trace contextRef="#ctx0" brushRef="#br0" timeOffset="20">21327 13795 16818,'1'-18'588,"3"-2"1,3-10-515,5-7 1,6-11 21,3-9 1,6-2-256,2 1 0,1 6 0,-3 13 0,2 11-239,-2 13 1,-6 22 340,-5 18 0,-8 21-50,-4 20 47,-3-31 0,0 1 0,-1 32 1,0-3-1,0-8 0,0-9-847,0-10 0,1-9 907,3-13 0,14-48 0,8-23 0</inkml:trace>
  <inkml:trace contextRef="#ctx0" brushRef="#br0" timeOffset="21">20047 15789 7968,'-8'7'1331,"-1"-3"1,5-3-681,-4-1 1,5-7 163,-1-5 0,3-7 142,1-10-788,5-8 0,2-12 1,5-10-1,1-5 1,-7 29-1,0-1 72,0-2 1,0-1-242,1-3 1,-1-2 0,-2 0 0,0-1 0,0-1 0,0 1-1,1 0 1,0 2 0,0 3 0,-1 1-776,0 2 0,0 1 0,3-28 34,-3 11 1,-2 10-1,2 15 1,-3 3-2504,-1 5 3244,0 2 0,6 22 0,1 4 0</inkml:trace>
  <inkml:trace contextRef="#ctx0" brushRef="#br0" timeOffset="22">20071 14841 7968,'-8'-4'-516,"0"0"516,5 0 0,-8-1 0,9 3 2108,-7-2 1,7 1-844,-2-1 1,2 1-707,2-5 0,2 0-166,2-4 0,-2-2 0,8-4 0,2-6 115,3-8 0,7-9-559,-1-4 1,2-1-790,2 0 835,-6 4 1,3 16-1,-6 7 1,-1 9-1,-1 13-355,-2 12 1,-5 17 119,-3 17-132,-3 6 0,-1 5 1,0-4-1,2-7 372,2-7 0,14-25 0,8-8 0</inkml:trace>
  <inkml:trace contextRef="#ctx0" brushRef="#br0" timeOffset="23">23886 16847 7909,'-5'-12'1035,"2"-2"228,-5-2 1,5-6-581,-1-11 1,3-5-1,1-14 1,0-4 40,0-6 1,2 26 0,0-2-543,0 2 1,0-1 0,2-2-1,2 0-1423,-2 0 1,0 0 1059,1-2 1,1 1-1,-1 0 1,1-1 0,-1 3-1,-1 1 1,3-27 0,-2 15-2436,-2 13 1227,-1 20 1,-7 10 1388,1 14 0,-16 36 0,-1 10 0</inkml:trace>
  <inkml:trace contextRef="#ctx0" brushRef="#br0" timeOffset="24">23788 16146 7909,'-7'0'2952,"2"0"-2133,-1 0 697,5 0-780,-5 0-359,6-6 1,2-1 0,0-6 0,4-5 0,1-5 85,2-5 0,2-10-123,2 1-405,-1-8 1,4 1 0,2-4-1,1 3 1,3 6-95,1 4 1,-2 12 0,-2 11 0,0 11-267,0 12 1,-4 12 167,2 22 1,-9 1 45,-4 12 0,-3-1 0,-1 3 1,0-2-428,0-5 0,0-8-223,0-4 0,0-9 861,0-8 0,-11-43 0,-2-16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playlist?list=PLmtbsGjqSdcbF261LACoVqibOFCGQT3GI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5.xml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40.svg"/><Relationship Id="rId4" Type="http://schemas.openxmlformats.org/officeDocument/2006/relationships/image" Target="../media/image20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Degrees of Freedom and MLR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4614-C873-D273-84C3-A30AB799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9246A-DCE4-A85F-53B8-537DCE151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Quiz Review</a:t>
            </a:r>
          </a:p>
          <a:p>
            <a:r>
              <a:rPr lang="en-US"/>
              <a:t>Lab 1400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E6296-2EC9-4464-8983-2E43DF82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55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5F56-CE10-31EA-09BF-8882CF03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29452-E667-7C57-E02E-229B97D8F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ISLP: Chapter 3</a:t>
            </a:r>
          </a:p>
          <a:p>
            <a:endParaRPr lang="en-US"/>
          </a:p>
          <a:p>
            <a:r>
              <a:rPr lang="en-US"/>
              <a:t>Degrees of Freedom aka The Geometry of Statistics by Sam Levey</a:t>
            </a:r>
          </a:p>
          <a:p>
            <a:pPr marL="457200" lvl="1" indent="0">
              <a:buNone/>
            </a:pPr>
            <a:r>
              <a:rPr lang="en-US"/>
              <a:t>Playlist ID: </a:t>
            </a:r>
            <a:r>
              <a:rPr lang="en-US">
                <a:hlinkClick r:id="rId2"/>
              </a:rPr>
              <a:t>https://www.youtube.com/playlist?list=PLmtbsGjqSdcbF261LACoVqibOFCGQT3GI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FC786-F85F-38B0-1D29-44393126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41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5DD1-1283-E5F6-D08C-F36170E0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Recap: What Did We Learn Yesterday?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B7E05-2A75-7C55-5B26-F9F2120B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11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30735-9442-B26C-A211-3661382EC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CC9F-1D10-F3C7-DE0E-5BE012F9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 as a Projection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643D8-ECD8-C54E-0183-A14CF393E5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Thus, we need an </a:t>
                </a:r>
                <a:r>
                  <a:rPr lang="en-US" i="1"/>
                  <a:t>Orthogonal Projection </a:t>
                </a:r>
                <a:r>
                  <a:rPr lang="en-US"/>
                  <a:t>to get us to our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i="1"/>
                  <a:t> </a:t>
                </a:r>
                <a:r>
                  <a:rPr lang="en-US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i="1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643D8-ECD8-C54E-0183-A14CF393E5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0AD0-62A7-CC51-6809-D5572B0F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71A5F9AB-38B9-1A9B-86C6-47960A68E595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06A76A-55F3-A914-1E92-01ABE051D28D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0EE231-E951-525F-6C04-C7B8B4EC3696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23B666-8553-91DF-D15F-42A4E049A70B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00AEAF-E104-B004-5B61-583A0AC54976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00AEAF-E104-B004-5B61-583A0AC54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70690-144E-714D-E343-F8DD0E5143AD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70690-144E-714D-E343-F8DD0E514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9B158A-6551-706E-08CC-E6158E0B2456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9B158A-6551-706E-08CC-E6158E0B2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BD23435-BEEA-03D1-4FEB-9EC72EF96199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0648FC-A7B7-8488-CE48-0B4248860E5F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0648FC-A7B7-8488-CE48-0B4248860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308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7D1E6-F55F-08E2-8A06-FB91B2FB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09F7-7111-E485-A4E0-D15507EE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 for SLR.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95727-672D-C7A7-55AE-AE54B4AF0C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</a:t>
                </a:r>
                <a:r>
                  <a:rPr lang="en-US"/>
                  <a:t>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observations. What are its dimensions?</a:t>
                </a:r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95727-672D-C7A7-55AE-AE54B4AF0C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46F27-DB7E-41EC-E61F-8DA5B515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74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D6C5-C041-BE69-CDA0-5F81ED2D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89C8D-5982-D9AA-AA27-BFF3EEE67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Hat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8EBA-8B2A-5C4C-A43A-A3C8A62A85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We showed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We write the predicted (projected),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, in terms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The matrix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sSup>
                      <m:sSup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 b="1"/>
                  <a:t> </a:t>
                </a:r>
                <a:r>
                  <a:rPr lang="en-US"/>
                  <a:t>is so important that it gets its own name.</a:t>
                </a:r>
                <a:r>
                  <a:rPr lang="en-US" b="1"/>
                  <a:t> </a:t>
                </a:r>
                <a:r>
                  <a:rPr lang="en-US"/>
                  <a:t>It is called the </a:t>
                </a:r>
                <a:r>
                  <a:rPr lang="en-US" i="1"/>
                  <a:t>hat matrix </a:t>
                </a:r>
                <a:r>
                  <a:rPr lang="en-US"/>
                  <a:t>and we denote it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i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8EBA-8B2A-5C4C-A43A-A3C8A62A85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106C0-D3BA-455D-7FD3-890C7C96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C2082E9-8A35-A387-A99C-EDB9BFE2838E}"/>
                  </a:ext>
                </a:extLst>
              </p14:cNvPr>
              <p14:cNvContentPartPr/>
              <p14:nvPr/>
            </p14:nvContentPartPr>
            <p14:xfrm>
              <a:off x="4257360" y="777600"/>
              <a:ext cx="6335280" cy="3493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C2082E9-8A35-A387-A99C-EDB9BFE283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1160" y="761400"/>
                <a:ext cx="6367680" cy="352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551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33D5-0FDC-2645-52D0-CAFE6B8A7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1BCF-BBAD-4A56-5F6E-7B103314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Hat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E28D4-C7D2-E417-0A9B-1CC6138D4D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The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has the following properties: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Symmetry: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b="1"/>
              </a:p>
              <a:p>
                <a:pPr marL="914400" lvl="1" indent="-457200">
                  <a:buAutoNum type="arabicPeriod" startAt="2"/>
                </a:pPr>
                <a:r>
                  <a:rPr lang="en-US"/>
                  <a:t>Idempotent: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b="1"/>
              </a:p>
              <a:p>
                <a:pPr marL="914400" lvl="1" indent="-457200">
                  <a:buAutoNum type="arabicPeriod" startAt="3"/>
                </a:pPr>
                <a:r>
                  <a:rPr lang="en-US"/>
                  <a:t>Influence: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/>
              </a:p>
              <a:p>
                <a:pPr marL="457200" lvl="1" indent="0">
                  <a:buNone/>
                </a:pPr>
                <a:endParaRPr lang="en-US" b="1"/>
              </a:p>
              <a:p>
                <a:r>
                  <a:rPr lang="en-US"/>
                  <a:t>A matrix that satisfies (1) and (2) is called an </a:t>
                </a:r>
                <a:r>
                  <a:rPr lang="en-US" i="1"/>
                  <a:t>orthogonal projection.</a:t>
                </a:r>
                <a:endParaRPr lang="en-US"/>
              </a:p>
              <a:p>
                <a:pPr marL="457200" lvl="1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E28D4-C7D2-E417-0A9B-1CC6138D4D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2DED8-E97C-5510-4048-867EE2BC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AAFB692-0406-8437-9B7D-B74C36D90D3D}"/>
                  </a:ext>
                </a:extLst>
              </p14:cNvPr>
              <p14:cNvContentPartPr/>
              <p14:nvPr/>
            </p14:nvContentPartPr>
            <p14:xfrm>
              <a:off x="2454480" y="177120"/>
              <a:ext cx="8993520" cy="2454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AAFB692-0406-8437-9B7D-B74C36D90D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38280" y="160920"/>
                <a:ext cx="9025920" cy="248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2843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CDA84-F43B-1875-7B0E-097A1CC8B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7CA6-99F8-4CCA-D5D8-721B01539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Hat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1F0B0-FC15-3BFB-9749-D430BE58B6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A matrix that satisfies (1) and (2) is called </a:t>
                </a:r>
                <a:br>
                  <a:rPr lang="en-US"/>
                </a:br>
                <a:r>
                  <a:rPr lang="en-US"/>
                  <a:t>an </a:t>
                </a:r>
                <a:r>
                  <a:rPr lang="en-US" i="1"/>
                  <a:t>orthogonal projection.</a:t>
                </a:r>
              </a:p>
              <a:p>
                <a:r>
                  <a:rPr lang="en-US"/>
                  <a:t>Thus,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𝑯𝒀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the orthogonal projection</a:t>
                </a:r>
                <a:br>
                  <a:rPr lang="en-US"/>
                </a:br>
                <a:r>
                  <a:rPr lang="en-US"/>
                  <a:t>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onto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which lies on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plane.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1F0B0-FC15-3BFB-9749-D430BE58B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87B40-FDC4-569C-3F1F-DE05283E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3C48B27B-A472-79BF-2DFA-2E697FD99FA2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C73D48-990A-4402-FA1C-65DC95E82475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7FFAA8-274D-09D7-7C99-E967CDE895E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CB4D2E-3166-216B-3B1F-AAA924DFDEFD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4EBC1D-F1E0-EA09-EEB1-5E7F5019F8B6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4EBC1D-F1E0-EA09-EEB1-5E7F5019F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B8D98-3BC3-9D1E-E3F8-D15842E3D8E5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B8D98-3BC3-9D1E-E3F8-D15842E3D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A5860-BD46-6BDC-FB55-21F08ED5ADA2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A5860-BD46-6BDC-FB55-21F08ED5A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767996-AAFE-9E70-A8A7-DF26100303C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134533" cy="1890581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C641AE-E88B-208B-E9E8-CFF2B38CACE7}"/>
                  </a:ext>
                </a:extLst>
              </p:cNvPr>
              <p:cNvSpPr txBox="1"/>
              <p:nvPr/>
            </p:nvSpPr>
            <p:spPr>
              <a:xfrm>
                <a:off x="8949951" y="5275207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C641AE-E88B-208B-E9E8-CFF2B38CA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951" y="5275207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67213CE-389A-A94F-1A37-51C2BAAAEB81}"/>
              </a:ext>
            </a:extLst>
          </p:cNvPr>
          <p:cNvCxnSpPr/>
          <p:nvPr/>
        </p:nvCxnSpPr>
        <p:spPr>
          <a:xfrm>
            <a:off x="8933703" y="2218267"/>
            <a:ext cx="0" cy="3324321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764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394FD8C-E190-7A40-F84F-851E56D34D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Let’s Show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Symmetric: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/>
                  <a:t> </a:t>
                </a:r>
                <a:endParaRPr lang="en-US" b="1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394FD8C-E190-7A40-F84F-851E56D34D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E070C7-564E-E64F-5112-924B4724DC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E070C7-564E-E64F-5112-924B4724DC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AB608-F8E8-556C-CCF1-59EB290BA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B83D93-DDBF-71AD-CF95-068FD30913D7}"/>
                  </a:ext>
                </a:extLst>
              </p14:cNvPr>
              <p14:cNvContentPartPr/>
              <p14:nvPr/>
            </p14:nvContentPartPr>
            <p14:xfrm>
              <a:off x="4142160" y="1360080"/>
              <a:ext cx="7381080" cy="4226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B83D93-DDBF-71AD-CF95-068FD30913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25960" y="1343880"/>
                <a:ext cx="7413480" cy="425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6438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45794-04EA-1E34-8E98-B51B0FC0D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085280-FCCC-3FDB-9D04-F82D1839471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Let’s Show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Idempotent: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/>
                  <a:t> </a:t>
                </a:r>
                <a:endParaRPr lang="en-US" b="1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085280-FCCC-3FDB-9D04-F82D18394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DB64D1-BE54-75A1-1348-D4015990F3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DB64D1-BE54-75A1-1348-D4015990F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46985-D245-2FF7-D0DF-0147DCF53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D584BCA-5550-E80D-A5D2-431A574A2074}"/>
                  </a:ext>
                </a:extLst>
              </p14:cNvPr>
              <p14:cNvContentPartPr/>
              <p14:nvPr/>
            </p14:nvContentPartPr>
            <p14:xfrm>
              <a:off x="4510080" y="2635920"/>
              <a:ext cx="6716520" cy="3378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D584BCA-5550-E80D-A5D2-431A574A20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93880" y="2619720"/>
                <a:ext cx="6748920" cy="341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1671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7BBB2-72C9-D489-7974-28D5C8C6A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 We Care About Idempotence?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0658C4-EF15-7E75-E891-07BD855954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68961" cy="4351338"/>
              </a:xfrm>
            </p:spPr>
            <p:txBody>
              <a:bodyPr/>
              <a:lstStyle/>
              <a:p>
                <a:r>
                  <a:rPr lang="en-US"/>
                  <a:t>It guarantees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 is the projection that was optimal.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0658C4-EF15-7E75-E891-07BD85595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68961" cy="4351338"/>
              </a:xfrm>
              <a:blipFill>
                <a:blip r:embed="rId2"/>
                <a:stretch>
                  <a:fillRect l="-1553" t="-1961" r="-2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F5FC9-D89B-51B5-E80F-90E809D9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pic>
        <p:nvPicPr>
          <p:cNvPr id="1026" name="Picture 2" descr="He Pulled Over GIFs - Find &amp; Share on GIPHY">
            <a:extLst>
              <a:ext uri="{FF2B5EF4-FFF2-40B4-BE49-F238E27FC236}">
                <a16:creationId xmlns:a16="http://schemas.microsoft.com/office/drawing/2014/main" id="{A901F78D-54A4-19DA-C91E-051257689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980" y="1690688"/>
            <a:ext cx="3878439" cy="2908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8839B92-D9A2-8FDD-0C40-11D9B8459D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4715" y="3712897"/>
            <a:ext cx="4700428" cy="29088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E3F7DC2-73E7-559F-49B9-2AFA41A148D1}"/>
                  </a:ext>
                </a:extLst>
              </p14:cNvPr>
              <p14:cNvContentPartPr/>
              <p14:nvPr/>
            </p14:nvContentPartPr>
            <p14:xfrm>
              <a:off x="4961880" y="2449800"/>
              <a:ext cx="239400" cy="592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E3F7DC2-73E7-559F-49B9-2AFA41A148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45680" y="2433600"/>
                <a:ext cx="271800" cy="62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4335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B8863-B68B-3F47-2FC4-B210C8F15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A3C69-337E-2417-7FC5-D3DE7023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 in MLR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E6C59-4B03-487D-A519-9269D69875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design matrix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can be generalized: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/>
                  <a:t> predictor (input) variables. What are its dimensions?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E6C59-4B03-487D-A519-9269D69875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C9CDE-98CD-C80B-EC89-E93C5D330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12F004F-3B97-6047-56C5-FFFE164441BB}"/>
                  </a:ext>
                </a:extLst>
              </p14:cNvPr>
              <p14:cNvContentPartPr/>
              <p14:nvPr/>
            </p14:nvContentPartPr>
            <p14:xfrm>
              <a:off x="10247040" y="5622120"/>
              <a:ext cx="899640" cy="411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12F004F-3B97-6047-56C5-FFFE164441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30840" y="5605920"/>
                <a:ext cx="932040" cy="44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9664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663E2-19F5-FAA8-94B0-4C920C08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A098-3BCE-963B-A39B-093CB90D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0A042-82BD-BBB6-4575-142B7DB2F0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r>
                  <a:rPr lang="en-US"/>
                  <a:t>Hence, we can 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/>
                  <a:t> parameters: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0A042-82BD-BBB6-4575-142B7DB2F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24165-54BF-907C-2E94-3B863A47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65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B3B06-3931-CAF6-66C5-DD11378F9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80A722-F803-256F-3633-7B4E541FE5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In SLR, we examined the effect of a single variable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In MLR, we look at the relationships between multiple input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/>
                  <a:t> </a:t>
                </a:r>
                <a:r>
                  <a:rPr lang="en-US"/>
                  <a:t>and their effect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In the linear algebra environment, this means selecting which columns of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/>
                  <a:t> to include in our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 to multiply with the data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/>
                  <a:t> that gives us the estimates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Alternatively, we choose the columns to comprise our design matrix which, through matrix multiplication, becomes the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that puts the hat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80A722-F803-256F-3633-7B4E541FE5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5422E-0524-852F-2AC8-5AA30E703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85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DF82F-9361-3A5C-AFB1-1D7D6EBCD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BB7AB-C3BA-3234-0FF1-5DF2181BA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079D6-96BE-1C02-A025-36A0E1D95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E1172-88DA-E019-1435-A498D7DED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7A6277-A797-0CA7-81F5-4C899704BC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89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FE56-50F5-C295-9E96-8A0C197A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Degrees of Freedom Anyways?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F8C03-A959-5A91-B702-488D65916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have you heard this defined as?</a:t>
            </a:r>
          </a:p>
          <a:p>
            <a:r>
              <a:rPr lang="en-US" err="1"/>
              <a:t>Df</a:t>
            </a:r>
            <a:r>
              <a:rPr lang="en-US"/>
              <a:t> =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F1DD-4E40-CD7B-6DC3-7ADFF3A63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60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E4432-EA8C-0323-4325-3C381034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2509C9-165E-B6B2-1275-E24AD148CE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have two observations, shown as a vector of data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r>
                  <a:rPr lang="en-US" i="1"/>
                  <a:t>You can’t stop me</a:t>
                </a:r>
                <a:r>
                  <a:rPr lang="en-US"/>
                  <a:t> from adding and subtracting the sample mean.</a:t>
                </a:r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2509C9-165E-B6B2-1275-E24AD148CE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7D547-0845-E99A-D60D-0143C8B87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80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D5E2D-9D26-68BA-9C34-34093B31A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5996-7144-D53D-8581-C368191F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C3D6C-B45F-8BDC-2413-B7768943D4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i="1"/>
                  <a:t>You can’t stop me</a:t>
                </a:r>
                <a:r>
                  <a:rPr lang="en-US"/>
                  <a:t> from adding and subtracting the sample mean: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C3D6C-B45F-8BDC-2413-B7768943D4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8124-3600-87EE-06B7-5BB5126C9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97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FEF75-B0C1-5DF1-DC7B-7F0788BE2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CA2C-DC30-23EE-9E6F-683C2FFE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B9DE74-234F-E696-BA40-C5F21777B1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And this decomposes into a residual vector and a sample mean vector.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B9DE74-234F-E696-BA40-C5F21777B1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E6CF1-1C05-42F6-C347-226190BB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51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06FA0-C11A-1E85-BCD2-2D5EE1CD3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3942-1309-B3C3-03E7-9AF9E28D0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77F37-7F6C-4D3E-8AA5-12A2BC4ECA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Since the original sample size is 2,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itself has 2 degrees of freedom.</a:t>
                </a:r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77F37-7F6C-4D3E-8AA5-12A2BC4EC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4D100-C4F7-A3E2-9C80-61A822A6E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67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C45DA-27D9-6627-FF6F-849AFD740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6DE2A-27DF-DA8E-F18A-7226F2810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0B670-5F02-1D01-D488-BB36DD5FC1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0B670-5F02-1D01-D488-BB36DD5FC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A5BDF-3310-DA3C-6D9F-20BA005C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58CFB2-EC89-7967-2632-ADB7857EE9F3}"/>
              </a:ext>
            </a:extLst>
          </p:cNvPr>
          <p:cNvCxnSpPr>
            <a:cxnSpLocks/>
          </p:cNvCxnSpPr>
          <p:nvPr/>
        </p:nvCxnSpPr>
        <p:spPr>
          <a:xfrm>
            <a:off x="7856570" y="242504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59985A-A8AF-0D44-322D-708E73A2E2AC}"/>
              </a:ext>
            </a:extLst>
          </p:cNvPr>
          <p:cNvCxnSpPr>
            <a:cxnSpLocks/>
          </p:cNvCxnSpPr>
          <p:nvPr/>
        </p:nvCxnSpPr>
        <p:spPr>
          <a:xfrm flipH="1">
            <a:off x="5931399" y="4018165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1BDB3C-77E1-43BC-F95F-2BA205AE62C9}"/>
                  </a:ext>
                </a:extLst>
              </p:cNvPr>
              <p:cNvSpPr txBox="1"/>
              <p:nvPr/>
            </p:nvSpPr>
            <p:spPr>
              <a:xfrm>
                <a:off x="6934200" y="381662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1BDB3C-77E1-43BC-F95F-2BA205AE6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3816628"/>
                <a:ext cx="6096000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9C5CAD-7653-DDA6-1F5A-5A3FB5D787E3}"/>
                  </a:ext>
                </a:extLst>
              </p:cNvPr>
              <p:cNvSpPr txBox="1"/>
              <p:nvPr/>
            </p:nvSpPr>
            <p:spPr>
              <a:xfrm>
                <a:off x="4629151" y="2055716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9C5CAD-7653-DDA6-1F5A-5A3FB5D78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1" y="2055716"/>
                <a:ext cx="64727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7736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CEA0-C68C-3C43-EAA1-7F2F2DF29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9FB82-5D70-F4C9-D23E-77A6EC2D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341C12-1110-D41A-D1F5-86CF7B909A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The residual variation must lie on the</a:t>
                </a:r>
                <a:br>
                  <a:rPr lang="en-US"/>
                </a:br>
                <a:r>
                  <a:rPr lang="en-US">
                    <a:solidFill>
                      <a:srgbClr val="FF9300"/>
                    </a:solidFill>
                  </a:rPr>
                  <a:t>residual vector.</a:t>
                </a:r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341C12-1110-D41A-D1F5-86CF7B909A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12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D9245-96CD-E60E-1DE3-9CD943D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E01C87-65E2-7FC7-6E2D-27525E0AFE09}"/>
              </a:ext>
            </a:extLst>
          </p:cNvPr>
          <p:cNvCxnSpPr>
            <a:cxnSpLocks/>
          </p:cNvCxnSpPr>
          <p:nvPr/>
        </p:nvCxnSpPr>
        <p:spPr>
          <a:xfrm>
            <a:off x="7856570" y="242504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2F1F26-041C-6A29-B1F0-7F9FB08EBBE8}"/>
              </a:ext>
            </a:extLst>
          </p:cNvPr>
          <p:cNvCxnSpPr>
            <a:cxnSpLocks/>
          </p:cNvCxnSpPr>
          <p:nvPr/>
        </p:nvCxnSpPr>
        <p:spPr>
          <a:xfrm flipH="1">
            <a:off x="5931399" y="4018165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E1BCF2-CEF5-0D36-ACC1-8F67269709D1}"/>
                  </a:ext>
                </a:extLst>
              </p:cNvPr>
              <p:cNvSpPr txBox="1"/>
              <p:nvPr/>
            </p:nvSpPr>
            <p:spPr>
              <a:xfrm>
                <a:off x="6934200" y="381662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E1BCF2-CEF5-0D36-ACC1-8F6726970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3816628"/>
                <a:ext cx="6096000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EA5893-4086-DAA9-0034-DCDB4AEC48AA}"/>
                  </a:ext>
                </a:extLst>
              </p:cNvPr>
              <p:cNvSpPr txBox="1"/>
              <p:nvPr/>
            </p:nvSpPr>
            <p:spPr>
              <a:xfrm>
                <a:off x="4629151" y="2055716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EA5893-4086-DAA9-0034-DCDB4AEC4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1" y="2055716"/>
                <a:ext cx="64727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1A13B7-00E3-5D93-41C5-31515F6168C2}"/>
              </a:ext>
            </a:extLst>
          </p:cNvPr>
          <p:cNvCxnSpPr/>
          <p:nvPr/>
        </p:nvCxnSpPr>
        <p:spPr>
          <a:xfrm flipV="1">
            <a:off x="7856570" y="2734733"/>
            <a:ext cx="203697" cy="12834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684A22-93CA-1DD0-C9CC-FEC01D6DB770}"/>
              </a:ext>
            </a:extLst>
          </p:cNvPr>
          <p:cNvCxnSpPr>
            <a:cxnSpLocks/>
          </p:cNvCxnSpPr>
          <p:nvPr/>
        </p:nvCxnSpPr>
        <p:spPr>
          <a:xfrm flipV="1">
            <a:off x="7865535" y="3217333"/>
            <a:ext cx="745065" cy="800832"/>
          </a:xfrm>
          <a:prstGeom prst="straightConnector1">
            <a:avLst/>
          </a:prstGeom>
          <a:ln w="28575">
            <a:solidFill>
              <a:srgbClr val="0432FF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E66A84-84F9-14AF-3B83-F8C5C9E624BC}"/>
              </a:ext>
            </a:extLst>
          </p:cNvPr>
          <p:cNvCxnSpPr>
            <a:cxnSpLocks/>
          </p:cNvCxnSpPr>
          <p:nvPr/>
        </p:nvCxnSpPr>
        <p:spPr>
          <a:xfrm flipH="1" flipV="1">
            <a:off x="7255933" y="3429000"/>
            <a:ext cx="609602" cy="589165"/>
          </a:xfrm>
          <a:prstGeom prst="straightConnector1">
            <a:avLst/>
          </a:prstGeom>
          <a:ln w="28575">
            <a:solidFill>
              <a:srgbClr val="FF93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02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F28B1-221C-ECF3-4C9F-015AA18E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arallelogram 22">
            <a:extLst>
              <a:ext uri="{FF2B5EF4-FFF2-40B4-BE49-F238E27FC236}">
                <a16:creationId xmlns:a16="http://schemas.microsoft.com/office/drawing/2014/main" id="{F23B1888-7089-B51F-BDE9-64DBE6E95855}"/>
              </a:ext>
            </a:extLst>
          </p:cNvPr>
          <p:cNvSpPr/>
          <p:nvPr/>
        </p:nvSpPr>
        <p:spPr>
          <a:xfrm rot="714894" flipH="1">
            <a:off x="5469467" y="2462253"/>
            <a:ext cx="4089400" cy="3849647"/>
          </a:xfrm>
          <a:prstGeom prst="parallelogram">
            <a:avLst>
              <a:gd name="adj" fmla="val 51105"/>
            </a:avLst>
          </a:prstGeom>
          <a:solidFill>
            <a:srgbClr val="FFC0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0DA3D4-081C-6964-B59C-D1FF0D736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B31B4-D4F4-2F6B-E03E-349BD85F40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We’ll demo this more clearly</a:t>
                </a:r>
                <a:br>
                  <a:rPr lang="en-US"/>
                </a:br>
                <a:r>
                  <a:rPr lang="en-US"/>
                  <a:t>in </a:t>
                </a:r>
                <a:r>
                  <a:rPr lang="en-US" err="1"/>
                  <a:t>desmos</a:t>
                </a:r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B31B4-D4F4-2F6B-E03E-349BD85F40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58F64-781F-8633-ADE4-51EE2F279668}"/>
              </a:ext>
            </a:extLst>
          </p:cNvPr>
          <p:cNvCxnSpPr>
            <a:cxnSpLocks/>
          </p:cNvCxnSpPr>
          <p:nvPr/>
        </p:nvCxnSpPr>
        <p:spPr>
          <a:xfrm>
            <a:off x="7407837" y="1487304"/>
            <a:ext cx="0" cy="46110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2B335F-B1B4-DC18-0CD9-86E74EB97011}"/>
              </a:ext>
            </a:extLst>
          </p:cNvPr>
          <p:cNvCxnSpPr>
            <a:cxnSpLocks/>
          </p:cNvCxnSpPr>
          <p:nvPr/>
        </p:nvCxnSpPr>
        <p:spPr>
          <a:xfrm flipH="1">
            <a:off x="5960533" y="3344333"/>
            <a:ext cx="4250267" cy="20263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0DE7EC-A47F-BFF2-AD08-6C207EF313B1}"/>
              </a:ext>
            </a:extLst>
          </p:cNvPr>
          <p:cNvCxnSpPr>
            <a:cxnSpLocks/>
          </p:cNvCxnSpPr>
          <p:nvPr/>
        </p:nvCxnSpPr>
        <p:spPr>
          <a:xfrm flipH="1" flipV="1">
            <a:off x="6163733" y="3484983"/>
            <a:ext cx="3191934" cy="30078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C72CEB-773F-70B0-7D3C-5D26278543EC}"/>
              </a:ext>
            </a:extLst>
          </p:cNvPr>
          <p:cNvCxnSpPr>
            <a:cxnSpLocks/>
          </p:cNvCxnSpPr>
          <p:nvPr/>
        </p:nvCxnSpPr>
        <p:spPr>
          <a:xfrm flipV="1">
            <a:off x="7407837" y="2074333"/>
            <a:ext cx="3310963" cy="2599206"/>
          </a:xfrm>
          <a:prstGeom prst="straightConnector1">
            <a:avLst/>
          </a:prstGeom>
          <a:ln w="28575">
            <a:solidFill>
              <a:srgbClr val="0432FF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4F37CD-66F2-4B33-6BB7-AD6AF4412C3A}"/>
                  </a:ext>
                </a:extLst>
              </p:cNvPr>
              <p:cNvSpPr txBox="1"/>
              <p:nvPr/>
            </p:nvSpPr>
            <p:spPr>
              <a:xfrm>
                <a:off x="6553199" y="6374677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4F37CD-66F2-4B33-6BB7-AD6AF4412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199" y="6374677"/>
                <a:ext cx="609600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97C063-76DC-B99B-02BA-62DD2C4E7BFB}"/>
                  </a:ext>
                </a:extLst>
              </p:cNvPr>
              <p:cNvSpPr txBox="1"/>
              <p:nvPr/>
            </p:nvSpPr>
            <p:spPr>
              <a:xfrm>
                <a:off x="7407837" y="310840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97C063-76DC-B99B-02BA-62DD2C4E7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837" y="3108408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6F9696-F648-A1DB-F670-C7DFA1BB60C5}"/>
                  </a:ext>
                </a:extLst>
              </p:cNvPr>
              <p:cNvSpPr txBox="1"/>
              <p:nvPr/>
            </p:nvSpPr>
            <p:spPr>
              <a:xfrm>
                <a:off x="3784602" y="1136691"/>
                <a:ext cx="7264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6F9696-F648-A1DB-F670-C7DFA1BB6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602" y="1136691"/>
                <a:ext cx="72644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50A6510-AEE5-6DA8-FD01-018DC9363247}"/>
              </a:ext>
            </a:extLst>
          </p:cNvPr>
          <p:cNvCxnSpPr>
            <a:cxnSpLocks/>
          </p:cNvCxnSpPr>
          <p:nvPr/>
        </p:nvCxnSpPr>
        <p:spPr>
          <a:xfrm flipV="1">
            <a:off x="7407837" y="1136691"/>
            <a:ext cx="2504375" cy="35368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644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566D927-E3EB-9981-4079-0468174DFF0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The Design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Degrees of Freedom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566D927-E3EB-9981-4079-0468174DFF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b="-2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61F47-65F1-1081-827B-CB3344B173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Regression decomposes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into two pieces: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The subspace spanned by the design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, and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The subspace of the where the residuals live</a:t>
                </a:r>
              </a:p>
              <a:p>
                <a:pPr marL="457200" lvl="1" indent="0">
                  <a:buNone/>
                </a:pPr>
                <a:r>
                  <a:rPr lang="en-US"/>
                  <a:t>(1) and (2) are orthogonal complements. </a:t>
                </a:r>
                <a:r>
                  <a:rPr lang="en-US" i="1"/>
                  <a:t>Every vector </a:t>
                </a:r>
                <a:r>
                  <a:rPr lang="en-US"/>
                  <a:t>in (1)</a:t>
                </a:r>
                <a:r>
                  <a:rPr lang="en-US" i="1"/>
                  <a:t> </a:t>
                </a:r>
                <a:r>
                  <a:rPr lang="en-US"/>
                  <a:t>is orthogonal to </a:t>
                </a:r>
                <a:r>
                  <a:rPr lang="en-US" i="1"/>
                  <a:t>every vector (the </a:t>
                </a:r>
                <a:r>
                  <a:rPr lang="en-US" b="1" i="1"/>
                  <a:t>residuals</a:t>
                </a:r>
                <a:r>
                  <a:rPr lang="en-US" i="1"/>
                  <a:t>) </a:t>
                </a:r>
                <a:r>
                  <a:rPr lang="en-US"/>
                  <a:t>in (2).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61F47-65F1-1081-827B-CB3344B17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D351D-5E7B-AC32-ED13-87A164FAD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F8F97FC-171C-478E-0F69-1D62DD9071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0386" y="3630082"/>
            <a:ext cx="4700428" cy="290883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B4D9F79-FAC7-A85A-D529-D946106F8A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3304" y="4002295"/>
            <a:ext cx="3071038" cy="253661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7AC06DF-FD0F-2B07-D7CA-7D0B9B7E6B70}"/>
                  </a:ext>
                </a:extLst>
              </p14:cNvPr>
              <p14:cNvContentPartPr/>
              <p14:nvPr/>
            </p14:nvContentPartPr>
            <p14:xfrm>
              <a:off x="1528560" y="3530880"/>
              <a:ext cx="8315640" cy="2716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7AC06DF-FD0F-2B07-D7CA-7D0B9B7E6B7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12360" y="3514680"/>
                <a:ext cx="8348040" cy="27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6240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019C-5D48-6FCA-FC0F-5E90F7A3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“Big 4” Subspaces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7DFA0-7CF1-5E20-B6CA-F0983D0ACE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Many linear algebraists (particularly Gilbert Strang) refer to four subspaces. We look at these for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7DFA0-7CF1-5E20-B6CA-F0983D0ACE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96D04-680D-E344-B543-A9DDAA1C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C46C546-5DF6-8F4A-6404-A552533657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4634322"/>
                  </p:ext>
                </p:extLst>
              </p:nvPr>
            </p:nvGraphicFramePr>
            <p:xfrm>
              <a:off x="567267" y="3242733"/>
              <a:ext cx="11040534" cy="23975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680178">
                      <a:extLst>
                        <a:ext uri="{9D8B030D-6E8A-4147-A177-3AD203B41FA5}">
                          <a16:colId xmlns:a16="http://schemas.microsoft.com/office/drawing/2014/main" val="3181555199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586403495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10455868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Strang’s Subspace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Regression 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Dimension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11946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Column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Fitted values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95932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Left null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r>
                            <a:rPr lang="en-US"/>
                            <a:t> </a:t>
                          </a:r>
                          <a:br>
                            <a:rPr lang="en-US"/>
                          </a:br>
                          <a:r>
                            <a:rPr lang="en-US"/>
                            <a:t> (null</a:t>
                          </a:r>
                          <a:r>
                            <a:rPr lang="en-US" baseline="0"/>
                            <a:t> space of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Residuals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oMath>
                          </a14:m>
                          <a:r>
                            <a:rPr lang="en-US"/>
                            <a:t> </a:t>
                          </a:r>
                          <a:br>
                            <a:rPr lang="en-US"/>
                          </a:br>
                          <a:r>
                            <a:rPr lang="en-US"/>
                            <a:t>(Remember,</a:t>
                          </a:r>
                          <a:r>
                            <a:rPr lang="en-US" baseline="0"/>
                            <a:t> these estimate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baseline="0" smtClean="0">
                                  <a:latin typeface="Cambria Math" panose="02040503050406030204" pitchFamily="18" charset="0"/>
                                </a:rPr>
                                <m:t>𝝐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0197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Row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Linear constraints on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8276239"/>
                      </a:ext>
                    </a:extLst>
                  </a:tr>
                  <a:tr h="221827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Null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Non-identifiable directions (multicollinearity)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varies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070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C46C546-5DF6-8F4A-6404-A552533657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4634322"/>
                  </p:ext>
                </p:extLst>
              </p:nvPr>
            </p:nvGraphicFramePr>
            <p:xfrm>
              <a:off x="567267" y="3242733"/>
              <a:ext cx="11040534" cy="23975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680178">
                      <a:extLst>
                        <a:ext uri="{9D8B030D-6E8A-4147-A177-3AD203B41FA5}">
                          <a16:colId xmlns:a16="http://schemas.microsoft.com/office/drawing/2014/main" val="3181555199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586403495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10455868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Strang’s Subspace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Regression 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Dimension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11946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108197" r="-200662" b="-4721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108197" r="-100662" b="-4721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108197" r="-662" b="-4721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9593216"/>
                      </a:ext>
                    </a:extLst>
                  </a:tr>
                  <a:tr h="6449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119811" r="-200662" b="-171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119811" r="-100662" b="-171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119811" r="-662" b="-171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0197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375806" r="-200662" b="-1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375806" r="-100662" b="-1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375806" r="-662" b="-1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827623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280952" r="-200662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Non-identifiable directions (multicollinearity)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varies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070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DE91CDC-C9C9-AEB6-1603-8C82C8A1542B}"/>
              </a:ext>
            </a:extLst>
          </p:cNvPr>
          <p:cNvSpPr txBox="1"/>
          <p:nvPr/>
        </p:nvSpPr>
        <p:spPr>
          <a:xfrm>
            <a:off x="0" y="6593085"/>
            <a:ext cx="1011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*See </a:t>
            </a:r>
            <a:r>
              <a:rPr lang="en-US" sz="1400" i="1"/>
              <a:t>Linear Algebra and Its Applications</a:t>
            </a:r>
            <a:r>
              <a:rPr lang="en-US" sz="1400"/>
              <a:t> by Gilbert Strang, as well as his MIT Open Courseware Videos for more. </a:t>
            </a:r>
          </a:p>
        </p:txBody>
      </p:sp>
    </p:spTree>
    <p:extLst>
      <p:ext uri="{BB962C8B-B14F-4D97-AF65-F5344CB8AC3E}">
        <p14:creationId xmlns:p14="http://schemas.microsoft.com/office/powerpoint/2010/main" val="2363906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6CB5E-C0DC-D0EA-DF10-953A5C2EE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2FC2E-A484-9647-27F1-CFE6CF79E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Degrees of Freedom as Leftover Dimensions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E3BB91-E150-D4DC-18F6-7728452EC7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86533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/>
                  <a:t>Sample mean: We started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observations,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degrees of freedom.</a:t>
                </a:r>
              </a:p>
              <a:p>
                <a:pPr lvl="1"/>
                <a:r>
                  <a:rPr lang="en-US"/>
                  <a:t>Estimating the mean constrains the data on a 1-dimensional subspace.</a:t>
                </a:r>
              </a:p>
              <a:p>
                <a:pPr lvl="1"/>
                <a:r>
                  <a:rPr lang="en-US"/>
                  <a:t>The remaining variation (residuals) live in an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/>
                  <a:t> dimensional orthogonal complement.</a:t>
                </a:r>
              </a:p>
              <a:p>
                <a:pPr lvl="1"/>
                <a:r>
                  <a:rPr lang="en-US"/>
                  <a:t>This is why the sample variance divides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! (This is </a:t>
                </a:r>
                <a:r>
                  <a:rPr lang="en-US" err="1"/>
                  <a:t>Df</a:t>
                </a:r>
                <a:r>
                  <a:rPr lang="en-US"/>
                  <a:t>).</a:t>
                </a:r>
              </a:p>
              <a:p>
                <a:r>
                  <a:rPr lang="en-US"/>
                  <a:t>SLR: 2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/>
                  <a:t>2 degrees of freedom</a:t>
                </a:r>
              </a:p>
              <a:p>
                <a:pPr lvl="1"/>
                <a:r>
                  <a:rPr lang="en-US"/>
                  <a:t>Design matrix: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2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Fitted values lie in a 2-dimensional plane, which is a subspace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Residuals live in the orthogonal complement: Dimension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MLR: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/>
                  <a:t>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 degrees of freedom</a:t>
                </a:r>
              </a:p>
              <a:p>
                <a:pPr lvl="1"/>
                <a:r>
                  <a:rPr lang="en-US"/>
                  <a:t>Design matrix: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Fitted values lie 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/>
                  <a:t>-dimensional subspace (a hyperplane).</a:t>
                </a:r>
              </a:p>
              <a:p>
                <a:pPr lvl="1"/>
                <a:r>
                  <a:rPr lang="en-US"/>
                  <a:t>Residuals live in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/>
                  <a:t>-dimensional orthogonal complement.</a:t>
                </a:r>
              </a:p>
              <a:p>
                <a:r>
                  <a:rPr lang="en-US"/>
                  <a:t>This is why the denominator of the F-test uses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/>
                  <a:t> degrees of freedom.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E3BB91-E150-D4DC-18F6-7728452EC7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86533" cy="4351338"/>
              </a:xfrm>
              <a:blipFill>
                <a:blip r:embed="rId2"/>
                <a:stretch>
                  <a:fillRect l="-734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64827-7AC8-B3C7-6333-647A62D0A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1925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D5FCA-CE4C-F3B5-FE28-51AB48FD9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61520-0496-CD46-CC8F-DE0DBD0C7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890F8-0E77-D1F0-CC51-35EDC5C9D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D0B61-C22B-AFD0-59A3-87AE72D73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15AC4B-D756-97AE-7187-3FEDB689CA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947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08445-9D09-5955-C389-A59595486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Identifiability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D10786-43B9-6652-7E42-9C919D67E6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had shown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There is a </a:t>
                </a:r>
                <a:r>
                  <a:rPr lang="en-US" b="1"/>
                  <a:t>unique</a:t>
                </a:r>
                <a:r>
                  <a:rPr lang="en-US"/>
                  <a:t> least-squares estimated regression coefficient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provided that the determinant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not zero. What does this mean?</a:t>
                </a:r>
              </a:p>
              <a:p>
                <a:r>
                  <a:rPr lang="en-US"/>
                  <a:t>When does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</m:func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 happen?</a:t>
                </a:r>
              </a:p>
              <a:p>
                <a:r>
                  <a:rPr lang="en-US"/>
                  <a:t>When columns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are linearly dependent. What does this mean?</a:t>
                </a:r>
              </a:p>
              <a:p>
                <a:r>
                  <a:rPr lang="en-US"/>
                  <a:t>In this case, there is an infinite number of least-squares solutions and we say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is </a:t>
                </a:r>
                <a:r>
                  <a:rPr lang="en-US" i="1"/>
                  <a:t>not identified</a:t>
                </a:r>
                <a:r>
                  <a:rPr lang="en-US"/>
                  <a:t>.</a:t>
                </a:r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D10786-43B9-6652-7E42-9C919D67E6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28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78BED-53C5-10B6-8D06-A7140B82F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184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D8B489-F5A0-9976-2E81-FAAF4CE1F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333" y="1247004"/>
            <a:ext cx="4627034" cy="48018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54CB9E-6D9A-B8EB-BCE1-C684973FC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Non-Identifiability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E20A1-7475-3C24-8614-C4312CAEA8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have: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	temperature measured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	temperature measured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℉</m:t>
                    </m:r>
                  </m:oMath>
                </a14:m>
                <a:br>
                  <a:rPr lang="en-US" i="1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+32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E20A1-7475-3C24-8614-C4312CAEA8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8AC2F-25F2-D3E0-A63E-AB8DE8CDB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15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8ADD5-4078-BCDB-0EB8-FF4164C81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890E4-99BB-5683-D8ED-3D1397EF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796A7-1398-89C3-B71E-739A4331F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AB7B9-59B5-5BEB-2484-B4867D854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C62BF2-EE51-996C-F6B0-F060938C9A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387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B53A-D5B7-0B1C-0422-C9E8891D9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F6AC9-E232-C413-05D4-6572DD5C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28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443BDF-FDF7-4AF7-AE5B-91E2340493AF}">
  <ds:schemaRefs>
    <ds:schemaRef ds:uri="0e81aeba-3fbe-492c-aacc-230c0d934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58BC304-DC2C-4F92-97A0-4E7A9C735621}">
  <ds:schemaRefs>
    <ds:schemaRef ds:uri="0e81aeba-3fbe-492c-aacc-230c0d9347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32</Slides>
  <Notes>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OA3103: Data Analysis</vt:lpstr>
      <vt:lpstr>Admin</vt:lpstr>
      <vt:lpstr>References</vt:lpstr>
      <vt:lpstr>Recap: What Did We Learn Yesterday?</vt:lpstr>
      <vt:lpstr>Linear Regression as a Projection</vt:lpstr>
      <vt:lpstr>The Design Matrix for SLR.</vt:lpstr>
      <vt:lpstr>The Hat Matrix</vt:lpstr>
      <vt:lpstr>Properties of the Hat Matrix</vt:lpstr>
      <vt:lpstr>Properties of the Hat Matrix</vt:lpstr>
      <vt:lpstr>Let’s Show that H is Symmetric: H^T=H </vt:lpstr>
      <vt:lpstr>Let’s Show that H is Idempotent: H^2=H </vt:lpstr>
      <vt:lpstr>Why Do We Care About Idempotence?</vt:lpstr>
      <vt:lpstr>The Design Matrix in MLR</vt:lpstr>
      <vt:lpstr>The Design Matrix</vt:lpstr>
      <vt:lpstr>Multiple Linear Regression</vt:lpstr>
      <vt:lpstr>PowerPoint Presentation</vt:lpstr>
      <vt:lpstr>What are Degrees of Freedom Anyways?</vt:lpstr>
      <vt:lpstr>Decomposing a Data Vector</vt:lpstr>
      <vt:lpstr>Decomposing a Data Vector</vt:lpstr>
      <vt:lpstr>Decomposing a Data Vector</vt:lpstr>
      <vt:lpstr>Decomposing a Data Vector</vt:lpstr>
      <vt:lpstr>Decomposing a Data Vector</vt:lpstr>
      <vt:lpstr>Decomposing a Data Vector</vt:lpstr>
      <vt:lpstr>Decomposing a Data Vector</vt:lpstr>
      <vt:lpstr>The Design Matrix X and Degrees of Freedom</vt:lpstr>
      <vt:lpstr>The “Big 4” Subspaces</vt:lpstr>
      <vt:lpstr>Degrees of Freedom as Leftover Dimensions</vt:lpstr>
      <vt:lpstr>PowerPoint Presentation</vt:lpstr>
      <vt:lpstr>Identifiability</vt:lpstr>
      <vt:lpstr>Non-Identifiability Example</vt:lpstr>
      <vt:lpstr>PowerPoint Presentation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/>
  <cp:revision>1</cp:revision>
  <dcterms:created xsi:type="dcterms:W3CDTF">2026-04-07T19:55:26Z</dcterms:created>
  <dcterms:modified xsi:type="dcterms:W3CDTF">2026-04-15T17:28:46Z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