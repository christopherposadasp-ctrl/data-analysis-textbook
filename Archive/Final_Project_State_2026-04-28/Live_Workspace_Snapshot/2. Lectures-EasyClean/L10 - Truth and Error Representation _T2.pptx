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7"/>
  </p:notesMasterIdLst>
  <p:sldIdLst>
    <p:sldId id="256" r:id="rId5"/>
    <p:sldId id="452" r:id="rId6"/>
    <p:sldId id="414" r:id="rId7"/>
    <p:sldId id="453" r:id="rId8"/>
    <p:sldId id="454" r:id="rId9"/>
    <p:sldId id="455" r:id="rId10"/>
    <p:sldId id="457" r:id="rId11"/>
    <p:sldId id="456" r:id="rId12"/>
    <p:sldId id="458" r:id="rId13"/>
    <p:sldId id="459" r:id="rId14"/>
    <p:sldId id="460" r:id="rId15"/>
    <p:sldId id="461" r:id="rId16"/>
    <p:sldId id="462" r:id="rId17"/>
    <p:sldId id="463" r:id="rId18"/>
    <p:sldId id="465" r:id="rId19"/>
    <p:sldId id="466" r:id="rId20"/>
    <p:sldId id="467" r:id="rId21"/>
    <p:sldId id="468" r:id="rId22"/>
    <p:sldId id="469" r:id="rId23"/>
    <p:sldId id="470" r:id="rId24"/>
    <p:sldId id="471" r:id="rId25"/>
    <p:sldId id="473" r:id="rId26"/>
    <p:sldId id="475" r:id="rId27"/>
    <p:sldId id="476" r:id="rId28"/>
    <p:sldId id="474" r:id="rId29"/>
    <p:sldId id="478" r:id="rId30"/>
    <p:sldId id="479" r:id="rId31"/>
    <p:sldId id="481" r:id="rId32"/>
    <p:sldId id="482" r:id="rId33"/>
    <p:sldId id="483" r:id="rId34"/>
    <p:sldId id="484" r:id="rId35"/>
    <p:sldId id="485" r:id="rId36"/>
    <p:sldId id="486" r:id="rId37"/>
    <p:sldId id="477" r:id="rId38"/>
    <p:sldId id="488" r:id="rId39"/>
    <p:sldId id="487" r:id="rId40"/>
    <p:sldId id="490" r:id="rId41"/>
    <p:sldId id="491" r:id="rId42"/>
    <p:sldId id="492" r:id="rId43"/>
    <p:sldId id="493" r:id="rId44"/>
    <p:sldId id="503" r:id="rId45"/>
    <p:sldId id="494" r:id="rId46"/>
    <p:sldId id="495" r:id="rId47"/>
    <p:sldId id="504" r:id="rId48"/>
    <p:sldId id="496" r:id="rId49"/>
    <p:sldId id="497" r:id="rId50"/>
    <p:sldId id="505" r:id="rId51"/>
    <p:sldId id="498" r:id="rId52"/>
    <p:sldId id="499" r:id="rId53"/>
    <p:sldId id="472" r:id="rId54"/>
    <p:sldId id="500" r:id="rId55"/>
    <p:sldId id="501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9300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presProps" Target="presProps.xml"/><Relationship Id="rId5" Type="http://schemas.openxmlformats.org/officeDocument/2006/relationships/slide" Target="slides/slide1.xml"/><Relationship Id="rId61" Type="http://schemas.openxmlformats.org/officeDocument/2006/relationships/tableStyles" Target="tableStyle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ngh, Paolo (CDR)" userId="8e74c7fb-7789-4b96-b003-a5a4a4a70b15" providerId="ADAL" clId="{31482FA7-D0E0-394D-8537-27D8E657523B}"/>
    <pc:docChg chg="custSel modSld">
      <pc:chgData name="Singh, Paolo (CDR)" userId="8e74c7fb-7789-4b96-b003-a5a4a4a70b15" providerId="ADAL" clId="{31482FA7-D0E0-394D-8537-27D8E657523B}" dt="2026-04-21T16:35:01.159" v="0" actId="7634"/>
      <pc:docMkLst>
        <pc:docMk/>
      </pc:docMkLst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1772985151" sldId="487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1772985151" sldId="487"/>
            <ac:inkMk id="5" creationId="{D0E7B2D1-F808-03EE-DEC7-C1BC54975CE6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658424253" sldId="488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658424253" sldId="488"/>
            <ac:inkMk id="5" creationId="{CF80A0F3-EA14-C629-F194-835B53B60F3B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1272615575" sldId="490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1272615575" sldId="490"/>
            <ac:inkMk id="5" creationId="{7D6873D4-A033-6871-9779-5D26AB374B8F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4287557318" sldId="491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4287557318" sldId="491"/>
            <ac:inkMk id="5" creationId="{55240F4D-EED5-5A4A-449C-9145E0313466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1662100336" sldId="492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1662100336" sldId="492"/>
            <ac:inkMk id="5" creationId="{FBBE3694-3BA8-BD13-632D-81EB3C5C2ED1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1922178285" sldId="493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1922178285" sldId="493"/>
            <ac:inkMk id="5" creationId="{A3C90ADE-2FE2-6939-820F-DA1965BB61EA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3719105215" sldId="494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3719105215" sldId="494"/>
            <ac:inkMk id="5" creationId="{7E6FDFE8-989D-7561-5E22-A69901FB95F2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2619163015" sldId="495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2619163015" sldId="495"/>
            <ac:inkMk id="5" creationId="{37DA8336-BF6C-CCC8-A6A5-223A404C753E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2244210320" sldId="496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2244210320" sldId="496"/>
            <ac:inkMk id="5" creationId="{91BCAC1E-FD69-909E-59DF-E6662C66EDBF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657564298" sldId="497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657564298" sldId="497"/>
            <ac:inkMk id="5" creationId="{C3DE42B6-23E5-19A9-BFD2-F208490AA39B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3005185138" sldId="498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3005185138" sldId="498"/>
            <ac:inkMk id="5" creationId="{A1F57111-090A-E082-DDEE-47449A64B992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955745574" sldId="504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955745574" sldId="504"/>
            <ac:inkMk id="5" creationId="{995D0BA9-99FB-B37D-C27D-85BB8937ACAF}"/>
          </ac:inkMkLst>
        </pc:inkChg>
      </pc:sldChg>
      <pc:sldChg chg="addSp">
        <pc:chgData name="Singh, Paolo (CDR)" userId="8e74c7fb-7789-4b96-b003-a5a4a4a70b15" providerId="ADAL" clId="{31482FA7-D0E0-394D-8537-27D8E657523B}" dt="2026-04-21T16:35:01.159" v="0" actId="7634"/>
        <pc:sldMkLst>
          <pc:docMk/>
          <pc:sldMk cId="41360298" sldId="505"/>
        </pc:sldMkLst>
        <pc:inkChg chg="add">
          <ac:chgData name="Singh, Paolo (CDR)" userId="8e74c7fb-7789-4b96-b003-a5a4a4a70b15" providerId="ADAL" clId="{31482FA7-D0E0-394D-8537-27D8E657523B}" dt="2026-04-21T16:35:01.159" v="0" actId="7634"/>
          <ac:inkMkLst>
            <pc:docMk/>
            <pc:sldMk cId="41360298" sldId="505"/>
            <ac:inkMk id="5" creationId="{FB7EF9E9-1561-C90E-71B5-9B6D4CD14703}"/>
          </ac:inkMkLst>
        </pc:inkChg>
      </pc:sldChg>
    </pc:docChg>
  </pc:docChgLst>
  <pc:docChgLst>
    <pc:chgData name="Singh, Paolo (CDR)" userId="8e74c7fb-7789-4b96-b003-a5a4a4a70b15" providerId="ADAL" clId="{204F7FE5-E4AF-4463-BC8A-3828B0C3341E}"/>
    <pc:docChg chg="custSel addSld delSld modSld sldOrd">
      <pc:chgData name="Singh, Paolo (CDR)" userId="8e74c7fb-7789-4b96-b003-a5a4a4a70b15" providerId="ADAL" clId="{204F7FE5-E4AF-4463-BC8A-3828B0C3341E}" dt="2026-04-21T17:02:32.773" v="337" actId="20577"/>
      <pc:docMkLst>
        <pc:docMk/>
      </pc:docMkLst>
      <pc:sldChg chg="modSp mod">
        <pc:chgData name="Singh, Paolo (CDR)" userId="8e74c7fb-7789-4b96-b003-a5a4a4a70b15" providerId="ADAL" clId="{204F7FE5-E4AF-4463-BC8A-3828B0C3341E}" dt="2026-04-16T18:44:14.571" v="216" actId="20577"/>
        <pc:sldMkLst>
          <pc:docMk/>
          <pc:sldMk cId="109857222" sldId="256"/>
        </pc:sldMkLst>
        <pc:spChg chg="mod">
          <ac:chgData name="Singh, Paolo (CDR)" userId="8e74c7fb-7789-4b96-b003-a5a4a4a70b15" providerId="ADAL" clId="{204F7FE5-E4AF-4463-BC8A-3828B0C3341E}" dt="2026-04-16T18:44:14.571" v="216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mod ord">
        <pc:chgData name="Singh, Paolo (CDR)" userId="8e74c7fb-7789-4b96-b003-a5a4a4a70b15" providerId="ADAL" clId="{204F7FE5-E4AF-4463-BC8A-3828B0C3341E}" dt="2026-04-16T18:42:39.864" v="80" actId="20577"/>
        <pc:sldMkLst>
          <pc:docMk/>
          <pc:sldMk cId="2936228974" sldId="414"/>
        </pc:sldMkLst>
        <pc:spChg chg="mod">
          <ac:chgData name="Singh, Paolo (CDR)" userId="8e74c7fb-7789-4b96-b003-a5a4a4a70b15" providerId="ADAL" clId="{204F7FE5-E4AF-4463-BC8A-3828B0C3341E}" dt="2026-04-16T18:42:39.864" v="80" actId="20577"/>
          <ac:spMkLst>
            <pc:docMk/>
            <pc:sldMk cId="2936228974" sldId="414"/>
            <ac:spMk id="2" creationId="{43BCB53A-D5B7-0B1C-0422-C9E8891D950B}"/>
          </ac:spMkLst>
        </pc:spChg>
      </pc:sldChg>
      <pc:sldChg chg="modSp mod">
        <pc:chgData name="Singh, Paolo (CDR)" userId="8e74c7fb-7789-4b96-b003-a5a4a4a70b15" providerId="ADAL" clId="{204F7FE5-E4AF-4463-BC8A-3828B0C3341E}" dt="2026-04-16T18:42:17.702" v="62" actId="20577"/>
        <pc:sldMkLst>
          <pc:docMk/>
          <pc:sldMk cId="2356329115" sldId="452"/>
        </pc:sldMkLst>
        <pc:spChg chg="mod">
          <ac:chgData name="Singh, Paolo (CDR)" userId="8e74c7fb-7789-4b96-b003-a5a4a4a70b15" providerId="ADAL" clId="{204F7FE5-E4AF-4463-BC8A-3828B0C3341E}" dt="2026-04-16T18:37:18.328" v="14" actId="20577"/>
          <ac:spMkLst>
            <pc:docMk/>
            <pc:sldMk cId="2356329115" sldId="452"/>
            <ac:spMk id="2" creationId="{AB4C5642-180B-7B79-5F68-BE1092B5718B}"/>
          </ac:spMkLst>
        </pc:spChg>
        <pc:spChg chg="mod">
          <ac:chgData name="Singh, Paolo (CDR)" userId="8e74c7fb-7789-4b96-b003-a5a4a4a70b15" providerId="ADAL" clId="{204F7FE5-E4AF-4463-BC8A-3828B0C3341E}" dt="2026-04-16T18:42:17.702" v="62" actId="20577"/>
          <ac:spMkLst>
            <pc:docMk/>
            <pc:sldMk cId="2356329115" sldId="452"/>
            <ac:spMk id="3" creationId="{13162AE2-3AFC-A0AA-2BF9-D0118741840C}"/>
          </ac:spMkLst>
        </pc:spChg>
      </pc:sldChg>
      <pc:sldChg chg="modSp new mod">
        <pc:chgData name="Singh, Paolo (CDR)" userId="8e74c7fb-7789-4b96-b003-a5a4a4a70b15" providerId="ADAL" clId="{204F7FE5-E4AF-4463-BC8A-3828B0C3341E}" dt="2026-04-20T15:41:27.357" v="264" actId="20577"/>
        <pc:sldMkLst>
          <pc:docMk/>
          <pc:sldMk cId="3070391358" sldId="453"/>
        </pc:sldMkLst>
        <pc:spChg chg="mod">
          <ac:chgData name="Singh, Paolo (CDR)" userId="8e74c7fb-7789-4b96-b003-a5a4a4a70b15" providerId="ADAL" clId="{204F7FE5-E4AF-4463-BC8A-3828B0C3341E}" dt="2026-04-16T18:43:34.703" v="114" actId="20577"/>
          <ac:spMkLst>
            <pc:docMk/>
            <pc:sldMk cId="3070391358" sldId="453"/>
            <ac:spMk id="2" creationId="{4C080261-4A93-49CC-2AF7-8CD02AA73410}"/>
          </ac:spMkLst>
        </pc:spChg>
        <pc:spChg chg="mod">
          <ac:chgData name="Singh, Paolo (CDR)" userId="8e74c7fb-7789-4b96-b003-a5a4a4a70b15" providerId="ADAL" clId="{204F7FE5-E4AF-4463-BC8A-3828B0C3341E}" dt="2026-04-20T15:41:27.357" v="264" actId="20577"/>
          <ac:spMkLst>
            <pc:docMk/>
            <pc:sldMk cId="3070391358" sldId="453"/>
            <ac:spMk id="3" creationId="{9FFF70D5-55D0-94C2-34FE-782147418F29}"/>
          </ac:spMkLst>
        </pc:spChg>
      </pc:sldChg>
      <pc:sldChg chg="new">
        <pc:chgData name="Singh, Paolo (CDR)" userId="8e74c7fb-7789-4b96-b003-a5a4a4a70b15" providerId="ADAL" clId="{204F7FE5-E4AF-4463-BC8A-3828B0C3341E}" dt="2026-04-16T18:43:53.897" v="162" actId="680"/>
        <pc:sldMkLst>
          <pc:docMk/>
          <pc:sldMk cId="2298022561" sldId="454"/>
        </pc:sldMkLst>
      </pc:sldChg>
      <pc:sldChg chg="ord">
        <pc:chgData name="Singh, Paolo (CDR)" userId="8e74c7fb-7789-4b96-b003-a5a4a4a70b15" providerId="ADAL" clId="{204F7FE5-E4AF-4463-BC8A-3828B0C3341E}" dt="2026-04-20T15:33:15.949" v="222"/>
        <pc:sldMkLst>
          <pc:docMk/>
          <pc:sldMk cId="1794086825" sldId="457"/>
        </pc:sldMkLst>
      </pc:sldChg>
      <pc:sldChg chg="modSp">
        <pc:chgData name="Singh, Paolo (CDR)" userId="8e74c7fb-7789-4b96-b003-a5a4a4a70b15" providerId="ADAL" clId="{204F7FE5-E4AF-4463-BC8A-3828B0C3341E}" dt="2026-04-20T15:38:22.736" v="223" actId="113"/>
        <pc:sldMkLst>
          <pc:docMk/>
          <pc:sldMk cId="2702093537" sldId="481"/>
        </pc:sldMkLst>
        <pc:spChg chg="mod">
          <ac:chgData name="Singh, Paolo (CDR)" userId="8e74c7fb-7789-4b96-b003-a5a4a4a70b15" providerId="ADAL" clId="{204F7FE5-E4AF-4463-BC8A-3828B0C3341E}" dt="2026-04-20T15:38:22.736" v="223" actId="113"/>
          <ac:spMkLst>
            <pc:docMk/>
            <pc:sldMk cId="2702093537" sldId="481"/>
            <ac:spMk id="3" creationId="{04B76FC0-5774-320E-3062-67ACBE832A17}"/>
          </ac:spMkLst>
        </pc:spChg>
      </pc:sldChg>
      <pc:sldChg chg="modSp">
        <pc:chgData name="Singh, Paolo (CDR)" userId="8e74c7fb-7789-4b96-b003-a5a4a4a70b15" providerId="ADAL" clId="{204F7FE5-E4AF-4463-BC8A-3828B0C3341E}" dt="2026-04-20T15:38:36.732" v="225"/>
        <pc:sldMkLst>
          <pc:docMk/>
          <pc:sldMk cId="3315603459" sldId="482"/>
        </pc:sldMkLst>
        <pc:spChg chg="mod">
          <ac:chgData name="Singh, Paolo (CDR)" userId="8e74c7fb-7789-4b96-b003-a5a4a4a70b15" providerId="ADAL" clId="{204F7FE5-E4AF-4463-BC8A-3828B0C3341E}" dt="2026-04-20T15:38:36.732" v="225"/>
          <ac:spMkLst>
            <pc:docMk/>
            <pc:sldMk cId="3315603459" sldId="482"/>
            <ac:spMk id="3" creationId="{6C7F4811-4625-A162-2B7A-E52D50AC81AD}"/>
          </ac:spMkLst>
        </pc:spChg>
      </pc:sldChg>
      <pc:sldChg chg="modSp mod">
        <pc:chgData name="Singh, Paolo (CDR)" userId="8e74c7fb-7789-4b96-b003-a5a4a4a70b15" providerId="ADAL" clId="{204F7FE5-E4AF-4463-BC8A-3828B0C3341E}" dt="2026-04-21T17:02:32.773" v="337" actId="20577"/>
        <pc:sldMkLst>
          <pc:docMk/>
          <pc:sldMk cId="1272615575" sldId="490"/>
        </pc:sldMkLst>
        <pc:spChg chg="mod">
          <ac:chgData name="Singh, Paolo (CDR)" userId="8e74c7fb-7789-4b96-b003-a5a4a4a70b15" providerId="ADAL" clId="{204F7FE5-E4AF-4463-BC8A-3828B0C3341E}" dt="2026-04-21T17:02:32.773" v="337" actId="20577"/>
          <ac:spMkLst>
            <pc:docMk/>
            <pc:sldMk cId="1272615575" sldId="490"/>
            <ac:spMk id="3" creationId="{DF0C676B-8DD1-6B9F-CAE2-A4ADFFBE10C9}"/>
          </ac:spMkLst>
        </pc:spChg>
      </pc:sldChg>
      <pc:sldChg chg="modSp">
        <pc:chgData name="Singh, Paolo (CDR)" userId="8e74c7fb-7789-4b96-b003-a5a4a4a70b15" providerId="ADAL" clId="{204F7FE5-E4AF-4463-BC8A-3828B0C3341E}" dt="2026-04-20T15:43:51.573" v="266" actId="20577"/>
        <pc:sldMkLst>
          <pc:docMk/>
          <pc:sldMk cId="2666055916" sldId="499"/>
        </pc:sldMkLst>
        <pc:spChg chg="mod">
          <ac:chgData name="Singh, Paolo (CDR)" userId="8e74c7fb-7789-4b96-b003-a5a4a4a70b15" providerId="ADAL" clId="{204F7FE5-E4AF-4463-BC8A-3828B0C3341E}" dt="2026-04-20T15:43:51.573" v="266" actId="20577"/>
          <ac:spMkLst>
            <pc:docMk/>
            <pc:sldMk cId="2666055916" sldId="499"/>
            <ac:spMk id="3" creationId="{C7BEEF21-CD80-DE5A-BEDC-FD973E4BBE0F}"/>
          </ac:spMkLst>
        </pc:spChg>
      </pc:sldChg>
    </pc:docChg>
  </pc:docChgLst>
  <pc:docChgLst>
    <pc:chgData name="Singh, Paolo (CDR)" userId="8e74c7fb-7789-4b96-b003-a5a4a4a70b15" providerId="ADAL" clId="{07EA12FF-6538-58A0-B870-149C394003F4}"/>
    <pc:docChg chg="undo custSel addSld delSld modSld sldOrd">
      <pc:chgData name="Singh, Paolo (CDR)" userId="8e74c7fb-7789-4b96-b003-a5a4a4a70b15" providerId="ADAL" clId="{07EA12FF-6538-58A0-B870-149C394003F4}" dt="2026-04-21T13:19:14.750" v="5092" actId="6549"/>
      <pc:docMkLst>
        <pc:docMk/>
      </pc:docMkLst>
      <pc:sldChg chg="modSp mod">
        <pc:chgData name="Singh, Paolo (CDR)" userId="8e74c7fb-7789-4b96-b003-a5a4a4a70b15" providerId="ADAL" clId="{07EA12FF-6538-58A0-B870-149C394003F4}" dt="2026-04-17T04:25:06.501" v="1701" actId="20577"/>
        <pc:sldMkLst>
          <pc:docMk/>
          <pc:sldMk cId="3070391358" sldId="453"/>
        </pc:sldMkLst>
        <pc:spChg chg="mod">
          <ac:chgData name="Singh, Paolo (CDR)" userId="8e74c7fb-7789-4b96-b003-a5a4a4a70b15" providerId="ADAL" clId="{07EA12FF-6538-58A0-B870-149C394003F4}" dt="2026-04-17T04:25:06.501" v="1701" actId="20577"/>
          <ac:spMkLst>
            <pc:docMk/>
            <pc:sldMk cId="3070391358" sldId="453"/>
            <ac:spMk id="3" creationId="{9FFF70D5-55D0-94C2-34FE-782147418F29}"/>
          </ac:spMkLst>
        </pc:spChg>
      </pc:sldChg>
      <pc:sldChg chg="modSp mod">
        <pc:chgData name="Singh, Paolo (CDR)" userId="8e74c7fb-7789-4b96-b003-a5a4a4a70b15" providerId="ADAL" clId="{07EA12FF-6538-58A0-B870-149C394003F4}" dt="2026-04-20T00:15:11.984" v="3835" actId="113"/>
        <pc:sldMkLst>
          <pc:docMk/>
          <pc:sldMk cId="2298022561" sldId="454"/>
        </pc:sldMkLst>
        <pc:spChg chg="mod">
          <ac:chgData name="Singh, Paolo (CDR)" userId="8e74c7fb-7789-4b96-b003-a5a4a4a70b15" providerId="ADAL" clId="{07EA12FF-6538-58A0-B870-149C394003F4}" dt="2026-04-17T03:32:24.234" v="245"/>
          <ac:spMkLst>
            <pc:docMk/>
            <pc:sldMk cId="2298022561" sldId="454"/>
            <ac:spMk id="2" creationId="{D3F8E86E-FAF3-E681-4856-C0B60B6A1976}"/>
          </ac:spMkLst>
        </pc:spChg>
        <pc:spChg chg="mod">
          <ac:chgData name="Singh, Paolo (CDR)" userId="8e74c7fb-7789-4b96-b003-a5a4a4a70b15" providerId="ADAL" clId="{07EA12FF-6538-58A0-B870-149C394003F4}" dt="2026-04-20T00:15:11.984" v="3835" actId="113"/>
          <ac:spMkLst>
            <pc:docMk/>
            <pc:sldMk cId="2298022561" sldId="454"/>
            <ac:spMk id="3" creationId="{106E1DFA-D0E4-77C0-19D6-1CB06B289448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35:46.512" v="559" actId="20577"/>
        <pc:sldMkLst>
          <pc:docMk/>
          <pc:sldMk cId="1270732966" sldId="455"/>
        </pc:sldMkLst>
        <pc:spChg chg="mod">
          <ac:chgData name="Singh, Paolo (CDR)" userId="8e74c7fb-7789-4b96-b003-a5a4a4a70b15" providerId="ADAL" clId="{07EA12FF-6538-58A0-B870-149C394003F4}" dt="2026-04-17T03:35:46.512" v="559" actId="20577"/>
          <ac:spMkLst>
            <pc:docMk/>
            <pc:sldMk cId="1270732966" sldId="455"/>
            <ac:spMk id="3" creationId="{9663D229-A251-A35D-61D6-6E81260D481B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39:27.258" v="742" actId="5793"/>
        <pc:sldMkLst>
          <pc:docMk/>
          <pc:sldMk cId="2791608972" sldId="456"/>
        </pc:sldMkLst>
        <pc:spChg chg="mod">
          <ac:chgData name="Singh, Paolo (CDR)" userId="8e74c7fb-7789-4b96-b003-a5a4a4a70b15" providerId="ADAL" clId="{07EA12FF-6538-58A0-B870-149C394003F4}" dt="2026-04-17T03:39:27.258" v="742" actId="5793"/>
          <ac:spMkLst>
            <pc:docMk/>
            <pc:sldMk cId="2791608972" sldId="456"/>
            <ac:spMk id="3" creationId="{DD279404-BCCF-0834-EB5F-BB98809DD081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38:36.236" v="696" actId="113"/>
        <pc:sldMkLst>
          <pc:docMk/>
          <pc:sldMk cId="1794086825" sldId="457"/>
        </pc:sldMkLst>
        <pc:spChg chg="mod">
          <ac:chgData name="Singh, Paolo (CDR)" userId="8e74c7fb-7789-4b96-b003-a5a4a4a70b15" providerId="ADAL" clId="{07EA12FF-6538-58A0-B870-149C394003F4}" dt="2026-04-17T03:38:36.236" v="696" actId="113"/>
          <ac:spMkLst>
            <pc:docMk/>
            <pc:sldMk cId="1794086825" sldId="457"/>
            <ac:spMk id="3" creationId="{FD9DE3FB-96FF-0FEE-81AC-BA381DA68E91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40:56.445" v="781" actId="20577"/>
        <pc:sldMkLst>
          <pc:docMk/>
          <pc:sldMk cId="261638455" sldId="458"/>
        </pc:sldMkLst>
        <pc:spChg chg="mod">
          <ac:chgData name="Singh, Paolo (CDR)" userId="8e74c7fb-7789-4b96-b003-a5a4a4a70b15" providerId="ADAL" clId="{07EA12FF-6538-58A0-B870-149C394003F4}" dt="2026-04-17T03:40:56.445" v="781" actId="20577"/>
          <ac:spMkLst>
            <pc:docMk/>
            <pc:sldMk cId="261638455" sldId="458"/>
            <ac:spMk id="3" creationId="{FE77ED26-5E45-B766-3DFB-4D9CE72EB8DB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42:17.171" v="841" actId="20577"/>
        <pc:sldMkLst>
          <pc:docMk/>
          <pc:sldMk cId="4169011715" sldId="459"/>
        </pc:sldMkLst>
        <pc:spChg chg="mod">
          <ac:chgData name="Singh, Paolo (CDR)" userId="8e74c7fb-7789-4b96-b003-a5a4a4a70b15" providerId="ADAL" clId="{07EA12FF-6538-58A0-B870-149C394003F4}" dt="2026-04-17T03:42:17.171" v="841" actId="20577"/>
          <ac:spMkLst>
            <pc:docMk/>
            <pc:sldMk cId="4169011715" sldId="459"/>
            <ac:spMk id="3" creationId="{4892EE22-6439-62EA-931F-C334F6A46B7B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42:51.933" v="848"/>
        <pc:sldMkLst>
          <pc:docMk/>
          <pc:sldMk cId="783366875" sldId="460"/>
        </pc:sldMkLst>
        <pc:spChg chg="mod">
          <ac:chgData name="Singh, Paolo (CDR)" userId="8e74c7fb-7789-4b96-b003-a5a4a4a70b15" providerId="ADAL" clId="{07EA12FF-6538-58A0-B870-149C394003F4}" dt="2026-04-17T03:42:51.933" v="848"/>
          <ac:spMkLst>
            <pc:docMk/>
            <pc:sldMk cId="783366875" sldId="460"/>
            <ac:spMk id="3" creationId="{26F5FE63-D5C4-DCFA-5017-324FA6E7DEC8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06:37.241" v="2401" actId="20577"/>
        <pc:sldMkLst>
          <pc:docMk/>
          <pc:sldMk cId="2851873504" sldId="461"/>
        </pc:sldMkLst>
        <pc:spChg chg="mod">
          <ac:chgData name="Singh, Paolo (CDR)" userId="8e74c7fb-7789-4b96-b003-a5a4a4a70b15" providerId="ADAL" clId="{07EA12FF-6538-58A0-B870-149C394003F4}" dt="2026-04-19T23:06:37.241" v="2401" actId="20577"/>
          <ac:spMkLst>
            <pc:docMk/>
            <pc:sldMk cId="2851873504" sldId="461"/>
            <ac:spMk id="3" creationId="{CACFDFF2-DE6A-CB2C-56EF-E506794A3298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06:55.145" v="2404" actId="115"/>
        <pc:sldMkLst>
          <pc:docMk/>
          <pc:sldMk cId="880885001" sldId="462"/>
        </pc:sldMkLst>
        <pc:spChg chg="mod">
          <ac:chgData name="Singh, Paolo (CDR)" userId="8e74c7fb-7789-4b96-b003-a5a4a4a70b15" providerId="ADAL" clId="{07EA12FF-6538-58A0-B870-149C394003F4}" dt="2026-04-19T23:06:55.145" v="2404" actId="115"/>
          <ac:spMkLst>
            <pc:docMk/>
            <pc:sldMk cId="880885001" sldId="462"/>
            <ac:spMk id="3" creationId="{FF1739AA-8897-423C-354C-DDB0F8259E53}"/>
          </ac:spMkLst>
        </pc:spChg>
      </pc:sldChg>
      <pc:sldChg chg="modSp add mod modShow">
        <pc:chgData name="Singh, Paolo (CDR)" userId="8e74c7fb-7789-4b96-b003-a5a4a4a70b15" providerId="ADAL" clId="{07EA12FF-6538-58A0-B870-149C394003F4}" dt="2026-04-21T13:08:58.301" v="5007" actId="207"/>
        <pc:sldMkLst>
          <pc:docMk/>
          <pc:sldMk cId="1434018431" sldId="463"/>
        </pc:sldMkLst>
        <pc:spChg chg="mod">
          <ac:chgData name="Singh, Paolo (CDR)" userId="8e74c7fb-7789-4b96-b003-a5a4a4a70b15" providerId="ADAL" clId="{07EA12FF-6538-58A0-B870-149C394003F4}" dt="2026-04-21T13:08:58.301" v="5007" actId="207"/>
          <ac:spMkLst>
            <pc:docMk/>
            <pc:sldMk cId="1434018431" sldId="463"/>
            <ac:spMk id="3" creationId="{029C0D4B-CDA0-354D-4D02-BDAFE3AF767A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07:04.818" v="2406" actId="20577"/>
        <pc:sldMkLst>
          <pc:docMk/>
          <pc:sldMk cId="2098822080" sldId="465"/>
        </pc:sldMkLst>
        <pc:spChg chg="mod">
          <ac:chgData name="Singh, Paolo (CDR)" userId="8e74c7fb-7789-4b96-b003-a5a4a4a70b15" providerId="ADAL" clId="{07EA12FF-6538-58A0-B870-149C394003F4}" dt="2026-04-19T23:07:04.818" v="2406" actId="20577"/>
          <ac:spMkLst>
            <pc:docMk/>
            <pc:sldMk cId="2098822080" sldId="465"/>
            <ac:spMk id="3" creationId="{8C04488C-6371-2DD4-5007-B8193B6285A1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51:42.179" v="1224" actId="20577"/>
        <pc:sldMkLst>
          <pc:docMk/>
          <pc:sldMk cId="3115992973" sldId="466"/>
        </pc:sldMkLst>
        <pc:spChg chg="mod">
          <ac:chgData name="Singh, Paolo (CDR)" userId="8e74c7fb-7789-4b96-b003-a5a4a4a70b15" providerId="ADAL" clId="{07EA12FF-6538-58A0-B870-149C394003F4}" dt="2026-04-17T03:51:42.179" v="1224" actId="20577"/>
          <ac:spMkLst>
            <pc:docMk/>
            <pc:sldMk cId="3115992973" sldId="466"/>
            <ac:spMk id="3" creationId="{DEE80D09-0142-8880-6DF1-55CA1776E58C}"/>
          </ac:spMkLst>
        </pc:spChg>
      </pc:sldChg>
      <pc:sldChg chg="modSp add mod">
        <pc:chgData name="Singh, Paolo (CDR)" userId="8e74c7fb-7789-4b96-b003-a5a4a4a70b15" providerId="ADAL" clId="{07EA12FF-6538-58A0-B870-149C394003F4}" dt="2026-04-17T03:52:05.053" v="1229"/>
        <pc:sldMkLst>
          <pc:docMk/>
          <pc:sldMk cId="3883641956" sldId="467"/>
        </pc:sldMkLst>
        <pc:spChg chg="mod">
          <ac:chgData name="Singh, Paolo (CDR)" userId="8e74c7fb-7789-4b96-b003-a5a4a4a70b15" providerId="ADAL" clId="{07EA12FF-6538-58A0-B870-149C394003F4}" dt="2026-04-17T03:52:05.053" v="1229"/>
          <ac:spMkLst>
            <pc:docMk/>
            <pc:sldMk cId="3883641956" sldId="467"/>
            <ac:spMk id="3" creationId="{F82CFEDA-51EE-CE14-7937-38F8FE01220D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08:16.491" v="2409" actId="20577"/>
        <pc:sldMkLst>
          <pc:docMk/>
          <pc:sldMk cId="1432402500" sldId="468"/>
        </pc:sldMkLst>
        <pc:spChg chg="mod">
          <ac:chgData name="Singh, Paolo (CDR)" userId="8e74c7fb-7789-4b96-b003-a5a4a4a70b15" providerId="ADAL" clId="{07EA12FF-6538-58A0-B870-149C394003F4}" dt="2026-04-19T23:08:16.491" v="2409" actId="20577"/>
          <ac:spMkLst>
            <pc:docMk/>
            <pc:sldMk cId="1432402500" sldId="468"/>
            <ac:spMk id="3" creationId="{F6DF3245-6646-DD67-34BA-4D8FC7918329}"/>
          </ac:spMkLst>
        </pc:spChg>
      </pc:sldChg>
      <pc:sldChg chg="modSp add del mod">
        <pc:chgData name="Singh, Paolo (CDR)" userId="8e74c7fb-7789-4b96-b003-a5a4a4a70b15" providerId="ADAL" clId="{07EA12FF-6538-58A0-B870-149C394003F4}" dt="2026-04-19T23:08:28.918" v="2413" actId="20577"/>
        <pc:sldMkLst>
          <pc:docMk/>
          <pc:sldMk cId="3161534989" sldId="469"/>
        </pc:sldMkLst>
        <pc:spChg chg="mod">
          <ac:chgData name="Singh, Paolo (CDR)" userId="8e74c7fb-7789-4b96-b003-a5a4a4a70b15" providerId="ADAL" clId="{07EA12FF-6538-58A0-B870-149C394003F4}" dt="2026-04-19T23:08:28.918" v="2413" actId="20577"/>
          <ac:spMkLst>
            <pc:docMk/>
            <pc:sldMk cId="3161534989" sldId="469"/>
            <ac:spMk id="3" creationId="{F879F4DB-4DA9-66F2-3F46-30C0916FAF71}"/>
          </ac:spMkLst>
        </pc:spChg>
      </pc:sldChg>
      <pc:sldChg chg="modSp add mod modShow">
        <pc:chgData name="Singh, Paolo (CDR)" userId="8e74c7fb-7789-4b96-b003-a5a4a4a70b15" providerId="ADAL" clId="{07EA12FF-6538-58A0-B870-149C394003F4}" dt="2026-04-19T23:08:42.676" v="2416" actId="729"/>
        <pc:sldMkLst>
          <pc:docMk/>
          <pc:sldMk cId="1716404993" sldId="470"/>
        </pc:sldMkLst>
        <pc:spChg chg="mod">
          <ac:chgData name="Singh, Paolo (CDR)" userId="8e74c7fb-7789-4b96-b003-a5a4a4a70b15" providerId="ADAL" clId="{07EA12FF-6538-58A0-B870-149C394003F4}" dt="2026-04-19T23:08:37.898" v="2415" actId="20577"/>
          <ac:spMkLst>
            <pc:docMk/>
            <pc:sldMk cId="1716404993" sldId="470"/>
            <ac:spMk id="3" creationId="{04283D92-59DE-4222-7C11-FDA5F83C6B71}"/>
          </ac:spMkLst>
        </pc:spChg>
      </pc:sldChg>
      <pc:sldChg chg="modSp add mod">
        <pc:chgData name="Singh, Paolo (CDR)" userId="8e74c7fb-7789-4b96-b003-a5a4a4a70b15" providerId="ADAL" clId="{07EA12FF-6538-58A0-B870-149C394003F4}" dt="2026-04-17T04:12:02.351" v="1513" actId="113"/>
        <pc:sldMkLst>
          <pc:docMk/>
          <pc:sldMk cId="1680973636" sldId="471"/>
        </pc:sldMkLst>
        <pc:spChg chg="mod">
          <ac:chgData name="Singh, Paolo (CDR)" userId="8e74c7fb-7789-4b96-b003-a5a4a4a70b15" providerId="ADAL" clId="{07EA12FF-6538-58A0-B870-149C394003F4}" dt="2026-04-17T04:12:02.351" v="1513" actId="113"/>
          <ac:spMkLst>
            <pc:docMk/>
            <pc:sldMk cId="1680973636" sldId="471"/>
            <ac:spMk id="3" creationId="{FEE354F6-C36D-82B0-A15E-D7C6796082A2}"/>
          </ac:spMkLst>
        </pc:spChg>
      </pc:sldChg>
      <pc:sldChg chg="modSp new mod">
        <pc:chgData name="Singh, Paolo (CDR)" userId="8e74c7fb-7789-4b96-b003-a5a4a4a70b15" providerId="ADAL" clId="{07EA12FF-6538-58A0-B870-149C394003F4}" dt="2026-04-17T04:34:59.179" v="2364" actId="11"/>
        <pc:sldMkLst>
          <pc:docMk/>
          <pc:sldMk cId="2776966555" sldId="472"/>
        </pc:sldMkLst>
        <pc:spChg chg="mod">
          <ac:chgData name="Singh, Paolo (CDR)" userId="8e74c7fb-7789-4b96-b003-a5a4a4a70b15" providerId="ADAL" clId="{07EA12FF-6538-58A0-B870-149C394003F4}" dt="2026-04-17T04:25:57.879" v="1715" actId="20577"/>
          <ac:spMkLst>
            <pc:docMk/>
            <pc:sldMk cId="2776966555" sldId="472"/>
            <ac:spMk id="2" creationId="{0A323EAB-636E-D7A3-75F9-7B6E9335599F}"/>
          </ac:spMkLst>
        </pc:spChg>
        <pc:spChg chg="mod">
          <ac:chgData name="Singh, Paolo (CDR)" userId="8e74c7fb-7789-4b96-b003-a5a4a4a70b15" providerId="ADAL" clId="{07EA12FF-6538-58A0-B870-149C394003F4}" dt="2026-04-17T04:34:59.179" v="2364" actId="11"/>
          <ac:spMkLst>
            <pc:docMk/>
            <pc:sldMk cId="2776966555" sldId="472"/>
            <ac:spMk id="3" creationId="{1656A8E9-373A-F995-3D84-51B29EE2164C}"/>
          </ac:spMkLst>
        </pc:spChg>
      </pc:sldChg>
      <pc:sldChg chg="modSp new mod">
        <pc:chgData name="Singh, Paolo (CDR)" userId="8e74c7fb-7789-4b96-b003-a5a4a4a70b15" providerId="ADAL" clId="{07EA12FF-6538-58A0-B870-149C394003F4}" dt="2026-04-19T23:12:24.579" v="2521" actId="20577"/>
        <pc:sldMkLst>
          <pc:docMk/>
          <pc:sldMk cId="2687363270" sldId="473"/>
        </pc:sldMkLst>
        <pc:spChg chg="mod">
          <ac:chgData name="Singh, Paolo (CDR)" userId="8e74c7fb-7789-4b96-b003-a5a4a4a70b15" providerId="ADAL" clId="{07EA12FF-6538-58A0-B870-149C394003F4}" dt="2026-04-19T23:10:17.464" v="2464" actId="20577"/>
          <ac:spMkLst>
            <pc:docMk/>
            <pc:sldMk cId="2687363270" sldId="473"/>
            <ac:spMk id="2" creationId="{28FC279C-1DEA-F672-3C21-61109D73B523}"/>
          </ac:spMkLst>
        </pc:spChg>
        <pc:spChg chg="mod">
          <ac:chgData name="Singh, Paolo (CDR)" userId="8e74c7fb-7789-4b96-b003-a5a4a4a70b15" providerId="ADAL" clId="{07EA12FF-6538-58A0-B870-149C394003F4}" dt="2026-04-19T23:12:24.579" v="2521" actId="20577"/>
          <ac:spMkLst>
            <pc:docMk/>
            <pc:sldMk cId="2687363270" sldId="473"/>
            <ac:spMk id="3" creationId="{A0FD7D11-ACF3-3C6E-5134-ABBB2E965BF1}"/>
          </ac:spMkLst>
        </pc:spChg>
      </pc:sldChg>
      <pc:sldChg chg="modSp new mod">
        <pc:chgData name="Singh, Paolo (CDR)" userId="8e74c7fb-7789-4b96-b003-a5a4a4a70b15" providerId="ADAL" clId="{07EA12FF-6538-58A0-B870-149C394003F4}" dt="2026-04-19T23:41:25.327" v="3286" actId="20577"/>
        <pc:sldMkLst>
          <pc:docMk/>
          <pc:sldMk cId="3999218139" sldId="474"/>
        </pc:sldMkLst>
        <pc:spChg chg="mod">
          <ac:chgData name="Singh, Paolo (CDR)" userId="8e74c7fb-7789-4b96-b003-a5a4a4a70b15" providerId="ADAL" clId="{07EA12FF-6538-58A0-B870-149C394003F4}" dt="2026-04-19T23:16:24.454" v="2678" actId="6549"/>
          <ac:spMkLst>
            <pc:docMk/>
            <pc:sldMk cId="3999218139" sldId="474"/>
            <ac:spMk id="2" creationId="{07E270A9-CB49-8C2D-B315-5B1C53031E87}"/>
          </ac:spMkLst>
        </pc:spChg>
        <pc:spChg chg="mod">
          <ac:chgData name="Singh, Paolo (CDR)" userId="8e74c7fb-7789-4b96-b003-a5a4a4a70b15" providerId="ADAL" clId="{07EA12FF-6538-58A0-B870-149C394003F4}" dt="2026-04-19T23:41:25.327" v="3286" actId="20577"/>
          <ac:spMkLst>
            <pc:docMk/>
            <pc:sldMk cId="3999218139" sldId="474"/>
            <ac:spMk id="3" creationId="{39AFD68F-B6CB-FF7E-A3BE-D9A556410905}"/>
          </ac:spMkLst>
        </pc:spChg>
      </pc:sldChg>
      <pc:sldChg chg="modSp add">
        <pc:chgData name="Singh, Paolo (CDR)" userId="8e74c7fb-7789-4b96-b003-a5a4a4a70b15" providerId="ADAL" clId="{07EA12FF-6538-58A0-B870-149C394003F4}" dt="2026-04-19T23:12:48.432" v="2523" actId="20577"/>
        <pc:sldMkLst>
          <pc:docMk/>
          <pc:sldMk cId="806194689" sldId="475"/>
        </pc:sldMkLst>
        <pc:spChg chg="mod">
          <ac:chgData name="Singh, Paolo (CDR)" userId="8e74c7fb-7789-4b96-b003-a5a4a4a70b15" providerId="ADAL" clId="{07EA12FF-6538-58A0-B870-149C394003F4}" dt="2026-04-19T23:12:48.432" v="2523" actId="20577"/>
          <ac:spMkLst>
            <pc:docMk/>
            <pc:sldMk cId="806194689" sldId="475"/>
            <ac:spMk id="3" creationId="{AE1943C4-A64A-79AC-F601-AA069DD113A8}"/>
          </ac:spMkLst>
        </pc:spChg>
      </pc:sldChg>
      <pc:sldChg chg="modSp add mod modShow">
        <pc:chgData name="Singh, Paolo (CDR)" userId="8e74c7fb-7789-4b96-b003-a5a4a4a70b15" providerId="ADAL" clId="{07EA12FF-6538-58A0-B870-149C394003F4}" dt="2026-04-19T23:14:31.395" v="2603" actId="729"/>
        <pc:sldMkLst>
          <pc:docMk/>
          <pc:sldMk cId="202599738" sldId="476"/>
        </pc:sldMkLst>
        <pc:spChg chg="mod">
          <ac:chgData name="Singh, Paolo (CDR)" userId="8e74c7fb-7789-4b96-b003-a5a4a4a70b15" providerId="ADAL" clId="{07EA12FF-6538-58A0-B870-149C394003F4}" dt="2026-04-19T23:14:17.153" v="2602" actId="20577"/>
          <ac:spMkLst>
            <pc:docMk/>
            <pc:sldMk cId="202599738" sldId="476"/>
            <ac:spMk id="3" creationId="{FE4A3988-9004-DA8A-AADA-CCC350AC6402}"/>
          </ac:spMkLst>
        </pc:spChg>
      </pc:sldChg>
      <pc:sldChg chg="modSp new mod">
        <pc:chgData name="Singh, Paolo (CDR)" userId="8e74c7fb-7789-4b96-b003-a5a4a4a70b15" providerId="ADAL" clId="{07EA12FF-6538-58A0-B870-149C394003F4}" dt="2026-04-21T13:10:24.982" v="5012"/>
        <pc:sldMkLst>
          <pc:docMk/>
          <pc:sldMk cId="4087064996" sldId="477"/>
        </pc:sldMkLst>
        <pc:spChg chg="mod">
          <ac:chgData name="Singh, Paolo (CDR)" userId="8e74c7fb-7789-4b96-b003-a5a4a4a70b15" providerId="ADAL" clId="{07EA12FF-6538-58A0-B870-149C394003F4}" dt="2026-04-19T23:45:09.128" v="3353" actId="20577"/>
          <ac:spMkLst>
            <pc:docMk/>
            <pc:sldMk cId="4087064996" sldId="477"/>
            <ac:spMk id="2" creationId="{9C19FF7F-056D-7A89-CB73-BA11FDDFCCAA}"/>
          </ac:spMkLst>
        </pc:spChg>
        <pc:spChg chg="mod">
          <ac:chgData name="Singh, Paolo (CDR)" userId="8e74c7fb-7789-4b96-b003-a5a4a4a70b15" providerId="ADAL" clId="{07EA12FF-6538-58A0-B870-149C394003F4}" dt="2026-04-21T13:10:24.982" v="5012"/>
          <ac:spMkLst>
            <pc:docMk/>
            <pc:sldMk cId="4087064996" sldId="477"/>
            <ac:spMk id="3" creationId="{90240B17-4BAE-5E18-48FE-15B5CF2AC6C7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40:37.987" v="3233" actId="20577"/>
        <pc:sldMkLst>
          <pc:docMk/>
          <pc:sldMk cId="3193563905" sldId="478"/>
        </pc:sldMkLst>
        <pc:spChg chg="mod">
          <ac:chgData name="Singh, Paolo (CDR)" userId="8e74c7fb-7789-4b96-b003-a5a4a4a70b15" providerId="ADAL" clId="{07EA12FF-6538-58A0-B870-149C394003F4}" dt="2026-04-19T23:40:37.987" v="3233" actId="20577"/>
          <ac:spMkLst>
            <pc:docMk/>
            <pc:sldMk cId="3193563905" sldId="478"/>
            <ac:spMk id="3" creationId="{FFEEA29B-D7EC-D533-508C-6B5CEDE30869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29:00.237" v="3145" actId="20577"/>
        <pc:sldMkLst>
          <pc:docMk/>
          <pc:sldMk cId="226337386" sldId="479"/>
        </pc:sldMkLst>
        <pc:spChg chg="mod">
          <ac:chgData name="Singh, Paolo (CDR)" userId="8e74c7fb-7789-4b96-b003-a5a4a4a70b15" providerId="ADAL" clId="{07EA12FF-6538-58A0-B870-149C394003F4}" dt="2026-04-19T23:24:45.920" v="2899" actId="20577"/>
          <ac:spMkLst>
            <pc:docMk/>
            <pc:sldMk cId="226337386" sldId="479"/>
            <ac:spMk id="2" creationId="{1C8BCB87-2672-D1F5-AB7C-4DD793180432}"/>
          </ac:spMkLst>
        </pc:spChg>
        <pc:spChg chg="mod">
          <ac:chgData name="Singh, Paolo (CDR)" userId="8e74c7fb-7789-4b96-b003-a5a4a4a70b15" providerId="ADAL" clId="{07EA12FF-6538-58A0-B870-149C394003F4}" dt="2026-04-19T23:29:00.237" v="3145" actId="20577"/>
          <ac:spMkLst>
            <pc:docMk/>
            <pc:sldMk cId="226337386" sldId="479"/>
            <ac:spMk id="3" creationId="{1F930127-4BE6-C882-A250-9D825726D8A7}"/>
          </ac:spMkLst>
        </pc:spChg>
      </pc:sldChg>
      <pc:sldChg chg="modSp add del mod">
        <pc:chgData name="Singh, Paolo (CDR)" userId="8e74c7fb-7789-4b96-b003-a5a4a4a70b15" providerId="ADAL" clId="{07EA12FF-6538-58A0-B870-149C394003F4}" dt="2026-04-21T13:09:31.198" v="5008" actId="2696"/>
        <pc:sldMkLst>
          <pc:docMk/>
          <pc:sldMk cId="4069580193" sldId="480"/>
        </pc:sldMkLst>
      </pc:sldChg>
      <pc:sldChg chg="modSp add">
        <pc:chgData name="Singh, Paolo (CDR)" userId="8e74c7fb-7789-4b96-b003-a5a4a4a70b15" providerId="ADAL" clId="{07EA12FF-6538-58A0-B870-149C394003F4}" dt="2026-04-19T23:36:22.710" v="3209" actId="113"/>
        <pc:sldMkLst>
          <pc:docMk/>
          <pc:sldMk cId="2702093537" sldId="481"/>
        </pc:sldMkLst>
        <pc:spChg chg="mod">
          <ac:chgData name="Singh, Paolo (CDR)" userId="8e74c7fb-7789-4b96-b003-a5a4a4a70b15" providerId="ADAL" clId="{07EA12FF-6538-58A0-B870-149C394003F4}" dt="2026-04-19T23:36:22.710" v="3209" actId="113"/>
          <ac:spMkLst>
            <pc:docMk/>
            <pc:sldMk cId="2702093537" sldId="481"/>
            <ac:spMk id="3" creationId="{04B76FC0-5774-320E-3062-67ACBE832A17}"/>
          </ac:spMkLst>
        </pc:spChg>
      </pc:sldChg>
      <pc:sldChg chg="modSp add">
        <pc:chgData name="Singh, Paolo (CDR)" userId="8e74c7fb-7789-4b96-b003-a5a4a4a70b15" providerId="ADAL" clId="{07EA12FF-6538-58A0-B870-149C394003F4}" dt="2026-04-19T23:36:29.496" v="3210" actId="113"/>
        <pc:sldMkLst>
          <pc:docMk/>
          <pc:sldMk cId="3315603459" sldId="482"/>
        </pc:sldMkLst>
        <pc:spChg chg="mod">
          <ac:chgData name="Singh, Paolo (CDR)" userId="8e74c7fb-7789-4b96-b003-a5a4a4a70b15" providerId="ADAL" clId="{07EA12FF-6538-58A0-B870-149C394003F4}" dt="2026-04-19T23:36:29.496" v="3210" actId="113"/>
          <ac:spMkLst>
            <pc:docMk/>
            <pc:sldMk cId="3315603459" sldId="482"/>
            <ac:spMk id="3" creationId="{6C7F4811-4625-A162-2B7A-E52D50AC81AD}"/>
          </ac:spMkLst>
        </pc:spChg>
      </pc:sldChg>
      <pc:sldChg chg="modSp add">
        <pc:chgData name="Singh, Paolo (CDR)" userId="8e74c7fb-7789-4b96-b003-a5a4a4a70b15" providerId="ADAL" clId="{07EA12FF-6538-58A0-B870-149C394003F4}" dt="2026-04-19T23:36:57.931" v="3214"/>
        <pc:sldMkLst>
          <pc:docMk/>
          <pc:sldMk cId="1436589375" sldId="483"/>
        </pc:sldMkLst>
        <pc:spChg chg="mod">
          <ac:chgData name="Singh, Paolo (CDR)" userId="8e74c7fb-7789-4b96-b003-a5a4a4a70b15" providerId="ADAL" clId="{07EA12FF-6538-58A0-B870-149C394003F4}" dt="2026-04-19T23:36:57.931" v="3214"/>
          <ac:spMkLst>
            <pc:docMk/>
            <pc:sldMk cId="1436589375" sldId="483"/>
            <ac:spMk id="3" creationId="{8102B907-8149-19B6-E9ED-6755FFF48F8D}"/>
          </ac:spMkLst>
        </pc:spChg>
      </pc:sldChg>
      <pc:sldChg chg="modSp add">
        <pc:chgData name="Singh, Paolo (CDR)" userId="8e74c7fb-7789-4b96-b003-a5a4a4a70b15" providerId="ADAL" clId="{07EA12FF-6538-58A0-B870-149C394003F4}" dt="2026-04-19T23:38:01.558" v="3229" actId="20577"/>
        <pc:sldMkLst>
          <pc:docMk/>
          <pc:sldMk cId="2982639891" sldId="484"/>
        </pc:sldMkLst>
        <pc:spChg chg="mod">
          <ac:chgData name="Singh, Paolo (CDR)" userId="8e74c7fb-7789-4b96-b003-a5a4a4a70b15" providerId="ADAL" clId="{07EA12FF-6538-58A0-B870-149C394003F4}" dt="2026-04-19T23:38:01.558" v="3229" actId="20577"/>
          <ac:spMkLst>
            <pc:docMk/>
            <pc:sldMk cId="2982639891" sldId="484"/>
            <ac:spMk id="3" creationId="{D58B6702-A42E-2763-35DC-F9EDFF2CDB42}"/>
          </ac:spMkLst>
        </pc:spChg>
      </pc:sldChg>
      <pc:sldChg chg="modSp add">
        <pc:chgData name="Singh, Paolo (CDR)" userId="8e74c7fb-7789-4b96-b003-a5a4a4a70b15" providerId="ADAL" clId="{07EA12FF-6538-58A0-B870-149C394003F4}" dt="2026-04-19T23:39:46.650" v="3231" actId="6549"/>
        <pc:sldMkLst>
          <pc:docMk/>
          <pc:sldMk cId="299988929" sldId="485"/>
        </pc:sldMkLst>
        <pc:spChg chg="mod">
          <ac:chgData name="Singh, Paolo (CDR)" userId="8e74c7fb-7789-4b96-b003-a5a4a4a70b15" providerId="ADAL" clId="{07EA12FF-6538-58A0-B870-149C394003F4}" dt="2026-04-19T23:39:46.650" v="3231" actId="6549"/>
          <ac:spMkLst>
            <pc:docMk/>
            <pc:sldMk cId="299988929" sldId="485"/>
            <ac:spMk id="3" creationId="{8252F9E7-1629-B78D-761D-17E795C8D662}"/>
          </ac:spMkLst>
        </pc:spChg>
      </pc:sldChg>
      <pc:sldChg chg="modSp add mod">
        <pc:chgData name="Singh, Paolo (CDR)" userId="8e74c7fb-7789-4b96-b003-a5a4a4a70b15" providerId="ADAL" clId="{07EA12FF-6538-58A0-B870-149C394003F4}" dt="2026-04-21T13:09:48.743" v="5009" actId="2085"/>
        <pc:sldMkLst>
          <pc:docMk/>
          <pc:sldMk cId="2458977535" sldId="486"/>
        </pc:sldMkLst>
        <pc:spChg chg="mod">
          <ac:chgData name="Singh, Paolo (CDR)" userId="8e74c7fb-7789-4b96-b003-a5a4a4a70b15" providerId="ADAL" clId="{07EA12FF-6538-58A0-B870-149C394003F4}" dt="2026-04-21T13:09:48.743" v="5009" actId="2085"/>
          <ac:spMkLst>
            <pc:docMk/>
            <pc:sldMk cId="2458977535" sldId="486"/>
            <ac:spMk id="3" creationId="{17B89A6D-EF37-B032-226A-747B97E1C4F9}"/>
          </ac:spMkLst>
        </pc:spChg>
      </pc:sldChg>
      <pc:sldChg chg="modSp new mod">
        <pc:chgData name="Singh, Paolo (CDR)" userId="8e74c7fb-7789-4b96-b003-a5a4a4a70b15" providerId="ADAL" clId="{07EA12FF-6538-58A0-B870-149C394003F4}" dt="2026-04-19T23:53:32.909" v="3641" actId="6549"/>
        <pc:sldMkLst>
          <pc:docMk/>
          <pc:sldMk cId="1772985151" sldId="487"/>
        </pc:sldMkLst>
        <pc:spChg chg="mod">
          <ac:chgData name="Singh, Paolo (CDR)" userId="8e74c7fb-7789-4b96-b003-a5a4a4a70b15" providerId="ADAL" clId="{07EA12FF-6538-58A0-B870-149C394003F4}" dt="2026-04-19T23:53:08.757" v="3626" actId="20577"/>
          <ac:spMkLst>
            <pc:docMk/>
            <pc:sldMk cId="1772985151" sldId="487"/>
            <ac:spMk id="2" creationId="{66159755-0FFE-0FA7-11E0-B1454BB06308}"/>
          </ac:spMkLst>
        </pc:spChg>
        <pc:spChg chg="mod">
          <ac:chgData name="Singh, Paolo (CDR)" userId="8e74c7fb-7789-4b96-b003-a5a4a4a70b15" providerId="ADAL" clId="{07EA12FF-6538-58A0-B870-149C394003F4}" dt="2026-04-19T23:53:32.909" v="3641" actId="6549"/>
          <ac:spMkLst>
            <pc:docMk/>
            <pc:sldMk cId="1772985151" sldId="487"/>
            <ac:spMk id="3" creationId="{AB0D7FCE-A5FC-52D7-476C-E51D17603CAB}"/>
          </ac:spMkLst>
        </pc:spChg>
      </pc:sldChg>
      <pc:sldChg chg="modSp add mod">
        <pc:chgData name="Singh, Paolo (CDR)" userId="8e74c7fb-7789-4b96-b003-a5a4a4a70b15" providerId="ADAL" clId="{07EA12FF-6538-58A0-B870-149C394003F4}" dt="2026-04-19T23:51:32.377" v="3606" actId="20577"/>
        <pc:sldMkLst>
          <pc:docMk/>
          <pc:sldMk cId="658424253" sldId="488"/>
        </pc:sldMkLst>
        <pc:spChg chg="mod">
          <ac:chgData name="Singh, Paolo (CDR)" userId="8e74c7fb-7789-4b96-b003-a5a4a4a70b15" providerId="ADAL" clId="{07EA12FF-6538-58A0-B870-149C394003F4}" dt="2026-04-19T23:49:10.563" v="3493" actId="20577"/>
          <ac:spMkLst>
            <pc:docMk/>
            <pc:sldMk cId="658424253" sldId="488"/>
            <ac:spMk id="2" creationId="{F20ACD49-DEBD-4EB2-6EA1-370A4ED8CAA2}"/>
          </ac:spMkLst>
        </pc:spChg>
        <pc:spChg chg="mod">
          <ac:chgData name="Singh, Paolo (CDR)" userId="8e74c7fb-7789-4b96-b003-a5a4a4a70b15" providerId="ADAL" clId="{07EA12FF-6538-58A0-B870-149C394003F4}" dt="2026-04-19T23:51:32.377" v="3606" actId="20577"/>
          <ac:spMkLst>
            <pc:docMk/>
            <pc:sldMk cId="658424253" sldId="488"/>
            <ac:spMk id="3" creationId="{012C6EC8-38D3-44E7-7256-61F4815F87A8}"/>
          </ac:spMkLst>
        </pc:spChg>
      </pc:sldChg>
      <pc:sldChg chg="modSp new mod">
        <pc:chgData name="Singh, Paolo (CDR)" userId="8e74c7fb-7789-4b96-b003-a5a4a4a70b15" providerId="ADAL" clId="{07EA12FF-6538-58A0-B870-149C394003F4}" dt="2026-04-20T00:20:41.294" v="4006" actId="113"/>
        <pc:sldMkLst>
          <pc:docMk/>
          <pc:sldMk cId="1272615575" sldId="490"/>
        </pc:sldMkLst>
        <pc:spChg chg="mod">
          <ac:chgData name="Singh, Paolo (CDR)" userId="8e74c7fb-7789-4b96-b003-a5a4a4a70b15" providerId="ADAL" clId="{07EA12FF-6538-58A0-B870-149C394003F4}" dt="2026-04-19T23:58:20.521" v="3661" actId="20577"/>
          <ac:spMkLst>
            <pc:docMk/>
            <pc:sldMk cId="1272615575" sldId="490"/>
            <ac:spMk id="2" creationId="{9A429588-D836-3561-F44C-94424C7399C6}"/>
          </ac:spMkLst>
        </pc:spChg>
        <pc:spChg chg="mod">
          <ac:chgData name="Singh, Paolo (CDR)" userId="8e74c7fb-7789-4b96-b003-a5a4a4a70b15" providerId="ADAL" clId="{07EA12FF-6538-58A0-B870-149C394003F4}" dt="2026-04-20T00:20:41.294" v="4006" actId="113"/>
          <ac:spMkLst>
            <pc:docMk/>
            <pc:sldMk cId="1272615575" sldId="490"/>
            <ac:spMk id="3" creationId="{DF0C676B-8DD1-6B9F-CAE2-A4ADFFBE10C9}"/>
          </ac:spMkLst>
        </pc:spChg>
      </pc:sldChg>
      <pc:sldChg chg="modSp add mod">
        <pc:chgData name="Singh, Paolo (CDR)" userId="8e74c7fb-7789-4b96-b003-a5a4a4a70b15" providerId="ADAL" clId="{07EA12FF-6538-58A0-B870-149C394003F4}" dt="2026-04-20T00:25:26.960" v="4098" actId="113"/>
        <pc:sldMkLst>
          <pc:docMk/>
          <pc:sldMk cId="4287557318" sldId="491"/>
        </pc:sldMkLst>
        <pc:spChg chg="mod">
          <ac:chgData name="Singh, Paolo (CDR)" userId="8e74c7fb-7789-4b96-b003-a5a4a4a70b15" providerId="ADAL" clId="{07EA12FF-6538-58A0-B870-149C394003F4}" dt="2026-04-20T00:25:26.960" v="4098" actId="113"/>
          <ac:spMkLst>
            <pc:docMk/>
            <pc:sldMk cId="4287557318" sldId="491"/>
            <ac:spMk id="3" creationId="{10414145-035E-65A7-F8BD-725A058AD970}"/>
          </ac:spMkLst>
        </pc:spChg>
      </pc:sldChg>
      <pc:sldChg chg="modSp add mod">
        <pc:chgData name="Singh, Paolo (CDR)" userId="8e74c7fb-7789-4b96-b003-a5a4a4a70b15" providerId="ADAL" clId="{07EA12FF-6538-58A0-B870-149C394003F4}" dt="2026-04-20T00:25:30.568" v="4099" actId="113"/>
        <pc:sldMkLst>
          <pc:docMk/>
          <pc:sldMk cId="1662100336" sldId="492"/>
        </pc:sldMkLst>
        <pc:spChg chg="mod">
          <ac:chgData name="Singh, Paolo (CDR)" userId="8e74c7fb-7789-4b96-b003-a5a4a4a70b15" providerId="ADAL" clId="{07EA12FF-6538-58A0-B870-149C394003F4}" dt="2026-04-20T00:25:30.568" v="4099" actId="113"/>
          <ac:spMkLst>
            <pc:docMk/>
            <pc:sldMk cId="1662100336" sldId="492"/>
            <ac:spMk id="3" creationId="{ECC21330-F82D-66F4-FB75-D4605AE309C9}"/>
          </ac:spMkLst>
        </pc:spChg>
      </pc:sldChg>
      <pc:sldChg chg="modSp add">
        <pc:chgData name="Singh, Paolo (CDR)" userId="8e74c7fb-7789-4b96-b003-a5a4a4a70b15" providerId="ADAL" clId="{07EA12FF-6538-58A0-B870-149C394003F4}" dt="2026-04-20T00:25:34.111" v="4100" actId="113"/>
        <pc:sldMkLst>
          <pc:docMk/>
          <pc:sldMk cId="1922178285" sldId="493"/>
        </pc:sldMkLst>
        <pc:spChg chg="mod">
          <ac:chgData name="Singh, Paolo (CDR)" userId="8e74c7fb-7789-4b96-b003-a5a4a4a70b15" providerId="ADAL" clId="{07EA12FF-6538-58A0-B870-149C394003F4}" dt="2026-04-20T00:25:34.111" v="4100" actId="113"/>
          <ac:spMkLst>
            <pc:docMk/>
            <pc:sldMk cId="1922178285" sldId="493"/>
            <ac:spMk id="3" creationId="{06490D81-1534-30D1-B25B-6CAE8107DFC6}"/>
          </ac:spMkLst>
        </pc:spChg>
      </pc:sldChg>
      <pc:sldChg chg="modSp add mod">
        <pc:chgData name="Singh, Paolo (CDR)" userId="8e74c7fb-7789-4b96-b003-a5a4a4a70b15" providerId="ADAL" clId="{07EA12FF-6538-58A0-B870-149C394003F4}" dt="2026-04-21T13:13:40.726" v="5015" actId="20577"/>
        <pc:sldMkLst>
          <pc:docMk/>
          <pc:sldMk cId="3719105215" sldId="494"/>
        </pc:sldMkLst>
        <pc:spChg chg="mod">
          <ac:chgData name="Singh, Paolo (CDR)" userId="8e74c7fb-7789-4b96-b003-a5a4a4a70b15" providerId="ADAL" clId="{07EA12FF-6538-58A0-B870-149C394003F4}" dt="2026-04-21T13:13:40.726" v="5015" actId="20577"/>
          <ac:spMkLst>
            <pc:docMk/>
            <pc:sldMk cId="3719105215" sldId="494"/>
            <ac:spMk id="3" creationId="{0F1225A6-F7BB-1153-1202-CAFF678A6D3E}"/>
          </ac:spMkLst>
        </pc:spChg>
      </pc:sldChg>
      <pc:sldChg chg="modSp add mod ord">
        <pc:chgData name="Singh, Paolo (CDR)" userId="8e74c7fb-7789-4b96-b003-a5a4a4a70b15" providerId="ADAL" clId="{07EA12FF-6538-58A0-B870-149C394003F4}" dt="2026-04-20T00:28:27.483" v="4252" actId="20577"/>
        <pc:sldMkLst>
          <pc:docMk/>
          <pc:sldMk cId="2619163015" sldId="495"/>
        </pc:sldMkLst>
        <pc:spChg chg="mod">
          <ac:chgData name="Singh, Paolo (CDR)" userId="8e74c7fb-7789-4b96-b003-a5a4a4a70b15" providerId="ADAL" clId="{07EA12FF-6538-58A0-B870-149C394003F4}" dt="2026-04-20T00:28:27.483" v="4252" actId="20577"/>
          <ac:spMkLst>
            <pc:docMk/>
            <pc:sldMk cId="2619163015" sldId="495"/>
            <ac:spMk id="3" creationId="{88FDBAAC-5FCD-1A84-E005-92EE4E55733E}"/>
          </ac:spMkLst>
        </pc:spChg>
      </pc:sldChg>
      <pc:sldChg chg="modSp add mod">
        <pc:chgData name="Singh, Paolo (CDR)" userId="8e74c7fb-7789-4b96-b003-a5a4a4a70b15" providerId="ADAL" clId="{07EA12FF-6538-58A0-B870-149C394003F4}" dt="2026-04-20T00:31:00.215" v="4366" actId="113"/>
        <pc:sldMkLst>
          <pc:docMk/>
          <pc:sldMk cId="2244210320" sldId="496"/>
        </pc:sldMkLst>
        <pc:spChg chg="mod">
          <ac:chgData name="Singh, Paolo (CDR)" userId="8e74c7fb-7789-4b96-b003-a5a4a4a70b15" providerId="ADAL" clId="{07EA12FF-6538-58A0-B870-149C394003F4}" dt="2026-04-20T00:31:00.215" v="4366" actId="113"/>
          <ac:spMkLst>
            <pc:docMk/>
            <pc:sldMk cId="2244210320" sldId="496"/>
            <ac:spMk id="3" creationId="{9B4B8804-A818-972C-6A2E-38E616D315A5}"/>
          </ac:spMkLst>
        </pc:spChg>
      </pc:sldChg>
      <pc:sldChg chg="modSp add mod">
        <pc:chgData name="Singh, Paolo (CDR)" userId="8e74c7fb-7789-4b96-b003-a5a4a4a70b15" providerId="ADAL" clId="{07EA12FF-6538-58A0-B870-149C394003F4}" dt="2026-04-21T13:19:14.750" v="5092" actId="6549"/>
        <pc:sldMkLst>
          <pc:docMk/>
          <pc:sldMk cId="657564298" sldId="497"/>
        </pc:sldMkLst>
        <pc:spChg chg="mod">
          <ac:chgData name="Singh, Paolo (CDR)" userId="8e74c7fb-7789-4b96-b003-a5a4a4a70b15" providerId="ADAL" clId="{07EA12FF-6538-58A0-B870-149C394003F4}" dt="2026-04-21T13:19:14.750" v="5092" actId="6549"/>
          <ac:spMkLst>
            <pc:docMk/>
            <pc:sldMk cId="657564298" sldId="497"/>
            <ac:spMk id="3" creationId="{218050B3-7B49-BC5B-D1A0-4D564694D9BC}"/>
          </ac:spMkLst>
        </pc:spChg>
      </pc:sldChg>
      <pc:sldChg chg="modSp add">
        <pc:chgData name="Singh, Paolo (CDR)" userId="8e74c7fb-7789-4b96-b003-a5a4a4a70b15" providerId="ADAL" clId="{07EA12FF-6538-58A0-B870-149C394003F4}" dt="2026-04-20T01:56:29.764" v="4476" actId="113"/>
        <pc:sldMkLst>
          <pc:docMk/>
          <pc:sldMk cId="3005185138" sldId="498"/>
        </pc:sldMkLst>
        <pc:spChg chg="mod">
          <ac:chgData name="Singh, Paolo (CDR)" userId="8e74c7fb-7789-4b96-b003-a5a4a4a70b15" providerId="ADAL" clId="{07EA12FF-6538-58A0-B870-149C394003F4}" dt="2026-04-20T01:56:29.764" v="4476" actId="113"/>
          <ac:spMkLst>
            <pc:docMk/>
            <pc:sldMk cId="3005185138" sldId="498"/>
            <ac:spMk id="3" creationId="{8BA4DB29-95A9-E7EA-235B-A027D9FDBD0E}"/>
          </ac:spMkLst>
        </pc:spChg>
      </pc:sldChg>
      <pc:sldChg chg="modSp add mod">
        <pc:chgData name="Singh, Paolo (CDR)" userId="8e74c7fb-7789-4b96-b003-a5a4a4a70b15" providerId="ADAL" clId="{07EA12FF-6538-58A0-B870-149C394003F4}" dt="2026-04-20T02:01:07.639" v="4861" actId="114"/>
        <pc:sldMkLst>
          <pc:docMk/>
          <pc:sldMk cId="2666055916" sldId="499"/>
        </pc:sldMkLst>
        <pc:spChg chg="mod">
          <ac:chgData name="Singh, Paolo (CDR)" userId="8e74c7fb-7789-4b96-b003-a5a4a4a70b15" providerId="ADAL" clId="{07EA12FF-6538-58A0-B870-149C394003F4}" dt="2026-04-20T02:01:07.639" v="4861" actId="114"/>
          <ac:spMkLst>
            <pc:docMk/>
            <pc:sldMk cId="2666055916" sldId="499"/>
            <ac:spMk id="3" creationId="{C7BEEF21-CD80-DE5A-BEDC-FD973E4BBE0F}"/>
          </ac:spMkLst>
        </pc:spChg>
      </pc:sldChg>
      <pc:sldChg chg="addSp delSp modSp new mod">
        <pc:chgData name="Singh, Paolo (CDR)" userId="8e74c7fb-7789-4b96-b003-a5a4a4a70b15" providerId="ADAL" clId="{07EA12FF-6538-58A0-B870-149C394003F4}" dt="2026-04-20T02:03:02.010" v="4879" actId="167"/>
        <pc:sldMkLst>
          <pc:docMk/>
          <pc:sldMk cId="91325063" sldId="500"/>
        </pc:sldMkLst>
        <pc:spChg chg="mod">
          <ac:chgData name="Singh, Paolo (CDR)" userId="8e74c7fb-7789-4b96-b003-a5a4a4a70b15" providerId="ADAL" clId="{07EA12FF-6538-58A0-B870-149C394003F4}" dt="2026-04-20T02:01:53.464" v="4870" actId="20577"/>
          <ac:spMkLst>
            <pc:docMk/>
            <pc:sldMk cId="91325063" sldId="500"/>
            <ac:spMk id="2" creationId="{E518A95B-6607-9062-AFDE-BB5038192B2C}"/>
          </ac:spMkLst>
        </pc:spChg>
        <pc:picChg chg="add mod">
          <ac:chgData name="Singh, Paolo (CDR)" userId="8e74c7fb-7789-4b96-b003-a5a4a4a70b15" providerId="ADAL" clId="{07EA12FF-6538-58A0-B870-149C394003F4}" dt="2026-04-20T02:03:02.010" v="4879" actId="167"/>
          <ac:picMkLst>
            <pc:docMk/>
            <pc:sldMk cId="91325063" sldId="500"/>
            <ac:picMk id="6" creationId="{FBC54390-0C79-DF03-A756-876CC2701CDF}"/>
          </ac:picMkLst>
        </pc:picChg>
      </pc:sldChg>
      <pc:sldChg chg="addSp delSp modSp add mod">
        <pc:chgData name="Singh, Paolo (CDR)" userId="8e74c7fb-7789-4b96-b003-a5a4a4a70b15" providerId="ADAL" clId="{07EA12FF-6538-58A0-B870-149C394003F4}" dt="2026-04-20T02:05:48.074" v="4887" actId="14100"/>
        <pc:sldMkLst>
          <pc:docMk/>
          <pc:sldMk cId="1471323216" sldId="501"/>
        </pc:sldMkLst>
        <pc:picChg chg="add mod">
          <ac:chgData name="Singh, Paolo (CDR)" userId="8e74c7fb-7789-4b96-b003-a5a4a4a70b15" providerId="ADAL" clId="{07EA12FF-6538-58A0-B870-149C394003F4}" dt="2026-04-20T02:05:48.074" v="4887" actId="14100"/>
          <ac:picMkLst>
            <pc:docMk/>
            <pc:sldMk cId="1471323216" sldId="501"/>
            <ac:picMk id="5" creationId="{3AE7A2F5-3B03-2746-511E-2AF85D7EF0BD}"/>
          </ac:picMkLst>
        </pc:picChg>
      </pc:sldChg>
      <pc:sldChg chg="modSp add">
        <pc:chgData name="Singh, Paolo (CDR)" userId="8e74c7fb-7789-4b96-b003-a5a4a4a70b15" providerId="ADAL" clId="{07EA12FF-6538-58A0-B870-149C394003F4}" dt="2026-04-21T13:13:26.339" v="5014" actId="20577"/>
        <pc:sldMkLst>
          <pc:docMk/>
          <pc:sldMk cId="4000787358" sldId="503"/>
        </pc:sldMkLst>
        <pc:spChg chg="mod">
          <ac:chgData name="Singh, Paolo (CDR)" userId="8e74c7fb-7789-4b96-b003-a5a4a4a70b15" providerId="ADAL" clId="{07EA12FF-6538-58A0-B870-149C394003F4}" dt="2026-04-21T13:13:26.339" v="5014" actId="20577"/>
          <ac:spMkLst>
            <pc:docMk/>
            <pc:sldMk cId="4000787358" sldId="503"/>
            <ac:spMk id="3" creationId="{8DEE87F6-4A7F-1397-C29F-692518BBA037}"/>
          </ac:spMkLst>
        </pc:spChg>
      </pc:sldChg>
      <pc:sldChg chg="modSp new mod">
        <pc:chgData name="Singh, Paolo (CDR)" userId="8e74c7fb-7789-4b96-b003-a5a4a4a70b15" providerId="ADAL" clId="{07EA12FF-6538-58A0-B870-149C394003F4}" dt="2026-04-21T13:15:31.871" v="5089" actId="20577"/>
        <pc:sldMkLst>
          <pc:docMk/>
          <pc:sldMk cId="955745574" sldId="504"/>
        </pc:sldMkLst>
        <pc:spChg chg="mod">
          <ac:chgData name="Singh, Paolo (CDR)" userId="8e74c7fb-7789-4b96-b003-a5a4a4a70b15" providerId="ADAL" clId="{07EA12FF-6538-58A0-B870-149C394003F4}" dt="2026-04-21T13:15:31.871" v="5089" actId="20577"/>
          <ac:spMkLst>
            <pc:docMk/>
            <pc:sldMk cId="955745574" sldId="504"/>
            <ac:spMk id="2" creationId="{A275BF5B-289D-E1FE-2F4B-2F8C1B90A1CF}"/>
          </ac:spMkLst>
        </pc:spChg>
        <pc:spChg chg="mod">
          <ac:chgData name="Singh, Paolo (CDR)" userId="8e74c7fb-7789-4b96-b003-a5a4a4a70b15" providerId="ADAL" clId="{07EA12FF-6538-58A0-B870-149C394003F4}" dt="2026-04-21T13:15:25.698" v="5081" actId="20577"/>
          <ac:spMkLst>
            <pc:docMk/>
            <pc:sldMk cId="955745574" sldId="504"/>
            <ac:spMk id="3" creationId="{547B9468-AD14-AC8D-EA87-1B12DCE07F58}"/>
          </ac:spMkLst>
        </pc:spChg>
      </pc:sldChg>
      <pc:sldChg chg="add">
        <pc:chgData name="Singh, Paolo (CDR)" userId="8e74c7fb-7789-4b96-b003-a5a4a4a70b15" providerId="ADAL" clId="{07EA12FF-6538-58A0-B870-149C394003F4}" dt="2026-04-21T13:19:03.344" v="5090" actId="2890"/>
        <pc:sldMkLst>
          <pc:docMk/>
          <pc:sldMk cId="41360298" sldId="505"/>
        </pc:sldMkLst>
      </pc:sldChg>
    </pc:docChg>
  </pc:docChgLst>
  <pc:docChgLst>
    <pc:chgData name="christopher posadas" userId="c785335156d879ca" providerId="LiveId" clId="{C9D886FB-ED5B-489B-8330-669FD307C29D}"/>
    <pc:docChg chg="custSel delSld">
      <pc:chgData name="christopher posadas" userId="c785335156d879ca" providerId="LiveId" clId="{C9D886FB-ED5B-489B-8330-669FD307C29D}" dt="2026-04-22T18:33:42.794" v="4" actId="2696"/>
      <pc:docMkLst>
        <pc:docMk/>
      </pc:docMkLst>
      <pc:sldChg chg="del">
        <pc:chgData name="christopher posadas" userId="c785335156d879ca" providerId="LiveId" clId="{C9D886FB-ED5B-489B-8330-669FD307C29D}" dt="2026-04-22T18:33:42.794" v="4" actId="2696"/>
        <pc:sldMkLst>
          <pc:docMk/>
          <pc:sldMk cId="1034441701" sldId="258"/>
        </pc:sldMkLst>
      </pc:sldChg>
      <pc:sldChg chg="del">
        <pc:chgData name="christopher posadas" userId="c785335156d879ca" providerId="LiveId" clId="{C9D886FB-ED5B-489B-8330-669FD307C29D}" dt="2026-04-22T18:26:37.278" v="3" actId="2696"/>
        <pc:sldMkLst>
          <pc:docMk/>
          <pc:sldMk cId="1435155535" sldId="334"/>
        </pc:sldMkLst>
      </pc:sldChg>
      <pc:sldChg chg="del">
        <pc:chgData name="christopher posadas" userId="c785335156d879ca" providerId="LiveId" clId="{C9D886FB-ED5B-489B-8330-669FD307C29D}" dt="2026-04-22T18:26:37.236" v="2" actId="2696"/>
        <pc:sldMkLst>
          <pc:docMk/>
          <pc:sldMk cId="1134038755" sldId="435"/>
        </pc:sldMkLst>
      </pc:sldChg>
      <pc:sldChg chg="del">
        <pc:chgData name="christopher posadas" userId="c785335156d879ca" providerId="LiveId" clId="{C9D886FB-ED5B-489B-8330-669FD307C29D}" dt="2026-04-22T18:26:37.188" v="1" actId="2696"/>
        <pc:sldMkLst>
          <pc:docMk/>
          <pc:sldMk cId="345760552" sldId="489"/>
        </pc:sldMkLst>
      </pc:sldChg>
      <pc:sldChg chg="del">
        <pc:chgData name="christopher posadas" userId="c785335156d879ca" providerId="LiveId" clId="{C9D886FB-ED5B-489B-8330-669FD307C29D}" dt="2026-04-22T18:26:37.132" v="0" actId="2696"/>
        <pc:sldMkLst>
          <pc:docMk/>
          <pc:sldMk cId="87376261" sldId="502"/>
        </pc:sldMkLst>
      </pc:sldChg>
    </pc:docChg>
  </pc:docChgLst>
  <pc:docChgLst>
    <pc:chgData name="Singh, Paolo (CDR)" userId="S::paolo.singh@nps.edu::8e74c7fb-7789-4b96-b003-a5a4a4a70b15" providerId="AD" clId="Web-{0E4F0E9E-8C7C-4EE3-A7FA-504D505F9B09}"/>
    <pc:docChg chg="modSld sldOrd">
      <pc:chgData name="Singh, Paolo (CDR)" userId="S::paolo.singh@nps.edu::8e74c7fb-7789-4b96-b003-a5a4a4a70b15" providerId="AD" clId="Web-{0E4F0E9E-8C7C-4EE3-A7FA-504D505F9B09}" dt="2026-04-20T15:31:40.166" v="7" actId="20577"/>
      <pc:docMkLst>
        <pc:docMk/>
      </pc:docMkLst>
      <pc:sldChg chg="ord">
        <pc:chgData name="Singh, Paolo (CDR)" userId="S::paolo.singh@nps.edu::8e74c7fb-7789-4b96-b003-a5a4a4a70b15" providerId="AD" clId="Web-{0E4F0E9E-8C7C-4EE3-A7FA-504D505F9B09}" dt="2026-04-20T15:30:54.334" v="0"/>
        <pc:sldMkLst>
          <pc:docMk/>
          <pc:sldMk cId="2356329115" sldId="452"/>
        </pc:sldMkLst>
      </pc:sldChg>
    </pc:docChg>
  </pc:docChgLst>
  <pc:docChgLst>
    <pc:chgData name="Singh, Paolo (CDR)" userId="8e74c7fb-7789-4b96-b003-a5a4a4a70b15" providerId="ADAL" clId="{22396CA5-661E-1843-82B6-397B4910D16F}"/>
    <pc:docChg chg="undo custSel modSld">
      <pc:chgData name="Singh, Paolo (CDR)" userId="8e74c7fb-7789-4b96-b003-a5a4a4a70b15" providerId="ADAL" clId="{22396CA5-661E-1843-82B6-397B4910D16F}" dt="2026-04-21T13:07:36.211" v="125"/>
      <pc:docMkLst>
        <pc:docMk/>
      </pc:docMkLst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261638455" sldId="458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61638455" sldId="458"/>
            <ac:inkMk id="5" creationId="{C30F9FA4-1FED-6D74-2031-FE1710CDA2AC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4169011715" sldId="459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4169011715" sldId="459"/>
            <ac:inkMk id="5" creationId="{CEF35347-0ED9-3039-99DB-B6897939EE1A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2851873504" sldId="461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851873504" sldId="461"/>
            <ac:inkMk id="5" creationId="{784E2BEF-9B84-B847-7EC9-0A12C133DC15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3161534989" sldId="469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3161534989" sldId="469"/>
            <ac:inkMk id="5" creationId="{4CE50276-38AF-3FA1-1B87-06CF9D1D0009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2687363270" sldId="473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687363270" sldId="473"/>
            <ac:inkMk id="5" creationId="{33C6A0B8-7246-DAD6-DA54-1352A6246F56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3999218139" sldId="474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3999218139" sldId="474"/>
            <ac:inkMk id="5" creationId="{7B39503B-231E-09F1-892C-42EBA72EF969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806194689" sldId="475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806194689" sldId="475"/>
            <ac:inkMk id="5" creationId="{C72C8632-3EBA-D613-883A-4680C96213FA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3193563905" sldId="478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3193563905" sldId="478"/>
            <ac:inkMk id="5" creationId="{31955B92-AB18-D8CB-B57A-7753A7B065FE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226337386" sldId="479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26337386" sldId="479"/>
            <ac:inkMk id="5" creationId="{0A70C22D-0F20-BE2F-67AE-4060A3A1EE40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4069580193" sldId="480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4069580193" sldId="480"/>
            <ac:inkMk id="5" creationId="{7F0A2D0B-C27C-5C0B-8091-24EE0F5955DE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2702093537" sldId="481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702093537" sldId="481"/>
            <ac:inkMk id="5" creationId="{5967E683-42F7-9EF7-4160-86EB2A2C2533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3315603459" sldId="482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3315603459" sldId="482"/>
            <ac:inkMk id="5" creationId="{0198ED4C-7F17-B97A-063F-44CB7AAE2C82}"/>
          </ac:inkMkLst>
        </pc:inkChg>
      </pc:sldChg>
      <pc:sldChg chg="addSp">
        <pc:chgData name="Singh, Paolo (CDR)" userId="8e74c7fb-7789-4b96-b003-a5a4a4a70b15" providerId="ADAL" clId="{22396CA5-661E-1843-82B6-397B4910D16F}" dt="2026-04-21T13:03:59.841" v="0" actId="7634"/>
        <pc:sldMkLst>
          <pc:docMk/>
          <pc:sldMk cId="2982639891" sldId="484"/>
        </pc:sldMkLst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982639891" sldId="484"/>
            <ac:inkMk id="5" creationId="{03A0E767-A182-22F5-839B-FC7E14072000}"/>
          </ac:inkMkLst>
        </pc:inkChg>
      </pc:sldChg>
      <pc:sldChg chg="addSp delSp modSp">
        <pc:chgData name="Singh, Paolo (CDR)" userId="8e74c7fb-7789-4b96-b003-a5a4a4a70b15" providerId="ADAL" clId="{22396CA5-661E-1843-82B6-397B4910D16F}" dt="2026-04-21T13:07:36.211" v="125"/>
        <pc:sldMkLst>
          <pc:docMk/>
          <pc:sldMk cId="2458977535" sldId="486"/>
        </pc:sldMkLst>
        <pc:spChg chg="mod">
          <ac:chgData name="Singh, Paolo (CDR)" userId="8e74c7fb-7789-4b96-b003-a5a4a4a70b15" providerId="ADAL" clId="{22396CA5-661E-1843-82B6-397B4910D16F}" dt="2026-04-21T13:05:57.536" v="3" actId="1076"/>
          <ac:spMkLst>
            <pc:docMk/>
            <pc:sldMk cId="2458977535" sldId="486"/>
            <ac:spMk id="3" creationId="{17B89A6D-EF37-B032-226A-747B97E1C4F9}"/>
          </ac:spMkLst>
        </pc:spChg>
        <pc:inkChg chg="add">
          <ac:chgData name="Singh, Paolo (CDR)" userId="8e74c7fb-7789-4b96-b003-a5a4a4a70b15" providerId="ADAL" clId="{22396CA5-661E-1843-82B6-397B4910D16F}" dt="2026-04-21T13:03:59.841" v="0" actId="7634"/>
          <ac:inkMkLst>
            <pc:docMk/>
            <pc:sldMk cId="2458977535" sldId="486"/>
            <ac:inkMk id="5" creationId="{B8E24092-405B-802D-0DDA-741411B27D93}"/>
          </ac:inkMkLst>
        </pc:inkChg>
        <pc:inkChg chg="add del">
          <ac:chgData name="Singh, Paolo (CDR)" userId="8e74c7fb-7789-4b96-b003-a5a4a4a70b15" providerId="ADAL" clId="{22396CA5-661E-1843-82B6-397B4910D16F}" dt="2026-04-21T13:06:06.484" v="5"/>
          <ac:inkMkLst>
            <pc:docMk/>
            <pc:sldMk cId="2458977535" sldId="486"/>
            <ac:inkMk id="6" creationId="{4ADA765A-BCCB-7E6C-F7C3-02C4D7B6AC29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7" creationId="{0E1747D0-A11D-8E26-381A-7158E75CC3BD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8" creationId="{1FF95AE9-A394-99BE-4095-D213EB6C76FA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9" creationId="{F700255F-8006-D0A3-8725-0E1C67803F44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10" creationId="{FE5788BA-82FE-0170-EED2-6B55CC428CB7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11" creationId="{DB141529-78DF-2019-2291-787D564DC06D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12" creationId="{BEDB8108-3224-C5CE-449E-DDAB4959F2CF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13" creationId="{FB42B37E-8D1B-D234-624C-29EA57CDCA1A}"/>
          </ac:inkMkLst>
        </pc:inkChg>
        <pc:inkChg chg="add del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14" creationId="{A1CFA531-568B-5463-7A81-E7664B7724F8}"/>
          </ac:inkMkLst>
        </pc:inkChg>
        <pc:inkChg chg="add reco">
          <ac:chgData name="Singh, Paolo (CDR)" userId="8e74c7fb-7789-4b96-b003-a5a4a4a70b15" providerId="ADAL" clId="{22396CA5-661E-1843-82B6-397B4910D16F}" dt="2026-04-21T13:06:20.206" v="14"/>
          <ac:inkMkLst>
            <pc:docMk/>
            <pc:sldMk cId="2458977535" sldId="486"/>
            <ac:inkMk id="15" creationId="{4887FA57-0584-B8F1-E8C3-D67C2DAEDAC7}"/>
          </ac:inkMkLst>
        </pc:inkChg>
        <pc:inkChg chg="add del">
          <ac:chgData name="Singh, Paolo (CDR)" userId="8e74c7fb-7789-4b96-b003-a5a4a4a70b15" providerId="ADAL" clId="{22396CA5-661E-1843-82B6-397B4910D16F}" dt="2026-04-21T13:06:23.695" v="19"/>
          <ac:inkMkLst>
            <pc:docMk/>
            <pc:sldMk cId="2458977535" sldId="486"/>
            <ac:inkMk id="16" creationId="{A58B8215-86B7-2160-C307-802E24806E7B}"/>
          </ac:inkMkLst>
        </pc:inkChg>
        <pc:inkChg chg="add del">
          <ac:chgData name="Singh, Paolo (CDR)" userId="8e74c7fb-7789-4b96-b003-a5a4a4a70b15" providerId="ADAL" clId="{22396CA5-661E-1843-82B6-397B4910D16F}" dt="2026-04-21T13:06:23.695" v="19"/>
          <ac:inkMkLst>
            <pc:docMk/>
            <pc:sldMk cId="2458977535" sldId="486"/>
            <ac:inkMk id="17" creationId="{E20E3FD5-6D5D-0360-ACBD-0DF431C763B4}"/>
          </ac:inkMkLst>
        </pc:inkChg>
        <pc:inkChg chg="add del">
          <ac:chgData name="Singh, Paolo (CDR)" userId="8e74c7fb-7789-4b96-b003-a5a4a4a70b15" providerId="ADAL" clId="{22396CA5-661E-1843-82B6-397B4910D16F}" dt="2026-04-21T13:06:23.695" v="19"/>
          <ac:inkMkLst>
            <pc:docMk/>
            <pc:sldMk cId="2458977535" sldId="486"/>
            <ac:inkMk id="18" creationId="{0D9F2759-F387-1F73-FF9D-A6F6DC6CECE9}"/>
          </ac:inkMkLst>
        </pc:inkChg>
        <pc:inkChg chg="add">
          <ac:chgData name="Singh, Paolo (CDR)" userId="8e74c7fb-7789-4b96-b003-a5a4a4a70b15" providerId="ADAL" clId="{22396CA5-661E-1843-82B6-397B4910D16F}" dt="2026-04-21T13:06:22.887" v="18"/>
          <ac:inkMkLst>
            <pc:docMk/>
            <pc:sldMk cId="2458977535" sldId="486"/>
            <ac:inkMk id="19" creationId="{5680947E-4E59-7FB4-6681-40F9DD0CAE0C}"/>
          </ac:inkMkLst>
        </pc:inkChg>
        <pc:inkChg chg="add reco">
          <ac:chgData name="Singh, Paolo (CDR)" userId="8e74c7fb-7789-4b96-b003-a5a4a4a70b15" providerId="ADAL" clId="{22396CA5-661E-1843-82B6-397B4910D16F}" dt="2026-04-21T13:06:23.695" v="19"/>
          <ac:inkMkLst>
            <pc:docMk/>
            <pc:sldMk cId="2458977535" sldId="486"/>
            <ac:inkMk id="20" creationId="{21AA5825-F02F-1273-9BCA-A2CC50037B69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21" creationId="{9E169FB8-2E48-93A9-253B-7B346B2115B7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22" creationId="{1DD6DE7E-08A0-73E3-EF86-F62D4566FD99}"/>
          </ac:inkMkLst>
        </pc:inkChg>
        <pc:inkChg chg="add">
          <ac:chgData name="Singh, Paolo (CDR)" userId="8e74c7fb-7789-4b96-b003-a5a4a4a70b15" providerId="ADAL" clId="{22396CA5-661E-1843-82B6-397B4910D16F}" dt="2026-04-21T13:06:25.216" v="22"/>
          <ac:inkMkLst>
            <pc:docMk/>
            <pc:sldMk cId="2458977535" sldId="486"/>
            <ac:inkMk id="23" creationId="{6AC108F0-50A5-8703-FE7E-824DBFB746DA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24" creationId="{D0176746-BA2E-FB5B-79F7-65FB911000D0}"/>
          </ac:inkMkLst>
        </pc:inkChg>
        <pc:inkChg chg="add">
          <ac:chgData name="Singh, Paolo (CDR)" userId="8e74c7fb-7789-4b96-b003-a5a4a4a70b15" providerId="ADAL" clId="{22396CA5-661E-1843-82B6-397B4910D16F}" dt="2026-04-21T13:06:25.975" v="24"/>
          <ac:inkMkLst>
            <pc:docMk/>
            <pc:sldMk cId="2458977535" sldId="486"/>
            <ac:inkMk id="25" creationId="{77ECC674-4046-00E4-D775-C1F03DF10C02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26" creationId="{5EB4B810-9FF0-CCF3-AEB0-ED3DC0C943F3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27" creationId="{B3F95B92-B02A-B22E-6F2B-FB8951D744A8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28" creationId="{4EEA233D-1DCE-0916-7F52-95440343472F}"/>
          </ac:inkMkLst>
        </pc:inkChg>
        <pc:inkChg chg="add">
          <ac:chgData name="Singh, Paolo (CDR)" userId="8e74c7fb-7789-4b96-b003-a5a4a4a70b15" providerId="ADAL" clId="{22396CA5-661E-1843-82B6-397B4910D16F}" dt="2026-04-21T13:06:27.135" v="28"/>
          <ac:inkMkLst>
            <pc:docMk/>
            <pc:sldMk cId="2458977535" sldId="486"/>
            <ac:inkMk id="29" creationId="{ACFC486D-58A8-25B0-B0C3-7FBB745DE526}"/>
          </ac:inkMkLst>
        </pc:inkChg>
        <pc:inkChg chg="add">
          <ac:chgData name="Singh, Paolo (CDR)" userId="8e74c7fb-7789-4b96-b003-a5a4a4a70b15" providerId="ADAL" clId="{22396CA5-661E-1843-82B6-397B4910D16F}" dt="2026-04-21T13:06:27.275" v="29"/>
          <ac:inkMkLst>
            <pc:docMk/>
            <pc:sldMk cId="2458977535" sldId="486"/>
            <ac:inkMk id="30" creationId="{F13924B5-490C-2A2F-FD33-892C53986029}"/>
          </ac:inkMkLst>
        </pc:inkChg>
        <pc:inkChg chg="add">
          <ac:chgData name="Singh, Paolo (CDR)" userId="8e74c7fb-7789-4b96-b003-a5a4a4a70b15" providerId="ADAL" clId="{22396CA5-661E-1843-82B6-397B4910D16F}" dt="2026-04-21T13:06:27.629" v="30"/>
          <ac:inkMkLst>
            <pc:docMk/>
            <pc:sldMk cId="2458977535" sldId="486"/>
            <ac:inkMk id="31" creationId="{9C40007A-E589-CE16-FEF2-A355CAF3A892}"/>
          </ac:inkMkLst>
        </pc:inkChg>
        <pc:inkChg chg="add">
          <ac:chgData name="Singh, Paolo (CDR)" userId="8e74c7fb-7789-4b96-b003-a5a4a4a70b15" providerId="ADAL" clId="{22396CA5-661E-1843-82B6-397B4910D16F}" dt="2026-04-21T13:06:27.962" v="31"/>
          <ac:inkMkLst>
            <pc:docMk/>
            <pc:sldMk cId="2458977535" sldId="486"/>
            <ac:inkMk id="32" creationId="{694578EC-F71A-BD48-C132-EB751E20374A}"/>
          </ac:inkMkLst>
        </pc:inkChg>
        <pc:inkChg chg="add">
          <ac:chgData name="Singh, Paolo (CDR)" userId="8e74c7fb-7789-4b96-b003-a5a4a4a70b15" providerId="ADAL" clId="{22396CA5-661E-1843-82B6-397B4910D16F}" dt="2026-04-21T13:06:28.695" v="32"/>
          <ac:inkMkLst>
            <pc:docMk/>
            <pc:sldMk cId="2458977535" sldId="486"/>
            <ac:inkMk id="33" creationId="{FEDB9CF4-8D76-3932-6D7D-05C5C4650D59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34" creationId="{9080F19D-44F5-171F-D619-D3E75E3037FB}"/>
          </ac:inkMkLst>
        </pc:inkChg>
        <pc:inkChg chg="add del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35" creationId="{F5F498E6-649F-B9A5-DFF3-5D471E66E497}"/>
          </ac:inkMkLst>
        </pc:inkChg>
        <pc:inkChg chg="add reco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36" creationId="{BEE62EB4-3367-03B0-55F9-091F58853BEF}"/>
          </ac:inkMkLst>
        </pc:inkChg>
        <pc:inkChg chg="add reco">
          <ac:chgData name="Singh, Paolo (CDR)" userId="8e74c7fb-7789-4b96-b003-a5a4a4a70b15" providerId="ADAL" clId="{22396CA5-661E-1843-82B6-397B4910D16F}" dt="2026-04-21T13:06:29.920" v="35"/>
          <ac:inkMkLst>
            <pc:docMk/>
            <pc:sldMk cId="2458977535" sldId="486"/>
            <ac:inkMk id="37" creationId="{667C2B76-75B1-F04C-75E7-3D18B1D845A0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38" creationId="{72BA0875-1CB5-D3E7-DEF9-55C4F00687EC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39" creationId="{A2717370-32B3-B433-64BF-756BAA3BCE0F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40" creationId="{7632560F-18A6-A628-28AD-59C90708B81D}"/>
          </ac:inkMkLst>
        </pc:inkChg>
        <pc:inkChg chg="add">
          <ac:chgData name="Singh, Paolo (CDR)" userId="8e74c7fb-7789-4b96-b003-a5a4a4a70b15" providerId="ADAL" clId="{22396CA5-661E-1843-82B6-397B4910D16F}" dt="2026-04-21T13:06:32.300" v="39"/>
          <ac:inkMkLst>
            <pc:docMk/>
            <pc:sldMk cId="2458977535" sldId="486"/>
            <ac:inkMk id="41" creationId="{CABE655A-4DE7-39D7-97D2-50E3AB4759F3}"/>
          </ac:inkMkLst>
        </pc:inkChg>
        <pc:inkChg chg="add">
          <ac:chgData name="Singh, Paolo (CDR)" userId="8e74c7fb-7789-4b96-b003-a5a4a4a70b15" providerId="ADAL" clId="{22396CA5-661E-1843-82B6-397B4910D16F}" dt="2026-04-21T13:06:32.475" v="40"/>
          <ac:inkMkLst>
            <pc:docMk/>
            <pc:sldMk cId="2458977535" sldId="486"/>
            <ac:inkMk id="42" creationId="{B06BE139-EDA0-997E-4C15-90DC388BEB0E}"/>
          </ac:inkMkLst>
        </pc:inkChg>
        <pc:inkChg chg="add">
          <ac:chgData name="Singh, Paolo (CDR)" userId="8e74c7fb-7789-4b96-b003-a5a4a4a70b15" providerId="ADAL" clId="{22396CA5-661E-1843-82B6-397B4910D16F}" dt="2026-04-21T13:06:32.820" v="41"/>
          <ac:inkMkLst>
            <pc:docMk/>
            <pc:sldMk cId="2458977535" sldId="486"/>
            <ac:inkMk id="43" creationId="{3E539BCB-FC4B-8307-6D66-A613EE24FAC9}"/>
          </ac:inkMkLst>
        </pc:inkChg>
        <pc:inkChg chg="add">
          <ac:chgData name="Singh, Paolo (CDR)" userId="8e74c7fb-7789-4b96-b003-a5a4a4a70b15" providerId="ADAL" clId="{22396CA5-661E-1843-82B6-397B4910D16F}" dt="2026-04-21T13:06:33.203" v="42"/>
          <ac:inkMkLst>
            <pc:docMk/>
            <pc:sldMk cId="2458977535" sldId="486"/>
            <ac:inkMk id="44" creationId="{8B6257C0-F390-BB82-019E-D450B6E34CCF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45" creationId="{62DD8AFD-D91C-9B0F-C33E-DD0221650FDF}"/>
          </ac:inkMkLst>
        </pc:inkChg>
        <pc:inkChg chg="add">
          <ac:chgData name="Singh, Paolo (CDR)" userId="8e74c7fb-7789-4b96-b003-a5a4a4a70b15" providerId="ADAL" clId="{22396CA5-661E-1843-82B6-397B4910D16F}" dt="2026-04-21T13:06:34.208" v="44"/>
          <ac:inkMkLst>
            <pc:docMk/>
            <pc:sldMk cId="2458977535" sldId="486"/>
            <ac:inkMk id="46" creationId="{98763785-80CD-E26B-7120-E9C0575A9BC0}"/>
          </ac:inkMkLst>
        </pc:inkChg>
        <pc:inkChg chg="add">
          <ac:chgData name="Singh, Paolo (CDR)" userId="8e74c7fb-7789-4b96-b003-a5a4a4a70b15" providerId="ADAL" clId="{22396CA5-661E-1843-82B6-397B4910D16F}" dt="2026-04-21T13:06:34.486" v="45"/>
          <ac:inkMkLst>
            <pc:docMk/>
            <pc:sldMk cId="2458977535" sldId="486"/>
            <ac:inkMk id="47" creationId="{A26E857B-F675-FD73-B993-D1AF32F31EE9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48" creationId="{811879D2-13F0-1EDA-E501-28342287840C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49" creationId="{0A70D86E-3AC2-022A-81F1-36B34FACFE56}"/>
          </ac:inkMkLst>
        </pc:inkChg>
        <pc:inkChg chg="add">
          <ac:chgData name="Singh, Paolo (CDR)" userId="8e74c7fb-7789-4b96-b003-a5a4a4a70b15" providerId="ADAL" clId="{22396CA5-661E-1843-82B6-397B4910D16F}" dt="2026-04-21T13:06:35.183" v="48"/>
          <ac:inkMkLst>
            <pc:docMk/>
            <pc:sldMk cId="2458977535" sldId="486"/>
            <ac:inkMk id="50" creationId="{6AB74976-A891-5828-C579-23181B82B697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51" creationId="{B236B422-7725-0798-FE9B-634398CBDCAD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52" creationId="{98F6EE22-3060-7E25-AA61-4B84AB4771E5}"/>
          </ac:inkMkLst>
        </pc:inkChg>
        <pc:inkChg chg="add del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53" creationId="{8E4BA6FC-B0D1-2729-07C7-97054026A8C3}"/>
          </ac:inkMkLst>
        </pc:inkChg>
        <pc:inkChg chg="add reco">
          <ac:chgData name="Singh, Paolo (CDR)" userId="8e74c7fb-7789-4b96-b003-a5a4a4a70b15" providerId="ADAL" clId="{22396CA5-661E-1843-82B6-397B4910D16F}" dt="2026-04-21T13:06:36.918" v="52"/>
          <ac:inkMkLst>
            <pc:docMk/>
            <pc:sldMk cId="2458977535" sldId="486"/>
            <ac:inkMk id="54" creationId="{402086BD-6096-4CDB-2EA2-87D425C8726A}"/>
          </ac:inkMkLst>
        </pc:inkChg>
        <pc:inkChg chg="add del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55" creationId="{9484CA18-F7F6-C455-0994-B8E654749DE9}"/>
          </ac:inkMkLst>
        </pc:inkChg>
        <pc:inkChg chg="add del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56" creationId="{DE24478D-DA11-F801-5432-A52ABFC3B8E6}"/>
          </ac:inkMkLst>
        </pc:inkChg>
        <pc:inkChg chg="add del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57" creationId="{60B7F9FA-84AB-0111-9672-277D105EC30F}"/>
          </ac:inkMkLst>
        </pc:inkChg>
        <pc:inkChg chg="add del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58" creationId="{687384E7-4E0E-2A45-27B8-8869C756C46E}"/>
          </ac:inkMkLst>
        </pc:inkChg>
        <pc:inkChg chg="add del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59" creationId="{C4087F79-2014-8D80-799D-DCAB802E2047}"/>
          </ac:inkMkLst>
        </pc:inkChg>
        <pc:inkChg chg="add del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60" creationId="{831A27F4-5E2B-F7F9-313A-52173EA5D4FD}"/>
          </ac:inkMkLst>
        </pc:inkChg>
        <pc:inkChg chg="add reco">
          <ac:chgData name="Singh, Paolo (CDR)" userId="8e74c7fb-7789-4b96-b003-a5a4a4a70b15" providerId="ADAL" clId="{22396CA5-661E-1843-82B6-397B4910D16F}" dt="2026-04-21T13:06:42.154" v="59"/>
          <ac:inkMkLst>
            <pc:docMk/>
            <pc:sldMk cId="2458977535" sldId="486"/>
            <ac:inkMk id="61" creationId="{38B2D659-3248-BCE9-4065-34DC6A24DFC5}"/>
          </ac:inkMkLst>
        </pc:inkChg>
        <pc:inkChg chg="add del">
          <ac:chgData name="Singh, Paolo (CDR)" userId="8e74c7fb-7789-4b96-b003-a5a4a4a70b15" providerId="ADAL" clId="{22396CA5-661E-1843-82B6-397B4910D16F}" dt="2026-04-21T13:06:47.987" v="63"/>
          <ac:inkMkLst>
            <pc:docMk/>
            <pc:sldMk cId="2458977535" sldId="486"/>
            <ac:inkMk id="62" creationId="{F20A368A-8ECA-7AF4-5D0B-71438F443E80}"/>
          </ac:inkMkLst>
        </pc:inkChg>
        <pc:inkChg chg="add del">
          <ac:chgData name="Singh, Paolo (CDR)" userId="8e74c7fb-7789-4b96-b003-a5a4a4a70b15" providerId="ADAL" clId="{22396CA5-661E-1843-82B6-397B4910D16F}" dt="2026-04-21T13:06:47.987" v="63"/>
          <ac:inkMkLst>
            <pc:docMk/>
            <pc:sldMk cId="2458977535" sldId="486"/>
            <ac:inkMk id="63" creationId="{02117FF0-D815-15DC-36F0-EC40B03F6936}"/>
          </ac:inkMkLst>
        </pc:inkChg>
        <pc:inkChg chg="add del">
          <ac:chgData name="Singh, Paolo (CDR)" userId="8e74c7fb-7789-4b96-b003-a5a4a4a70b15" providerId="ADAL" clId="{22396CA5-661E-1843-82B6-397B4910D16F}" dt="2026-04-21T13:06:47.987" v="63"/>
          <ac:inkMkLst>
            <pc:docMk/>
            <pc:sldMk cId="2458977535" sldId="486"/>
            <ac:inkMk id="64" creationId="{D3462A06-A50D-FA97-AD54-95FA7BE3A45F}"/>
          </ac:inkMkLst>
        </pc:inkChg>
        <pc:inkChg chg="add reco">
          <ac:chgData name="Singh, Paolo (CDR)" userId="8e74c7fb-7789-4b96-b003-a5a4a4a70b15" providerId="ADAL" clId="{22396CA5-661E-1843-82B6-397B4910D16F}" dt="2026-04-21T13:06:47.987" v="63"/>
          <ac:inkMkLst>
            <pc:docMk/>
            <pc:sldMk cId="2458977535" sldId="486"/>
            <ac:inkMk id="65" creationId="{2271E1BA-4083-F678-DC03-0FA895EB8D4C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66" creationId="{BD234179-E7E6-37C0-1BFB-02DFDD784653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67" creationId="{8CD94EEF-3263-C4EE-39DB-94349B055361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68" creationId="{12F122CC-794B-89CA-4CE6-7AC39B85D6DD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69" creationId="{BC1FFAEC-EB73-9154-943B-93274B38C3DF}"/>
          </ac:inkMkLst>
        </pc:inkChg>
        <pc:inkChg chg="add">
          <ac:chgData name="Singh, Paolo (CDR)" userId="8e74c7fb-7789-4b96-b003-a5a4a4a70b15" providerId="ADAL" clId="{22396CA5-661E-1843-82B6-397B4910D16F}" dt="2026-04-21T13:06:52.185" v="68"/>
          <ac:inkMkLst>
            <pc:docMk/>
            <pc:sldMk cId="2458977535" sldId="486"/>
            <ac:inkMk id="70" creationId="{2E1DE4FB-C71E-7CAA-25E9-BC7C78ACD687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71" creationId="{8F5A91C7-9357-9945-D213-CE7A935C00CC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72" creationId="{219033C8-2E84-C946-9D08-0C891575CF00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73" creationId="{9E0659F7-9D1D-EED3-44A5-0802CB720C31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74" creationId="{A2FE53FB-A608-91E5-2364-B1DA05FBD985}"/>
          </ac:inkMkLst>
        </pc:inkChg>
        <pc:inkChg chg="add del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75" creationId="{C00DCBD5-74AE-3A56-9237-AD6CBEC12DDA}"/>
          </ac:inkMkLst>
        </pc:inkChg>
        <pc:inkChg chg="add reco">
          <ac:chgData name="Singh, Paolo (CDR)" userId="8e74c7fb-7789-4b96-b003-a5a4a4a70b15" providerId="ADAL" clId="{22396CA5-661E-1843-82B6-397B4910D16F}" dt="2026-04-21T13:06:55.250" v="74"/>
          <ac:inkMkLst>
            <pc:docMk/>
            <pc:sldMk cId="2458977535" sldId="486"/>
            <ac:inkMk id="76" creationId="{AE534830-73CB-DBEE-1C87-3E19222C2B7F}"/>
          </ac:inkMkLst>
        </pc:inkChg>
        <pc:inkChg chg="add">
          <ac:chgData name="Singh, Paolo (CDR)" userId="8e74c7fb-7789-4b96-b003-a5a4a4a70b15" providerId="ADAL" clId="{22396CA5-661E-1843-82B6-397B4910D16F}" dt="2026-04-21T13:06:57.021" v="75"/>
          <ac:inkMkLst>
            <pc:docMk/>
            <pc:sldMk cId="2458977535" sldId="486"/>
            <ac:inkMk id="77" creationId="{961D3883-4EC8-021E-D10D-EE19FE9085E6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78" creationId="{F6BDDF6E-4113-B975-75E0-C2EF4C0B81A2}"/>
          </ac:inkMkLst>
        </pc:inkChg>
        <pc:inkChg chg="add">
          <ac:chgData name="Singh, Paolo (CDR)" userId="8e74c7fb-7789-4b96-b003-a5a4a4a70b15" providerId="ADAL" clId="{22396CA5-661E-1843-82B6-397B4910D16F}" dt="2026-04-21T13:07:05.662" v="77"/>
          <ac:inkMkLst>
            <pc:docMk/>
            <pc:sldMk cId="2458977535" sldId="486"/>
            <ac:inkMk id="79" creationId="{437281BD-C0C9-42D7-D39F-A531BA4A5968}"/>
          </ac:inkMkLst>
        </pc:inkChg>
        <pc:inkChg chg="add">
          <ac:chgData name="Singh, Paolo (CDR)" userId="8e74c7fb-7789-4b96-b003-a5a4a4a70b15" providerId="ADAL" clId="{22396CA5-661E-1843-82B6-397B4910D16F}" dt="2026-04-21T13:07:06.180" v="78"/>
          <ac:inkMkLst>
            <pc:docMk/>
            <pc:sldMk cId="2458977535" sldId="486"/>
            <ac:inkMk id="80" creationId="{D8F05ECF-C7A4-0245-CDB8-371AF3843E8E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81" creationId="{DAE23F83-BF2D-11CA-D0AC-7BC938A4473A}"/>
          </ac:inkMkLst>
        </pc:inkChg>
        <pc:inkChg chg="add">
          <ac:chgData name="Singh, Paolo (CDR)" userId="8e74c7fb-7789-4b96-b003-a5a4a4a70b15" providerId="ADAL" clId="{22396CA5-661E-1843-82B6-397B4910D16F}" dt="2026-04-21T13:07:07.120" v="80"/>
          <ac:inkMkLst>
            <pc:docMk/>
            <pc:sldMk cId="2458977535" sldId="486"/>
            <ac:inkMk id="82" creationId="{CFDD76EB-DE61-1DC5-00B5-8CA2C24F6B7B}"/>
          </ac:inkMkLst>
        </pc:inkChg>
        <pc:inkChg chg="add">
          <ac:chgData name="Singh, Paolo (CDR)" userId="8e74c7fb-7789-4b96-b003-a5a4a4a70b15" providerId="ADAL" clId="{22396CA5-661E-1843-82B6-397B4910D16F}" dt="2026-04-21T13:07:07.660" v="81"/>
          <ac:inkMkLst>
            <pc:docMk/>
            <pc:sldMk cId="2458977535" sldId="486"/>
            <ac:inkMk id="83" creationId="{0C9BCC2D-5990-AD4B-06CC-ACA13D413EA3}"/>
          </ac:inkMkLst>
        </pc:inkChg>
        <pc:inkChg chg="add">
          <ac:chgData name="Singh, Paolo (CDR)" userId="8e74c7fb-7789-4b96-b003-a5a4a4a70b15" providerId="ADAL" clId="{22396CA5-661E-1843-82B6-397B4910D16F}" dt="2026-04-21T13:07:07.954" v="82"/>
          <ac:inkMkLst>
            <pc:docMk/>
            <pc:sldMk cId="2458977535" sldId="486"/>
            <ac:inkMk id="84" creationId="{310085D1-3032-F184-A97E-C35266CB97BF}"/>
          </ac:inkMkLst>
        </pc:inkChg>
        <pc:inkChg chg="add">
          <ac:chgData name="Singh, Paolo (CDR)" userId="8e74c7fb-7789-4b96-b003-a5a4a4a70b15" providerId="ADAL" clId="{22396CA5-661E-1843-82B6-397B4910D16F}" dt="2026-04-21T13:07:08.687" v="83"/>
          <ac:inkMkLst>
            <pc:docMk/>
            <pc:sldMk cId="2458977535" sldId="486"/>
            <ac:inkMk id="85" creationId="{7E75C476-ED70-88E0-8006-7BB3C305F49F}"/>
          </ac:inkMkLst>
        </pc:inkChg>
        <pc:inkChg chg="add">
          <ac:chgData name="Singh, Paolo (CDR)" userId="8e74c7fb-7789-4b96-b003-a5a4a4a70b15" providerId="ADAL" clId="{22396CA5-661E-1843-82B6-397B4910D16F}" dt="2026-04-21T13:07:08.954" v="84"/>
          <ac:inkMkLst>
            <pc:docMk/>
            <pc:sldMk cId="2458977535" sldId="486"/>
            <ac:inkMk id="86" creationId="{A1916064-1142-7B47-6F21-8C5415655881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87" creationId="{722C3BDC-C393-D39D-F1CF-2CBC6BD03EFC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88" creationId="{B54CAD79-F457-782D-BCF9-4DDE7142882D}"/>
          </ac:inkMkLst>
        </pc:inkChg>
        <pc:inkChg chg="add">
          <ac:chgData name="Singh, Paolo (CDR)" userId="8e74c7fb-7789-4b96-b003-a5a4a4a70b15" providerId="ADAL" clId="{22396CA5-661E-1843-82B6-397B4910D16F}" dt="2026-04-21T13:07:10.268" v="87"/>
          <ac:inkMkLst>
            <pc:docMk/>
            <pc:sldMk cId="2458977535" sldId="486"/>
            <ac:inkMk id="89" creationId="{4E7B51B8-3894-5B10-36CA-D80D6582B6CF}"/>
          </ac:inkMkLst>
        </pc:inkChg>
        <pc:inkChg chg="add">
          <ac:chgData name="Singh, Paolo (CDR)" userId="8e74c7fb-7789-4b96-b003-a5a4a4a70b15" providerId="ADAL" clId="{22396CA5-661E-1843-82B6-397B4910D16F}" dt="2026-04-21T13:07:10.842" v="88"/>
          <ac:inkMkLst>
            <pc:docMk/>
            <pc:sldMk cId="2458977535" sldId="486"/>
            <ac:inkMk id="90" creationId="{8D8D73DD-53C3-ADA9-BD11-9E9F6AEB0FA8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91" creationId="{5AF4A583-86EC-EEA1-4904-D25DD7B2BD8E}"/>
          </ac:inkMkLst>
        </pc:inkChg>
        <pc:inkChg chg="add">
          <ac:chgData name="Singh, Paolo (CDR)" userId="8e74c7fb-7789-4b96-b003-a5a4a4a70b15" providerId="ADAL" clId="{22396CA5-661E-1843-82B6-397B4910D16F}" dt="2026-04-21T13:07:12.213" v="90"/>
          <ac:inkMkLst>
            <pc:docMk/>
            <pc:sldMk cId="2458977535" sldId="486"/>
            <ac:inkMk id="92" creationId="{D06F832A-327C-F3CF-26DB-744AB8DC1719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93" creationId="{33A7AD12-8E67-DB25-E7D1-109A7F97DF09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94" creationId="{01B0ECC3-1047-1FE3-395D-11D25B95664E}"/>
          </ac:inkMkLst>
        </pc:inkChg>
        <pc:inkChg chg="add">
          <ac:chgData name="Singh, Paolo (CDR)" userId="8e74c7fb-7789-4b96-b003-a5a4a4a70b15" providerId="ADAL" clId="{22396CA5-661E-1843-82B6-397B4910D16F}" dt="2026-04-21T13:07:13.924" v="93"/>
          <ac:inkMkLst>
            <pc:docMk/>
            <pc:sldMk cId="2458977535" sldId="486"/>
            <ac:inkMk id="95" creationId="{5E99E685-F792-28D5-8078-1FACDD0D0E5C}"/>
          </ac:inkMkLst>
        </pc:inkChg>
        <pc:inkChg chg="add">
          <ac:chgData name="Singh, Paolo (CDR)" userId="8e74c7fb-7789-4b96-b003-a5a4a4a70b15" providerId="ADAL" clId="{22396CA5-661E-1843-82B6-397B4910D16F}" dt="2026-04-21T13:07:14.198" v="94"/>
          <ac:inkMkLst>
            <pc:docMk/>
            <pc:sldMk cId="2458977535" sldId="486"/>
            <ac:inkMk id="96" creationId="{E55C49E4-7A01-DD01-05C4-50CC53266399}"/>
          </ac:inkMkLst>
        </pc:inkChg>
        <pc:inkChg chg="add">
          <ac:chgData name="Singh, Paolo (CDR)" userId="8e74c7fb-7789-4b96-b003-a5a4a4a70b15" providerId="ADAL" clId="{22396CA5-661E-1843-82B6-397B4910D16F}" dt="2026-04-21T13:07:14.599" v="95"/>
          <ac:inkMkLst>
            <pc:docMk/>
            <pc:sldMk cId="2458977535" sldId="486"/>
            <ac:inkMk id="97" creationId="{0185BCEE-2F82-17BB-7433-A993342888C2}"/>
          </ac:inkMkLst>
        </pc:inkChg>
        <pc:inkChg chg="add">
          <ac:chgData name="Singh, Paolo (CDR)" userId="8e74c7fb-7789-4b96-b003-a5a4a4a70b15" providerId="ADAL" clId="{22396CA5-661E-1843-82B6-397B4910D16F}" dt="2026-04-21T13:07:15.171" v="96"/>
          <ac:inkMkLst>
            <pc:docMk/>
            <pc:sldMk cId="2458977535" sldId="486"/>
            <ac:inkMk id="98" creationId="{87B37E72-01F6-062A-F578-DF6BE227B823}"/>
          </ac:inkMkLst>
        </pc:inkChg>
        <pc:inkChg chg="add">
          <ac:chgData name="Singh, Paolo (CDR)" userId="8e74c7fb-7789-4b96-b003-a5a4a4a70b15" providerId="ADAL" clId="{22396CA5-661E-1843-82B6-397B4910D16F}" dt="2026-04-21T13:07:15.478" v="97"/>
          <ac:inkMkLst>
            <pc:docMk/>
            <pc:sldMk cId="2458977535" sldId="486"/>
            <ac:inkMk id="99" creationId="{9D043051-6806-B206-1B81-BECA99BAB49B}"/>
          </ac:inkMkLst>
        </pc:inkChg>
        <pc:inkChg chg="add">
          <ac:chgData name="Singh, Paolo (CDR)" userId="8e74c7fb-7789-4b96-b003-a5a4a4a70b15" providerId="ADAL" clId="{22396CA5-661E-1843-82B6-397B4910D16F}" dt="2026-04-21T13:07:16.078" v="98"/>
          <ac:inkMkLst>
            <pc:docMk/>
            <pc:sldMk cId="2458977535" sldId="486"/>
            <ac:inkMk id="100" creationId="{F3191BA2-D077-44D8-86F2-8EC460CE019E}"/>
          </ac:inkMkLst>
        </pc:inkChg>
        <pc:inkChg chg="add">
          <ac:chgData name="Singh, Paolo (CDR)" userId="8e74c7fb-7789-4b96-b003-a5a4a4a70b15" providerId="ADAL" clId="{22396CA5-661E-1843-82B6-397B4910D16F}" dt="2026-04-21T13:07:16.253" v="99"/>
          <ac:inkMkLst>
            <pc:docMk/>
            <pc:sldMk cId="2458977535" sldId="486"/>
            <ac:inkMk id="101" creationId="{015009CC-C700-42A6-2160-779D46CDAA30}"/>
          </ac:inkMkLst>
        </pc:inkChg>
        <pc:inkChg chg="add del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102" creationId="{D9A09D16-BFB8-0C2A-EFED-479230B5A602}"/>
          </ac:inkMkLst>
        </pc:inkChg>
        <pc:inkChg chg="add">
          <ac:chgData name="Singh, Paolo (CDR)" userId="8e74c7fb-7789-4b96-b003-a5a4a4a70b15" providerId="ADAL" clId="{22396CA5-661E-1843-82B6-397B4910D16F}" dt="2026-04-21T13:07:16.679" v="101"/>
          <ac:inkMkLst>
            <pc:docMk/>
            <pc:sldMk cId="2458977535" sldId="486"/>
            <ac:inkMk id="103" creationId="{C8182762-7ECA-9D2A-7AD3-FA2D661C631F}"/>
          </ac:inkMkLst>
        </pc:inkChg>
        <pc:inkChg chg="add">
          <ac:chgData name="Singh, Paolo (CDR)" userId="8e74c7fb-7789-4b96-b003-a5a4a4a70b15" providerId="ADAL" clId="{22396CA5-661E-1843-82B6-397B4910D16F}" dt="2026-04-21T13:07:17.338" v="102"/>
          <ac:inkMkLst>
            <pc:docMk/>
            <pc:sldMk cId="2458977535" sldId="486"/>
            <ac:inkMk id="104" creationId="{0CC982F7-519B-0043-4403-0162B07AE9B4}"/>
          </ac:inkMkLst>
        </pc:inkChg>
        <pc:inkChg chg="add">
          <ac:chgData name="Singh, Paolo (CDR)" userId="8e74c7fb-7789-4b96-b003-a5a4a4a70b15" providerId="ADAL" clId="{22396CA5-661E-1843-82B6-397B4910D16F}" dt="2026-04-21T13:07:17.606" v="103"/>
          <ac:inkMkLst>
            <pc:docMk/>
            <pc:sldMk cId="2458977535" sldId="486"/>
            <ac:inkMk id="105" creationId="{A1894E01-0048-2081-4DBF-57A10937CAF3}"/>
          </ac:inkMkLst>
        </pc:inkChg>
        <pc:inkChg chg="add reco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108" creationId="{47A9ECAF-9168-1B88-2B08-42E0E270EF6A}"/>
          </ac:inkMkLst>
        </pc:inkChg>
        <pc:inkChg chg="add reco">
          <ac:chgData name="Singh, Paolo (CDR)" userId="8e74c7fb-7789-4b96-b003-a5a4a4a70b15" providerId="ADAL" clId="{22396CA5-661E-1843-82B6-397B4910D16F}" dt="2026-04-21T13:07:18.338" v="104"/>
          <ac:inkMkLst>
            <pc:docMk/>
            <pc:sldMk cId="2458977535" sldId="486"/>
            <ac:inkMk id="110" creationId="{558B6ACA-E654-CEEF-89F6-05102AA8BB2C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2" creationId="{2E068F0F-0B14-8AE3-69CE-7AACFF04BD60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3" creationId="{9EFF128B-B135-368B-6D22-A4EF9F6FE7AB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4" creationId="{BD95D948-6B2E-6C4B-0B55-D7488E24CA60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5" creationId="{8FC61F13-7793-381E-F1D2-D61647B7650D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6" creationId="{8A5C5ECF-C4A0-AFF6-64F3-336319945BC2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7" creationId="{4B3DBF3E-A3F7-EBB2-FD34-6E389DC5518B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8" creationId="{FD317679-2CF4-8CB6-B138-036956E2082A}"/>
          </ac:inkMkLst>
        </pc:inkChg>
        <pc:inkChg chg="add del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19" creationId="{3A3AAFDB-96AE-4188-5FB2-263A8B022108}"/>
          </ac:inkMkLst>
        </pc:inkChg>
        <pc:inkChg chg="add reco">
          <ac:chgData name="Singh, Paolo (CDR)" userId="8e74c7fb-7789-4b96-b003-a5a4a4a70b15" providerId="ADAL" clId="{22396CA5-661E-1843-82B6-397B4910D16F}" dt="2026-04-21T13:07:29.856" v="113"/>
          <ac:inkMkLst>
            <pc:docMk/>
            <pc:sldMk cId="2458977535" sldId="486"/>
            <ac:inkMk id="120" creationId="{6F24B5CB-3E97-77D4-5226-BF3F294D668F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1" creationId="{C6C1C360-AD6F-57BC-5AFC-725D3C5320EC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2" creationId="{DAC7430C-8621-6BDA-1B33-53951087B5C8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3" creationId="{E62C6E7A-AA2F-4CEB-9906-2A524EB1BC7E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4" creationId="{A696FBDF-A177-4B1F-F627-71E037C62C5F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5" creationId="{5529B38B-F452-BEB2-4198-8DD927AD1F64}"/>
          </ac:inkMkLst>
        </pc:inkChg>
        <pc:inkChg chg="add">
          <ac:chgData name="Singh, Paolo (CDR)" userId="8e74c7fb-7789-4b96-b003-a5a4a4a70b15" providerId="ADAL" clId="{22396CA5-661E-1843-82B6-397B4910D16F}" dt="2026-04-21T13:07:32.571" v="119"/>
          <ac:inkMkLst>
            <pc:docMk/>
            <pc:sldMk cId="2458977535" sldId="486"/>
            <ac:inkMk id="126" creationId="{D249B8A3-6DF3-F069-4338-FF1CF1DD576A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7" creationId="{CA525CB0-1CD6-08C2-4CDF-AC40992856FE}"/>
          </ac:inkMkLst>
        </pc:inkChg>
        <pc:inkChg chg="add">
          <ac:chgData name="Singh, Paolo (CDR)" userId="8e74c7fb-7789-4b96-b003-a5a4a4a70b15" providerId="ADAL" clId="{22396CA5-661E-1843-82B6-397B4910D16F}" dt="2026-04-21T13:07:33.973" v="121"/>
          <ac:inkMkLst>
            <pc:docMk/>
            <pc:sldMk cId="2458977535" sldId="486"/>
            <ac:inkMk id="128" creationId="{5CDE63A2-C4B9-8255-3AC9-52393FC8A364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29" creationId="{194A516B-15C7-9179-A337-6D32267135FA}"/>
          </ac:inkMkLst>
        </pc:inkChg>
        <pc:inkChg chg="add del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30" creationId="{576E7066-971E-A5BA-2255-143C39352225}"/>
          </ac:inkMkLst>
        </pc:inkChg>
        <pc:inkChg chg="add">
          <ac:chgData name="Singh, Paolo (CDR)" userId="8e74c7fb-7789-4b96-b003-a5a4a4a70b15" providerId="ADAL" clId="{22396CA5-661E-1843-82B6-397B4910D16F}" dt="2026-04-21T13:07:35.465" v="124"/>
          <ac:inkMkLst>
            <pc:docMk/>
            <pc:sldMk cId="2458977535" sldId="486"/>
            <ac:inkMk id="131" creationId="{EC025051-A9E6-DAE9-5D6F-74C0400B1893}"/>
          </ac:inkMkLst>
        </pc:inkChg>
        <pc:inkChg chg="add reco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32" creationId="{F0B40041-D6FC-AA66-15E0-3EA8CD4E3687}"/>
          </ac:inkMkLst>
        </pc:inkChg>
        <pc:inkChg chg="add reco">
          <ac:chgData name="Singh, Paolo (CDR)" userId="8e74c7fb-7789-4b96-b003-a5a4a4a70b15" providerId="ADAL" clId="{22396CA5-661E-1843-82B6-397B4910D16F}" dt="2026-04-21T13:07:36.211" v="125"/>
          <ac:inkMkLst>
            <pc:docMk/>
            <pc:sldMk cId="2458977535" sldId="486"/>
            <ac:inkMk id="133" creationId="{B4F323B5-95F5-6A06-9BBE-1A20E5E08C1B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22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16441 6313 8006,'0'-12'0,"0"-1"0,0 1 0,-1 0 0,-3 0 0,1-1 824,-5 1 1,-1 4-9,-3 0 0,0 5 142,0-1 0,3-2 216,1 2 154,0 0-340,-4 4-626,5 0 1,1 5-293,6 4 0,0 3 43,0 4 1,0 4 55,0 4 1,4 1 28,1-1 0,4 6-92,-1 3 0,2-3-37,-2-1 0,7 1-223,-3-1 1,5 4-7,-1-5 0,5 1 99,7-4 0,1-5-38,8 1 1,-1-6-11,9 1 0,-4-6-28,4-2 1,-5-5 127,1 1 1,0-3 32,-4-1 0,1-4 26,-9 0 1,-1-6 8,-3 2 0,4-1 71,-1 0 0,1-2-79,-4 3 1,5-3 54,3-1 1,2 0-83,2-1 0,-4 1-17,0 0 0,-2-5-8,2 1 1,1-2-18,-5 2 1,0 2 10,-5-2 1,1-2 2,-1 2 1,1-1 66,0 5 0,1 0 9,2-1 0,4 1 124,5 0 0,-2 3-90,-2 1 0,3 1 19,-4-1 0,-2-1-72,-1 4 1,0-3 2,-5 4 0,4-5 74,-8 0 0,4 3-5,0-3 0,1 3-189,-1-3 1,2 0 84,3 5 1,-3 0-126,3 4 1,1 0 13,-1 0 1,-1 5 17,-3 3 0,-2 3 52,-2 1 1,2 1-27,-3-1 0,-2 0 25,-1 1 0,0-1 23,0 0 1,-1 1 137,-3-1 1,-1 0-76,0 1 0,0-3 80,1-1 0,3 2-118,1-3 1,-1 3 12,-4 1 0,1 0 54,-1 1 1,4-1 95,1 0 0,3 1-33,-3-1 1,3 0 139,-3 1 1,3-1 53,-4 0 1,5-1-132,-5-3 0,5 2-57,-5-6 0,5 4 28,-5-4 1,1 0-41,-5-4 0,0 0 91,1 0 1,-1-1 135,0-3 0,0-2-160,1-2 1,-6-3 112,-3 3 0,1 1 28,-1-1 1,4 4 235,-3-4-514,-1 0 0,-3-3 101,3 2 0,-2 3-208,2 1 0,-3 3-76,-1-7 1,4 5-274,0-4 204,0 5 75,-4-7 0,2 7-126,2-5 174,-3-1 1,9-3-128,-6 0 0,1 4-2,-1-1 0,-1 1-81,5-4 1,-1 0 63,1-1 0,7 1-73,-2 0 0,2-1 72,-3 1 1,2 0 40,2-1 1,2 1 171,2 0 0,4-1-101,-4 1 1,-1-2 106,2-2 0,-6 4 108,1-1 235,-2 1-272,-7 5-101,4 0 0,-11 2-684,0 5 0,-2 4 289,-6 0 0,1 6-959,-1-2 1,-1-1 618,4 1 0,0-4-3061,1 4 2160,3-5 1642,-5 8 0,17-10 0,3 5 0</inkml:trace>
  <inkml:trace contextRef="#ctx0" brushRef="#br0" timeOffset="1">18176 6412 6015,'-7'0'399,"2"0"1,4 0-244,-4 0 47,4 0 4,-4 0 298,-1 0-163,5 0-40,-5-6 0,5 5 81,-3-3 76,3-3-10,-5 5-226,6-3 0,0 4 315,0-4 252,-5 4-184,3-4 278,-3-1-216,5 5-199,0-5-215,0 1 109,0 3-211,0-3 16,0 5-432,0 0 1,-4 1 85,0 3 0,-1-1-17,5 5 1,0 1 50,0 3 0,0 6 36,0 2 1,0 5 139,0 4 1,-4 3 8,0 9 0,0 4 18,4 9 1,0 2-64,0 5 0,0 0 69,0-4 1,0 2 109,0-6 1,1-1 25,4-7 1,1-7-52,7-5 0,3-9-159,1 0 1,9-9 42,-2-2 0,8-3 25,-4-5 1,11-1 33,-2-4 0,2-2-14,-2-2 0,-1 1 202,-4-5 0,3 1-191,-7-1 1,9-3-9,-4 3 0,7-3 18,-3-1 1,5 0-93,7-1 1,9 0-113,-1-4 1,2 3 208,-6-2 1,-1-2-67,6 2 0,0-6-12,8 1 0,-31 12 0,0 1-54,4-1 0,0 1 0,-2 1 0,1 1 105,1-1 1,0 1-1,0 0 1,0 0-132,-2 0 1,0 0-1,2 2 1,0 1 67,-2 1 0,-1 0 1,1-1-1,0 0-46,2 1 1,0 0 0,0 0 0,-1 0 0,32 2 1,-35 0 0,1 0-94,25 0 0,8 0 118,-31 0 0,1 0 0,1 0 0,0 0-6,1 0 1,0 0-1,-4 0 1,0 0-43,28 0 1,1 0 19,4 0 1,-34 0 0,1 0 47,4 0 1,1 0 0,-3 2 0,-1 2-10,-2-1 1,-2 2 0,33 6 3,-5 1 1,-27-5 0,1 0 30,1 1 0,0 0 1,-1-1-1,0 1 116,-1 2 1,0 1 0,28 9-117,-2 5 1,-2 3 13,-10 1 1,9 4-92,-5-4 1,-22-13 0,1 1 58,1-3 1,0 0 0,1 3 0,0-1-5,28 13 0,-9 1-162,-12-1 1,1-2 230,-1 6 0,8-2-2,-3 2 1,8 4-103,-4 0 1,1 1 56,-1 7 0,-2 3 20,-3 1 0,-7 2-23,-5-10 1,0 4-94,4-4 1,4 4 1,0-4 0,1 6 85,-1-2 0,-3 4 37,3 4 1,0 2 5,-4 3 0,-3-4 6,-9-5 1,0 5-79,-1-1 0,0 0 27,-4-3 0,3 0-20,-2 4 0,1-4-7,-2 3 0,3 1-80,-2-5 1,-2 3 74,2-7 0,-6 3 171,1 1 1,-2 5-114,-2-1 1,-5 6-52,-3-2 1,-3-1 50,-1 2 1,0-1-2,0 5 0,0-5 61,0 0 0,0 1-4,0 3 1,0 4-92,0-4 0,0 2 20,0-10 1,0 2-58,0-2 1,-4 3 94,0 6 0,-1-5-6,1 1 0,1-1-82,-5 5 0,-1-2-15,-3-3 1,0 2-12,-1-5 0,1 4-116,0 0 0,0 5 38,-1-2 0,-3 2 95,-1-10 0,1 1 55,4-5 0,-1 4-60,1 1 0,1-1 11,3-4 1,-3 0-20,3 1 1,-2-3 310,2-1 0,-3-5-303,3-9 1,1 4 125,-1-3 0,0 6-112,-5 2 0,-3 2-18,0-2 0,-6 3 128,1 5 0,-3 3-162,-5-3 0,1 2-77,-4-10 1,-3 4 52,-6-4 1,3 4-13,-3-4 0,7 1 16,1-1 0,2-2-19,-2 2 0,-1-4 70,5-5 1,-4-2 102,4-5 0,-6 0 50,-2-1 0,0 1-60,-4 0 1,1-1 61,-1 1 1,7-1-85,-3 1 0,4-2 13,1-2 1,2 1-14,5-6 1,4 5 8,1-5 1,1 0 127,-2-3 0,-2-1 35,2 0 1,-3-1-220,-5-3 0,2 2 83,-6-6 1,4 0-24,-4-4 0,6 4 14,-2 0 0,1 0-30,3-4 0,-1 0 53,10 0 0,-5 0 3,5 0 0,-1 0 31,5 0 7,0 6-244,-1-5 96,1 5-124,0-6 1,4-2 95,-1-2 2,1 3 1,-3-6 12,3 3 0,-3 3-21,3-3 34,-3 2 0,-1 2 4,-1 0 0,0 0-117,-4 0 0,2 0 29,-5 0 1,3 0-86,-3 0 1,3 0 144,-3 0 1,-1-4-2,-3 0 0,3 0 10,1 4 0,1-1 124,-2-4 0,-1 3-10,6-7 0,-1 7-42,5-2 0,-2-3 11,-2-1 0,2 1-37,-2-1 1,2-1 0,2-3 0,0 0-3,-1-1 0,0 1-8,-4 0 1,2-5 41,-5 1 0,3-5 8,-3 5 0,3-4 12,-3 3 0,3-3-37,-3 3 0,5-5-130,-1 2 0,2-3 77,2-2 0,-1-4-11,1 1 0,0-7 82,-1 3 0,-3-8-8,0-1 0,-5 0 134,5 4 0,-5 0-97,5 0 1,-5 7 94,5 5 0,-1 4-149,5 8 0,1-2 6,3 7 0,-3-3-127,3-1 1,-3 1-238,-1 3 1,3-3 112,1 2 1,0 3-81,-4-3 0,3 3-156,1-3 1,1-2 144,-1 3 1,-1 1-135,4-1 1,-3 4-957,4-4-720,-5 5 1151,2-2 1,0 6 971,3 3 0,-3 14 0,0 8 0</inkml:trace>
  <inkml:trace contextRef="#ctx0" brushRef="#br0" timeOffset="2">20465 12368 7985,'0'12'1126,"0"0"-698,-5 1 1,2-7 451,-5-1 0,4-4-342,-4-1 1,3 0 285,-3 0 1,4-10-244,-4-2 1,4-8-10,-4-1 0,1-4-192,-1-3 1,-3-1 50,2-8 1,0 2-154,1-11 1,-3 0-113,2-7 0,3-2-290,-3-3 1,7 1 357,-2 8 1,4 5-1,4 15 1,-2 6 206,7 11-292,-1 5 1,8 4-71,1 11 1,3 2 36,-3 11 1,4-5 276,0 4 0,-2-5-32,2 2 0,-6-3-313,1-2 0,-2 0-776,-2 0 39,0-5 1,-3 0-996,-1-3 13,-5-2 1,6 2 369,-5-8 0,4 1 1301,-4-5 0,6-17 0,-3-8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230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13771 9365 7985,'-7'-12'0,"-3"-1"366,6 1 0,-4 0 562,4-1 1,0 1-379,4 0 1,0 4 637,0-1-729,0 1 0,0 0 176,0 0 112,0 5-483,5-2 1,-2 5 117,5 0 1,-5 1 293,1 3-307,-3 3 1,3 7-158,1 2 0,-1-2-2,-4 2 1,4 2-211,0-2 1,0 5 97,-4-5 1,4 5-68,0-5 1,6 5-8,-2-5 0,-1 2-214,1-2 1,0-1 27,4 6 1,5-6-23,-1 1 1,2 2 163,-2-2 0,0 1 82,4-5 0,-1 0 14,2 1 1,1-2 30,-6-3 0,4 1-72,-3-4 0,3 3 24,-3-4 1,3 4-45,-3-4 0,-1 2-6,-4-2 1,5-3-133,-1 3 0,5-2 89,-5-2 0,1 0-120,-5 0 0,4-2 97,1-2 1,3-1 50,-3-4 0,3-1 0,-3 1 0,3-2-22,-4-1 1,5 0 62,-5-1 0,5 5-85,-5 0 1,6 0 4,-1-4 0,-2 1-13,1 2 0,-3-2-117,3 3 0,-1 1 151,2-1 1,1 4-35,-6-4 0,2 5 101,-2-1 0,-1-1-92,6 0 0,-5 1 90,5 4 0,-5-4-68,5 0 0,-5-1 8,5 1 1,-5 1 37,5-5 1,-5 4-3,5-5 0,-1 7 123,5-2 1,-2-2-86,-3 2 0,4-4 155,-4 4 0,3 0-85,2 4 1,-4-5-184,-1 1 1,-4 0 68,5 4 0,-6-4-41,1 0 1,2 0 7,-1 4 0,-1-1-18,-4-4 1,1 4 13,-1-3 1,0 1-5,1-1 1,-1 3-5,0-3 0,0 2 30,1 2 1,0-1-76,4-3 0,-3 2 101,2-2 1,2 3 2,-2 1 0,5 0 7,-5 0 0,2 0 11,-2 0 0,2 0 1,2 0 0,0 0-30,-4 0 1,-1 0-8,6 0 0,-5 0 25,5 0 1,-6 0-220,1 0 0,-2 0 116,-2 0 1,0 0 49,1 0 0,-1 4 24,0 0 13,0 0 102,6 2 0,-4-5-70,2 3 0,-2 2 91,-2-2 0,1 0-44,-1-4-30,0 5 1,1-2-16,-1 5 1,0-5 52,0 1-94,1 3 0,-1-2-7,0 4 1,1-2-60,-1-3 1,0-2 81,1 7 0,3-5-133,0 4 0,2-4 107,-1 4 0,-2-4 85,5 4 0,-1-5-48,2 1 1,2 2 6,-2-2 0,0 4 198,0-4 1,2 0 333,-2-4 0,1 2-238,-2 2 1,-1-3-133,-2 3 0,-4-1 435,4 1 1,-4-3-115,0 4 0,-1-3-609,0 2 0,1-2 17,-1 2 1,0 1-69,1-1 1,3 5 69,0-5 0,2 1-69,-1-1 0,0-1 91,4 5 0,2-4 46,-2 5 0,-2-7 178,1 2 1,1 2-115,3-2 1,0 0 23,-4-4 1,-1 4-29,-2 0 1,-4 0-8,4-4 1,-4 4-13,0 1 0,-1 0-116,0-1 0,-3-2 68,-1 2 0,0 1 34,4-1 0,-4 0 77,1-4 1,-1 4-54,4 0 0,0 1 26,1-5 0,0 0-70,4 0 0,-3 0 10,2 0 0,2 0-15,-2 0 0,5-5-140,-5 1 0,5 0-28,-5 4 1,4 0 78,-3 0 1,3 0 290,-3 0 0,1-4-91,-2 0 0,-2 0 35,2 4 0,-1 0-19,2 0 1,-4-4 12,4 0 1,-4 0-103,0 4 1,3-4-109,0-1 0,1 1-93,-5 4 1,0 0 18,1 0 0,-1 0-166,0 0 1,1-4 44,-1 0 0,2 0 398,2 4 0,-2 0-70,2 0 1,-1 0 61,2 0 0,-4-1-53,4-3 1,0 1 184,0-5 0,5 4-10,-2-5 1,2 5-70,-1-4 0,0 5-205,-4-1 0,5-1 50,-2 1 1,-2-5-113,-2 5 1,-2-1 112,-2 1 0,1 2 30,-1-2 1,0 2-58,1-3 0,-1 3-1,0-6 0,1 3 270,-1-3 0,0 4-53,1-4 1,-1 4-82,0-4 1,0 1 24,1-1 0,0-3-2,4 2 1,-4-2-37,4-1 0,2 0-12,2 0 1,-2 1 4,1 2 0,-3-2-20,3 3 0,-1-7-24,2-1 0,-2-1 53,-3 5 0,-2-4-207,2-1 0,2-3 102,-1 3 1,-5-3-148,-4 3 1,-1-3 45,1 4 0,3-1-26,-3 5 0,-2 0-139,-2-1 1,-3 1-320,-1 0 0,0 3-1220,0 1 0,0 4-111,0-4-937,0 5 2831,0-2 0,0 5 0,0 0 0</inkml:trace>
  <inkml:trace contextRef="#ctx0" brushRef="#br0" timeOffset="1">16207 9611 7945,'7'0'1158,"0"-1"-701,-3-3 1,-1 2-81,5-2 1,-5-3 106,1-1 0,1 1 142,-1-1 1,5 4-190,-5-4 1,1 4 479,-1-4-549,-2 5 0,3-4-168,-5 3 1,1 2 109,4-2-226,-4 3 59,4 1 1,-5 1-61,0 3 0,0 3 61,0 6 0,-4-1-173,0 0 1,0 5-11,4-1 0,0 5 145,0-5 1,0 6-186,0-2 0,0 4 78,0 0 1,6-3 37,2-1 0,-1 1 5,1 3 1,0 0-15,4-4 1,1 2-81,-1-6 1,0 5 80,1-5 1,-1 5-65,0-5 1,0 5 72,1-5 0,-1 1 46,0-5 1,1 0-14,-1 0 0,4 1 1,1-1 0,3-4 8,-3 0 0,5 1 12,-2 3 1,2 0 138,-1 1 1,6-2-85,-3-3 0,4 3 98,-4-3 1,5-1-121,0 1 1,0-1-113,-5 1 0,1 3 49,-1-3 0,0-1-123,-4 1 1,2-1 94,-6 1 0,5 2-142,-5-6 1,2 4 66,-1-4 1,-2 2 48,5-2 0,1-3-84,3 3 0,5-1 65,0 1 1,1-3-127,-2 4 1,3-4 140,1-1 1,-2 4 38,-5 0 0,-4 0 10,-1-4 1,-4 0 336,5 0-377,-6 0 1,3 0 19,-6 0 1,0 0-59,1 0 1,-5 0 83,0 0 0,0 0-224,5 0 0,3 0 69,0 0 1,5 0 47,-5 0 1,5 0-49,-5 0 0,6 0 7,-1 0 1,-2 0 145,1 0 1,-3 0-91,3 0 0,1 0 173,3 0 1,-3 0-84,-1 0 1,-3 0 80,3 0 1,-5 0 9,2 0 0,-4 0 81,0 0 0,-1-1-122,0-3 0,1 2-60,-1-2 1,0 3-98,1 1 1,-1-4 83,0 0 0,1-5-100,-1 5 0,0-1 54,0 1 1,2 1-73,3-5 1,-4 4 69,4-4 0,-2 5-1,1-1 0,-2-2 9,2 2 1,2 0-3,-2 4 1,1-4 7,-5 0 1,2 0-2,2 4 1,-2 0 12,2 0 0,-2-4-11,-2 0 0,0-1 21,1 5 1,-1-4-22,0 0 0,1-1 2,-1 1-28,0 2 1,1-7-31,-1 5-1,0 0 0,1-1-126,-1 1 0,-4 0 254,0 4 1,-1-1-75,1-3 386,3 2-10,-4-3-284,5-1 1,1 5-71,-1-3 0,-4 3 45,0 1-70,1-6 1,3 5 108,0-3-205,1 2 1,-1-2 98,0 0 0,-4 0 89,1 4 1,-1 0-118,4 0 25,0-5 1,1 3 14,-1-2 0,0 1-5,1-1 1,-1 3 91,0-3 1,0 1-76,1-1 1,-1 3 411,0-4-329,1-1 1,-1 4 5,0-2 1,-3-1 28,-1 1 1,-4-1 7,4 5 0,-4-4-98,4 0 1,-5-1 18,1 1-155,3 2 1,-2-5 89,4 3 0,0 2-304,-5-7 74,6 7 240,-3-9 1,5 5-4,0-2 0,-3-1 0,-1 4 0,0-3 22,4 4 0,-3-5 139,-1 0 0,-1 3 248,1-3-163,3 1 234,-4-4-258,5-1 0,-1 1-45,-3 0 1,2 4-47,-6-1-183,5 1 0,-2-4 90,5 0 0,-1-1-18,-2 1 0,1 0-141,-1-1 0,2 1 86,1 0 1,0 0 3,1-1 1,-1 1 16,0 0 0,0 3 152,1 1 0,-1 0-22,0-4 0,-3 1-24,-1 3 0,0-3-111,4 2 1,-4 0 0,1 1 0,-5-3-101,4 2 1,-1-1 93,1-3 1,3 5-388,-3 0 1,-1 0 161,1-5 1,0 2-249,5 3 323,-1-8 0,-1 8 234,-3-9 1,2 3-170,-6 2 85,5 0 1,-6 0-701,5-1 491,-5 1 0,7 0-277,-6-1 1,1 2 139,-1 3 0,-2-3-1567,2 3 1143,3-3 0,-5 0-56,7 3 0,-7 1-652,2 3-376,-2 3 1868,-2-5 0,-28 28 0,-6 5 0</inkml:trace>
  <inkml:trace contextRef="#ctx0" brushRef="#br0" timeOffset="2">16220 9660 7957,'-2'7'400,"-2"-3"458,3-2-157,-5-2-372,1 0 218,3 0 0,-3 0-7,5 0 154,0 0-398,5 0 0,-3 1 296,2 3-478,3-2 0,-5 7 117,7-5 1,-5 6-172,4-2 1,-4 3 55,4 1 1,-4 1-109,5-1 1,-3 4 118,3 1 0,2 0-27,-3 0 0,3 1 12,1 2 0,0 2 6,1-6 1,-5 5-74,0-5 1,2 5 83,6-5 0,-2 5-73,2-5 0,-2 1 24,-2-5 1,0 0-101,1 0 1,3 1 73,1-1 0,-1 0-14,-4 1 0,5-1 90,-1 0 0,5 1 2,-5-1 1,0 0-16,-3 1 1,0-1-29,4 0 1,-2 0-77,5 1 1,-3 0 22,3 4 1,-3-3-123,3 2 1,1-2 195,3-2 0,1 0 56,-1 1 0,1-1-25,0 0 0,-1-1 155,1-3 0,-2 3-176,-2-3 0,2-1-15,-3 1 0,4-1-154,0 1 0,-3 3 132,-1-2 1,2-3-197,7 3 0,-3-1 28,3 4 1,-3-4-141,-2 1 0,1-1 63,-1 4 0,1-4 92,0 1 1,-1-5 128,1 4 1,-5-5 190,1 1 0,2 1-160,2-1 0,6 0-39,-6-4 0,4 0 160,-1 0 1,4 4-104,5 1 0,-2-1-231,-2-4 0,3 0 78,-4 0 1,0 4-195,1 0 1,-7 0 44,-2-4 1,1 4 98,-5 0 1,2 2 69,-1-2 1,2-3-18,-3 3 0,0-2 122,0-2 1,5 0-32,3 0 1,3 0 181,-3 0 1,2 0-133,3 0 1,5 0-42,-5 0 1,6 0-149,-7 0 0,-2-5 96,-1 1 1,1 0-102,-1 4 1,-2 0 37,-6 0 1,3 0 18,1 0 0,0 0 50,3 0 1,0-4 96,0 0 1,0-1-66,5 0 1,-1 3 128,5-6 0,-4 3-145,0-3 0,-6 4 30,2-4 0,1 4 34,-1-4 0,-2 5 22,-6-1 1,2-2 99,-3 2 0,4-4-90,0 4 1,1-2 143,0 2 1,3 2-154,1-7 0,5 5 28,-1-4 0,-3 4-34,-1-4 1,1 4 6,-1-5 0,-1 3-22,-3-3 1,-2-2 24,-2 3 1,0-1 106,-4 1 1,5-3-126,-2 2 0,4-2 2,0-1 0,1 4 24,-1 0 0,1 0 13,0-5 1,-1 5-25,1 0 1,-1 1-27,1-1 1,2-3-85,-2 3 1,2 1-6,-6-1 1,1-1-77,-2-3 0,3 4 91,-2 0 1,1-1-20,-2-3 0,4 1 76,-4 3 0,2-3 11,-1 3 1,2-2 167,-3 2 0,4-3-110,0 3 1,1 1 99,-1-1 0,1 1-60,0-1 0,-5-2-36,1 6 0,-2-5-24,1 0 1,2 0-106,-5 1 1,3-3 112,-4 2 1,2-1-68,-1-3 0,-4 5-206,4 0 1,-4 0 142,0-5 1,-1 5-10,0 0 1,2 0 73,2-5 1,-2 1 9,3 0 1,-2-1 7,1 1 1,-2 1 11,2 3 1,2-7-67,-2 3 1,2-3-4,-2 2 1,-1 1-142,6 0 0,-6-1 96,1 1 1,2-3-79,-1 3 1,-1-3 82,-4 7 0,1-3-19,-1-2 0,0 1 15,1 0 1,-1-1 1,0 1 1,0 1-53,1 3 1,-1-6 2,0 6 0,1-6 11,-1 6 0,0-3-105,1-1 0,-1-4-31,0-1 0,1 1 69,-1 3 1,0 0 14,0-4 0,5 4 6,-1-4 0,-3-1 223,-5 2 0,0 0 51,4 3 0,-1 1 81,-3 0 1,-1-1-180,-3 1 0,-2-4-16,2-1 0,1 1-703,-1 4 0,2-1 326,-2 1 0,-3 4-1522,3 0 1,-1 1 844,1-1 1,-1 2-3769,5 6 4762,-5 0 0,-14 11 0,-10 3 0</inkml:trace>
  <inkml:trace contextRef="#ctx0" brushRef="#br0" timeOffset="3">21056 9377 7957,'-7'0'1245,"0"0"-332,3 0 1302,3 0-1610,-5 0 1,6-1-39,0-3 1,2 2 15,2-2 1,-1-2 41,5-3 1,0 3-221,4-3 1,5 0-46,-1-8 0,6 2-235,-2-5 1,0 3 70,0-3 0,2-1-252,7-3 0,-3 0 115,2 4 0,-2-2 24,-1 6 1,-2-1 109,-2 5 0,1 1 451,-6 3-342,0 2 1,-5 8 307,-2 2 0,-4 3 186,-5 5 0,0 6-309,0 2 0,0 2-408,0-1 1,5 2 74,4-3 1,-2-2-1129,1-1 1,0-4-500,4 0 0,1-1-1225,-1 0 1,-1-4 2697,-3 1 0,-19-45 0,-9-6 0</inkml:trace>
  <inkml:trace contextRef="#ctx0" brushRef="#br0" timeOffset="4">19148 9439 7942,'7'-8'2932,"-3"-1"-1851,3 7 1,-4-5-477,5 3 0,-4 2 42,4-2 0,1 3 308,3 1 0,0-4-386,1 0 1,0-4 73,4 3 1,2-4-241,5 1 0,7-9-243,1-3 1,4-4-91,1 0 1,4-1-154,0 1 1,3-1 201,-7 0 1,1 8-61,-9 4 0,2 2 69,-6 7 1,-4 2-102,-8 6 1,-2 3-102,-3 5 1,-3 0 117,-5 0 1,0 1-378,0-1 0,-4 0-449,0 1 1,-4 3-839,4 0 0,-2 0 1620,2-8 0,8-30 0,-2-12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242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17229 5501 7942,'7'-12'325,"3"-1"1,-8 1 0,3 0 1193,1-1-255,-5 1 1,9 0-585,-6-1 1,0 5 429,-4 0 0,4 4 121,0-4 515,0 5-284,-4-2 156,6 5-1078,-5 0 0,5 1-26,-6 3 0,-3 0 324,-5 8 1,-3-1-323,-14 10 1,-4 1-12,-12 6 1,-4 4-427,-8 5 0,24-16 0,-1 0-352,-4 2 0,-2-1 1,-2 3-1,-2 0 273,-6 1 0,-2 1 0,-3 0 0,-1 1-338,-3 0 1,0 1 0,0 0 0,2 1 337,3-4 0,1 1 0,0 2 0,0 1 0,0-1 0,-1-1 0,0 1 0,1 0 0,1-2 0,1-1 0,5 0 0,1-1-119,7-7 1,2 1 0,1 0 0,-1 0 118,-29 10 0,1-2-101,2-7 0,9-2 101,8-5 0,9-3 29,8-1 0,5-2-1120,6-3 697,7-3-692,0 4-995,6-5 1365,0-5 0,6-2-420,2-5 0,8-2-10,5-2 1146,7 2 0,12-16 0,7-7 0,5 0 0,1 0 0</inkml:trace>
  <inkml:trace contextRef="#ctx0" brushRef="#br0" timeOffset="1">15727 5599 8000,'-12'-19'0,"0"1"733,-1 6 0,7 0 2816,1-1 636,4 1-2104,1 5-1242,0-4 0,6 11-118,2 0 0,8 7 135,5 10 0,6 2-182,2 5 1,10 2 80,2 3 0,13 7-865,-24-16 1,1 1 0,9 2 0,2 0 140,5 0 1,1-1 0,2 2 0,1 0-479,0 1 1,0-1 0,1 1-1,0-2 444,2 0 0,-1-1 0,0 2 0,-2-1-240,-5-2 1,-2-1-1,-3-3 1,-4 0-62,12 8 1,-9-2-357,-20-7 336,-7 1 0,-8-9 65,-5 0 1,-5-5 418,-3 1 0,1-3-610,-1-1 0,-1 0-534,-3 0 0,-4 0 101,-1 0 0,1 0 91,3 0 792,1 0 0,-17-27 0,-3-7 0</inkml:trace>
  <inkml:trace contextRef="#ctx0" brushRef="#br0" timeOffset="2">15001 5119 7942,'-4'-8'0,"0"0"0,0 0 1087,4-5 1,-4 5-445,0 0 0,-2 5 932,2-1 0,1-1-749,-5 1 1,0 0 284,-4 4 1,-12 9-242,-4 3 0,-24 20-406,20-14 1,-2 1-1,-13 6 1,-4 2-654,-7 3 0,-3 1 1,14-7-1,-2 1 1,0 0 502,-5 3 0,-1 1 0,0 0 0,-4 4 0,-1 0 0,0 1-433,12-8 0,0 1 1,-1 0-1,1 0 0,-1 0 1,1 1-1,0 0 0,0-1 267,-13 8 0,1-1 1,1 0-1,4 0 1,1 0-1,1 1-111,2-2 1,1-1-1,-1 1 1,2-1 0,0 0-1,1 0-136,2-2 1,1 0 0,1 0 0,4-3 0,1-1 0,2-1-79,-8 6 1,3-1 0,4-1 0,1-1-98,6-3 0,1-1 1,0-2-1,1 0-618,-24 19 0,7-5-689,18-3 0,4-3-696,12-5 1351,5 0 1,13-12-123,10-5 0,17-8 1048,8-8 0,5-5 0,4-12 0</inkml:trace>
  <inkml:trace contextRef="#ctx0" brushRef="#br0" timeOffset="3">12626 5390 8031,'-37'-42'0,"6"6"464,2 3 0,4 6 1415,5 15 782,8 2 0,9 12-1337,11 2 0,7 12-313,14 9 1,8 14-636,8 6 1,-19-16 0,0 3-234,0 4 0,1 1 0,7 2 1,1 0 117,-1 2 0,1 0 0,10 2 0,2-1-888,1-1 0,2 0 1,4 2-1,2-1 590,-17-13 0,1 0 0,0-1 0,0 1 1,0-1-1,1 0 104,2 0 1,0-1 0,-1 0 0,13 10 0,-2-2-68,-9-4 0,-2 0 0,-1 1 0,-2 0 0,-3-3 0,-2 0 0,2-1 0,1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277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24379 16281 7787,'-6'-19'0,"3"-3"1843,-5 6 1,1-5-753,-1 5 1,-1-1-422,4 5 1,1 4 1065,4 0 947,0 5-1218,0-3-1048,0 23 1,0-1 30,0 17 1,0 4-174,0 4 1,0 7-232,0 1 0,-4 6-185,0 6 0,-7 5 144,-1 0 0,6-31 0,0 1-5,-2-1 0,-1-1 0,0 2 0,0 0-152,1-1 1,0-1 0,-12 32-71,3-9 0,1-7 109,3-9 1,2-9-184,3-3 1,-1-4-12,5-5 0,-1-6-321,5-6 232,0-5 313,6-9 1,-3-9 342,5-13 0,0-5-73,4-8 0,5-4-82,-1-9 1,1 2-363,-5-5 1,4-5 241,1-3 1,-9 30-1,0 0 59,4-31 0,-3 1-19,-1 3 0,-5 2 22,1 3 1,-3-1-18,-1 9 0,0 2 58,0 11 1,0 0 224,0 3 0,0 0 181,0 9 0,0 2 135,0 10 369,0 5-360,0 1 0,1 8-511,4 2 0,0 7 99,3 5 0,3 10-10,-3-1 0,7 9 5,2 3 1,1 2-10,-2 11 0,-1 0-289,6 8 0,-2 0 254,1-4 0,2 5 143,-6-2 0,5 6-173,-5-2 1,5-3-208,-5-13 1,1-3 3,-5-5 0,0-5-229,1-4 1,-7-7-238,-1-5 0,0-6-1622,-1-2 1175,0 0 69,-4-1-688,0-1 1,-5-8 1589,-3-2 0,-23-10 0,-10-6 0,-2-3 0,-1 0 0</inkml:trace>
  <inkml:trace contextRef="#ctx0" brushRef="#br0" timeOffset="1">24317 16946 7838,'-12'-6'1614,"1"3"202,3-5 0,-2 4-488,6-4 0,0 4 847,4-4 1,7 4-1335,5-5 0,2 7-420,6-3 1,-3 4-1130,3 1 1,-1 0 491,2 0 0,3 0-4268,1 0 4484,0 0 0,43 6 0,-32-3 0,0 0 0</inkml:trace>
  <inkml:trace contextRef="#ctx0" brushRef="#br0" timeOffset="2">24871 16392 7838,'-6'-7'901,"5"-4"1319,-3 3-1006,-3 2 77,6-5 141,-5 5 602,6-1-257,0 1-1268,0 17 0,0 3-76,0 11 1,0 5-217,0 2 1,0 9-53,0 5 1,0 3-35,0 4 1,0 6-340,0 2 0,0 2 383,0-9 1,0-6 43,0-7 0,6-2-64,2-6 0,-1-6-199,1-14 0,2-6-176,6-3 1,-1-3 36,5-1 0,1-10 573,4-2 1,3-8 556,1-1 1,9 2 760,-1-2 1,3 6-1334,-3-1 0,-6 4-167,-2 3 1,-4 0-511,-5 5 1,-2 0 232,-6 4 0,-4 4-3981,1 0 1660,-1 5 2390,4-2 0,0 11 0,1 1 0</inkml:trace>
  <inkml:trace contextRef="#ctx0" brushRef="#br0" timeOffset="3">25462 16601 7838,'-6'-12'0,"5"-1"263,-3 1 560,-3 0 548,5-6 0,-7 4-651,5-2 1,0 6 1409,4 2-980,0 5-582,0-2 1,0 6-127,0 3 0,1 5-113,3 7 1,-3 9-140,4 8 1,0 3-1,-1 5 0,4 3 3,-4 5 1,5-1 25,-5-3 1,5 2-198,0-6 0,0-1-7,-1-8 0,3-7-84,-3-9 137,3-7 1,2-5 5,-1-8 1,0-10 71,1-11 0,0-5 39,4-7 1,-2 0-248,5 0 0,-1 7 76,2 6 1,1 5-569,-6 6 0,5 7 257,-5 1 0,2 7-137,-2 6 0,-2 7 152,2 14 1,2-2 192,-1 6 1,-1-6 16,-4 2 0,1-7 241,-1-2 0,0-6 436,0-2 1,-3-5-305,-1-7 1,-1-11 165,1-5 0,-1-13 0,-3-8 0,-3-1 98,3-7 1,-2-4-286,-2-5 1,-2-2-202,-2 7 0,-3 4-102,-5 12 0,0 8-317,-1 9 0,1 4-1965,0 3 0,4 4 1063,-1 5 0,7 5-3705,-2 4 4947,2 2 0,19 12 0,3 3 0</inkml:trace>
  <inkml:trace contextRef="#ctx0" brushRef="#br0" timeOffset="4">26421 16392 7838,'-12'0'0,"0"0"0,4 0 1504,-1 0 0,1 5-682,-4 4 1,0 7 580,-1 4 1,2 11-455,3 5 0,-3 8-93,3 10 1,1 0-608,-1 4 0,4-1 105,-4-8 0,5 1-331,-1-14 1,2-7 179,2-12-12,0-9 291,0-3-241,6-21 0,-3-1-230,5-15 0,-4-3-313,4-6 1,0 0 118,5-8 1,-5 3-89,0-8 0,0 0 229,5 0 1,-1 1-7,0 4 1,-1 4 495,-3 0 1,3 8 32,-3 4 1,-2 8 1114,-2 13-1160,-3 5 1,1 8-89,2 12 0,-3 10-185,3 10 1,3 4-1,1 4 1,-1 2-212,1 7 0,-1-2 107,1-3 0,3 3-320,-2-3 1,2 5-490,1-1 1,-4-2-751,0-10 1,-5-7 495,1-5 0,2-2-2065,-2-7 735,0-5 641,-4-5 0,-2-6-638,-2 0 2331,-3 0 0,-27-17 0,-5-3 0</inkml:trace>
  <inkml:trace contextRef="#ctx0" brushRef="#br0" timeOffset="5">26323 16798 7809,'-4'-8'0,"0"0"2074,-6-1 0,9-3-997,-3 0 0,4 5 99,4 3 1,4 1-730,8-1 1,-1 3-520,6-4 1,-5 4-513,5 1 1,-1 0-870,5 0 0,-2-1 1453,-2-3 0,24-20 0,1-8 0</inkml:trace>
  <inkml:trace contextRef="#ctx0" brushRef="#br0" timeOffset="6">26729 16380 7809,'-12'-5'539,"-1"1"1,5 0 769,0 4 1,5 6-389,-1 2 1,3 3 335,1 1 0,1 5-586,3-1 0,5 0-285,7-3 0,4-2 86,9-3 0,-1-3 53,4-5 1,0-9 86,1-4 1,1-8-325,-6-4 0,5-5-133,-4-7 1,-6 0-331,-6 0 0,-5-1-490,-4-3 1,2 4-1678,-6 0 0,0 6 1089,-4 6 1,-4 6-299,0 2 1,-2 9 1550,2 4 0,-14 19 0,-8 6 0</inkml:trace>
  <inkml:trace contextRef="#ctx0" brushRef="#br0" timeOffset="7">27000 16453 7795,'0'18'0,"-4"-3"639,0 6 1,-2 3 894,2 5 0,3 8-990,-3-4 1,2 9-221,2-5 1,0-1 1554,0-4 1,4-1-1222,0-3 0,2-5-1232,-2-10 378,-3-6 0,6-2-470,-3-5-350,-2 0 0,7-1-1350,-5-3 0,5-3-495,-5-6 2861,0 1 0,18-38 0,5-11 0</inkml:trace>
  <inkml:trace contextRef="#ctx0" brushRef="#br0" timeOffset="8">27541 16170 7790,'0'-12'1634,"-1"5"-836,-3 3 1,-3 4 444,-5 4 0,-2 4-543,-2 9 1,1-2-301,-6 5 1,2 1 473,-2 3 0,0 1-278,4 0 0,6-5-83,7 1 0,3-6-79,1 1 0,7-2 81,5-2 0,7-4-88,10 1 1,2-5 131,6 4 0,4-4-180,0 4 1,0 2-123,-4 6 0,-1-1-215,-4 6 0,-7-2-44,-9 1 0,-9 5-65,-7 0 0,-11 1-300,-9 6 0,-13 0-767,-4 1 1,-1 2-211,5-2 1,-3-2-925,4 2 1,-4 3-705,-1 1 1,0-2 1739,0-6 1,-5-7 1231,-3 3 0,-3-6 0,-4 0 0,-5-3 0,-6 1 0</inkml:trace>
  <inkml:trace contextRef="#ctx0" brushRef="#br0" timeOffset="9">24059 17758 7846,'-37'5'544,"0"4"1,7-3 670,5 3 0,11-1-1432,10 4 1,21-1-99,11-3 1,26-2 1402,-19-6 0,4 0 0,8-1 1,4-1-1086,9-1 1,3-2-1,-13 0 1,2-2 0,1 0 335,6-3 1,3-1-1,1-1 1,-8 1-1,1-1 1,1 0 0,1 0-456,6-1 1,1 0 0,1 0 0,1-1 0,-10 2-1,0 1 1,1-1 0,0 0 0,0 0 167,0 0 1,2 0-1,-1-1 1,0 1 0,0 0-1,-2 0 1,-1 0 0,1 0-1,-2 0 1,0-1-303,8-1 1,-1 0-1,-1-1 1,-1 1-1,-5 1 1,-2 1-1,-1 0 1,0 0-20,13-2 0,-2 0 0,-2 1 0,-8 1 0,-1 0 0,-3 0-1270,15-3 1,-4 2 0,-10 1 0,-5 2-52,13 1 1,-15 4-149,-14 5 1738,-3 0 0,-12 5 0,-3 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288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4147 8233 7926,'-5'-19'397,"3"-3"151,-2 5 1,-1 1-3,1 4 0,0-5 154,4 1 0,0-1-160,0 5 1,1 0 57,3 0 1,-3 3 816,4 1-969,1 0 0,-3-3 448,5 3 1,-5 1 565,1 3 106,-3 3-757,5-5-360,-5 6-97,5 0 1,-2 6-111,0 2 1,0 8 88,-4 5 1,0 7-94,0 5 1,0 4-181,0 4 0,-1 7-67,-3 5 1,-2 6-310,-2-1 0,-3-2 134,3 1 0,-3-4-198,-1 5 0,1-4-70,2 0 0,3-8 162,1-13 1,4-3 42,-3-5 0,3-6-21,1-3 51,0-2 128,5-7 250,2-2 0,5-5 394,1 0 0,-4-4 232,3 0 1,-2-5 100,6 0 0,2-2-348,-1-1 0,6-2-292,1-2 0,7 1 22,5-6 1,3 6-1,2-1 0,-3 2-32,3 2 0,-3 0-201,-1-1 1,-7 7-583,-5 1 1,-6 4-3927,-7 1 1706,1 0 0,-6 1 555,-3 4 2210,-3-4 0,-23 15 0,-5-2 0</inkml:trace>
  <inkml:trace contextRef="#ctx0" brushRef="#br0" timeOffset="1">4196 8442 8020,'-6'-7'1978,"0"-4"0,6 9 378,0-7-1726,0 7 1,6-8 20,2 6 0,-1 0-689,1 4 0,4-4 82,5 0 1,3-2-846,-4 2 1,5 3 309,-5-3 0,2 2-224,-1 2 0,-4 0-95,4 0 810,-4 0 0,-17 0 0,-4 0 0</inkml:trace>
  <inkml:trace contextRef="#ctx0" brushRef="#br0" timeOffset="2">4184 8061 8020,'-12'0'0,"-1"-5"1526,1 1-466,0 0 1734,0-1-2061,5 3 1,3-3 127,8 5 1,8-4-318,9 0 0,3-6-109,5 2 0,2-3-529,6-1 1,0 1-504,0 3 1,0-3-282,0 2 0,-4 4 416,0 1 462,-6 3 0,3 6 0,-5 2 0</inkml:trace>
  <inkml:trace contextRef="#ctx0" brushRef="#br0" timeOffset="3">5378 7802 8020,'7'0'789,"-2"0"-313,-5 0-289,0 0 267,6 0 88,-5 0 236,4-5 444,1 3 383,-5-3-606,5 5-53,-6 0-251,0 0-430,-6 0-91,-1 0 0,-5 1-129,0 3 0,-2-1 139,-2 5 0,1-4-116,-6 5 0,1-3-277,-5 3 1,0 0 106,1-5 1,-5 2-144,0-2 0,-3-3 67,3 3 0,-1-2 76,1-2 0,7 4 132,-2 0 1,7 0 212,1-4-33,2 0 388,2 0-31,5 0-409,1 0 0,8 0 139,2 0 1,-1 0-62,5 0 1,-4 0 136,4 0 1,-4 0-43,5 0 1,-5-4 68,4 0-134,0 0-279,4 4 0,1 1-72,-1 3 0,-4-1 154,0 5 0,-4-4-50,5 4 0,-3 1 39,3 3 1,0 0-85,-5 1 1,2 0 82,-2 4 1,-3 2 18,3 5 0,-2 6-38,-2 3 0,0 4-79,0 4 0,-4 3-108,0 5 0,-6-1 112,2-3 0,-3 2-171,-1-6 1,1 4 47,2-4 0,-2-2 8,3-6 1,-3 1-4,-1-5 1,0 4 39,-1-4 0,5-1 42,0-3 1,0 0 108,-5-1 0,7-1-42,2-2 0,-2-3 27,2-6 0,0-4-87,4 0 0,0-3 10,0 3 432,0-5-149,0 2 130,0-5-8,0 0 69,5 0 0,-2 0 233,5 0 0,0 0-217,5 0 1,-1-1 94,0-3 1,6 1-141,3-5 0,2 3-2,2-3 1,1 4-150,2-4 0,4 0-149,5-5 0,-2 1 196,-2 0 0,1 0 94,-5-1 0,0 5-680,-5 0 1,-1 5 177,-2-1-909,-3 3 779,-6 1 1,-5 1-1867,-3 3 1004,-3 3 1,-2 5-371,-3 1 1,1-5 347,-5 0 0,4-4-501,-4 4 1,5-4 1637,-1 5 0,8-40 0,3-4 0</inkml:trace>
  <inkml:trace contextRef="#ctx0" brushRef="#br0" timeOffset="5.04">5932 8011 7996,'6'0'-1090,"1"0"1776,-3 0 471,-2 0 1,3-1 630,-5-3-761,0 3 190,6-5-365,-5 1-424,5 3 0,-8-7-67,-2 5 0,1-1 58,-5 5 0,0 0-146,-4 0 1,-2 2 75,-2 2 0,0-1-77,-4 5 0,4 0-1,-5 4 1,5 1-143,-5-1 0,5 0 71,-5 1 1,6 0-209,-1 4 1,-2-2-14,2 5 1,1-3-9,6 3 0,2-1 24,3 2 1,3 1-113,-3-6 1,4 5 1,4-5 0,3 0 138,5-3 0,0-1 100,1 0 0,-1-5-76,0-3 0,5 2 145,-1-2-117,1 0 1,-5 0 10,0 0 0,-4 0-72,1-4-178,-7 0 0,5 4 287,-3 0-88,-2 1 98,3-5-88,-5 0-72,0 0-10,-5 0-16,3 0 142,-3 0-22,-1 0-88,5-6 1,-9 3 20,6-5 0,-4 4-165,4-4 0,-1 5-133,0-1-178,4-3 116,-10 0 81,4 0 1,-4 1 99,3 2 1,-3 2 48,3-2 0,-3 3 26,-1 1 0,-1 1 141,1 3 1,-2-1-71,-2 5 1,1 0-47,-5 5 1,4-1 117,0 0 1,-2 5-18,2-1 1,-2 6-2,2-2 0,3 0 3,1 0 0,0 1 10,4 3 1,2-3 220,2-1 1,3-5-82,1 2 1,4-4 264,0 0 1,10-1-141,-2 0 1,8-5 153,1-3 1,8-2 84,3-2 1,3 0 184,-3 0 1,4-5-181,-3 1 1,-3-5 13,-1 1 1,-1-3-353,-3-2 1,-1 5 266,-11 0-1042,2 5 521,-8-2-2490,0 5 475,-2 0 837,-5 0 0,0 1-1052,0 3-354,0-2 2633,5 3 0,-9-16 0,3-3 0</inkml:trace>
  <inkml:trace contextRef="#ctx0" brushRef="#br0" timeOffset="6.04">6288 7802 7983,'-8'0'367,"0"0"473,5-5-188,-8 3 1,9-5 610,-7 3-373,7 3-200,-4-4-148,1 5-197,3 0 0,-2 0-30,8 0 1,3 0 122,6 0 0,-1 0-101,0 0 0,0 4-41,1 0 1,5 0-100,2-4 1,-1 0 36,2 0 0,-5-4-113,5 0 1,-5-5 75,5 5 0,-6-5-102,1 1 0,-2 1 35,-2-2 1,-1 5-164,-3-4 238,-2 5 67,-1-7-212,-4 8 0,4-3 208,-10 5-334,4 0 1,-6 0 64,3 0 0,3 1-73,-3 3 0,-2-1 27,2 5 1,0 0 76,4 5 0,-1-1 2,-3 0 1,2 1-7,-2-1 1,3 6 47,1 2 1,0 3-23,0 2 1,0 4-94,0-1 1,1 7 92,3-3 1,-2 4-38,2 1 1,-3 1 19,-1 3 1,4-3-8,0 3 0,0-4-23,-4-4 0,0 1 1,0-5 0,0 4 50,0-4 1,0-1-22,0-3 1,0-5-71,0 1 0,2 0 60,2 3 1,-3-1-58,3-2 1,-2-2 81,-2-3 0,0-1 86,0 6 0,0-6 98,0 1 35,0-2 0,0-2-234,0 1 0,0-5 158,0 0-277,0-5 274,0 8-571,0-10-12,0 5 97,0-6 68,0 0 1,-6 0-55,-2 0 1,-3 0 83,-1 0 1,-2 2-5,-2 7 1,-8-1 89,-4 8 0,-5 3 149,4 2 1,-1-2-106,1 1 1,3-4 175,-2 0 1,3-2-1211,4-2 455,4 0-1256,4-5 0,8-3 1903,5-8 0,27-33 0,17-15 0,-13 14 0,1 0 0,-1-1 0</inkml:trace>
  <inkml:trace contextRef="#ctx0" brushRef="#br0" timeOffset="7.04">7224 8233 7983,'-13'0'686,"1"0"0,4 0-197,0 0 1,4 0 1954,-5 0-1132,7 0-565,-9 0 1,11 0-198,0 0 1,5 0 7,8 0 1,4-4-308,4 0 0,3-5-162,5 5 1,-3-5 21,3 1 1,-3 1-186,-2-1 0,1 3-814,0-3 1,-5 5 398,1-1 1,-6 3-1327,1 1 1,-6 0-894,-2 0 2708,0 5 0,-34 30 0,-9 11 0</inkml:trace>
  <inkml:trace contextRef="#ctx0" brushRef="#br0" timeOffset="8.02">7211 8516 7983,'-6'0'4224,"0"-1"-2655,6-4 1,10 0-74,2-3 0,9-3-1229,-1 3 1,3-2-591,2 2 0,4-2-3410,-1 6 3733,1-5 0,39 2 0,-28 1 0,0-1 0</inkml:trace>
  <inkml:trace contextRef="#ctx0" brushRef="#br0" timeOffset="9.02">8393 8184 7983,'-4'-9'-198,"0"1"1,-5 0 1153,5-4 1,-5 4-372,1-1 1,-3 7-146,-2-3 0,-4 4-151,-4 1 1,-2 1-75,-2 4 1,-1 7-27,-3 8 0,-1 5-91,-2 4 0,-3 2 176,7 6 0,3 0 0,5 0 0,5 0 126,-2 0 0,9 4-111,4 0 1,2 0 2,2-4 0,7 0-58,6 0 0,4-6-120,8-2 1,5-7 96,3-2 1,4-6 0,4-2 0,3-1 66,5-7 0,-4-5-8,0-7 0,-1-10 111,1-7 1,1-6-298,-5-10 1,0 1-41,-4-5 0,3 1 76,-3-1 0,-3 3-340,-9 5 0,-8 0 179,-4 0 0,-6-3 117,-7 3 0,-11-2-11,-6 6 0,-10-1-36,-6 1 0,-4 4-320,-4 9 0,2 6 125,-7 6 0,7 5-619,-2-1 0,4 4 368,4 4 1,4 3-1432,9 5 1,-2 2 1847,5 2 0,1-2 0,4 4 0</inkml:trace>
  <inkml:trace contextRef="#ctx0" brushRef="#br0" timeOffset="10.02">4196 11014 7877,'-4'-8'1,"-1"1"1,-2 2 2436,-3 2-1736,5-4 0,-2 4 2122,3-5-1330,3 5-111,-5-2-723,12 5 1,0 5 168,7 4 1,-1 3-200,0 4 0,5-1 41,-1 6 0,5-1-123,-5 5 1,2 0-144,-2-1 1,-2 6-35,2 3 0,4 3-123,0 0 1,-1 6-133,2-1 0,-5 4-18,5-4 1,-6 4-201,1-4 1,2-6 88,-2-6 1,1-4-263,-5-5 0,-1-2-303,-3-6 399,3 1 1,-5-5-102,2 0 156,-3-5 297,-5 2 136,0-5 363,0 0 1,2-4-181,2 0 1,-3-7-445,3-1 0,2-7 175,-2-10 0,5-8-517,-1-8 0,5-14 206,3-7 1,-8 30 0,-1-1-328,3-4 1,1 0 0,-1-5 0,2-1 307,2-6 0,0-1 1,2-4-1,0 0-2,2 0 1,1 1 0,-2 6 0,1 2-52,-1 9 0,-1 2 0,13-19-227,-9 16 1,-6 15-442,-6 13 214,-5 6-2903,2 7 2592,1 0 1,1 0-3048,5 0 3972,6 0 0,6 6 0,8 1 0</inkml:trace>
  <inkml:trace contextRef="#ctx0" brushRef="#br0" timeOffset="11.04">5242 11346 7870,'2'9'2176,"2"-1"-1439,-3-6 0,5 5 468,-6-3 179,5-2-750,-3 3 0,4-5 972,-1 0-673,-4 0 0,4-1 174,-5-3-588,0-3 0,0-5-198,0-1 1,0 1 54,0 0-245,0-1 1,-5-2-155,-3 3 0,-3-3 21,-2 7 1,1-2-189,0 2 0,0-3-349,-1 3 1,-3 2 184,-1 2 1,0 3-216,0 1 0,-2 7 188,-6 5 0,5 6 32,-1 6 1,5 7 90,-4 1 1,4 8 24,0 1 0,4 6 65,4-2 1,2-3 81,6-1 1,0-1 184,0-7 0,6-2-60,2-15 0,8-5 270,5-7 0,-2-2-171,1-2 1,1-7-37,3-5 1,5-12 377,0-8 1,0-4 669,-5-1 1,-1-4-562,-2 0 0,-3 1-126,-6 8 0,3 3-378,-3 8 2,-2 4 1,-6 15-130,0 6 0,0 7-84,-4 6 1,2 0-36,2 4 0,-3 2-367,3-2 0,2-3-511,-2-2 1,4-2 3,-4-2 0,6-1-2480,-2-3 3515,3 3 0,23-48 0,6-5 0</inkml:trace>
  <inkml:trace contextRef="#ctx0" brushRef="#br0" timeOffset="12.04">5624 11334 7897,'-11'1'1538,"3"3"-578,-3 3 0,9 10 607,-2-1 0,3 2-849,1-2 0,4 3-55,0 6 0,6 0-211,-2-1 1,-1 0-169,1-4 1,-5 2-176,1-6 0,1 1 116,-1-5 1,1-4 215,-5 0 91,0-5-267,-6-14 1,3-4-148,-5-13 1,5-9-161,-1-4 1,3-6 68,1-2 1,1 1 128,3 3 1,3 4 435,6 8 1,-1 3-166,0 5 0,2 10-267,2 3 1,-1 8-415,6 0 0,-5 2-641,5 2 0,-5 2 272,5 2 0,-5-1-544,5 5 1,-6-5 1166,1 1 0,-2-3 0,-2-1 0</inkml:trace>
  <inkml:trace contextRef="#ctx0" brushRef="#br0" timeOffset="13.04">6670 10534 7829,'0'-7'2198,"0"2"-919,0-1 1073,0 5-646,0-5-879,0 6 0,-1 0-431,-4 0 1,3 0-136,-6 0 0,-1 0-290,-3 0 0,-6 6 102,-2 2 0,-5-1-268,-4 1 0,-1-4 221,-2 5 0,-3-7-235,7 2 0,-5-1 25,4 1 1,0-2 0,5 2 1,5-3 72,2-1 167,-2 5 1,5-2-44,-2 5 81,8-5 814,2 8-599,6-4 1,2 4 143,2-3 1,-1 2-8,5-6 0,-6 5 440,3 0-559,1 1 0,0 3-102,2-1 1,3 0-101,-3 1 0,-1-1 102,1 0 0,-1 1-54,1-1 1,2 6 16,-6 2 0,4-1-112,-4 2 1,2 1-17,-2 6 0,-1 0-133,5 5 1,-5-5 42,1 5 0,1-1-113,-1 0 0,0 7-103,-4-6 1,0 5 97,0-5 1,0 1-126,0-1 1,0 6 71,0-2 1,0 1 82,0-5 1,0 3-84,0-3 1,0-3-121,0-2 0,0-7 175,0-5 1,0-2 166,0-2 1,-1 1 295,-3-1-159,2-5 529,-3-2-290,0 1 34,3-5 1,-3 3 206,5-8 27,0 3-174,0-5-281,0 1 0,1 3 14,3-2 0,-1-1-36,5 1 0,0-2-54,5 2 1,-1 3 17,0-3 0,2 1 151,2-1 0,-1 3-38,6-4 1,1 3-24,6-2 1,-2 2-65,3-2 1,1-1-105,-1 1 1,4-1-78,-5 5 0,1-4 0,-4 0 0,-2 0-191,-2 4 1,-4 0 21,-4 0 1,-5 0-194,0 0 0,-5 2-466,1 2-433,-3-3 110,-1 4 287,0-5 1,-1 0-871,-3 0 716,2 0-826,-3 0 0,4-4 260,-4 0 1584,4 0 0,-10-7 0,4-2 0</inkml:trace>
  <inkml:trace contextRef="#ctx0" brushRef="#br0" timeOffset="14.04">7138 10780 7870,'8'-8'216,"0"0"2679,-5 5-1745,8-8 1,-10 8 1166,3-5-1126,-2 5-539,-2-7 1,-2 7-537,-2-5 0,-1 3 55,-4-3 1,-6 4-142,3-4 0,-4 5 77,-1-1 1,-2 3-450,-6 1 1,5 1-30,-1 3 0,1 4-207,-5 9 0,1 3 288,-1 9 0,2 3 141,2 4 0,-1 4 359,6-3 0,5 3-99,7-7 0,3-3 139,1-2 0,1-7-66,3-5 1,4-3 77,9-5 1,2-3 94,5-5 0,2-1 174,3-3 1,-3-3-200,3-5 1,-7-1 37,-2 1 1,-5 4-325,2 0 1,-9 3 299,-4-3-21,-3 6 0,-2-4-68,-3 6 0,-4 0-540,-9 0 1,2 0 94,-5 0 1,1 0-35,-2 0 0,-2 1-65,2 4 0,2 1-165,-1 7 1,1 3 155,-2 0 0,-1 6 59,6-1 1,-5 2 486,5 2 0,-1-1-169,5 1 1,1 0 373,3-1 0,2-1-48,6-2 0,2 1 126,2-6 0,4 3-51,9-6 0,2 0 69,5-9 0,2 1 521,3-5 1,2-2-491,6-2 1,2-3 147,2-5 0,-3-4-730,3-1 0,-4 1 0,-4 3 0,-9 5-594,-7 0-2231,2 5 1198,-5-2 1,-1 6-4015,-5 3 5641,1-2 0,3 9 0,0-5 0</inkml:trace>
  <inkml:trace contextRef="#ctx0" brushRef="#br0" timeOffset="15.04">7630 10559 7883,'0'-13'0,"0"0"371,0-4 1,0 4-187,0-4 1,0 4-149,0 0 0,0 5 4106,0 0-1003,-6 5-2567,5-2 0,-3 14-200,8 4 0,-1 7-149,5 1 0,-4 9 0,4 7 0,-4 5 466,5 7 1,-7 10-486,2 2 1,-2 4 260,-2-4 0,0 1-181,0-1 0,0-5-117,0-2 0,0-15-197,0-6 0,-4-7-660,0-5-762,-1-4 1,5-8-67,0-1-919,0-5 1,0 1 2435,0-8 0,11-36 0,3-13 0</inkml:trace>
  <inkml:trace contextRef="#ctx0" brushRef="#br0" timeOffset="16.04">7913 10756 7883,'-7'0'3357,"-4"0"1,10 1-1966,-3 3 0,8 3-719,4 5 1,8 7-21,5 6 0,3 5 146,5 7 1,-1 0-313,4 0 1,0 0-19,1 0 0,1-6-182,-5-2 1,-1-5-397,-3-3 0,-6-3-160,-3-6 1,-7-4-606,-5 0-679,-3-5-2225,-1 3 2033,0-6 0,-1 0 1745,-3 0 0,-9-6 0,-6-1 0</inkml:trace>
  <inkml:trace contextRef="#ctx0" brushRef="#br0" timeOffset="17.04">8270 10596 8407,'-13'0'3592,"1"0"-2947,0 0 1,0 11-267,-1 5 1,1 13-122,0 8 0,-2 10 71,-2 11 0,-4 3-377,8-28 1,0 0-1,-1 0 1,1 0 328,0 0 0,0-1 0,-12 27-139,4-14 0,3-8-87,9-8-1849,-3-9 989,10-7-1066,-5-8 0,12-6 1871,2-3 0,23-20 0,9-8 0,4-5 0,0 0 0</inkml:trace>
  <inkml:trace contextRef="#ctx0" brushRef="#br0" timeOffset="18.04">8577 10866 7856,'7'6'6881,"-1"-5"-6022,-1 5 1,2-6-147,5 0 0,1 0-459,-1 0 0,6 0-360,2 0 0,3-2-145,2-2 0,-2 3 269,-2-3 0,2-2-887,-2 2 0,0 0 373,0 4 1,-3 0-3322,-6 0 1124,-5 0 2693,4 0 0,-48 22 0,-5 5 0</inkml:trace>
  <inkml:trace contextRef="#ctx0" brushRef="#br0" timeOffset="19.04">8639 11088 7828,'-8'0'4912,"0"0"-2413,5 0-879,-3 0 0,8 0-823,2 0 1,8 0-925,9 0 0,2-4-902,1 0 1,7 0-3089,1 4 4117,4 0 0,28-6 0,-28 3 0,-1-1 0</inkml:trace>
  <inkml:trace contextRef="#ctx0" brushRef="#br0" timeOffset="20.04">9316 10928 7802,'-2'-7'2702,"-2"3"0,3 1 1498,-3-1-3221,2 3 1,8-1 346,2 7 1,9 8-650,3-1 1,-1 4-235,2-4 0,-1 4-295,5 1 0,-2-1-323,-2-4 1,0 1-281,-4-1 0,3-1-546,-3-3 0,-1 2-1915,-3-6 957,-7 5-3205,5-7 5164,-9 3 0,-13-32 0,-10-7 0</inkml:trace>
  <inkml:trace contextRef="#ctx0" brushRef="#br0" timeOffset="21.04">9513 10903 7786,'-14'18'0,"-2"3"0,-4 2 511,-4 1 0,-5 5 733,0 0 0,-3 5-689,3-1 0,2 1-61,6-1 1,1 0-1101,7-9 1,0-2 245,8-10-2993,1 1 3353,10-6 0,17-40 0,10-15 0</inkml:trace>
  <inkml:trace contextRef="#ctx0" brushRef="#br0" timeOffset="22.04">9759 10386 7786,'-11'-8'87,"3"0"1,-3 1-88,3-1 0,1-2 0,-2 6 0,5-1 5171,-4 1-2561,5 2-1885,-2-3 1,6 5-135,3 0 0,9 4 121,7 0 0,5 4-211,4-4 1,2 5 16,6-5 0,4 4-390,0-4 1,0 0 36,-4-4 0,-4-5-234,0-4 0,-2-1 112,2-3 1,-4 1-91,-9 0 1,-2-1-32,-6 1-39,0 0 0,-5 3 146,-3 1 420,-8 6-40,-3-4-249,-5 6 1,1 1-30,3 4 1,-2-3-63,6 6 0,-1-1-143,1 2 1,2 3 115,-2 0 1,3 0-141,1 5 1,0 2 53,0 1 0,1 9 5,3 4 0,2 4-7,2 4 1,3 3 36,-3 5 0,-1 4-246,1 1 0,-4 7 249,5-3 1,-7-1 173,2-8 1,-1-5-68,1-3 0,-1-3-39,5-1 1,-5-9-81,1-4 0,3-3-108,1-1 1,-1 2-45,1-6 1,-1 5 115,1-5 0,3 2 95,-3-1 0,-1-4-205,1 4 0,-5-8 167,1-1 62,-2-5 397,-2 3-212,0-6 250,0 0-561,5 0 0,-4-2 116,3-2-73,-2 3 125,-2-5 64,0 6 1,-6 0-285,-2 0 0,-7 0-261,-1 0 0,-10 2 139,1 2 1,-4 4 41,1 8 1,0-2-39,-4 2 0,4-2 70,-1-2 1,9 1-1121,4-1 0,-1 0-137,5 1-652,-3-6 2070,13-2 0,12-31 0,8-19 0,2 0 0,1 1 0</inkml:trace>
  <inkml:trace contextRef="#ctx0" brushRef="#br0" timeOffset="23.04">11137 10805 18948,'12'0'1178,"1"0"0,5 0-896,2 0 0,13-2-364,4-2 1,8 2-257,0-7 0,3 3-469,1-3 1,-2-4-1374,-6 5 1,-7-6 946,-14 6 0,-3 1-2592,-9-1 2248,-3 5 1577,-16-3 0,-41 28 0,16-8 0,0 0 0</inkml:trace>
  <inkml:trace contextRef="#ctx0" brushRef="#br0" timeOffset="24.04">11186 11063 7776,'-6'7'7553,"3"-1"-5022,11-6 1,2 0-1398,10 0 1,5-5-1602,3 1 1,7-4 327,-3 4 0,4-4-5389,1 4 5528,0 0 0,16-35 0,-24 15 0,0 1 0</inkml:trace>
  <inkml:trace contextRef="#ctx0" brushRef="#br0" timeOffset="25.04">12515 10756 7777,'-8'-4'489,"0"-1"1,0 0 703,-5 1 1,1 2-371,0-2 0,-2 3 272,-2 1 0,1 5-916,-6 4 0,5 7-10,-5 5 0,6 3-216,-1 5 1,-2 1 56,2 3 0,3 2 60,5-2 1,5 3 115,-1 1 1,4-5-128,4 1 1,5-9-42,7 0 0,3-7 153,6-1 1,5-4 251,3-4 0,2-2-94,2-6 0,0-1 55,0-4 0,0 3-116,0-6 1,-6-2-244,-2-6 1,-4 2-94,-5-3 1,1 0-129,-9 0 0,2-3 141,-10 3 1,1-4-64,-1 0 0,-2-1-116,2 2 0,-3-2 26,-1 5 1,-5-3-128,-4 3 1,3-3 71,-3 3 0,1 1-73,-4 4 1,-4-1 51,-1 1 1,-3 0 98,3 0 1,-5 3 44,2 1 0,-3 5 0,-2-1 1,2-1 112,2 1 0,-2-2-68,2 2 0,4 3 283,0-3 1,-1 2-95,2 2 0,4 0 572,4 0-226,5 0 27,-3 0-272,6 0 0,6 0 25,2 0 0,4 4 546,5 1 1,2-1-307,5-4 0,2 0 219,3 0 1,3-6-246,5-2 1,-1-8 349,1-5 1,0-4-442,0-3 0,-5 2-334,-4-3 0,-4 3-686,-8 1-260,0 6 1,-16 3-2133,0 8 0,-1 2 410,-7 6 2659,0 6 0,-27 0 0,-4 7 0</inkml:trace>
  <inkml:trace contextRef="#ctx0" brushRef="#br0" timeOffset="26.04">12995 10288 7830,'-6'-5'1211,"0"-2"0,2-6 195,0 1 0,0 4-681,4 0 1,1-1-334,3-3 0,7 1 120,6 3 1,4-3 357,0 3 0,6-3-543,2-1 0,5-1-222,-1 1 1,1 0-24,-1-1 1,1 2-172,-5 3 1,0-1-142,-5 5 0,-5-1 136,-2 5 0,-8 6-256,0 2 0,-7 0 101,2 5 0,-4-2 27,-4 9 0,-3-3 117,-5 3 0,-4 1-75,-1 3 1,0 5-74,0 0 0,3 1-271,-2-2 0,-2 2 117,2 3 1,-1 1 46,5-5 1,0 0 510,0-5 1,1 1-183,2 0 1,0-6 1596,5-3-899,0 3 1,5-5 204,3 2 0,4-7-309,9-5 1,2-3 60,5-1 1,7-1 275,1-3 1,4-3-364,1-5 1,4-1-305,0 1 0,-1 1-13,-8 3 0,-3-2-908,-8 6 0,-4 0-1385,-4 4-1829,-1 0 2461,-5 5 1,2 2-603,-5 6 0,1-5 2043,-5 0 0,-17-5 0,-3 2 0</inkml:trace>
  <inkml:trace contextRef="#ctx0" brushRef="#br0" timeOffset="27.04">14841 10916 7799,'-12'0'759,"0"0"1030,-1 0-389,7 0-289,0 0 1,9 0-480,5 0 1,6 5 72,10 3 1,6 3-135,3 2 1,3 0-176,1 4 0,-6 2-68,-2 5 0,-10 2-53,-7 3 0,-2 3-38,-10 4 1,-6 5-248,-14 0 0,-6 0-281,-11-4 0,-4-1-1134,0-3 1,-1-6 731,1-10 0,2-2-1172,-2-11 1,-1-2 249,1-6 1615,5-3 0,6-8 0,6 0 0,-1 0 0,0-1 0</inkml:trace>
  <inkml:trace contextRef="#ctx0" brushRef="#br0" timeOffset="28.04">16847 8848 7788,'-12'-5'4,"0"-2"1,-1-1 738,1-1 1,4 3 1022,0-3 1,3 0-65,-3 5 10,6-6 338,-4 9-1486,6-5 0,1 8 4,4 2 1,-1 7 34,8 5 1,-1 6 58,9-1 1,-3 2-183,3 1 0,1-3 10,3-1 1,1 0-139,0 0 0,3-2-122,1-6 1,0 0-24,-5 1 1,1-5 16,0 0 1,-2-5-205,-3 1 0,-2-1-449,-6 1-752,-5-3 439,-1 10 0,-9-4-717,-5 5 1,0-4-940,-9 1 0,4-5 1256,0 4 1,-3-5 1141,-1 1 0,-10-30 0,1-8 0</inkml:trace>
  <inkml:trace contextRef="#ctx0" brushRef="#br0" timeOffset="29.04">17130 8774 7873,'-1'-7'1659,"-3"3"1,1 4-656,-5 4 1,-2 5-479,-6 7 1,-3 9 21,-6 8 0,-1 6-62,-3 2 1,3 4-145,-2-4 1,2 0-521,1-4 1,3-3 199,6-5 1,1-6-1001,11-10 0,0-1-1263,4 0 2241,0 1 0,21-17 0,7-5 0</inkml:trace>
  <inkml:trace contextRef="#ctx0" brushRef="#br0" timeOffset="30.04">17413 9070 7870,'-7'-7'4257,"-3"1"-3248,8 6-550,-3 0 0,5 2-83,0 2 0,0 3 80,0 5 0,0 0-235,0 1 0,0-1-143,0 0 1,0 1-818,0-1 660,0 0 0,0 0-2820,0 1 1594,0-6 1305,5 4 0,2-37 0,5-3 0</inkml:trace>
  <inkml:trace contextRef="#ctx0" brushRef="#br0" timeOffset="31.04">17721 9070 7864,'8'0'-743,"0"0"2167,-5 0-859,8 0 1,-6 1 62,4 3 0,0-1-53,-5 5 0,0 0-169,-4 5 1,0-1 13,0 0 1,0 5-180,0-1 1,-5 7-159,-3 2 1,-3-1-83,-1 5 0,-6-3-277,-3-1 1,2-2 69,-1-2 1,3-4-255,-3-4 0,3-2-1876,-3-3 2336,5-3 0,-3-38 0,6-8 0</inkml:trace>
  <inkml:trace contextRef="#ctx0" brushRef="#br0" timeOffset="32.04">17967 8811 7837,'-7'0'1095,"0"0"-715,3 0 0,3-1-10,-3-3-370,2 2 238,2-3-136,0 5 440,0-6 204,0 5-422,0-4 0,0 3 129,0-2 563,0 3-223,0-5-402,0 6 77,0 0-297,0 6 0,0 1-96,0 5 0,0 0-16,0 1 1,0-1 16,0 0 0,0 0 34,0 1 1,0 0 3,0 4 1,0-3 9,0 2 0,5-2-32,-1-2 0,5 0-105,-1 1 1,3-5 56,2 0 0,-1-5-135,0 1 1,2-3-79,2-1 1,-2-3 123,2-5 1,2-1-27,-1-12 1,3 1 57,-3-5 0,-5-1 5,-4-3 0,-1 2 117,1-6 0,-1 2 226,-3-2 0,-3 4 46,4 9 0,-4 2 1000,-1 6-929,-6-1 0,5 8 47,-3 5 0,3 11-389,1 9 1,0 9 53,0 4 1,0 2-230,0 2 1,5 2-38,3 2 0,3 2-84,1 7 0,-1-5-72,-2 0 0,-4 0-128,-5 4 0,-1-1 523,-3-3 0,-10-4-56,-11-8 1,-5-3 459,-7-5 1,-2-6-225,2-3 0,-3-8-377,7-4 1,3-8-402,2-4 1,7-1-670,5 0 0,7-2 382,5 3 1,4 1-469,4-1 0,9 4 1216,7-4 0,20 5 0,5-2 0</inkml:trace>
  <inkml:trace contextRef="#ctx0" brushRef="#br0" timeOffset="33.04">18521 9020 14904,'0'18'1105,"0"1"-724,0 6 0,0-5-330,0 1 1,4 0-458,0 3 0,0-1-578,-4-2 1,2-3 720,2-6 263,-3 0 0,-1-38 0,-7-9 0</inkml:trace>
  <inkml:trace contextRef="#ctx0" brushRef="#br0" timeOffset="34.04">18619 8270 7815,'-12'-4'0,"0"0"4937,5-6-3683,-4 9 1,15-3 138,0 8 0,13 8-727,7 8 1,8 8-426,9 1 1,-2 9-140,6-1 1,-4 9-392,5 3 1,-27-20-1,-2 3 2,1 2 1,-3 1 0,-2 1-1,-3 1 230,-4 0 1,-3 0 0,-3-1 0,-2 0-453,-2-1 1,-4 0 0,-5-2-1,-3-1 132,-3-2 1,-3-2-1,-1-1 1,-2-1 79,-1-3 1,-1-1-1,0 2 1,-1-1 26,0-2 0,-1-1 0,0 0 1,1 1-440,-22 16 0,-2-7 709,7-6 0,-7-3 0,2-7 0,6-2 0,7-2 0</inkml:trace>
  <inkml:trace contextRef="#ctx0" brushRef="#br0" timeOffset="35.04">16613 8491 7900,'-1'-12'0,"-3"0"0,1-3 782,-5 2 0,4 4-250,-4 9 0,-1 1 286,-3 3 1,0 10-312,0 11 1,-2 7-111,-3 13 1,4 12-251,4-23 1,1 1 0,1 6 0,1 0-239,-1 2 1,1 0 0,2 2-1,0-1 231,0-1 1,0 0 0,3 0 0,1-1-1,-1 0 0,2-2 0,3-1 0,3-3-182,13 26 0,10-16 164,7-21 0,10-7-529,6-10 0,10-2-514,-2-6 0,2-5 921,-5 1 0,5-4 0,-6 4 0,0 0 0</inkml:trace>
  <inkml:trace contextRef="#ctx0" brushRef="#br0" timeOffset="36.04">19739 8762 7827,'-12'0'1382,"0"0"-899,-1 0 0,5 0 996,0 0-508,5 0-138,-2 0-453,16 0 0,-2 0 136,12 0 1,-1-1-151,5-3 1,3 2 65,1-2 1,8-1-162,-4 1 0,5-1-51,-5 5 0,1-4-205,-1 0 0,1-4 82,-5 4 0,0-4-674,-5 4 0,-5-2-341,-2 2 1,-4 3-759,0-3 0,-2 1 1676,-3-1 0,-14-3 0,-7-5 0</inkml:trace>
  <inkml:trace contextRef="#ctx0" brushRef="#br0" timeOffset="37.04">19776 9008 7843,'0'-7'546,"1"-2"-326,4 5 0,-1-2 455,8 2 0,3 1-228,10-5 1,5 4-183,2-4 1,4 4-46,1-4 0,3 3-582,-3-3 1,-1 5 93,-11-1 0,1 3-542,-10 1-1384,1 0 2194,-10 0 0,-13 11 0,-7 3 0</inkml:trace>
  <inkml:trace contextRef="#ctx0" brushRef="#br0" timeOffset="38.04">20441 8614 7842,'-17'0'0,"1"0"0,-1 0 928,5 0-130,0 0 49,-1 6 1,8-3-315,5 5 1,7-4-156,9 4 1,7-4-202,6 4 0,5-1-85,-1 1 1,1 2 30,-1-6 1,1 4-145,-5-4 0,0 5-147,-5-5 0,0 4 104,-4-4 1,2 4-175,-6-4 0,1 6 103,-5-2 0,-5-1 303,-3 1 0,-3-4-73,-1 4 1,-6 5 49,-7 3 1,-4 2-109,-8-2 0,-1 2 40,-3 3 1,2 2-405,-6-3 0,6 2 155,-2-1 0,3-3-787,1-6 0,2 0 409,3 0 1,2-5 549,6-3 0,27-24 0,7-7 0</inkml:trace>
  <inkml:trace contextRef="#ctx0" brushRef="#br0" timeOffset="39.04">21659 8528 7780,'-7'6'-1790,"2"-5"1993,-1 5 0,5-5 404,-3 3-114,2-3 98,2 5 464,0-6 8775,0 0-9286,6 0-630,-5 0 0,6 0 84,-3 0 45,-3 0 112,5 0 154,-1 0-284,-3 0 1,5 0 39,-3 0-513,-3 0 193,5 0-73,-6 0 0,1 0-132,3 0-1556,-3 0-603,5 0 2619,-6 0 0,16-17 0,5-3 0</inkml:trace>
  <inkml:trace contextRef="#ctx0" brushRef="#br0" timeOffset="40.04">21659 8577 7818,'0'7'-1693,"-4"0"2681,0-3-157,0-2-660,-2 3 115,5-5-310,-5 0 13,6 0-61,0 0 222,6 0 458,-5-5 251,10 3-568,-10-3 1,9 3 896,-6-2-265,0 3-63,2-5-70,-5 6 253,5 0-242,-6-5-266,0 4-457,0-5 238,0 6-351,0 0 1,-6 0-1,-2 0 0,-3 0-65,-1 0 1,-6 6 65,-3 2 1,-6 3 61,-2 1 0,-4 4-11,5 1 0,-5 5 28,4-2 0,5 3-36,3 2 0,7-2 116,2-2-211,5 2 0,9-9 122,2 2 0,4-6 35,8-2 0,-1-5 49,6 1 0,-5-3 153,5-1 1,-1-4-34,5 0 1,-5-4-97,1 4 0,-6-5-165,1 5 0,-3-1 215,-5 1-556,3 2 208,-10-3 1,-1 5 26,-8 0 0,-4 1 71,-5 3 1,-2 2-138,-5 2 1,0 3 9,4-3 1,-3 7 123,2 2 1,2 0 22,-2 0 0,2-2-7,-1 5 0,3-3 91,9 3 0,-1-3-7,4 3 1,1-5 160,4 2 0,6-5 114,2-4 0,10-1 329,6-3 0,2-2-49,7 2 0,0-7-171,4-1 0,-2-6-1222,-2 2 1,1-2 510,-5 2 0,-4-1-916,-5 5 0,-5-5 1202,2 5 0,-9 0 0,-3 4 0</inkml:trace>
  <inkml:trace contextRef="#ctx0" brushRef="#br0" timeOffset="41.04">21831 9008 7823,'0'-7'2420,"0"-4"-1287,0 10 128,0-4-157,0 5-443,0 0 1,0 5-326,0 3 1,0 3-149,0 1 1,0 2-271,0 3 1,0-2 119,0 5 0,0-5-1160,0 2 0,0 0 1122,0 0 0,-5-1 0,-2-4 0</inkml:trace>
  <inkml:trace contextRef="#ctx0" brushRef="#br0" timeOffset="42.04">16946 10103 7863,'-13'-12'124,"2"0"1,2-1 658,1 1 0,1-4-160,-1-1 1,2 1 174,6 4 0,0-1 991,0 1-1264,0 0 1,1 1 1036,4 3 1,-3 2-457,7 6 1,3 7-47,4 5 1,5 6-486,-5 7 0,7 1 21,2 2 1,0 0-1020,3 4 1,-2-3 335,-1 4 0,-2-4-1456,-2 4 1,2-6 828,-3 2 1,-2-3-1012,-1-2 0,-4-1 82,0-2 1643,-1 2 0,-22-58 0,-5-9 0</inkml:trace>
  <inkml:trace contextRef="#ctx0" brushRef="#br0" timeOffset="43.04">17290 9993 7863,'-28'13'489,"-1"4"0,-5 2-245,1 5 1,1 7 666,0 1 1,4 8-354,-1 1 0,9 0-801,4-4 1,6-4-454,2 0 0,5-7 696,-1-2 0,19-16 0,5-9 0</inkml:trace>
  <inkml:trace contextRef="#ctx0" brushRef="#br0" timeOffset="44.04">17598 10288 7891,'4'-12'0,"0"-1"0,2 1 371,-2 0 1,2-1 561,7 1 1,0 1-860,4 3 0,-3 3 27,2 5 0,-2 0-248,-2 0 1,-5 6 83,-3 7 0,-3 0 152,-1 8 0,-5 3 55,-3 5 1,-3 4-28,-2-4 0,1-1 98,0-3 1,1-2 491,3-2 1,2 1 344,6-6 1,0 0-475,0-3 1,7-6 238,5-3 1,11-3-317,10-1 1,4-5-326,4-4 1,-2-2-420,2-1 0,-5-3-585,-3 3 0,-4-3 828,-8 7 0,-9-3 0,-7-2 0</inkml:trace>
  <inkml:trace contextRef="#ctx0" brushRef="#br0" timeOffset="45.04">18361 10103 7840,'-12'0'1190,"3"0"1678,1 0-1082,0 0-1298,1 6 1,3-1 225,8 4 0,4-3-275,9-2 1,2-2-346,5 2 1,1-8-105,0-4 1,2-3-89,-2-2 0,1-3 300,-10 0 0,5-5 52,-5 5 1,-1-5 700,-7 5 0,-1-1 200,-3 5-862,-2 5 1,3 3-73,-5 8 1,0 10-1,0 10 1,5 8-130,4 9 1,0 7-191,-1 5 0,3 6-189,-2-2 0,0 2-102,-1-1 0,-2-1-126,-6-8 0,-11-2 201,-6-10 1,-6-7 162,-5-6 1,-4-2 11,-5-9 0,0-4-178,0-9 0,0-1-313,0-3 0,2-7-339,2-6 0,10 1 415,11 4 1,6-1-518,10 1 0,10 0-1656,10-1 2727,7 1 0,1-1 0,5-3 0,2 0 0,0-1 0</inkml:trace>
  <inkml:trace contextRef="#ctx0" brushRef="#br0" timeOffset="46.04">18927 10239 7824,'8'-6'1306,"0"-2"0,-4-3-361,5-1 0,-5 4-120,4-1 0,0 3-439,4-3 0,-3 0-70,-1 5 1,0 0-377,4 4 129,1 0 0,-2 1-164,-3 3 1,1 3 124,-4 5 0,-1 6 246,-4 3 1,-2 2 55,-2 1 1,-1 5 284,-4 0 0,0 0-250,5-5 0,-2 1 175,2-1 0,3 0-172,-3-4 0,8-3-153,4-9 1,3 1-7,1-5 1,6 0 6,3-4 0,2-5-878,1-3 0,1-7-510,0-2 1,-5-5-2808,1 2 3977,-6-3 0,-15-11 0,-4-6 0,-4-3 0,1 0 0</inkml:trace>
  <inkml:trace contextRef="#ctx0" brushRef="#br0" timeOffset="47.04">19308 9636 7825,'13'0'1090,"-1"0"231,0 0 1,2 1-459,2 3 0,4 10 256,4 11 0,1 5-599,-1 7 0,1 6-46,0 6 0,-6 1-877,-3 3 0,-8 0 349,-4-3 1,-5 0-1170,-7-9 1,-7 4 435,-14-4 1,-9 4 786,-11-4 0,8-21 0,-11 0 0,-6 0 0,1 0 0,-6 1 0,-1 0 0,1 0 0,0 1 0</inkml:trace>
  <inkml:trace contextRef="#ctx0" brushRef="#br0" timeOffset="48.04">16749 9771 7882,'-13'0'4,"1"0"1,-4 0 470,-1 0 1,0 11 687,0 5 1,2 17-206,-5 8 0,5 18-680,6-25 0,1 2 0,1 3 0,2 1-366,0 5 1,2 0 0,0-1 0,2 0 142,1 1 0,4 0 0,1-2 0,3-2-103,3-3 1,3-3 0,21 24-391,11-22 1,11-11-1170,5-10 1607,-28-8 0,1-2 0,1-4 0,1-1 0,2-1 0,0 0 0,0-1 0,0-1 0</inkml:trace>
  <inkml:trace contextRef="#ctx0" brushRef="#br0" timeOffset="49.04">20047 9906 7765,'-13'0'5239,"1"0"-4524,5-5 1,5 4-158,10-3 0,1 2-167,12 2 1,1 0-343,6 0 0,0-1-420,5-3 0,-6 2-537,2-2 0,-3 3 100,-2 1 0,0 0-2002,-4 0 2810,-2 5 0,-66 35 0,17-13 0,-1-1 0</inkml:trace>
  <inkml:trace contextRef="#ctx0" brushRef="#br0" timeOffset="50.04">20010 10128 12146,'18'-4'1314,"2"0"0,9-6-1220,4 2 1,4-3-468,4-1 0,2-1 373,7 1 0,-4-6 0,6-3 0,3-3 0,1 1 0</inkml:trace>
  <inkml:trace contextRef="#ctx0" brushRef="#br0" timeOffset="51.04">20490 9685 7816,'-12'-4'1565,"-1"0"0,1-2-718,0 2 1,3 3 817,1-3-900,5 2 0,-1 2 194,8 0 1,5 6-483,7 2 1,3 3-21,6 1 0,4 1-325,-1-1 0,6 0-214,-1 1 1,1-1-428,-1 0 1,3-1 413,-3-3 0,-3 3-534,-2-3 1,-2 3 187,-1 2 0,-7-4 98,-6 4 0,-6-3 125,-11 11 0,-8 1 262,-12 7 1,-10 2-74,-10 6 0,-3 0-53,-2 0 0,1 2 110,0-2 0,7 0-16,5-12 0,7-1-1661,9-11 0,3 0 1649,6-8 0,5 3 0,3-4 0</inkml:trace>
  <inkml:trace contextRef="#ctx0" brushRef="#br0" timeOffset="52.04">21585 9771 7797,'0'-8'0,"0"0"1480,0 0 1,1-5-668,4 1 1,-4 4-19,3-1 0,-3 1-317,-1-4 1,0 4-96,0 0-229,0-1 1,-5 3-106,-3 1 1,-9 5 26,-3 5 0,-5 3-137,-4 8 0,-1 5 231,-2 7 1,-3 0-43,7 5 1,3-5 121,5 5 1,6-6-60,2 2 0,5-8 105,7-5 1,9-4-61,4-3 0,13-4 99,2-5 1,6-1-128,3-3 0,3-3-17,-3-6 1,1 2-443,-9 3 1,-6-1 102,-6 5-263,-9-1 1,-5 11 226,-12 2 0,-11 7 44,-17 2 0,-4 6-47,-4 1 0,-6 2-164,6 7 0,1-5 271,12 0 0,3 2 60,8-1 0,5-2-20,8-6 1,2 1 34,6-6 0,11-1 100,6-6 1,6 0-105,6-5 0,2-1 389,6-7 0,4 1-358,0-5 0,4 0-352,-4-5 0,-1 1-387,-7 0 1,-5 4-1081,-7-1 1,1 5 1796,-6-4 0,-10-6 0,-8-5 0</inkml:trace>
  <inkml:trace contextRef="#ctx0" brushRef="#br0" timeOffset="53.04">21819 10153 7826,'-1'-11'3416,"-4"2"-2359,4-1 1,-6 4 10,3-2 1,3-3 310,-3 3 1,4-2-946,4 2 0,4-2-343,8 6 1,-1-4-543,6 4 0,-6 0 285,1 4-454,4 0 1,-8 5 451,0 4 1,-5 7-424,-7 4 1,-7 5 105,-5 4 0,0 1 154,-5 3 0,3 1 357,2-5 0,0-1 402,0-3 0,5 2-125,3-2 1,4 1 241,4-10 1,4-3 229,8-5 1,5-6-295,8 3 0,1-5-453,2-5 0,4-1-745,-3-7 1,1-3-1010,-1 0 0,-7-5 658,-6 5 0,-5-2 1068,2 1 0,-31-45 0,3 22 0,0 0 0</inkml:trace>
  <inkml:trace contextRef="#ctx0" brushRef="#br0" timeOffset="54.04">25917 8467 7802,'5'-13'1,"-2"-3"805,5 0 1,-1-1-269,1 5 0,-2 0 1585,-6-1-1555,5-5 0,-9 6-142,0 0 0,-11 5-65,-6 7 0,-11 7-16,-5 5 0,-10 7-198,-2 10 1,0 4-356,-5 8 1,27-17-1,1 1 185,1 3 0,1 1 1,2 1-1,3 1 106,-10 30 0,13 3-403,3-2 1,12 0 219,5-13 1,10-6 366,15-14 1,8-6 27,8-10 0,12-6 20,5-3 0,2-4-400,-3-4 1,-5-1-2,-2-7 0,-5 3 302,-4-8 0,-2 4 152,-7 0-368,-4 1 0,-2-2 0,-5 1 0,-1 0 0,1 4 0</inkml:trace>
  <inkml:trace contextRef="#ctx0" brushRef="#br0" timeOffset="55.04">26237 8750 7822,'-25'5'0,"-4"-1"0,1 9 0,3-2 1886,5 9 1,5 1-652,-2 3 1,5 1-280,4-1 1,2 1-478,6 0 1,11-6-17,6-3 1,7-4-287,9-3 1,5-4 39,12-5 1,-1-9-170,0-4 0,-3-7 113,-5-1 0,-5-2-101,-11-2 1,-12-3 22,-4-1 1,-8 0-119,-5 5 0,-14 0-169,-11 4 0,-5 2-357,-3 6 1,0 5-1029,0 3 1,6 2 715,2 2 1,10 6-382,7 2 0,1 7 156,7 2 1098,5-1 0,31-10 0,14-5 0,5 2 0,-1-1 0</inkml:trace>
  <inkml:trace contextRef="#ctx0" brushRef="#br0" timeOffset="56.04">26569 8885 7823,'-7'6'0,"-2"-4"1268,5 6 1775,-6-5-1331,3 8-710,0-9 0,2-2-148,5-9 1,0-7-363,0-5 1,9-6 86,4-2 0,3-3 17,1 3 0,-2-4 58,5 4 0,-3 2-511,3 6 1,-1 5-420,2 8 0,2-2-1376,-3 6 1,2 1 888,-1 8 0,1 7-2129,-6 8 0,6 2 2892,-1-1 0,-4 18 0,1 1 0</inkml:trace>
  <inkml:trace contextRef="#ctx0" brushRef="#br0" timeOffset="57.04">26963 8885 7823,'0'8'0,"0"0"0,0-3 1078,0 3 1,0-4 1038,0 4 455,-6-5-1024,5 2-614,-4-5 0,9-7-390,0-5 1,5-6 50,0-6 1,6-5-226,1 0 0,2 1-116,-2 3 0,-2 5-266,2-1 1,-1 6-506,2-1 0,-4 7-714,4 5 1,-2 3-162,1 1 0,-2 1-2715,2 3 4107,3 3 0,1 0 0,4-2 0</inkml:trace>
  <inkml:trace contextRef="#ctx0" brushRef="#br0" timeOffset="58.04">27886 8319 7799,'5'-12'-259,"4"-1"1,-3 0-323,3-4 1,-5 4 1709,4-4 1,-5-1 230,1 2 589,-3 0-1368,-1 9 0,-11 3-146,-5 8 1,-8 9-109,-4 12 1,-5 7 49,-8 9 1,3 2-353,-3 7 1,8 4 215,4 4 0,4 3 106,5 5 0,8-1-123,8 1 0,15-6 145,9-11 0,14-12-296,11-8 1,7-6-3,2-10 1,2-4-258,-7-9 0,0-4-585,-12 0 1,-3-6-1560,-9 2 1,-7-3 1082,-6-1 0,-1 0 1247,-7-1 0,6-4 0,-4-3 0</inkml:trace>
  <inkml:trace contextRef="#ctx0" brushRef="#br0" timeOffset="59.04">28427 8319 7868,'-5'-12'270,"-2"3"34,-5 1 0,-2 6 255,-2-3 1,-9 10 568,-8 3 0,-2 8-450,-2 5 0,1 2-278,3 2 0,3 3-41,6 1 0,5 0-182,2-5 1,9 0 0,4-4 0,8-2 15,4-6 0,9-1 0,3-3 0,7-2 6,2-6 0,5-2-17,-1-2 0,3-1-191,1-3 1,-7-3 41,-6 2 1,-5 4-435,-6 1 276,-6-3 0,-9 6-55,-10-3 1,-11 4 110,-10 4 0,-3 7-105,-1 5 1,0 6 171,1-2 0,4 4-1,3 0 0,5 5-15,3 0 1,9 1 8,8-2 0,2-6 125,2 3 0,7-9-118,6 1 1,0-5 595,8-4 0,3 2 26,5-6 0,0 0 255,-5-4 0,4 0-482,-4 0 0,4 0-182,-8 0 1,-2 0-2813,-2 0 1572,-7 0-404,2 0 1,-9 0 551,7 0 1,-5 0 880,4 0 0,0-11 0,4-3 0</inkml:trace>
  <inkml:trace contextRef="#ctx0" brushRef="#br0" timeOffset="60.04">28637 8799 7839,'-6'7'2732,"3"2"-1972,-5-5 0,4 6-361,-4-2 1,5 3 28,-1 1 0,-1 5 260,0-1 1,0 2-554,1-2 0,2-2-457,-2 3 1,3-4-1430,1 0 1,-4-1 1750,0 0 0,-6-27 0,3-7 0</inkml:trace>
  <inkml:trace contextRef="#ctx0" brushRef="#br0" timeOffset="61.04">28944 8873 14161,'0'18'779,"0"-3"-555,0 5 0,4-3-252,0 3 0,0 5 99,-4 3 0,-5 1-780,-3-4 1,-9-1-61,-3 1 1,-7-2-634,-2-2 1,-1-4 429,1-4 1,7-6-535,-2-3 1506,2-14 0,19-24 0,8-11 0,0-9 0,0 1 0</inkml:trace>
  <inkml:trace contextRef="#ctx0" brushRef="#br0" timeOffset="62.04">29240 8356 7833,'-13'0'0,"1"4"153,0 0 1,-6 6 312,-3-2 0,2 4-75,-1 5 1,3-2 136,-3 5 0,5 1-2,-2 3 1,9 1-161,4 0 1,4-6-146,4-3 0,7-2-3,5-2 1,6-5-104,-1-3 0,2-3 69,2-1 0,-1-1-111,1-3 0,0-3 31,-1-5 0,-3-1 73,-1 1 6,-5 0-81,-2 0 1,-9 1-89,-8 2 1,-9 4 79,-7 5 0,-5 7-363,-4 5 0,-2 7 88,-6 10 1,1 2-21,4 6 1,2 0 71,5 0 0,6 0-28,2 0 1,9-2 185,4-2 0,8-8-75,4-9 0,7-7 714,2-5 1,5-3-290,-2-1 1,-1-1 777,2-3 1,-2-3-484,2-6 0,0 1-145,-4 0-1230,-1-1-1451,-3 1-3773,-1 5 3361,-5 2 2564,-2 5 0,-16 16 0,-2 5 0</inkml:trace>
  <inkml:trace contextRef="#ctx0" brushRef="#br0" timeOffset="63.04">29387 8873 7817,'0'-13'3532,"0"1"-2465,0 0 0,6 0-519,2-1 0,8 5-366,5 0 1,3 4 34,5-4 0,-3 5-327,3-1 0,0 2 82,-5 2 1,2 0-40,-9 0 1,-2 6 22,-7 2 1,-3 7-315,-5 1 0,-2 6 338,-7-1 0,0 2-31,-12 2 1,5-1 494,-5 1 1,8 4-187,0-1 0,2-3 95,7-5 0,0-4 60,4 0 0,6 0 25,2-3 1,4-4-117,5-9 0,-2 0-107,5 0 0,-1-5-331,2-3 0,1-8-451,-6 0 0,0-4-2015,-3 3 1,-2-1 2581,-3 2 0,14-47 0,-12 23 0,0 1 0</inkml:trace>
  <inkml:trace contextRef="#ctx0" brushRef="#br0" timeOffset="64.04">29190 8356 5993,'9'0'-46,"-1"0"1,-6-1-34,3-4 882,-4 4 1166,-1-4-582,0 5 390,0 0 0,-6 0-1273,-2 0 1,-3 4-295,-1 0 0,-4 5-106,-1 0 1,2 2-168,7 1 0,-2 0-247,6 0 0,-4-3-561,4-1 1,0-4-2211,4 4 3081,5-5 0,46-20 0,-18 4 0,1-1 0</inkml:trace>
  <inkml:trace contextRef="#ctx0" brushRef="#br0" timeOffset="65.04">29695 8184 7804,'-7'-9'1370,"3"1"0,-2 4 149,2-4 354,0 5-623,4-8-707,0 10 1,6-5-151,2 6 0,3 2-7,1 2 0,6 3-78,2 5 1,4 6 82,0 2 1,2 9-319,3 4 1,1 4 94,3 4 1,1 4-458,-5 8 0,-2 3 286,-6 6 0,-9 3-14,-8 1 1,-15-6 18,-9-6 1,-10-5 49,-11-4 1,-3-4-111,-5-8 0,5-9 47,3-7 1,4-5-543,4-4 0,4 2 254,9-6 1,6 0-2460,6-4-108,5 0-837,-2 0 3829,16-5 0,13-13 0,15-8 1</inkml:trace>
  <inkml:trace contextRef="#ctx0" brushRef="#br0" timeOffset="66.04">30372 8528 7802,'-7'0'2696,"-4"-5"1,11-1-2150,0-2 0,5 1 914,8 3 1,6-1-703,5-4 1,7-1-71,5 1 1,5 0-577,1 1 0,3-3-500,-4 2 1,4 3-228,-4-3 0,-2 7-753,-6-2 0,-3 2 166,-5 2 0,-11 2 1201,-6 2 0,-38 13 0,-11 9 0</inkml:trace>
  <inkml:trace contextRef="#ctx0" brushRef="#br0" timeOffset="67.04">30556 8700 12719,'18'-1'2934,"3"-3"1,7 1-2483,5-5 0,-1 0-237,0-4 1,0 3-1369,1 1 0,-1 4 752,-7-4 1,1 5-1918,-10-1 1,-3 8 483,-5 4 1834,-5 3 0,-20 7 0,-10 1 0</inkml:trace>
  <inkml:trace contextRef="#ctx0" brushRef="#br0" timeOffset="68.04">31516 8417 7968,'0'-8'1498,"0"0"941,0 5-1589,0-8 0,0 9 104,0-7-682,0 7 1,-1-4-58,-3 6 1,1 0 323,-5 0-208,0 0 1,-5 4 173,1 0 1,4 5-98,0-5 1,-1 5 110,-3 0 1,4 1-112,0 3 0,-1 0 36,-3 4 1,4-2-230,0 5 1,1 0-1,-1 0 1,-2 3-190,6-2 0,0 2 5,4 2 0,0 3-119,0 1 0,1 0-42,3-5 1,9-3-241,7-1 1,3-3-141,2 3 1,1-9 181,3 2 1,-2-9 218,6 0 0,-2-3-35,2-1 0,1-5 158,-5-4 0,0-6-7,-5-1 0,1-10 140,0 1 0,-1-2-64,1 2 0,-2 1-11,-2-1 1,0 1-37,-4-1 0,-2 5-162,-7-1 0,-2 6 496,-6-1 1,-3-2-178,-5 1 0,-3 2 266,-14 7 0,3-3-169,-6 3 0,-3-2 26,3 2 1,-1 1-83,4 3 1,1 3 119,-1-3 0,-4-2-785,1 2 0,-1 0 246,4 4 0,1 0-3068,-1 0 0,2 4 1662,2 0 1,0 6 1590,4-2 0,-10 19 0,1 6 0</inkml:trace>
  <inkml:trace contextRef="#ctx0" brushRef="#br0" timeOffset="69.04">23825 10719 7881,'-4'-17'759,"-2"1"615,-1 1 0,1 1 276,-3 2 0,3 5-195,1 3-167,4 3-963,-4 1 1,3 10-103,-2 7 1,3 6 158,-3 6 0,2 8-106,2 8 1,2 3-8,2 1 0,-2 0-253,7 0 1,0 3 4,8-2 1,2-5 105,5-12 1,4-3-117,5-6 1,5-6 73,11-6 0,2-10 20,2-10 1,2-13 58,2-4 0,-5-7-9,-11-1 0,-7-4 40,-13-4 1,-3-3-22,-6-5 0,0-6 4,1-2 1,-8 1-241,-5-2 0,-5 12 0,-9 1 1,-3 8-919,-3 8 1,1 6 548,-2 10 0,6 7-1072,-1 1 0,2 0 681,2 1 1,5 1-307,3 7 0,3 3 1128,1 5 0,21 17 0,7 4 0</inkml:trace>
  <inkml:trace contextRef="#ctx0" brushRef="#br0" timeOffset="70.04">24539 10903 7881,'0'13'0,"0"-1"0,0 0 466,0 1 0,-5 3 680,1 0 1,-1 1 142,1-5 1,2 0-633,-2 1 1,3-1 1147,1 0-364,-6 1-668,5-7 1,-4-1-260,5-10 0,5-8-24,3-12 1,9-9-99,3-7 0,9-6 119,4 2 0,6-3-233,2-1 0,0 10 10,-4 2 1,-1 13 94,-3 4 1,0 10-161,-9 6 0,-2 11-181,-10 9 1,-5 9-57,-3 12 0,-2 1-297,-2 3 0,0-4-415,0 0 0,0-1-1010,0-8 1,0 1-3006,0-4 2326,0-6 234,0-1 2181,0-11 0,16-51 0,5-18 0</inkml:trace>
  <inkml:trace contextRef="#ctx0" brushRef="#br0" timeOffset="71.04">25326 10719 7881,'0'-13'0,"0"1"0,-1 1 595,-3 3 0,-3 2 842,-5 6 0,-6 2-682,-3 2 1,-3 8 57,-5 9 1,3 3-323,-3 5 0,-1 3-146,1 4 0,5 1-13,3 0 1,8 0 145,0 0 0,7-5 235,6-4 0,6-3-191,7-5 0,6-3 4,10-9 1,2-2 262,6-6 0,0 0-300,0 0 1,0-6-665,0-2 0,-2-3-633,-2-1 1,-8-1-939,-9 1 1,-2 4 42,-2 0 0,0 5-3700,1-1 5403,-7-3 0,0-5 0,-6-8 0</inkml:trace>
  <inkml:trace contextRef="#ctx0" brushRef="#br0" timeOffset="72.04">25511 10879 7860,'-14'0'0,"-2"0"0,2 5 743,-2 3 1,2-1 1026,2 1 1,3 5-874,1 3 1,5 5 70,-1-5 0,4 5-429,4-5 0,3 0 24,6-3 0,4-1 98,4 0 0,2-5-239,2-3 1,5-8 103,3-4 1,1-8-147,-1-5 1,1-2-238,-5-2 1,-1-4-103,-3 1 0,-7-5-226,-6 4 1,-7 0 37,-9 5 0,-9 5-258,-12 2 0,-4 5-542,-3 4 1,-4 2 395,3 6 1,4 6-1069,5 2 0,1 3 165,6 1 1,6 5-1610,7-1 3063,3 0 0,34 13 0,8 4 0</inkml:trace>
  <inkml:trace contextRef="#ctx0" brushRef="#br0" timeOffset="73.04">25868 10953 7860,'-13'6'0,"1"5"1260,0-2 0,-1-4 167,1-1 2369,0-3-2613,-1-1 0,7-6-259,2-7 1,8-10-328,4-10 0,8-2 117,5-2 0,-2 4-254,1 0 0,-3 6-54,3-2 1,1 4-447,3 5 1,-3 4 81,-1 7 1,-4 4-1439,0 5 1,2 1 741,-2 3 0,1 5-2567,-5 7 1,-4 3 548,0 6 2672,-5-1 0,-3 6 0,-7 2 0</inkml:trace>
  <inkml:trace contextRef="#ctx0" brushRef="#br0" timeOffset="74.04">26138 10891 7860,'0'12'1210,"0"1"1,-1-2-1,-3-3 0,3 3-210,-4-3 0,0-1 132,1 1 1,-2-5 129,2 1 113,3-3-789,-5-1 1,6-7 105,0-5 1,6-6-132,2-6 0,7-2-167,2-3 0,3 2-501,-4-6 0,6 5 131,-1 0 1,-2 7-1221,2 5 0,-6 2 102,1 2 0,2 5-474,-2 3 0,-1 4 53,-7 4 0,3 3-2156,-2 5 3671,-4-5 0,0 20 0,-5 1 0</inkml:trace>
  <inkml:trace contextRef="#ctx0" brushRef="#br0" timeOffset="75.04">26372 10854 7860,'0'12'2508,"-5"1"-1930,3-1 1,2-5 107,9-3 0,3-8 224,4-4 1,-1-7-371,6-2 0,-1-5-501,5 2 1,-2-3-209,-2-2 1,1 0-158,-6 1 1,0 3 259,-3 1 1,-6 5-24,-3-2 1,-8 9-109,-5 4 0,-7 3-54,-5 1 0,-3 10 365,-5 7 1,-1 6-3,-3 6 1,4-2 549,9 6 1,-2 0 75,6 4 0,1 0 143,6 0 1,4-6-213,5-2 0,5-5 222,4-3 1,7-5-336,5-7 0,2-5 83,1-8 0,2-3-957,3-6 1,-3-3 245,3 0 1,-3-6-693,-2 1 0,1-2-662,0-2 0,-1 5-1573,1-1 1,-5 8 1376,1 0 1622,-12 1 0,8 0 0,-10-7 0</inkml:trace>
  <inkml:trace contextRef="#ctx0" brushRef="#br0" timeOffset="76.04">26803 10337 7832,'0'-12'1353,"0"0"-744,0-1 1381,-6 1 1,5 7-966,-3 5 0,4 8 628,4 12 1,2 2-471,2 11 1,1 5-5,-5 7 0,1-1-403,-5 1 1,4-4 215,0 4 1,0-1-657,-4 1 1,4-4-173,0-8 0,0 1-853,-4-5 0,0-2 499,0-6 1,-4-3-3667,0-6-374,-6 0-1508,9 1 4261,-4-7 0,7-2 1477,6-8 0,12-19 0,11-10 0</inkml:trace>
  <inkml:trace contextRef="#ctx0" brushRef="#br0" timeOffset="77.04">27123 10669 7803,'0'-12'1255,"-1"1"-807,-4 3 1,3-2 152,-7 6 1,1 0 117,-4 4 0,-4 7 324,-1 5 0,-3 8-435,3 8 0,-3 0 76,3 4 1,1 0 160,4 1 1,5-5-342,3-7 1,2-3 243,2-6 0,3-1-295,5-3 0,2-8 513,10-8 0,1-4-328,3-5 1,0 4-104,-4-4 1,2 5-248,-6 4 0,1 2-174,-5 6 0,0 0-241,1 0 0,-5 0-429,0 0 0,-5 6-1842,1 2 0,-3 3-314,-1 1-331,6-5 0,-3-2 623,5-5 2420,0-5 0,6-23 0,1-11 0,1-5 0,1 0 0</inkml:trace>
  <inkml:trace contextRef="#ctx0" brushRef="#br0" timeOffset="78.04">27480 10350 7803,'-8'0'1556,"-1"0"290,7 0 0,-8 6-408,6 7 0,-4 4 713,4 8 0,0 9-112,4 3 0,-5 8-948,1 0 0,0 3-354,4 1 1,2-3-786,2-1 1,-3-7-721,3-1 1,2-7-849,-2-9-1618,0-4 1321,1-4 0,-3-8 749,2-5 1,-3-1-1117,-1-7 0,0-1 2280,0-3 0,0-22 0,0-6 0</inkml:trace>
  <inkml:trace contextRef="#ctx0" brushRef="#br0" timeOffset="79.04">27344 10706 7802,'-19'0'0,"1"-5"1860,6-3 2513,0-3-2963,5-2 1,4 1 508,11 0 0,5 5-1957,7 3 1,4 3 31,-4 1 1,3 0-2282,2 0 0,0 5 1338,-1 3 1,1-1 948,-1 1 0,17 0 0,5 5 0</inkml:trace>
  <inkml:trace contextRef="#ctx0" brushRef="#br0" timeOffset="80.04">27627 10719 7802,'-6'5'0,"-4"-2"1988,6 5 1,-4-4 683,4 4-1579,0-5 0,5 3-337,3-6 0,4 0 237,9 0 1,3-2-771,9-2 1,-3-3-379,3-5 0,-4-4-850,0-1 0,-2 1 374,-2 3-510,-9 1 1,-8 1 382,-8 3 0,-4 3 344,-8 5 0,-4 5 384,-4 3 0,-1 7 321,1 2 1,0 5 1009,4-2 1,2-1-558,6 2 1,5-2 276,3 1 0,2 2-475,2-5 0,10-2-690,2-7 1,9 1-529,-1-4 1,5-1-825,4-4 0,2-6 50,6-2 1,-4-4-1110,0-5 1,-1 2 2554,5-5 0,11-23 0,-22 17 0,-1 0 0</inkml:trace>
  <inkml:trace contextRef="#ctx0" brushRef="#br0" timeOffset="81.04">28083 10706 7802,'0'7'2192,"0"-1"0,-2-5-1275,-2 3 1,2-2 212,-7 2 0,3-2-447,-3 2 0,-6-1-285,3 5 0,-3 1 341,3 3 1,-1 0-135,1 1 0,0 3 48,-1 0 1,7 1-44,1-5-451,4 0 0,4 1 16,5-1 0,0-5 0,9-3 0,-2-3-305,1-1 1,-1 0 172,6 0 0,-6 0-311,1 0 0,-2-1-591,-2-3 155,0 2 1,-1-4 291,-2 2 1,-3 2-532,-2-2 531,-2-3 0,5 0 135,-3-5 0,-3-4 61,3-1 1,-2-5-122,-2 2 1,0-7-509,0-2 1,4-5 391,0 1 0,1-8 203,-1-4 1,-1-2 118,5 2 1,-5-1 126,1 5 0,-2 2 361,-2 11 913,0 4-200,-6 17 1,-5 14-421,-5 14 0,-1 8-174,5 7 0,1 7 128,3 2 1,-2 3 146,6 1 1,0-1-175,4-3 1,6 1 49,2-4 1,8-1-340,5-5 1,2-5-138,2-7 1,5-6-278,2-10 1,4-4 170,1-8 0,-6-8-2012,-2-9 0,-4-1-426,-5 2 1,-3 2 2392,-9 6 0,-19-11 0,-10-3 0</inkml:trace>
  <inkml:trace contextRef="#ctx0" brushRef="#br0" timeOffset="82.04">29523 10362 7801,'6'-6'0,"4"4"0,-6-7 1018,6 1 0,-8-4-30,7 0 1,-5-1 195,4 1 1,-5 0-455,1-1 1,-3 1 159,-1 0 0,0 4-419,0-1 0,-11 7 8,-5-2 0,-7 5-223,-6 7 1,-3 2-42,-5 10 1,1 1-112,-1 3 0,4 6 41,0 3 0,7-1 36,1 0 1,8-4-60,8 1 0,5-8-221,8 0 1,10-7 152,11-2 0,10-5 166,10-7 1,3-2-275,1-2 1,3-3 110,-2-5 1,-8-4-114,-9-1 0,-11 5-418,-2 4 27,-10 0 1,-6 1 223,-8 3 0,-9 2-90,-7 2 1,-5 2-44,-3 2 1,0 3 107,-5 5 0,2-1 296,-2-3 0,-1 4-137,5 1 1,-1-1 238,2 4 1,2-1-40,-3 2 1,3 1 63,1 2 1,5 3 74,-1-2 1,6 2 289,-1 2 0,8-2 35,3-3 1,4 2 372,1-5 0,7-1 112,5-4 1,7-3-507,10-1 1,5-7 466,11-1 1,2-5-1022,10-8 0,3 0-216,2-4 0,-3 2 216,-10-5 0,-11 5 0,-5-2 0,-8 8 0,-9 1-105,-5 5 1,-11-1-3252,0 8 1,0 3 713,0 5 0,0-4-2302,0 0 4944,-5 1 0,-2-13 0,-6-5 0</inkml:trace>
  <inkml:trace contextRef="#ctx0" brushRef="#br0" timeOffset="83.04">30236 10940 7781,'0'-12'2985,"0"0"1,0-1-1502,0 1 1,0 0 1865,0-1-2340,0 1 1,2 1 626,2 3-2133,-3-3-631,5 10 1,-6-3-1942,0 8 1,1 2 3067,3 7 0,8 15 0,8 5 0</inkml:trace>
  <inkml:trace contextRef="#ctx0" brushRef="#br0" timeOffset="84.04">4836 13721 7787,'0'-6'3673,"6"0"-1755,-5 1-362,5 3-633,-1-3-411,-4-1 0,6 5 626,-3-3 212,-2-3-767,3 6 0,-1-6 108,0 3 1,1 1 255,-5-5-35,0 5-525,0-8-163,-6 4 1,-1-5-375,-5 0 1,4 3 154,0 1 1,-1 6 45,-3-3 0,0 4-121,-1 1 0,1 0-174,0 0 0,0 0 28,-1 0 1,1 7 22,0 5 0,-5 0 34,1 5 1,-2 2 106,2 2 1,2 3-104,-3 5 0,4-3-13,1 3 0,1 1-82,2-2 1,0 5 97,5-4 1,0 0 16,4-5 0,1 4 37,3-4 0,3 2 1,5-9 0,1-1 181,-1-4 1,4-1-63,1-3 0,0-2 338,0-6 0,-2 0-70,5 0 0,-5 0 51,2 0 1,-3-4 124,-2 0-165,0-6 67,0 3-176,1-5 1,-6 4 339,-3 0-251,-3 5-292,-1-8 1,-4 8 15,0-5 1,-6 5-146,2-1 217,-3 3 1,-1 1 15,0 0 1,-1 0 35,1 0 0,-2 5-8,-2 3 1,2 3-72,-2 2 0,-2 4 50,2 4 0,-5 2-155,5 2 1,-5 4 57,5-1 0,-5 6-86,5-1 0,-1 1 61,5-1 1,1 1-90,3-5 1,2 4 125,6-4 1,2-5 113,2-3 0,8-5 78,9 5 1,3-8-45,5 0 1,-3-2 131,3-7 1,1 0-60,-1-4 0,5-2 331,-1-2 0,-3-7-567,-2-5 0,-6 0 0,-1 3 0,-6 2 0,1 3 0,-2-1-450,-2 5 0,0-1-2965,1 5 0,-1 0 566,0 0 2849,1 0 0,-17 0 0,-5 0 0</inkml:trace>
  <inkml:trace contextRef="#ctx0" brushRef="#br0" timeOffset="85.04">5833 14275 7795,'-8'0'3156,"0"0"-2310,5 0 1,-4 0 1510,3 0-702,3 0-710,-5 0-351,6-5 0,2 2-53,2-5 1,-2 4-4,7-5 0,-5 1-144,4-4 0,0 0 100,4-1 1,1 1-184,-1 0 1,0-1 14,1 1 1,-1-6-139,0-2 1,2 1 38,2-2 0,-2 5-269,2-5 0,2 5-28,-1-5 0,3 6-81,-3-1 0,-1 8 46,-4 4 0,1-2-97,-1 2 0,-4 0 122,0 4 0,-1 5 57,1 4 1,3 0 78,-3-1 0,-1 3-42,2-2 0,-3 1 152,3 3 1,0-1-57,-5 0 1,6 1 141,-2-1 1,-1 0-89,1 1 0,-4-1-64,4 0 0,-1 1-31,1-1 1,2 0-98,-6 0 0,4 1 1,-4-1 1,6 0 51,-2 1 1,-1-5-63,1 0 0,0-5-2,5 1 1,-1-3-7,0-1 1,1 0 84,-1 0 1,0 0 18,1 0 0,3-5-1,0-3 1,5-3 9,-5-2 0,5 1 105,-5 0 1,5-5-73,-5 1 0,1-5-88,-5 5 0,0-2-82,0 2 0,-5 2-190,-3-2 0,2 6-539,-2 2 1,0 4-2652,-4-4 2328,0 5 1121,0-3 0,0 6 0,0 0 0</inkml:trace>
  <inkml:trace contextRef="#ctx0" brushRef="#br0" timeOffset="86.04">6978 14583 7791,'-7'0'3925,"1"0"-2499,6 0 104,0 0 1,0-6-1054,0-2 0,4-4 175,1-5 0,4-2-118,-1-5 0,3-2 45,2-3 1,-5-2-200,0-6 0,0-4-120,4 0 0,-3-5-77,-1 5 1,-1 0-1,1 5 0,-1 0 73,-3 3 1,-3 3-40,3 5 1,2 6 67,-2 3 0,1 2 5,-1 2-235,-2 0 41,9 5-204,-4 1 1,1 6 17,0 0 0,-4 0 120,4 0 0,-4 0-243,5 0 1,-3 6 26,3 2 1,0-1 117,-5 1 0,6 0 91,-2 5 1,2-1 10,-2 0 1,1 5 15,-4-1 1,4 2 136,-1-2 0,-1 3-143,1 6 1,1-5 4,3 1 0,-1-1-27,-3 5 0,3-2 33,-3-2 0,3 2 7,1-2 0,1-4-9,-1 0 0,0 1-1,1-2 1,-1-1 33,0-7 1,1 2 124,-1-6 1,0 4 111,0-4 1,-3 0-66,-1-4 1,0 0 21,4 0 0,-1-1 147,-2-3-144,1-3 1,-3-7 27,6-2 0,-5 1-274,0-6 1,-1 5-38,1-5 0,-1 1 0,-3-5 0,-1-3 0,5-1 0,-5-7 0,1-1 0,-1-1-452,1-7 0,-2-4 171,7-5 1,-5 1-205,4 4 0,-4 1 150,4 3 0,0-2 102,5 6 1,-5 4 39,0 5 0,-1 4 126,1 0 1,-1 7-577,-3 5-386,-3 2-2450,5 7 1719,-6 2-1852,5 5 3612,-3 0 0,14 16 0,-2 5 0</inkml:trace>
  <inkml:trace contextRef="#ctx0" brushRef="#br0" timeOffset="87.04">8479 13340 7980,'0'-7'1423,"0"0"-344,0 3 886,0 3-879,0-5 749,0 1-456,0 3-696,-5-3 1,-2 6-259,-6 3 1,5-1-45,0 5 0,0 2-194,-5 6 1,0 4-1,-4 4 1,-2 6-40,-5 3 1,-2 9 64,-3 8 0,2 8-353,10-25 1,1 0-1,0 2 1,0 1 205,0-1 0,-1 0 1,1 0-1,0 0-96,3-2 1,1-1 0,-8 33-82,11-12 0,5-5 48,8-7 1,3-4 106,5-4 1,6-5 4,3-7 1,6-3-116,2-6 0,5-1 55,-1-3 1,1-3 627,-1-5 0,1 0-426,-5 0 1,-1-4 188,-3 0 1,-6-1-366,-2 1-602,-9 2-1888,3-3 1218,-10 5-2773,5 0 2292,-6 0 1738,0 0 0,5-28 0,2-6 0</inkml:trace>
  <inkml:trace contextRef="#ctx0" brushRef="#br0" timeOffset="88.04">8787 13820 7760,'-2'-7'415,"0"2"0,-4 0 673,-1 1 1,3-4 202,-4 4-807,0-6 1,0 8 574,-1-6-680,1 5 1,-3-4 85,3 3 1,-3 2 37,3-2 0,1 3-141,-1 1 1,0 4 38,-5 0 1,2 6-61,3-2 0,-3 3-106,3 1 1,1 2-55,-1 2 0,4-1 0,-4 6 1,5 3-44,-1 5 1,2 0-138,2-4 1,6 3-35,2 1 0,4 0 2,5-5 1,-2-5 164,5-2 1,2-5 35,7-4 1,-2 2 142,6-6 1,-6-3-88,2-9 0,1-5 102,-1-12 1,4-5-251,-4-3 0,-6-3 137,-7 0 0,-4-5-119,-3-1 0,-4 1 53,-5 5 1,-3 0 40,-5 3 1,-7 4-86,-14 9 0,-6-1-8,-6 9 0,-6-2-107,2 10 0,3 2-249,1 6 0,3 3-368,1 5 0,9 0-759,4 0 0,11 2-246,1 3 1,8-4 268,0 4 1363,3 2 0,44 22 0,-15-15 0,-1 0 0</inkml:trace>
  <inkml:trace contextRef="#ctx0" brushRef="#br0" timeOffset="89.04">9303 13992 7809,'13'0'0,"3"0"0,1 0 0,-1 2 770,-4 2 1,1 4 1057,-1 8 0,0 3-938,1 6 1,-7 5 36,-2 3 0,-4 4-36,-4 4 0,-8-3-377,-8 3 0,-4-8-401,0-4 0,-2-5-330,-3-3 1,2-5-419,-6-8 1,6-2 210,-2-6 1,3-1 423,1-4 0,17-29 0,4-12 0</inkml:trace>
  <inkml:trace contextRef="#ctx0" brushRef="#br0" timeOffset="90.04">9919 13832 7809,'-6'-7'2321,"4"-2"-1656,-7 5 1,5-5 532,-4 5 1,4-1 255,-4 1-401,0 2-727,-5-3 0,1 6-104,0 3 1,1 3 73,3 6 0,-2 3 119,6 0 1,0 6 149,4-1 0,0 2-163,0 2 0,0-5-1,0 1 1,5-2-182,3 1 1,9 2-178,3-5 1,4-1 78,0-4 1,1-5-141,-1-3 1,1-2 131,0-2 1,-1-6-134,1-2 0,-5-4-98,1-5 1,-6-2 10,1-6 1,-6 2 99,-2 3 1,-5-2 1,1 5 1,-3-3 7,-1 3 1,-1 1-24,-3 4 0,-3-1-138,-5 1 0,-1 0 47,1 0 0,0 3-203,-1 1 0,1 4 36,0-4 1,0 4 91,-1-4 0,-3 5-44,-1-1 0,1 2 81,4 2 1,-6 0 17,-3 0 0,2 0 58,-1 0 0,5 4 161,-2 1 1,4 3-25,0-4 1,5 1 271,0-1-98,5-2-157,-2 3 232,5-5 864,0 0-1049,5 0 1,-2 0-137,5 0 97,-5 0-301,8 0 471,-4 0-146,-1 0 231,5 0-33,-9 0 491,3 0-76,1 0 109,-5 0-158,5 0-209,-6 0 1323,0 0-1465,-6 0-211,5 0-151,-5 0-654,1 0 176,3 0-58,-3 0 0,5 2 82,0 2-3,0-3 863,0 5 196,0-6 168,0 0-459,5 0 0,2 0 37,6 0 1,0-6-215,4-2 1,-4 1-337,4-1 1,-4-2-1355,0-6 1,3 2 752,1-2 0,-1-2-1908,-4 2 0,1-1 2746,-1 5 0,11-11 0,3-3 0</inkml:trace>
  <inkml:trace contextRef="#ctx0" brushRef="#br0" timeOffset="91.04">10276 13451 7809,'0'7'-97,"0"3"869,0-8 0,-2 3 1450,-2-5-1040,3 0-343,-5 0 1,8-5-148,2-3 0,-1-3 70,5-2 1,0 1-209,4 0 0,2-1 13,2 1 1,-2 0-195,2 0 1,-1 1-37,2 2 0,-3 0-238,2 5 1,-6-4 254,-2 3-382,0 1 1,-1 10-47,-3 2 1,-3 4-129,-1 5 1,-1 2 44,-3 5 1,1 1-83,-5 0 1,4 3 243,-4 1 1,5-4 263,-1-5 0,2-5 181,2 2 0,2-4-176,2 0 0,-1-7 82,5-1 0,0-4-141,4-1 0,5 0-168,-1 0 0,0-6-575,-3-2 1,3-1-1177,1 1 1,-1-3 713,-4 2 990,1-2 0,4-39 0,3-10 0</inkml:trace>
  <inkml:trace contextRef="#ctx0" brushRef="#br0" timeOffset="92.04">10780 13131 7809,'-12'-8'693,"0"-1"1,-1 5-179,1-4 1,4 1 378,0-1 0,5-3 563,-1 3 0,-2-3 25,2-1 1121,0-1-1507,4 1 1,0 4 1447,0 0-1077,0 5 236,0-3-1147,6 6 1,0 4-239,7 1 1,-1 4-319,0-1 0,5 3 0,-1 2 0,6 0 0,-1 4 0,6 2 0,2 5 0,3 2 0,-3 3 0,4 3-171,-4 4 1,-1 7-1124,-3 2 0,-6 8 723,-2 5 1,-9-2 187,-4 1 0,-4-1 391,-4 2 0,-4-1-66,-9-8 1,2 2 25,-5-10 0,0 0 146,0-4 0,-2 3 315,6-3 0,-1 1-80,5-9 0,1-5 124,3-3 1,-2-6-808,6 1-1249,0-8-2798,4 3 3208,0-9 0,1 3-1389,3-5 0,-1-1 435,5-3 2127,1 2 0,3-20 0,0 2 0</inkml:trace>
  <inkml:trace contextRef="#ctx0" brushRef="#br0" timeOffset="93.04">11925 14189 7769,'-18'0'3,"0"-5"1,-2-4 0,3 0 1188,4 1 0,6-3 941,3 2-935,2-1 0,4-1-597,2 2 0,3 4-26,5 5 1,2 0-143,2 0 0,-1 5 17,6 4 0,-1 7-157,5 5 0,-2 3-75,-3 5 0,2 0-89,-5 7 1,-6-1-22,-7 6 1,-3 2-164,-1 3 1,-7 1-166,-5 3 0,-7-1-704,-10 0 0,3-1 39,-3-3 0,3-8-786,2-8 0,5-3 1671,2-2 0,6-2 0,-1-5 0,-3-6 0</inkml:trace>
  <inkml:trace contextRef="#ctx0" brushRef="#br0" timeOffset="94.04">16170 13266 9708,'9'0'1429,"-1"0"1,-4 0-598,4 0 1,-4-4-338,4 0 0,-4-6 181,5 2 1,-5 1 279,4-1-27,-5 0-610,2-4 1,-6 5 59,-3 3 1,-4 2-217,-9 2 0,-2 2 0,-6 2 0,1 3-160,-1 5 1,1 6 86,-1 2 1,0 3-120,1 2 1,0 0-80,4-1 1,2 5 8,6 0 0,5-5 43,3-3 0,3-2 58,1 1 1,6 2 101,7-5 1,0-6 138,8-7 1,1 1 247,6-1 1,-2 0-167,3-4 0,0-5 67,-5-3 0,2 1 64,-9-1-479,-1 5 171,-9-8-217,-1 10 1,-9-5 28,-5 6 0,-2 4-181,-10 0 0,-2 10-511,-7-2 1,-1 13 307,-3 0 1,-1 2 122,5-2 0,0 3 154,5 1 1,2 4 281,6-4 0,1-1-56,10-3 0,1-6 266,4-3 1,6 1 92,2-5 0,10 3 405,6-7 0,2-2-165,7-2 1,0-3-216,4-1 1,0-1-8,0-3 0,1 1-599,3-5 0,-4-3-696,0-1 0,-6-3 694,-6 6 145,0-2 0,-6-34 0,-2-8 0</inkml:trace>
  <inkml:trace contextRef="#ctx0" brushRef="#br0" timeOffset="95.04">17807 13438 7758,'-7'-6'658,"-4"-5"-212,10 4 0,-9-6-13,6 1 0,0 4-19,4 0 0,0 4-80,0-5 1,0 5 495,0-4-309,0 5 0,0-3 1111,0 1-695,0 4 0,4-3-428,0 8 0,2 4 470,-2 9 0,-3 2-260,3 5 1,-1 11-27,1 2 1,-2 2-356,2-2 0,-3 0-230,-1 0 1,0 3 9,0-3 0,4-3-141,0-10 0,0 1 188,-4 0 0,0-6 259,0-3-5726,0-2 1179,0-7 826,0-2 3297,0-5 0,17-33 0,3-8 0</inkml:trace>
  <inkml:trace contextRef="#ctx0" brushRef="#br0" timeOffset="96.04">17869 13475 7769,'-9'0'1297,"1"0"-204,5 0 590,-2-5-203,5 3-598,0-3-435,0 5 0,1 0-121,3 0 0,-1 0 201,5 0 0,1 1-50,3 3 1,0 3-74,1 6 0,-1 0-198,0 4 1,5 0-39,-1 4 0,2 2-152,-2-2 1,-2 2 78,2 2 0,-2-6-152,-2-3 0,1 2 54,-1-2 1,-4 1-169,0-5 158,-5-5 105,8 4 101,-10-10 62,5 5 1,-6-8 376,0-2-420,0 3 0,-2-9-320,-2 6 0,3-1 118,-3 1-287,2 2 1,2-5 89,0 3 0,-1 3-207,-3-3-93,3 2-161,-5 2 449,6 0 0,-1 0 31,-3 0 947,2 0-603,-3 0 0,3 0 842,-2 0-428,3 0-360,-4 0 1,3 0-110,-2 0-284,3 0-390,-5 0-1090,6 0 276,0 0 1,17-11 0,3-2-1</inkml:trace>
  <inkml:trace contextRef="#ctx0" brushRef="#br0" timeOffset="97.04">18078 13697 7754,'0'7'-87,"0"4"0,0-9 694,0 7-91,0-7 592,0 9-343,0-9 1187,0 8-1286,0-8 1,0 2-89,0-8 1,4-3 9,0-5 1,0-6 197,-4-3 0,4-7-333,0-5 0,0-3 44,-4-1 0,0-4-510,0 0 1,0-4 54,0 4 1,0 6-605,0 6 0,0 3-988,0 1-1420,0 6 1733,0 7 0,0 8 1237,0 8 0,-5 30 0,-2 13 0</inkml:trace>
  <inkml:trace contextRef="#ctx0" brushRef="#br0" timeOffset="98.04">17389 13537 7757,'0'-8'-496,"0"-1"0,1 5 1464,3-4 1,-2 4 249,2-4-490,-3 0 0,-1-1 205,0 1-95,5 5-264,-3-2 0,3 6-198,-5 3 0,0 9 120,0 7 0,0 5-150,0 4 1,0-2-152,0 6 1,-1 0-230,-3 3 1,2 1-306,-2 0 0,-1-1 367,1-3 0,0-3 100,4-6 1,0-3-2376,0-1 0,0-5 2247,0 2 0,16-31 0,5-8 0</inkml:trace>
  <inkml:trace contextRef="#ctx0" brushRef="#br0" timeOffset="99.04">18275 13475 7728,'-8'0'3160,"-1"0"-1953,7 0 1,-4 2-372,6 2 1,0 7-78,0 5 0,0 6-318,0-2 1,0 5-84,0 4 0,0-3-261,0 3 0,0-5 111,0-3 0,0 1-679,0-6 1,0 0 276,0-3-849,0-7 1,-4-1-125,0-10 0,0-3-353,4-8 0,0-3 710,0-6 1,0-5-96,0-3 0,0-2 652,0-2 1,0 5 96,0 4 0,4 2 342,0 1 0,1 0-213,0 1 0,1 5 903,7 2 1,-1 4 222,0 0 0,6-3 604,3-1 1,3 2-875,5 7 1,-3-3-33,3 3 0,1 3-242,-2 0 0,1 4-178,-4 1 1,-6 7-81,-3 5 0,-7 6-85,-5 7 0,-3 5 114,-1 3 0,-10 3-120,-2 5 0,-8 2-39,-1 2 0,-2-3-115,-2-5 1,-3-5-197,-1-4 1,0-3-731,4-4 1,2-5 456,3-8 0,-2-2-2208,5-6 1041,1 0-173,9 0 0,3 0 1757,8 0 0,47 0 0,16 0 0</inkml:trace>
  <inkml:trace contextRef="#ctx0" brushRef="#br0" timeOffset="100.04">18865 13352 7740,'6'-12'3996,"-5"5"-2940,5 2 1,-12 7-476,-2 7 1,-3 0-206,-1 12 0,-1 3 115,1 5 0,0 5-113,0-1 0,-1-2 16,1 2 1,5-1-183,3 0 1,4-1-62,4-7 0,4-5 37,9-2 0,-1-8 0,9 0 0,-2-8-122,10-1 0,-6-6 95,2-6 1,-3-6-371,-2-2 0,1-3 117,0-2 0,-10 0-1533,-3 1 1,-6 5 98,2 2 1,-6-1-278,3 2 0,-5 1 781,-5 7 1022,-7-3 0,-34 15 0,-13-3 0</inkml:trace>
  <inkml:trace contextRef="#ctx0" brushRef="#br0" timeOffset="101.04">18828 13549 7740,'0'12'0,"0"-3"1256,0-1 249,0-5 0,2 2-504,2-5 1,8-1 343,9-3 0,2-5-1349,2-7 1,3 1 43,1-6 0,-2 2-2004,-6-1 1,-1 1 1112,-7 2 0,0 2-473,-8-5 0,-1 5 533,-4-2 0,-10 4 328,-2 0 0,-10 2 449,-3 3 1,2-1-7,-2 4 0,2 0 1302,7 1 1,-5 2-236,5-2 2353,5 3-2624,0 1 1,11 0-626,0 0 0,10 1-229,6 3 1,6-2-359,-2 2 0,4-3-368,0-1 1,1 0 803,-1 0 0,17-11 0,5-2 0</inkml:trace>
  <inkml:trace contextRef="#ctx0" brushRef="#br0" timeOffset="102.04">19148 13328 7740,'0'12'0,"0"0"439,0 1 0,0 0 641,0 4 0,0-2-385,0 5 1,-4 1 171,0 3 1,0 5 146,4 0 1,0 5-477,0-1 0,-1-3-201,-3-1 1,2-5-208,-2-3 0,-1-4-118,1-4 0,-6-6 192,2-3 0,1-8 40,-1-5 0,4-7-95,-4-5 1,5-13-165,-1-7 0,2-5 35,2-3 1,2-5 4,2 1 1,7 5-97,5 7 1,6 4 9,-1 4 0,3 5-45,5 7 1,-2 9-160,6 8 1,-6 9-269,2 7 1,-8 8 173,-5 8 0,-9 4-143,-7 5 0,-7 0 42,-9-1 1,-9 5 87,-8 0 0,2-4-7,-2-4 0,6-7-233,-2-1 0,4-3-274,5-10 0,6-2 93,6-10 1,5-2 792,-1-2 0,28-24 0,16-11 0,1-5 0,0 1 0</inkml:trace>
  <inkml:trace contextRef="#ctx0" brushRef="#br0" timeOffset="103.04">19555 13315 9021,'0'-7'3598,"0"1"-1683,0 2-786,0 2 0,0 10-764,0 9 0,-5 7-43,1-3 0,-4 6 170,4 2 1,-4 1 26,4-1 1,-2-3-159,2 2 0,3-2-171,-3-1 1,4-4-53,4-1 1,-1-5-107,5 2 1,1-8-79,8-1 1,-2-5-268,5 1 0,-3-3-418,3-1 1,-5-5 341,2-3 0,-5-3-1437,-4-1 1,3-1 902,-3 1 0,-2 0-1038,-2-1 1,-3 1 1960,-1 0 0,-22-22 0,-5-6 0</inkml:trace>
  <inkml:trace contextRef="#ctx0" brushRef="#br0" timeOffset="104.04">19530 13500 10799,'14'-12'1009,"2"-1"0,-2 0-1041,2-4 1,2 2-2219,-2-5 0,-1 3 430,-6-3 1820,-4 5 0,-16-19 0,-3 1 0</inkml:trace>
  <inkml:trace contextRef="#ctx0" brushRef="#br0" timeOffset="105.04">19567 13291 7740,'-12'0'0,"-1"0"0,1 1 1345,0 3 1865,-1-2-2178,1 3 1,5-4-523,3 3 0,8-2-1115,4 2 1,7-3 45,2-1 0,5 0-199,-2 0 1,-1 0 757,2 0 0,16-5 0,8-2 0</inkml:trace>
  <inkml:trace contextRef="#ctx0" brushRef="#br0" timeOffset="106.04">19764 13549 7740,'0'25'0,"-4"2"0,0-2 1178,-6 2 1657,9-13-1150,-5-2 0,6-8-873,0-8 1,4-8 121,0-9 1,6-8-430,-2-3 0,3-4-55,1-1 1,2 6 1,2 2 0,-2 0 53,3 5 0,-4-2-266,0 9 0,-1 5-59,0 4 1,0 5-53,1-1 1,-1 14-122,0 6 0,5 2-348,-1 2 1,1 1 250,-5 3 0,0-4-1583,0-4 833,1-2 671,-1-8 1,-5-6 182,-3-8 0,-3-7 310,-1-1 1,-1-6-289,-3 1 1,-3-2-65,-5-1 0,-1 4-2695,1 4 1359,-6 2 1364,5 7 0,11 13 0,11 8 0</inkml:trace>
  <inkml:trace contextRef="#ctx0" brushRef="#br0" timeOffset="107.04">20194 13303 7740,'-4'12'2444,"0"1"0,0 3-1251,4 0 0,0 2 475,0-1 0,0 2-1175,0 5 0,0-3-244,0-1 1,0-5-467,0 2 185,0-3-4,0-2 1,0-11 254,0-5 1,0-11 48,0-5 0,6-5-214,2-4 0,3 2 73,1-6 1,2 6 97,2-2 0,2 4 20,2 5 1,4 2-142,-4 6 1,5 1-10,4 3 1,-2 4-204,6 8 1,-10 4-152,2 8 0,-10 3-277,-3 6 0,-5 5 270,-7 3 0,-13-2-45,-7 2 1,-10 0-148,-11 4 1,-3-3-19,-5-5 1,1-2-76,3-10 0,4-2-204,8-7 1,4-3-264,9-5 1,7-1 280,9-3 1,4 1-969,4-5 1705,9 0 0,17-19 0,8-8 0,5-2 0,0 0 0</inkml:trace>
  <inkml:trace contextRef="#ctx0" brushRef="#br0" timeOffset="108.04">20650 13315 15498,'0'18'1331,"-6"1"-623,-2 6 1,1 1-249,-1 3 0,5 2-134,-1 6 1,-1-4-299,1 0 0,1-6-19,7 2 1,2-5-29,2-3 1,4-5 136,0-8 0,1-2-64,3-6 1,-1 0-201,2 0 1,-4-6-252,4-2 1,-4-3-1371,0-1 1,-1-2 837,0-2 1,-1 2-312,-3-2 0,-2-2 1240,-6 2 0,-18-17 0,-8-6 0,-1-1 0,-1 0 0</inkml:trace>
  <inkml:trace contextRef="#ctx0" brushRef="#br0" timeOffset="109.04">20638 13451 7740,'0'12'930,"-6"-5"0,6-2 1254,0-5 0,6 0-1471,6 0 0,0-5-341,0-3 0,1 1-2202,-1-1 0,0-1 1038,1-3 0,-7 0-914,-1-1 1,-4-3 1052,-1 0 1,-1-1 652,-4 5 0,-3 1-57,-8 3 1,2-3-48,-2 3 1,3 1 744,5-1 0,-3 5 869,3-1 1,3 1 1550,1-1-2366,2 3 1,5-9-1499,5 6 1,2-2-178,10 2 1,1 2-612,3-7 1,1 7 790,0-2 800,5 2 0,23 46 0,-21-17 0,0 1 0</inkml:trace>
  <inkml:trace contextRef="#ctx0" brushRef="#br0" timeOffset="110.04">20908 13365 7740,'-5'30'0,"-2"-3"0,-5 6 0,3-6 1298,1 2 1,4-2-30,-4 2 0,5-4 297,-1-1 1,3-9-46,1-7-750,0-5 0,5 1-296,3-8 1,3-10-69,2-10 1,3-6-313,0-7 1,6 0 62,-1 0 0,-2 0-254,1 0 1,-4 7 291,0 5 1,-2 2 987,-2 7-774,0 5 0,-1 7-18,-3 8 1,-2 14-134,-6 10 0,1 7-37,3 1 0,-1 1-943,5 0 0,0-3 511,5-5 1,0-6-175,4-10 1,-3-8 45,2-5 0,-2-11-81,-2-9 1,-1-9 436,-3-4 1,-2 2 532,-6-2 0,-2 6-433,-2-2 0,-3 4-66,-5 5 1,0 2-4184,-1 6 2129,-4 5-3288,3 1 5290,2 12 0,28 12 0,11 8 0</inkml:trace>
  <inkml:trace contextRef="#ctx0" brushRef="#br0" timeOffset="111.04">21302 13340 9397,'6'-8'3905,"2"0"0,14-2-3000,6-6 0,9-4-572,8-4 0,5 1-423,7 2 1,-4-1-453,-8 6 1,-4-1-403,-8 5-160,-3 5 725,-10 2 1,-14 10-473,-10 3 1,-5 2 250,-4-2 1,-3 3 241,0-3 0,-5 3 156,5 2 1,-5-1 144,5 0 0,-2 2 307,2 2 0,2-1 419,-3 6 1,0-1 812,0 5 1,1 1-952,4 3 0,1-1-121,2 9 1,0-3 450,5 7 0,0-2 428,4-2 0,0-6-1475,0-2 0,4-9 88,0-3-3663,5-4 3761,-2-6 0,-5-40 0,-4-14 0</inkml:trace>
  <inkml:trace contextRef="#ctx0" brushRef="#br0" timeOffset="112.04">23689 10190 7946,'0'-13'77,"0"1"0,0 0-77,0-1 0,2 2 913,2 3 1,3-3-267,5 3 0,0 1-116,1-1 0,-1 5 82,0-1-366,1 3 0,-8 1-65,-5 0 1,-15 5-96,-18 3 0,-13 7-79,12-6 1,-2-1 0,-1 3 0,-1 0-205,-5-1 1,0 0 0,-2 3 0,-1 2 253,1-1 1,0 0 0,0 1 0,1-1 15,3-1 0,0-1 0,3-1 1,1 1 112,-25 8 1,20-3-62,22-9-121,10-2 0,10-6 182,8 0 1,3 0 7,1 0 0,6 0 484,3 0 1,7 0 270,5 0 1,-1 5-483,1 3 1,-6 7-231,2 2 1,-6 9-177,-7-2 0,-5 10 184,-11 3 1,-11 3 0,-5 9 0,-13 3-360,11-22 0,-1 2 0,1 1 0,-1 1 195,-2 0 0,1 1 0,3 1 1,1 0-153,1-2 1,2 1-1,2 0 1,3 0-85,-5 27 0,15-5-300,14-12 1,10-3 261,15-5 1,1 3 63,4-3 0,-4-3 69,-5-9 0,-6-2-38,-2-2 1,-8-1 190,-5-8 0,-2 2 276,-2-10 0,2 6 568,2-2 1,3-3 19,6-1 0,1-2 378,2-2 0,4-2-608,5-2 1,-2 2-641,-2-7 1,-3 7-634,-5-2 1,-6-2-972,-3 2 0,-2 0 487,-2 4 1,1 0 1028,-1 0 0,11-16 0,3-5 0</inkml:trace>
  <inkml:trace contextRef="#ctx0" brushRef="#br0" timeOffset="113.04">30224 10103 7906,'0'-16'66,"0"0"0,0-5 0,0 5 1,-1-5 576,-3 5 1,2 3 2451,-2 5-463,3 5-1982,-5-2 1,6 10 158,0 4 1,11 2-216,10 1 1,9 0-23,7 1 0,12-1-370,12 0 0,-26-6 0,2 0-280,1 0 1,2 1 0,0 1 0,0 0 154,-2 0 1,-2 1-1,30 7-127,-13-4 1,-9-3 30,-7-1 0,-7-1 98,-10 1 1,-3 3-239,-9-3 0,-3 7 41,-5 1 0,0 5 103,0-5 0,0 6 107,0-1 0,0 2 484,0 2 1,0-1-431,0 1 0,2-2 140,2-3 1,-1 4-94,5-4 0,-1 3-3,1 2 0,1 0-331,-5-1 0,5-3-22,-5-1 1,0 1-81,-4 3 1,0-3 105,0-1 1,0-3-66,0 3 0,0-5 86,0 2 1,0 1 77,0-2 0,-4-4-67,0-3 54,0-1 1,2 3 178,-2-3-151,3-3-69,-5-5 118,6 0 0,-1 0 69,-3 0 1,-3 0-183,-5 0 1,-6 0-137,-3 0 1,2 0 180,-1 0 0,-2 2-5,-7 2 1,3-1 38,-3 5 1,-1 0-23,2 4 0,-7 1 0,3-1 1,0-1 36,-1-3 0,2 3 165,-2-3 1,0-2-255,9-2 0,-2 1-439,9-1-298,1 0 1,8-4-75,-1 0-407,7 0 0,-2-4 292,8 0 1,-2 0 1007,7 4 0,43 6 0,15 0 0</inkml:trace>
  <inkml:trace contextRef="#ctx0" brushRef="#br1" timeOffset="114.04">4443 12146 7925,'-9'0'-124,"1"0"0,1-1 274,-1-3-104,-3 2 229,10-9 0,-5 9 336,6-6 392,0 5-275,0-3-221,6 1 0,1 3 28,5-2 1,2 2-152,2-2 0,-1 2-93,6-2 0,-5 3-56,4 1 0,1 0-140,4 0 0,-1 0 72,1 0 1,-1 0 47,1 0 0,4 4-41,-1 0 1,7 0-164,-3-4 0,8 0 61,1 0 0,6 0-146,-2 0 0,7 0-152,1 0 1,4 0 277,-3 0 0,-5 0-87,-4 0 0,-1 0 56,1 0 0,6 0 16,-6 0 0,9 0 17,-4 0 0,2 1 8,-3 3 1,3-2 193,-3 2 0,2-3-50,-10-1 1,1 0-67,-1 0 0,7 0-6,5 0 0,5 0-196,-5 0 0,4 0 32,-3 0 1,2 0-78,-7 0 0,7-1 82,-7-3 1,9 2-94,-1-2 1,6 3 89,-1 1 1,-4 0 4,-8 0 0,-7-1 117,-2-3 1,-2 2-89,-2-2 0,-3 3 44,3 1 1,-3 0 2,7 0 1,5-4 0,0-1 0,-1 1-47,-8 4 1,-1-4-7,1 0 0,-1-1-66,-3 1 1,2 2 74,-2-2 1,4-1-24,4 1 1,7-1 14,5 5 1,-1-4-28,-7 0 1,2 0 18,-6 4 0,-1 0 169,-8 0 0,-2 0-127,-5 0 1,4 0 87,-1 0 1,7 0-61,-3 0 0,4 0 92,1 0 1,4-4-99,0 0 0,4-4 2,-4 4 0,0-5-55,-4 5 1,-1-1 4,-4 1 1,8 2-133,-3-2 0,3 3 88,-3 1 0,1 0-117,3 0 1,-3 0 154,3 0 1,-3 0-36,-1 0 1,-4-1 145,0-4 0,-6 4-123,2-3 0,3 1 119,0-1 0,4 3-84,1-3 1,7-2 6,5 2 1,0-1-107,4 1 0,-2 2 112,-2-2 1,-1 3-121,-3 1 0,-4-4 94,-8 0 1,3-1 16,-4 5 1,8 0-23,1 0 1,0 0 84,-4 0 1,0 0-85,0 0 0,2-1 4,-2-3 0,-2 3 187,-11-4 1,2 3 31,3-2 1,-2 1-250,6-5 0,0 5 81,4-1 1,1-2-206,3 2 0,1 0 52,4 4 0,-4 0-115,-5 0 0,-4 0 32,0 0 1,-6 0 94,2 0 0,-3 0 122,-2 0 1,1 0 190,-1 0 1,1-4-141,0 0 0,3-1 132,1 0 1,4 4-57,-4-3 0,8-2-63,-5 2 1,5-1-248,-8 1 1,4 2-12,-5-2 1,5 2-39,-4-3 0,1 4 39,-1-3 0,-2 3 35,6 1 0,0 0 271,4 0 0,-4 0-83,-1 0 0,-4 0 94,0 0 0,-2 0-69,-1 0 0,-2 0 207,-2 0 1,1-2-131,-6-2 0,6 3-90,-2-3 1,0 2-16,0 2 1,-4 0-184,5 0 0,0 0-97,3 0 0,5 0 51,0 0 1,5 0 43,-1 0 0,2 0 17,2 0 1,-4 0 198,0 0 0,-6-1-46,2-3 0,-5 3 191,-3-4 0,1 3-132,-6-2 0,2 2-17,-2-2 1,-2-1-170,2 1 1,2-1 103,-1 5 0,3-4-170,-4 0 1,6 0 89,-1 4 1,-3 0-116,-2 0 1,3 0 57,2 0 1,1 0 31,-2 0 0,3 0 65,-2 0 0,2 0 15,2 0 1,-2-4-4,-3 0 0,2 0 104,-5 4 0,3-2-70,-3-2 0,3 3-27,-3-3 1,-1 3-8,-4 1 0,1 0-2,-1 0 0,4 0-4,1 0 1,1 0-6,-2 0 0,-1 0-7,5 0 1,0 0-18,0 0 0,3 0 26,-2 0 0,6 0 0,2 0 1,0 0-3,-5 0 0,1 0 181,-1 0 0,0-2-29,-4-2 1,2 3 79,-5-3 1,3 2-167,-4 2 1,1 0-22,-5 0 1,5 0-35,-1 0 1,0 0 81,-3 0 1,3 0-181,1 0 0,4 2 74,0 2 0,-2-3-34,2 3 1,-1-2 118,5-2 1,3 0 4,1 0 0,0 0-23,-5 0 1,1-5 27,0 1 1,-1 0-65,1 4 0,-2-4-7,-2 0 0,2 0-41,-3 4 1,2 0 71,-1 0 1,2 0-145,-2 0 0,2 0 50,1 0 0,1 0-105,0 0 0,-1 0 90,1 0 0,-5 0 63,1 0 0,-6-4-105,1 0 0,-2-5-4,-2 5 0,-5-1-340,-3 1-515,-2 2-305,-2-3 401,0 5 502,0 0 0,-6 0-475,-2 0 1,1 0-607,-1 0 1,-4 0 1454,-5 0 0,-48-22 0,28 8 0,0 1 0</inkml:trace>
  <inkml:trace contextRef="#ctx0" brushRef="#br1" timeOffset="115.04">20465 6559 7845,'-1'-12'0,"-3"0"0,2-1 926,-2 1 1,-1 4-365,1 0 1,-2-1 463,2-3 1,3 4-359,-3 0 0,-2 4-132,2-5 1,-1 7-205,1-2 0,1 2-79,-5 2 0,-1 2 77,-3 2 0,-4 0 111,-1 8 0,-1 3-121,2 10 1,-2 1-69,-2 2 0,-3 4 106,2 5 0,3 4-169,2 0 1,2 0-97,2-4 0,5 2 77,3-2 1,4 2-1,4-11 1,4 0-38,9-8 0,2 1-136,5-9 1,5 2 171,0-10 1,6 0-52,2-4 1,0-2 134,4-2 1,2-2-49,-2-7 1,-2 0 10,-6-4 1,0 2-85,-8-5 1,1 5-2,-10-2 1,0-1-16,-3 2 0,-5-6-150,0 2 1,-5 0-160,1 0 1,-3 5 90,-1-2 0,-4-2-55,0-1 1,-6 2-180,2 2 0,-4-2-197,-4 1 0,2-4 174,-3 0 0,4 3-107,1 2 0,-5 2 161,1 2 0,-5 0 52,5-1 0,-6 6 319,1 3 0,-2 3-65,-1 1 0,-7 1 231,-1 3 0,0 3-102,-1 6 1,6 0-15,-2 4 0,9-4 161,3 4-56,4-9 1,7 2-78,6-6 1,7-2 142,9-6 0,9-3 685,8-5 0,7-4-412,1-1 0,4-5 265,-4 2 0,0 2-324,-4 2 1,-2 2-220,-2 2 1,-4 1-284,-9 3 1,-6 1-569,-6 3-7446,-5 2 3896,8-3 4119,-10 5 0,10-6 0,-4 0 0</inkml:trace>
  <inkml:trace contextRef="#ctx0" brushRef="#br1" timeOffset="116.04">20921 6153 7916,'-13'-12'584,"1"-1"1,1 1 828,3 0 1,2 4 158,6-1 0,2 1-799,2-4 0,4 0-220,8-1 0,5 1-82,8 0 0,1-1-33,3 1 1,5 1-224,-5 3 0,4-3-150,-9 3 0,1 2 20,-4 2 1,-2 3-178,-3 1 1,-7 1-239,-9 3 1,1 7 145,-1 6 0,-1 5 39,-7-2 1,1 3 25,-5 2 0,0 0 79,-4-1 1,-1 2 57,1 3 1,-5-3 139,1 3 0,0-3 60,3-2 1,2 4-27,3-4 0,-1 2 318,5-9 0,-1-1-163,5-4 1,6-1 381,2-3 0,9-2-203,3-6 0,3-6-62,2-2 1,5-4-288,3-5 0,-3 4-194,-1-4 0,-8 4-539,0 0 1,-6 1-2507,1 0-3396,-2 5 6458,-2 1 0,-32 12 0,-9 1 0</inkml:trace>
  <inkml:trace contextRef="#ctx0" brushRef="#br1" timeOffset="117.04">19665 6608 7877,'0'-12'8,"0"0"0,2-5 559,2 1 0,-3 0-134,3 3 1,3-3 581,1-1 1,3 1-256,2 4 1,-1 1-18,0 3 1,0-3-190,1 2 0,-5 4 568,0 1-758,-5 3 1,1 2-110,-8 3 1,-8 8 54,-9 9 1,-6 3-78,-2 5 1,-4 3-203,4 5 0,-3-5-80,3 1 0,0-6-140,5 2 1,0 1-12,4-1 1,3-6-235,9-6 1,-1-4 223,5 0 0,2-7 57,10-1 0,2-4 376,11-1 0,3 0-134,5 0 0,4 0 527,-5 0 1,7-6-226,-3-2 0,0 1-151,1-1 1,-2 4-592,2-4 0,-7 5-952,-6-1 1,-5 3-1150,2 1-1812,-3 0 4264,-8 0 0,-33 16 0,-14 5 0</inkml:trace>
  <inkml:trace contextRef="#ctx0" brushRef="#br1" timeOffset="118.04">19431 7101 7333,'6'-7'3739,"1"-3"-2227,5 6 1,5-4-529,-1 4 0,6-6-99,-2 2 1,4 3-836,0 1 1,1-2-553,-1 2 1,0 0-130,-4 4 0,2 0-1817,-6 0 2448,1 5 0,-10 2 0,-2 5 0</inkml:trace>
  <inkml:trace contextRef="#ctx0" brushRef="#br1" timeOffset="119.04">18755 6768 7852,'12'-12'1,"0"-6"-1,1-2 1,-7 1 287,-1-2 1,-4 6 455,-1-1 1,0-2 105,0 2 0,-6-1 393,-2 5 1,-8 5 109,-5 3 1,2 3-654,-1 1 1,-1 2-156,-3 6 0,3 2-225,0 11 0,5 0-259,-4 8 1,5 1 64,-2 3 1,5 7-94,4-3 1,2 2 144,6-2 0,2 0-141,2 0 0,4-6-82,8-2 0,9-4-7,8-5 1,4 1 474,4-9 0,4-4-56,8-12 1,-2-4-167,2-8 1,0-9 33,-3-8 0,-8-4-43,-9-4 0,-11 2-98,-2-7 0,-6 7-222,-6-2 1,-5 4 32,-11 4 0,-8-1 112,-12 5 0,-4 2-348,-5 6 0,-5 5 127,-3 8 0,-3 2-568,-1 6 1,-2 2-250,6 2 1,1 3-513,16 5 1,4 4 1532,8 1 0,4 0 0,3 0 0,4 2 0</inkml:trace>
  <inkml:trace contextRef="#ctx0" brushRef="#br1" timeOffset="120.04">21930 6362 7840,'8'-8'540,"0"0"1,-4 4-21,4-4 0,-4 3 290,5-3 1,-7 4-268,3-4 0,0 4 530,-1-4 278,0 5-935,-4-3 0,-7 8-274,-5 2 0,-7 4 37,-10 9 1,2 2-1,-6 5 0,2 1 31,-2 0 1,1-5 0,4 1 0,6-2 0,-3 1 0,5 2-33,-1-6 1,3 2-100,6-1 1,5-4 252,3 4-302,-3-4 1,7 0 157,0-1 1,6-5 172,6-3 0,2 1 88,2 0 1,-1-1 306,6-4 1,-2 0-12,1 0 1,8 0-294,-4 0 1,4 0-106,-4 0 0,5 0-128,0 0 1,-1 0-192,-3 0 0,0 0-365,-1 0 1,-5 0-530,-2 0 0,-4 0-1407,0 0-2043,-1 0 1445,-5 0-597,-2 0 3468,-5 0 0,-16-22 0,-5-6 0</inkml:trace>
  <inkml:trace contextRef="#ctx0" brushRef="#br1" timeOffset="121.04">22890 6461 7840,'-9'0'560,"1"0"0,4-4 796,-4 0 1,5-2-296,-1 2 0,-1 1 2029,0-5-2274,1 0 1,10-4-373,2-1 0,4-3 60,5-1 1,0 1-83,4 4 1,4-5-26,-1 1 1,1-5-156,4 5 1,1-2-1,-2 2 1,5 2-61,-4-2 0,4 2 0,-5 2 1,1-1-161,-4 1 1,-5 5 78,1 3 1,-6 3-82,1 1 0,-2 0-98,-2 0 1,-1 1-146,-3 3 0,3 3 41,-3 5 0,-1 2-156,1 2 0,-5-2 155,1 3 0,2 0-38,-2 0 1,0 3 259,-4-3 1,0 3-118,0-3 1,-1 4 175,-3 0 0,-3 1 94,-6-2 1,1 4 118,0-4 0,-5 3-84,1 2 1,-2-5-85,2 1 0,2-5-121,-2 5 1,2-6-144,2 1 1,-1-2-145,1-2 0,0-3 77,-1-1 0,1-6 228,0 3 0,0-10-41,-1-3 0,2-4 11,3-4 0,-6-4-35,6-4 0,-5 1 25,4 2 1,-2-2-67,-1 2 1,0-1 3,0 2 1,-1-2-73,1 6 1,0-2 47,-1 1 1,1 4 9,0-4 0,-2 4 46,-2 0 0,1 1 81,-6 0 0,2 1-50,-2 3 0,-2 1 120,3 3 0,0 2-119,0-2 0,1 3 17,-2 1 0,-1 1-58,6 3 1,0-1 52,3 5 1,-3 0-51,0 5 1,-1-1 66,5 0 0,-1 2 3,1 2 1,0 0 19,0 4 0,-1-4 132,1 5 1,0-1 87,-1 5 0,0 0-76,-4-1 0,8 5-48,-4 0 0,4-1-18,-3-3 1,5 0-142,3-1 1,2-5 61,2-2 0,0-4-242,0 0 240,6-1 1,1-4 25,5 1 1,0-7 88,0 2 1,5-2 236,-1-2 1,2-4-19,-2 0 1,-1-6-68,6 2 0,-1-3-120,5-2 0,-4-3-45,-1 0 1,1-6-229,3 1 1,1-2 67,-1-2 0,-4 2-185,-4 3 1,-2-2-587,-2 5 310,0 1-1155,-5 4 784,-1 5 0,-8 1-289,-2 6 0,1 4-5,-5 1 1,4 4-687,-4-1 0,5 3-2846,-1 2 4665,-3-1 0,6 0 0,-5 1 0</inkml:trace>
  <inkml:trace contextRef="#ctx0" brushRef="#br1" timeOffset="122.04">23776 11839 7961,'-6'-7'2,"5"0"630,-3 3 1,2 1-168,2-5 0,2 4 264,2-4 1,3 1-166,5-1 0,4-2 3,1 6 1,5-4-105,-2 4 1,7-5 55,2 5 1,1-4-53,-1 4 0,-2 0-171,6 4 1,0-2-2,4-2 1,-4 3-51,-1-3 0,1 3 0,4 1 0,-1 0-50,-3 0 1,2 0-83,-2 0 1,-2 0 45,2 0 0,0 0-156,4 0 0,5-5 24,3 1 0,3-4 110,2 4 1,-1-4-152,0 4 0,-5-5 104,-3 5 0,-7-4-84,-1 4 1,-6 0 41,2 4 1,-3-4-143,-2 0 0,1 0 128,0 4 1,5-4-28,3-1 0,2 1-12,2 4 1,0-1 38,0-3 1,0 3-62,0-4 0,-4 3 42,-1-2 1,-3 2-2,4-2 0,4 1-4,4-1 1,1 3-13,-1-3 1,2 1-33,2-1 0,5 3-8,-5-3 1,-1-2 67,-11 2 1,1-2-23,-5 2 0,5 3 116,-1-3 0,-2 1-58,2-1 1,0 3 105,4-3 1,0 2-120,0 2 1,0 0 24,0 0 0,-1 0 88,1 0 1,-4 0-8,0 0 0,-4 0-206,4 0 1,-5-4 85,5 0 1,4-4-219,4 4 0,4-2-21,-4 2 1,4 3 6,-4-3 0,3 2 76,-7 2 1,0 0 23,-12 0 0,2 0 66,-7 0 0,2 0 150,-1 0 0,2 4-44,-2 1 1,7-1-38,5-4 1,4 0 93,4 0 0,-1 0-50,5 0 1,-1 0-58,1 0 1,1 0-38,-5 0 1,-4 0-182,-4 0 0,-6 0 172,2 0 1,1 0-8,-1 0 1,-1 0 51,-3 0 0,5 0-52,3 0 0,1 0 100,-1 0 1,1 0-4,-5 0 0,4-2 23,-5-2 1,5 3-41,-4-3 0,1-2-29,-1 2 0,-2-4-5,6 4 1,4-4-5,4 3 0,0 1 116,-4 4 1,4-4-107,0 0 1,3 0 131,-7 4 1,1-1-21,-9-3 1,-1 2-19,-3-2 1,-1 3-15,1 1 0,0 0 14,-1 0 0,1-2-71,0-2 0,5 3-14,2-3 1,4 2-75,1 2 0,0 0 96,0 0 0,-2 0-161,-2 0 0,1 0 38,-5 0 1,0 5 32,-5-1 0,5 0 27,0-4 1,-1 4-11,-3 0 1,4 1 32,-1 0 0,7-4 0,-3 3 1,0-3 63,1-1 0,-2 0-65,2 0 0,1 0 149,-5 0 0,0 0-141,-5 0 1,1 0 1,-1 0 0,5-1-2,0-3 1,1 3-4,-1-4 1,-2 4-30,6 1 1,2-4-112,2 0 0,2 0 15,-11 4 1,5 0 67,-4 0 1,-2 0 80,-6 0 0,-2 0-64,-3 0 0,-2 0-2,2 0 0,-2 0 83,-2 0 1,5 4 143,-1 0 0,2 0-65,-2-4 0,2 1-76,3 4 0,1-4-64,-6 3 0,6-1 43,-2 1 0,2-3-138,-1 3 1,-4-1-217,-4 1 0,-5-2-985,0 2-252,-5-3-1226,2-1 1579,-5 0 1,-6 1 1195,-7 3 0,-26 3 0,-13 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11"/>
    </inkml:context>
    <inkml:brush xml:id="br0">
      <inkml:brushProperty name="width" value="0.09071" units="cm"/>
      <inkml:brushProperty name="height" value="0.09071" units="cm"/>
      <inkml:brushProperty name="color" value="#57D2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11592 13549 7769,'-12'-4'1565,"0"0"0,0 1 0,-1 0 760,1-1 0,6 3 1,8-3-1,9 1-760,8-1-1156,4 3 0,3-10 0,4 3 0,6-5 0,5-2 0,1-1 0,2 1-353,0 1 0,-5 2-206,2-1-759,-2 1 0,-8 1 0,-4 3 0,-5 4 0,-5 3-5919,-4 1 4752,-6 5 2076,-1 7 0,-39 24 0,-8 9 0</inkml:trace>
  <inkml:trace contextRef="#ctx0" brushRef="#br0" timeOffset="1">11629 13844 7840,'-12'7'0,"0"-3"4610,-1 3-2569,7-5-1032,6 3 0,12-10 0,8-4 0,5-2 0,2-1 0,2 0 0,-2 0 436,-1-1 0,3 5-3628,0 0 1520,0 5 1,-5-2 0,-1 5 662,-2 0 0,8 22 0,-3 5 0</inkml:trace>
  <inkml:trace contextRef="#ctx0" brushRef="#br1" timeOffset="2">11469 13561 7819,'-8'0'5330,"0"0"-4346,5 0 1,-2-1 0,5-3 612,0-4 1,1 1-560,3-1 0,-1 5-364,5-1-314,-5-3 0,8 6 0,-3-3 0,3 2 0,1 1 0,1-2 358,-1-1 0,0-1 0,1 2 1,0-1-382,4 1 0,-2-3 0,4 2 1,0 0-278,0-1 0,-3 3 0,4-3 1,-1 1-61,0 0 0,0-4 0,3 2 0,-3 1 0,-1-1 0,0-2 0,-2 4 0,-8-6 0,9 8 0,-9-5 0,3 1 0,1 4 0,0 0 0,-5-3 0,4 3 0,-3-3 0,3 1 0,0-2-370,-3-1 0,3 3 1,-4-4-1958,0-1 1217,4 3 0,-10-1 100,3 3-2493,-2 3 1,-1-5 3502,3 6 0,-24 17 0,-2 3 0</inkml:trace>
  <inkml:trace contextRef="#ctx0" brushRef="#br1" timeOffset="3">11543 13869 7819,'-12'8'439,"0"-1"3540,-1-1-3268,6-2 1,2-6 0,6 0 0,3-4 0,5-1 0,3-2 0,4-1 3778,5 2-4014,2-3 1,2 4 0,1-4-1,1 2 1,2 0 1120,-2 0-1823,5 3 0,-6-3 1,2 3-1,-2 1 0,-1-1 1,-1 4-1,0-1-1439,-4-1 0,-2 2 0,-6-2 0,1 3-4293,-1 1 5958,-5-5 0,-29-19 0,-12-9 0</inkml:trace>
  <inkml:trace contextRef="#ctx0" brushRef="#br1" timeOffset="4">12848 13808 7781,'-6'6'281,"-2"-2"1,-2-1-1,1 0 2613,1 1-1926,5 0 1,-8-4-1,4-1 1,0-3-1,2-6 1,1-5 1247,0-5 0,0-5-1022,4-4-928,0-2 1,4-7 0,2-5-1,4-6 1,5-7 0,3-4 0,4-2 268,1 1 0,7 3 0,3 2 0,2 1-247,2 3 0,0 7-1337,0 4 967,-5 9 1,2-3-1,-5 8 1,-3 4-1,-5 6 1,-4 8-772,-4 5 1,-4 8-1,-2 5 1,-2 6-253,-2 6 0,-7 8 939,-5 3 0,-2 4 1,-2 0-1,-2-2 450,-2-1 0,-3-5-84,3 5 1,-3-6 0,4 2 0,0-4 637,3-5 0,6 2 360,3-5 1,2-1-297,2-4-834,0-5 0,7 0 0,6-4 0,6 1 0,5-2 66,5 0-91,3-2 1,4 0 0,1 0 0,2 0 0,0 1-195,2 3 1,-1 3 33,-7 5 0,-4 6 0,-9 3 1,-5 2-129,-5 2 1,-5-1 332,-5 1 0,-7-1-182,-5 1 387,-6 0 1,-12-6 0,-3-3 0,-2-3 0,-4-5 111,-2-4 0,-2 1 0,-5-1 0,1-1-405,2-2 0,1-5 0,-1 0 0,-1 0 0,5 4 0,1-4 0,9 0 0,6 1 0,7 2 0,5 1-6030,6 0 5249,1 0 1,56-17 0,11-3-1</inkml:trace>
  <inkml:trace contextRef="#ctx0" brushRef="#br1" timeOffset="5">14484 13303 7802,'0'-12'184,"-5"3"0,-2 1 1,-1-1-1,0-2 0,-1-2 2284,3 1-1823,-5 0 1,9 0 0,-2-1-1,2 2 1,-1 2 0,-1 3-1,1 5 1612,2 6 0,1 10-1451,0 6-514,5 8 0,-4 2 0,4 7 0,-4 2 0,-1 2 0,1 2 1,2 3-662,1 1 0,0-5 0,-4-2 0,0-2-1333,0-3 1,0 0-2505,0-3 2991,0-9 1215,0 0 0,-11-27 0,-2 0 0</inkml:trace>
  <inkml:trace contextRef="#ctx0" brushRef="#br1" timeOffset="6">14251 13697 7802,'0'-13'2076,"0"1"354,0 0 1,6-5-1123,7 1-459,5 0 1,12 3 0,2 1 0,7 0-1,4 1 1,7 3 0,0 3-2713,1 4 0,-2 1 1863,0 0 0,6 17 0,1 3 0</inkml:trace>
  <inkml:trace contextRef="#ctx0" brushRef="#br1" timeOffset="7">16466 13340 7828,'0'-12'503,"0"-1"0,-2 1 1,0 0 1081,-3-1 1,1 1 0,4 0 223,0-1-1422,0 1 0,-1 4 1,-2 0-1,-2 0 0,-1-1 1,0 3 941,-1 0 0,-2 2-444,-3 4-675,0 0 0,0 0 0,-2 0 0,-3 1 1,-2 3 461,0 5-655,-4 2 0,4 2 0,-6 4 1,1 2-1,-1 1-43,0 1 0,1-1 0,0 5 1,3 1-172,0 3 0,6-2 254,-1 6 1,3 0-1,5 4 1,4-1 76,3 1 1,1 0-56,0 0 1,1-5 0,5-4 0,4-2 125,5-1 1,7-3 33,-1-6 1,8 1 14,3-9 1,4-3-1,1-1 1,0-2 199,0-2 0,0 0-364,0 0 1,-5-2-79,1-2 1,-1-1 0,2-5-1,-1 2 218,1-2 1,-3 0-18,2-3 0,-1 1-142,0 0 0,3-1 1,-7 1-1,-2 0 93,-4-1 1,4 1-54,-5 0 0,-1-5-111,-8 1 0,1-5 0,-1 2 0,-1-3-118,-3-4 0,-2-1-249,-6 3 1,0-2 241,0-3 0,0 3 0,-2-3 1,-2 3-320,-4 2 0,-2 0 94,2 4 1,-3-1 414,3 9 1,-3-3-1,-3 7 1,-1-2 636,-1 2 1,-5-2-101,5 6 0,-7-4-556,-2 4 0,-1 0 0,-7 4 0,1 0-46,0 0 0,-3 0 0,2 0 0,-1 0 0,1 0 0,-1 0 0,6 0 0,5 0 0,5 0 0,5 0 0,0 0 0,1 0-2842,5 0 1,3 0 2841,8 0 0,3 22 0,5 5 0</inkml:trace>
  <inkml:trace contextRef="#ctx0" brushRef="#br1" timeOffset="8">10485 15666 7853,'-1'-18'787,"-4"-2"1,4 2-17,-3 1 0,-2 4 0,2-1 1,2-1 2523,0-1 1,4 5-863,2 6-2091,-3 4 1,6 1-1,-3 1 1,3 4-1,0 3 1,-2 4 0,-1 5 364,0 3 1,0 6-1,-4 5 1,-1 8-333,-3 3 1,-7 3 0,-5 4 0,-1 1-296,-1-1 1,-1 6 0,-4 2 0,1 2-211,2-2 1,5-2 0,0-6-1,5-2-272,6-6 0,3-7 0,1-14 0,1-3-45,3-4 1,3-6 244,5-3 596,6-2 0,1-2 0,7-3 1,3-4-1,4-8 936,2-7-1330,8 0 0,-4-9 0,6 4 0,2-2 0,-1 2 0,-1 1 0,-8 6 0,-2 3 0,-7 6 0,0 1 0,-4 3-2466,-3 2 1,-3-3-3029,-6 4 3974,0-1 1520,-5 0 0,-18-24 0,-9-10 0</inkml:trace>
  <inkml:trace contextRef="#ctx0" brushRef="#br1" timeOffset="9">10534 15863 7970,'-12'-7'717,"-1"1"0,1 6 1,1-1 1922,3-3 1,4 3 0,9-4-983,8 4-1318,4 1 1,8-1 0,1-2 0,3-1-1,4 0 2457,2-2-3264,2 5 1,-1-10-1,-2 4 1,-1-1-1,-1 1 1,0 0-1,-3 2 467,-3-1 0,-7-20 0,-1-1 0</inkml:trace>
  <inkml:trace contextRef="#ctx0" brushRef="#br1" timeOffset="10">10645 15481 7970,'-12'7'0,"-5"-1"3032,1-6 0,2-2-1735,10-2 1,7 1 0,13-5-1,6-1-1045,5-2 0,5-2 0,5 1 0,1 0-1672,3-1 0,-3 1 1420,3 0 0,-7 1 0,3-1 0,2-1 0,0 0 0</inkml:trace>
  <inkml:trace contextRef="#ctx0" brushRef="#br1" timeOffset="11">11912 15186 7970,'13'0'3731,"-1"0"-613,-5 0-2510,-2 0 0,-6 1 1,-3 2-1,-4 2-182,-3 2 0,-7 1-145,-3 5-204,-7-1 0,-4 4 0,-5 2 0,0 0 0,1 0 0,-1-3 0,0-1-8,0-2 1,1-5-1,3-2 1,5-1 146,2 0 0,2 0 844,4-4-801,8 0 0,12 0 0,8 0 0,3 0 53,1 0 0,-4 5 1,0 0-1,2 2-20,1 2 0,0 6 0,-1 3 0,-4 1-83,0 3 1,-2 7 45,-4 4-300,0 2 1,0 9-1,0 4 1,-1 4-1,-4 1-280,-3 2 1,-1-3-1,-1 4 1,2-1-325,-2-3 1,-1-7 352,-1-4 1,4-3-113,0-1 260,-1 0 1,-1-6-1,1-3 1,4-6 115,-1-6 84,5-2 64,-4-8 0,6 0 0,3-6 0,4 0 895,3 0 1,7 0-234,2 0-237,4 0 1,2 0 0,2-1 0,5-4 0,1-1 23,-1-1 1,3-4 0,-3 4 0,-1-1-566,-3 0 0,-2 5 0,-10-1 0,-1 2 0,-3 2-3640,-1 0 1510,-5 0-2594,-2 0 4724,-5 0 0,-11-21 0,-2-7 0</inkml:trace>
  <inkml:trace contextRef="#ctx0" brushRef="#br1" timeOffset="12">12159 16084 7970,'0'13'267,"-6"-1"1,-1 0 2765,0 0-2259,2-5 1,1 0 0,-2-4 0,1 0 2512,-1-5-2927,2-3 1,3-8 0,-2 0-1,-2-4 1,-1-3 0,-1-3-1,2-3 340,-1-3 1,2-7-1,3-6 1,-2-2-436,-1-2 1,1-4 84,8-3-223,-4 3 0,10-5 0,-3 7 0,4 2 0,5 3 0,3 3 0,4 5 632,0-1-808,1 12 1,1-4 0,2 12 0,5 1 0,1 1-1,-1 3 1,-4 3-1167,-3 4 0,-7 4 526,-2 4 0,-5 3 0,-4 7 0,-5 2-510,-6 5 1,-5 2 1042,-9 1 0,0 1 1,-5 0-1,1-1 333,-1 1 0,3-5 129,-1 1 1,5-2-1,-2 2 1,5-5 884,4-2 0,-2-2-585,6 0 1,1-4-216,7 1 1,5-7 0,7 3 0,5-4 159,2-1 1,7 0-390,3 0 1,2 1 187,2 3-349,0-2 0,-4 10 0,-2-1 0,-1 5 0,-4 4-586,-4 1 1,-4 3 407,-6 0 5,-5 6 0,3-4 1,-6 3-1,-3-2 1,-3-1-124,-7-1 0,-6 2 900,-1-6-422,-11-3 0,-1-1 0,-13-4 0,-5-2 0,-6-3 1123,-6-4-755,4-3 1,-1-2 0,7-3 0,2-4 0,5-3-492,6-2 0,4 0-397,14-4 1,7 8-1,5-4-2928,4 2 1,2 2 359,4 1 2905,1-3 0,29-7 0,4-8 0</inkml:trace>
  <inkml:trace contextRef="#ctx0" brushRef="#br1" timeOffset="13">12171 15198 7926,'-4'12'521,"0"1"0,1-1 0,2 0 5184,1 1-1973,0-6-3420,5-2 0,2-10 0,7-5 0,1-5 0,1-7 0,0-5 0,1-5-174,-1 1 1,6-7-1,-3 3 1,0 3-78,-2 0 0,-4 3 1,0 6-1,-2 3 729,-3 3 1,3 10-469,-3 7 0,-3 7 0,1 8 1,-2 3-72,0 1 1,2 2 0,-4 3 0,4 1-88,1-1 1,-3-3 0,3-2-1,-1-1-2982,1-3 1,0-1 2817,1-2 0,14-27 0,-1-7 0</inkml:trace>
  <inkml:trace contextRef="#ctx0" brushRef="#br1" timeOffset="14">12848 15087 7926,'-13'0'531,"2"-1"0,2-2 0,1-1 3682,-2 1-2767,5 2 1,-5 0 0,5-2-1,-2-1 2436,-3 1-2325,5 2-235,-1 1 1,6 1-254,0 3-1069,0-2 0,0 3 0,0-5 0,0 0 0,6 0 0,-5 0 0,5 0 0,-6 0 0,0 0 0,5 0 0,2 1 0,5 2 0,0 1 0,1 0 0,-1-4 0,6 0 0,2 0 0,4-5 0,2-2 0,1-1 0,2 0 0,-1-1 0,-3-3 0,-6 4 0,-2 0 0,2 5 0,-10-7 0,4 6 0,-9 0 0,1 4 0,-6 0 0,-3 0 0,2 0 0,-3 0 0,5 0 0,0 2 0,0 2 0,0 4 0,0 8 0,0-1 0,0 6 0,0-1 0,0 6 0,0 3 0,0 4 0,4 7 0,0 1 0,1 9 0,0-1 0,-4 3 0,4-1 0,-5 1 0,2 3 0,1-1 0,1 1 0,1-3 0,-1-7 0,-2-3 0,4-5 0,-3-1 0,3-5 0,-1-5 0,1-4 0,2-3 0,-3 2 0,1-5 0,-1-2 0,-1-2 0,-4 1 0,4-5 0,0 0 0,1-4 0,-4 4 0,3 2 0,-3-3 0,3 1 0,3 0-88,-5 4 0,7-3 264,-5-1-176,0-5 0,-4 2 0,-1-5 0,-3 0 0,-6 1 0,-5 4 0,-4 1 0,-5 7 0,-6 4 0,2-3 0,-5 3 0,-1-2 0,0 0 0,1 1 0,0-1-2582,9-7 1,-2 2-4569,9-6 7150,6 0 0,34-34 0,20-17 0,2 0 0,-1-1 0</inkml:trace>
  <inkml:trace contextRef="#ctx0" brushRef="#br1" timeOffset="15">13820 15444 7902,'-8'0'2570,"-1"0"0,0 0 6344,-2 0-6846,4 0-1867,7 0 0,8 0 1,9 0-1,5 0 1,6 0-1,8 0 0,5 0-1294,3 0 1,-5-4-2233,2 0 1456,-2 0 1,-4 4 0,-2 0 1868,-4 0 0,-47 5 0,-12 2 0</inkml:trace>
  <inkml:trace contextRef="#ctx0" brushRef="#br1" timeOffset="16">13881 15727 7898,'-8'4'1561,"0"2"2073,-2 1 1,6-5-2422,4 3 1,11-10-1,11-4 1,4-3-1432,3-1 0,5-2 0,-1 7 1,1-3 217,-1-1 0,24-22 0,-27 14 0,-1 0 0</inkml:trace>
  <inkml:trace contextRef="#ctx0" brushRef="#br1" timeOffset="17">15161 15863 7838,'0'12'-1029,"0"0"2059,0 1 1,0-1 0,0 0 2307,0 1-2571,0-1 3258,0-5-144,0 4-3498,0-10 0,-4 3 1,0-8-1,0-6 0,0-5 1,-2-5-1,1-3 89,-1-2 0,-2-9 0,3-4 0,-1-6-425,1-7 1,1 1 0,4-8 0,1 1-144,3 1 1,3 1 0,5 7 0,2 3-19,2 4 0,4 0 0,6 4 1,1 6 78,2 3 0,-1 4-39,-3-1 1,4 2-1,-2 2 1,-2 6-267,-4 6 1,-1-1-413,0 6 1,-2 0 0,-7 7-261,-3 5 0,-4 3 601,-8 13 0,-7 2-17,-5 7 437,-6 3 0,3-6 1,-6 4-1,0-1 1,1 0 505,-1-2 1,5-1-165,-1-5 77,6-1 1,-3 0 0,7-4 0,3-3 0,4-4 1336,3 0-1579,6-7 0,3 1 0,9-4 0,3 1 0,4-1 240,0-2 0,6-1-262,3 0 1,3 1-1,1 4 1,0 3-122,-1 3 0,1 2 105,0 4 1,-1 2-297,-3 6 0,-5 3 0,-7 2 0,-5 0-401,-2 1 0,-7 1 185,-3-3 0,-4-4 396,-4-5 0,-4-3 1,-9 2-1,-3-1 873,-4-3 0,-6-6-338,-2-1 1,-8-5 19,-1 1-587,-6-2 0,5-2 0,-3 0 0,4-2 0,4-2 0,4-4 0,-1-2 0,5 2 0,6-3 0,5 8 0,6-3 0,0 0-1993,-1 3 112,6 2 213,2 1 1,6 0 1667,3 0 0,14 0 0,8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29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17475 10202 7857,'-12'-6'0,"1"-2"0,2-3 1179,5-1 0,0 1 0,4 3 0,6 4 1,5 2-1,4 4 238,1 2 1,7 4 0,1 7-1,4 4 1,2 3 0,2 5-447,-1 3 1,-3 7 0,2 6 0,-2-1-636,1 1 1,0 2-1,-6-3 1,-2-1-337,-5-3 0,-2 2 0,-2-9 0,0 0 0,1-7 0,-7-1 0,-2-6 0,-2-2 0,-2-1 0,4-6 0,0 0 0,-1-1 0,-7 1 0,1-4 0,-4-8 0,2-4 0,-4-5 0,5-3 0,2-4 0,0-4 0,2-7 0,0-6 0,0-8 0,0-7 0,2-10 0,-1 27 0,2-1 0,1-2 0,1-2 0,2-2 0,1-2 0,0 0 0,-1-1 0,3 0 0,-1 0 0,0 5 0,0 1 0,-1 4 0,-1 1 0,7-24 0,-3 14 0,-3 8-1456,-4 10 43,-2 7 0,-1 12 1,3 3-1795,4 3 1,3 6 3206,2 3 0,4 20 0,2 5 0</inkml:trace>
  <inkml:trace contextRef="#ctx0" brushRef="#br0" timeOffset="1">18447 10522 7826,'0'-13'414,"-4"1"1,-2 0-1,1 0 1,-2-1-1,2 1 1,-2 0 513,0-1 0,3 5 0,-4 1 0,-2 2 0,-1 2 0,-3 4-507,-2 8 0,1 2 0,-7 13 1,-2 6-1,-4 4 0,2 3 239,4 0 1,0-1 0,7-3 0,4-5-349,6-2 0,4-6 0,2-5 0,4-6 837,8-5-872,10-13 0,8-5 0,8-12 0,0-3 1,2-2-1,-2-1 0,-5 5 1189,-5 5-1707,-3-1 1,-3 15 0,-4 2 0,-5 10 0,-6 10-5210,-3 4 4446,-1-3 1004,-4 8 0,11-4 0,3 6 0</inkml:trace>
  <inkml:trace contextRef="#ctx0" brushRef="#br0" timeOffset="2">18693 10608 8759,'-7'0'4863,"2"1"-2880,5 3 1,-2-2 1587,-2 2-2490,3 3 0,-4-9 0,5 0 769,0-9-1505,5-10 0,2 2 1,6-7-1,5-1 1,6-3-1,3 0 1,2 1-346,1 6-102,-4 3 1,8 8 0,-5 1 0,-2 3 0,-1 5 0,-2 5 101,1 2 0,5 16 0,2 1 0</inkml:trace>
  <inkml:trace contextRef="#ctx0" brushRef="#br0" timeOffset="3">20071 9980 7752,'9'0'942,"-1"0"1,-4 0-212,4 0 0,-4 0 779,4 0 1,-3 0-235,3 0 0,-4 0-84,4 0 1,-4 0 975,4 0-1668,-5 0 1,3-1-1,-6-3-325,0-4 1,-2 1-1,-2 0-121,-4 2 1,-4 0 0,-5 5 0,-3 2-98,-4 2 0,0 0 1,-2 7-1,-2 4 1,0 3 0,-5 1 0,4 3 0,3-2 103,4 2 1,2 1 0,6 2 0,5-2 39,2-2 0,4-3 0,9-8 0,6-1 97,7-5 0,4 1 0,3-1 0,2-1 21,0-2 1,1-5 0,-4 0 0,-2 2-72,-3 0 1,-2-2 0,-6 0-234,1 1 0,-6 3-51,-3 4 0,-8 2 0,-3 3 21,0 0 0,-4-7 0,3 2-52,-3-2 0,-2-2 0,1 0 0,0 0-104,0 0 0,-1 1 0,1 3 1,-2 3 206,-2 0 1,1 4-1,-6-2 1,1 5 196,1 2 1,-5 10 0,4-1 0,-2 1 58,2 0 0,2 3 0,7-1 1,1 0-48,2-2 0,7-3 0,1-1 1,7-4 70,3-5 0,8 2 0,4-8 0,4 0 521,3-3 1,5-4-1,-1-3 1,2-2-738,2-2 0,-5-1 0,-4-4 0,-3-1 0,-4 1 0,-4 4 0,-4 1 0,-2 0-804,-3 0 0,-1 5 0,-3-4 804,4 1 0,3-30 0,1-11 0</inkml:trace>
  <inkml:trace contextRef="#ctx0" brushRef="#br0" timeOffset="4">20441 9660 7807,'-18'-1'422,"-1"-3"1,-2-4-1,2-2 1,1 1-1,3 0 1,2 1 2853,0 1 1,6 0 0,5 5-2305,4-2 1,9 4 0,8 5 0,3 1 0,6 0 0,2 0-403,4-1 0,-3 4 1,1-5-1,-1 0-189,1 1-381,-5-3 0,3 3 0,-5-5 0,-2 0 0,-2 0 0,-5 0 0,-2 0 0,-2 0 0,-5 0 0,-3 0 0,-8 0 0,-4 0 0,1 0 0,-1 0 0,-2 0 0,-1 0 0,-1 0 0,4 6 0,1 2 0,1 3 0,1 1 0,2 2 0,-1 2 0,1 5 0,2-2 0,1 3 0,0 4 0,0 5 0,0 5 0,1 0 0,2 1 0,1 0 0,6 4 0,-2 2 0,3-1 0,1 1 0,0-1 0,1-2 0,-1 1 0,0-2 0,-4 0 0,-1-4 0,-1-1 0,-3-1 0,-2-7 0,-1 0 0,0-4 0,0 0 0,4-4 0,0-2 0,-1-2 0,-2-2 0,1-1 0,0-2 0,2 0 0,2-7 0,-2 2 0,-3-8 0,3-4 0,-2-3 0,-2-1 0,0 0 0,0-1 0,-7 6 0,-5 3 0,-7 4 0,-5 4 0,0 5 0,-2 7 0,-3 5 0,-4 2 0,-2 1 0,-2 0 0,1-4-356,3-3 1,7-4-1,7-2 1,1-3-967,3-3 1,7-5 0,4-6-1,4-6-2152,4-7 1,2-5 3473,2 0 0,3-28 0,-4-7 0</inkml:trace>
  <inkml:trace contextRef="#ctx0" brushRef="#br0" timeOffset="5">19641 9734 7807,'-9'0'3409,"1"0"-2149,-1 0 1,-4 0-1,-2 0 1,-2 2-1,-3 0-844,-1 2 0,-8 6 0,-4-2 0,-3 3-207,0 1 1,-1 1 0,2-2 0,5-3 269,6-4 1,7-3-53,1-1 0,9 0 0,7 0 11,7 0 0,4 0 1,3 0-1,1 0 16,1 0 1,0 0-1,-3 2 1,-1 2-177,0 4 1,-1 7 0,-3 4 0,-3 3-203,-4 4 0,-1 7 1,0 0-1,-1 4-135,-4 4 1,3 1-1,-6 6 1,-2 1-104,-1 6 1,-5-1-1,-1 3 1,2-3 44,2-2 0,0-3 0,2-5 0,2-7 131,0-7 1,7-4-1,-2-1 1,2-2 41,2-2 0,6-4 1,2-6-1,4-1 228,5-2 0,2-5 0,5 1 0,1-3 53,0-1 0,3 0 0,2-1 0,1-3-337,-1-4 0,-3 1 0,-7 0 0,-3 0 0,-3 0 0,2 3 0,0-4 0,12-39 0,-2-13 0</inkml:trace>
  <inkml:trace contextRef="#ctx0" brushRef="#br0" timeOffset="6">21610 10214 7789,'-9'0'3604,"1"0"1,11-1-2920,1-3 0,7 1 0,5-4 0,4 2 0,0 1 0,1-1-950,1 1 0,1 0 0,1 4 0,1 0 1,0 0-1,-2 0-5210,-3 0 5475,-2 0 0,-49 39 0,-12 8 0</inkml:trace>
  <inkml:trace contextRef="#ctx0" brushRef="#br0" timeOffset="7">21573 10473 7812,'-13'0'6627,"1"0"-3874,5 5-2420,7-4 1,13 5-1,9-7 1,5-2-1,4-1 1,2 0-1,0-1 1,2 1-1,5 2-333,5 0 0,-5-9 0,7-8 0,2 0 0,4-1 0,-1-1 0,1 1 0</inkml:trace>
  <inkml:trace contextRef="#ctx0" brushRef="#br0" timeOffset="8">22951 9845 9966,'-8'0'711,"0"-1"0,-2-2 0,-1-1 0,-3 1 0,-1 2 6,-1 1 1,-6 0 0,0 0 0,-5 0-1,-6 0 1,-4 0-620,-4 0 1,-3 0 0,-5 1-1,1 2 1,0 2 0,2 1-46,-1-1 0,6 3 0,10-2 0,2-1 352,6 1 0,0 3 1088,6 0-609,6-4 0,6 6 0,6-4-207,3 0 0,-1-2 0,4-4 1,0 2 357,0 1-829,1 6 1,3-7-1,-2 5 1,0 1-1,0 2 1,1 2-182,-2-1 1,3 0-1,-4 1 1,1-1-26,0 0 0,0 0 0,5 1 0,-2-1 0,-3 0 0,3 1 0,-3-1 0,3 0 0,1 1 0,1 3 0,-1 2 0,0 1 0,0 3 0,-3 1 0,-1 3 0,1 1 0,2 2 0,-2 4 0,-3-4 0,0-1 0,-3 2 0,2-2 0,-1 3 0,-1-1 0,-2-2 0,-1-2 0,0-2 0,0 1 0,0-1 0,-4 1 0,0 0 0,1-1 0,2 1 0,-3 0 0,0-1 0,1 1 0,2-1 0,1 1 0,-2 1 0,0 1 0,-3 2 0,0 0 0,2-5 0,-1 1 0,1 0 0,-2-1 0,1 1 0,0-1 0,-2 1 0,5 4 0,-3 1 0,2 0 0,2 0 0,0 4 0,0-1 0,0 3 0,0 0 0,2 1 0,1 0 0,1-1 0,-2-3 0,4 2 0,-1-1 0,1 5 0,-1 2 0,-1 0 0,-4-4 0,0 1 0,0 3 0,-4 3 0,-1 5 0,-2 0 0,-3 0 0,-1 1 0,-2-1 0,-2 0 0,-2 0 0,2 1 0,6-1 0,0 1 0,0 4 0,3 0 0,2 4 0,3-5 0,1-2 0,0-3 0,0-1 0,0 1 0,0 3 0,0 1 0,0-3 0,0 0 0,0 0 0,0 5 0,-1-1 0,-2-2 0,-1-5 0,-6 2 0,3-1 0,-1 3 0,0 3 0,4 1 0,-3-4 0,2 1 0,2-2 0,-3 6 0,2-9 0,2 0 0,0-3 0,2 2 0,0-1 0,-1 1 0,-3 2 0,2 3 0,-2-4 0,3 0 0,1-1 0,-4 7 0,0-4 0,1 0 0,2-2 0,-4-1 0,1 6 0,0 0-101,-1-2 1,3 3-1,-3-8 1,1 1-91,0 0 1,-2-1 0,4 1 0,-3-4 44,3-3 1,-4 4-1,2 3 1,1 3 45,2 2 1,0-3-1,-2 0 1,-1-3 0,1-2 1,2 3-1,1-4 1,0-3 135,0-3 1,0 2 0,0-2 0,-2 5 14,-2-1 0,3 0 0,-3-2 0,2 0-107,2-1 1,-4 0 0,0-3 0,1-4-69,2-3 0,0-6 1,-2 2-1,-1 1-67,1 0 1,2 6 0,-1-6 0,0 6-50,-2 3 0,-1-1 0,4 3 0,-2-2-8,-1-2 0,0-2 0,3-2 1,-2 0 171,-1-1 1,-4 1 0,4-10-1,0-1 325,-2-1 0,5-6 1150,-3 0-856,2-5 1,8 3-1,3-6 1,5 0-94,2 0 1,6 0-1,-1 0 1,3-2-452,5-2 0,-3-1 0,4-5 0,-1 2-2305,0-2 1,3-1 0,-2-1 2304,2 0 0,2-31 0,3-14 0,-9 16 0,1 1 0,-1-1 0</inkml:trace>
  <inkml:trace contextRef="#ctx0" brushRef="#br0" timeOffset="9">30593 10091 7784,'-12'0'352,"-4"-1"1,-2-2 0,0-1-1,0 1 1,3 2 1303,1 1 1,10 0-1,8 1 1,13 2-761,9 1 0,5 0 1,8-3-1,0 2-364,2 1 1,6 0 0,-1-2 0,5 0-212,2 3 1,5-1 0,-4-4 0,2 0-223,3 0 0,-6 0 1,-5 0-1,-9 0 415,-9 0 1,-11-6 500,-7-2 1,-6 3-95,-10 0 1,-3 4-874,-6 1 1,7 1 0,0 4 0,2 3-49,0 3 0,0 2 0,4 4 0,0 3 0,0 4 0,1 2 0,3 2 0,4 5 0,3 3 0,2 2 0,-1 2 0,0 2 0,1 2 0,-5-3 0,-1 2 0,-2 1 0,-2 0 0,-2 1 0,-1 4 0,0 1 0,0-1 0,-5 0 0,-2 2 0,-1 1 0,-1 1 0,5 0 0,-2-4 0,0 1 0,3-1 0,2 4 0,0 1 0,-2-1 0,-1 2 0,0-1 0,4 5 0,0-3 0,0-1 0,0-1 0,0-2 0,0 3 0,0 1 0,0 0 0,0 2 0,0-5 0,0-2 0,0-1 0,0 2 0,0 1 0,0-1 0,0 0 0,0 0 0,0 3 0,0 1 0,0 0 0,-2 2 0,0-5 0,-3-2 0,1-2 0,4 1 0,0 4 0,0 3 0,0-1 0,0 0 0,0-1 0,0-3 0,0 1 0,0-2 0,-1-3 0,-3 0 0,3-1 0,-4 4 0,4 1 0,1 1 0,0-1 0,0-5 0,0-2 0,0 1 0,0 2 0,0 0 0,0-1 0,0-2 0,0 4 0,0 6 0,0-1 0,0 1 0,-4-2 0,-2-3 0,1-1-128,0 0 1,-4-1 0,5-2 0,2-2 93,0-2 0,2 5 0,0-2 0,0 2 69,0-2 0,0-3 0,0-5 0,0 0 10,0 0 0,4 0 0,0 0 1,-1 1-33,-2 3 1,-1-1 0,0 5 0,0 1-170,0 2 1,0-4 0,0-3-1,0-3-143,0-1 1,0-4-1,0-2 1,0-2 112,0-6 0,0 2 0,0-5 0,0 4 90,0 0 0,0-3 0,0-1 0,0 2 121,0 1 1,2 6 0,1 0 0,1-2 10,-2-1 0,0-1 0,-2-1 1,0 1-148,0 0 0,0-5 0,0 1 1,0-1-46,0-1 0,1 3 0,2-5 0,1-2 183,-1-2 1,-1-5 0,1 1 0,1 0-49,-1 2 1,2-3 0,1 1 0,-1 0 18,1 2 1,2 1 0,-2 1 0,-1 0-215,0 4 0,4-2 1,-4 5-1,1 1-96,-1-2 1,1 3 0,-4-6-1,2-1 22,-1-1 1,3-2 0,-2 1 7,-2-1 1,1-1 228,1-3 1,3-2 207,5-6 0,1-2 1,-2-2-17,-3-4 1,1 1 0,-3 0 0,-1 0 407,1 1 0,-2 1-381,-4-3 0,-8 5 0,-7-1 0,-11 3 168,-8 1 1,-3 5 0,-13 4 0,-6 2-158,-7 1 0,-1 2 1,30-7-1,0 1 0,-32 9-1482,6 3 0,5-5 0,13 1 1305,9-2 0,19-18 0,16-5 0</inkml:trace>
  <inkml:trace contextRef="#ctx0" brushRef="#br0" timeOffset="10">23296 10411 7714,'0'-12'3287,"0"-1"-2334,0 1 1,-6 1 0,-2 4 0,-3 7 0,-1 7-535,-1 4 0,1 3 0,0 2 0,0 5-57,-1 2 1,1 3 0,1 1 0,1 3 11,2 2 0,5-3 0,-1 3 0,4 1 144,4-1-424,3-8 0,11-2 0,3-7 1,3-3-1,4-3 0,2-4 0,1-4 403,3-3-510,2-11 0,-3-2 1,-2-5-1,-1-2 1,-4-1-1,-4-2 1,-6 1-1187,-2-1 1114,-2 0 0,-5 5 0,-3 1 0,-4 0 0,-5-1 0,-6-1 0,-6-1-56,-2 1 0,-5-2 0,-6 2 0,0-2-12,-1-1 0,-1-1 1,3 2-1,2 2 94,1 5 1,7 3 0,1 5 0,1 4 144,1 3 0,4 2 1,5 3-1,1 4 196,4 3 0,-4 2 0,3-1 322,5 0 0,0-5 1,9-3-1,4-2 410,3-2 0,3-2 0,5-2 1,1-5-458,2-6 0,4 1 0,-6-3 1,-2 4-686,-4 0 1,-10 5-1,2 1-1299,-2 2 0,-7 1 0,-3 5-1712,-4 3 1,-6 2 3138,1 2 0,-3-8 0,-2-7 0</inkml:trace>
  <inkml:trace contextRef="#ctx0" brushRef="#br0" timeOffset="11">23726 9993 7714,'-11'-9'425,"3"1"870,4-1 1,3-2 0,2-2-318,3 1 0,-1 0 1,5-1-1,2 3-221,1 1 1,1-2-1,0 3 1,1-1-295,-1 0 0,0 0 1,1 3-1,-1 1-194,0-1 0,0 1 1,1 2-205,-1-1-200,6 0 0,-9 4 1,4 0-1,-4 1-875,-2 4 805,-1 1 0,-6 7 0,0 0 0,-2 4 1,-2 3-1,-4 3 0,-3 2 116,-1 0 0,3-2 0,3 0 1,-1-1 456,0 0 1,4 3-1,-1-8 1,3 1 41,1 0 0,7-3 0,4-7 0,5-4 695,3-2 0,-3-2 0,5 0 0,1 0-948,1 0 0,-4-6 0,-2-1 0,-5-1-1414,-4 0 1,3 4-1,-3-3 1257,3 1 0,-9-3 0,-4 2 0</inkml:trace>
  <inkml:trace contextRef="#ctx0" brushRef="#br0" timeOffset="12">24748 11617 7694,'0'-8'341,"0"0"1,0-2 0,0-1 1298,0-1 1,-2 1 0,-2 3-1161,-4 4 0,0 2 0,-3 4 0,-4 3 0,-1 6 0,-4 7-33,1 5 0,3-1 0,-3 8 0,1 0-62,3 3 1,7 2-1,4 2 1,2-1 550,2-3-807,0 2 0,11-6 0,6 1 0,4-7 0,5-5 0,3-6 0,4-3 692,2-4-698,2-6 1,-1-8-1,-3-7 1,-5-4-1,-2-4 1,-2-2-1,-4-1-111,-3-2 1,-5-1 0,-4 3 0,-4-2-277,-2 2 0,-2 1 1,-2 3-1,-2 1-26,-4 1 0,-7 2 0,-3-1 0,-1 3 23,-3 3 1,-1 4-1,-2 0 1,1 3 60,-1 2 1,4 1 0,2 4 0,2 0 340,2 0 1,1 0 1702,2 0-1096,5 0 0,16-6 0,12-2-247,3-3 1,6-3 0,1-1-1,-1-1-64,0 1 0,-3 1 1,-5 2-1,-3 1-1223,-1 3 0,-6-2-2207,-4 6 1,-5 1-553,1 7 0,-4-2 3551,-4 2 0,-3-25 0,-5-6 0</inkml:trace>
  <inkml:trace contextRef="#ctx0" brushRef="#br0" timeOffset="13">25129 11137 7769,'-5'-7'759,"3"-4"1,-2 3 0,3-3-1,2-1 1,3 0 215,5-1 0,7 1 1,6 0-1,4-1 1,4 1-1,1 0-694,4-1 0,-1 3 1,-1 0-1,-6 3 0,-5 3 1,-7 5-434,-6 6 0,-4 11 0,-10 7 0,-4 6 38,-6 5 0,-4-2 0,-6 1 0,2 2 253,2-3 1,9-2 0,8-8 0,3 1 285,1 0 1,9-6 0,6-4 0,6-6-31,5-4 1,5-4 0,-1-1-1,2-1-2130,2-4 1114,-4 4 1,4-8 620,-5 4 0,16-21 0,0-1 0</inkml:trace>
  <inkml:trace contextRef="#ctx0" brushRef="#br0" timeOffset="14">26065 12835 7730,'0'13'-256,"0"-1"1,0 0-1,0 1 1,1-1 505,3 0 1,-3-4-1,5 1 737,-1 0 1,-2-3-429,5-2 1,0-4 0,5-4 73,-1-5 1,-4-1-1,-1-3 1,0 2 152,0 3 0,-3-3 0,3 3 183,-2-3 0,-1-1-661,-4-1 1,-1 2 0,-3 3-178,-4 4 1,-3 3 0,-3 2-1,-1 3-24,-1 4 1,-6 3 0,3 3 0,-2 1 88,1 1 0,3 8 0,-2-1 0,1 6 13,3 2 1,3-2 0,4 4-1,4-1-62,2 0 0,2 2 0,2-5 0,2-2-111,4-1 1,8-7 0,3-2 0,2-4 12,-1 0 1,5-6 0,4-3 0,-2-3 31,-1-1 1,-3 0 0,-2 0 0,-5-1 109,-2-3 0,-2 1 0,1-5 0,-3-2 29,-1-1 1,2-3-1,-5-1 1,3-2-162,-1-3 1,0 0-1,3-6 1,-3-1-447,-4-2 1,-2-1 0,-2 2-1,-3-2-174,-5-1 0,-6 4 1,-11-1-1,-1 5 122,-2 2 1,-2 6 0,-3-1 0,4 4 399,3 4 1,2 1 0,0 4-1,4-1 307,3 1 0,5 3 0,4 4 174,4 4 0,2-1 0,4 0 251,2-1 1,4-2 0,8-4-1,6 0-38,6 0 1,-1 0-1,6 0 1,1 0-631,2 0 0,-1-4 0,-2-2 1,-4 1-1380,-3-1 0,-7-2 0,-3 2 0,-2 1-468,-2 0 0,1-4 1,-1 4-1,-1-2 1822,-3-3 0,-8-22 0,-7-8 0</inkml:trace>
  <inkml:trace contextRef="#ctx0" brushRef="#br0" timeOffset="15">26409 12528 7747,'-7'-6'552,"-4"4"1191,3-7 0,3 1 1,2-4-521,6-1 0,5 1 0,7 0 0,3 0-555,1-1 1,1 2 0,6 2-1,2 1-730,0-2 0,1 5 0,-6 0 0,-2 4-204,-5 1 0,-3 6 0,-4 3 1,-2 6 14,-2 6-215,-6 2 1,-7 7-1,-7 3 1,-2 2-1,2 1 1,2-2-1,0-2 618,1-2 253,5-2 0,2-3 1,5-2-1,0-2 1,1-5-1,5-4 1,6-3 500,7-5 0,4-3 0,2-1 0,0 0-1689,-1 0 0,5-4 1,1 0 782,1 1 0,13-20 0,7-4 0</inkml:trace>
  <inkml:trace contextRef="#ctx0" brushRef="#br0" timeOffset="16">27135 14214 7747,'-1'-13'800,"-2"1"1,-1 0 0,0 1-1,0 1 2746,0 2 0,0 4-4944,4-4 0,0 10 1398,0 3 0,38 26 0,10 9 0</inkml:trace>
  <inkml:trace contextRef="#ctx0" brushRef="#br0" timeOffset="17">27517 14521 7747,'-9'0'0,"1"0"3362,-1 0-1846,3 0 0,-5 0-1516,3 0 0,46-11 0,12-2 0</inkml:trace>
  <inkml:trace contextRef="#ctx0" brushRef="#br0" timeOffset="18">27861 14767 7747,'-12'0'0,"-4"5"0,-1-1 0,2-2 4816,1 0 1,6-1-4726,0 3 1,5-1-6820,-1 5 6728,8-5 0,41-9 0,16-7 0</inkml:trace>
  <inkml:trace contextRef="#ctx0" brushRef="#br0" timeOffset="19">29301 15727 7769,'-12'-5'98,"-2"-2"0,-1-1 0,-1 1 0,1 2 0,1 2 0,0 1 729,-2 2 1,2 0 0,-2 2 0,3 2 0,4 5 0,1 6-31,-2 6 0,1 2 0,-1 3 0,3 3-428,2 4 0,1-2 0,4 2 0,0 0-39,0-2 0,5 5 0,5-5 0,3 1 383,4-4-574,5-2 0,1-5 0,7-3 0,1-3 0,4-6 0,0-2 0,2-5 0,1-5 0,2-7 1133,1-5-1281,-6-4 1,-4-6 0,-7 1-1,-1-1 1,-2 1 0,-5-1-1,-3 2-232,-5 2 0,-1 2 0,-5 4 0,3-1-77,-3 1 1,0-3 0,-4 1 0,0 1-98,-3-2 1,-4 0-1,1-2 1,-3 2-23,-2 0 0,-3 1 0,-2-5 0,-2 3 132,-6 1 1,0 1-1,-6 5 1,1 1 145,-1 3 0,1-2 0,-2 6 0,4 2 17,3 0 0,6 2 1,1 0-1,1 0 309,3 0 1,3 6 0,2 2 276,2 3 0,5 1 0,0-1 164,6-3 1,4-2 0,5-6-1,2 0 335,2 0 0,5 0 0,8-2 0,5-2-328,5-4 0,4-3 1,2-1-1,-4-1-263,-3 1 1,-2 0 0,-3 1 0,-7 1 206,-9 2-2983,0 5 0,-21-2 0,0 5 0,-6 0-4731,-2 0 7155,5 0 0,-26-16 0,-1-5 0</inkml:trace>
  <inkml:trace contextRef="#ctx0" brushRef="#br0" timeOffset="20">29461 15063 7783,'-8'0'2887,"0"0"0,12-6-2423,4-2 0,4 1 0,9-1 0,1 0 1,1 0-1,2-1 140,-1 0 0,5 2 0,1 0 0,1 2-457,4 2 0,-4 2 0,-1 1 0,-3 0-234,-3 0 0,-8 1 1,-1 4-1,-5 8-246,-6 6 1,-12 6-1,-6 3 1,-5 5-726,-7 3 1019,1 1 0,-4-5 1,8 0-1,1-1 0,4-2 1,5-2-1,6-5 0,3-3 1,5-4 1887,5-1-1337,6-2 1,16-5-1,3-3 1,2-2-1,2-4 1,0 0-1,-1-3-381,-3 3 1,-5-4 0,-7 2-2811,-5 1 1,-2 2 2678,-2 1 0,-10 6 0,-4 0 0</inkml:trace>
  <inkml:trace contextRef="#ctx0" brushRef="#br0" timeOffset="21">24908 10288 7267,'0'-8'351,"0"0"265,5 5 1,-3-8-1,3 3 1,-1-3 242,0-2 0,0 5 0,-4 0 1,0-2 508,0 0 1,-1-1-1048,-3 2 0,-3 4 0,-5 5 1,-1 1-46,1 3 0,0 5 0,-2 8 0,-1 8-97,-1 6 1,-1 5-1,5 2 1,1 2-59,3 1 0,2 4 0,8-4 0,2-3-64,4-3 0,10-12 0,5-11 1,6-6 248,2-5 20,8-7 0,3-11 0,4-13 0,0-10 1,-1-8-1,-4-4 0,-9 2 174,-10 3 0,-12 1 1,-10 6-1,-11 4-36,-14 6 1,-9 6 0,-5 3 0,-2 6-888,1 6 0,3-1 0,4 6 0,6 1-2570,5 2 1,6 2 2992,7 3 0,31-2 0,12 3 0</inkml:trace>
  <inkml:trace contextRef="#ctx0" brushRef="#br0" timeOffset="22">26458 10509 7748,'-19'0'2782,"1"0"-1798,6 0 0,8 0 0,9 2 0,16 1 0,15 2 0,14 1-677,14-1 0,-24-1 0,1 0 0,9-1 0,1 0 0,6-1 1,2 1-403,7 0 1,2 0 0,-18-1 0,0-1 0,1 1 0,3-1 0,0 1 0,1-1 0,-3 2 0,0-1 0,-1 1-331,-2 1 0,0-1 0,-2 1 0,1 0 0,-2 0 0,0 1 0,15 1 0,-3 0 0,-7 0 0,-2 0-1172,-8 0 1,-2 1 0,22 5 1596,-20 0 0,-9 0 0,-2 1 0</inkml:trace>
  <inkml:trace contextRef="#ctx0" brushRef="#br0" timeOffset="23">28132 10399 7769,'-12'-6'1783,"-6"5"1,8-9-1,1 6-793,6 1 1,11 2-1,15 1 1,12 0-1,14 0 1,14 1 67,-28 1 0,1 1-1068,4-1 1,-1 2-1,-3 2 1,-1 1-1,2-1 1,-1 1-1,-2 1 1,0-1-1,28 11 1,-8 1-1,-13 2 1,-13-1-1,-19 1-112,-13 1 0,-20 5 0,-17 3 0,-7 0 1,-6 0-1,-2-2-74,0-2-272,-4-2 0,8-3 1,-3-2-1,6-3 1,10-3-1,7-5 468,6-3 0,18-17 0,4-8 0</inkml:trace>
  <inkml:trace contextRef="#ctx0" brushRef="#br0" timeOffset="24">23013 11949 7740,'-30'4'142,"-3"3"1,-1 3 0,2 5 0,7 3-1,8 5 1,4 3 577,5 3 0,3 3 1,6-2-1,6 1 1,8-1-1,11-4-256,8-4 0,7-6 1,12-8-1,5-4 81,2-2 0,-4-13 1,-3-6-1,-3-5 677,-5-2-1012,-14-6 0,-9 2 0,-14-4 0,-4-3 0,-5 1 0,-7 1 0,-9 5-98,-4 2 0,-8 1 1,-3 2-1,-2 2-1173,-4 5 0,2 8 0,5 4 1,-1 4-968,1 4 1,5 4 0,1 8 2027,8 5 0,19 24 0,7 7 0</inkml:trace>
  <inkml:trace contextRef="#ctx0" brushRef="#br0" timeOffset="25">23050 12688 14145,'-7'5'438,"1"3"0,6 9 0,0 5 1,0 6-1,0 9 0,0 7 0,0 5-288,0 5 0,2 6 1,0 7-1,2-2 1,1-2-1,-1-7-504,0-4 1,0-8 0,-4-3 0,0-3-635,0-1 0,0-5 1,0-4-1,0-2-1789,0-1 2777,0-6 0,0-1 0,0-6 0</inkml:trace>
  <inkml:trace contextRef="#ctx0" brushRef="#br0" timeOffset="26">22890 13352 7763,'-7'7'668,"-3"4"0,6-1 1,1 3 185,2 4 1,1 0 0,1 1 0,5 7 0,5 8-1,5 6-389,3 6 0,2 3 1,3 1-1,0 1 74,-4-1-544,3 0 0,-9-6 1,2-5-1,-2-7 1,-3-3-1,-1-6-31,-2-3 1,-5-10 0,1-11 471,-3-14 1,-1-10 0,1-15 0,2-4 339,1-3 0,6-1 0,-1 0 0,5 1-746,2 3 0,-3 5 0,-5 10 0,0 7-1997,-1 4 1967,4 8 0,1 27 0,7 12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5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15789 12282 7863,'-14'0'189,"-2"0"1,-3 0 1448,-1 0 1,7 0-1,5 0 1,1-2-274,4-2 1,10-3-1,13-6 1,4-5-567,0-7 0,6-2 1,3-9-1,3-5-325,1-5 1,-14 18 0,1 0 0,3-6 0,1-1 0,4-1 0,0 0 183,5-3 1,0-1-670,5-7 0,1-1 1,2-3-1,0-2 1,-13 14-1,1-1 1,-1 0-1,2 0 1,-1-1-1,0 1 1,0 1-1,0 0 1,0 2-1,-1 1 1,0 1-1,-1 1 1,13-14-1,-2 1 9,-3 4 0,-2 0 1,-4 4-1,-3 0 0,-9 6 1,-1 2-1,12-21-1489,-4 12 0,-8 13 0,-1 8 0,-1 2-4132,-3 6 4867,4-1 0,-4 9 756,6-5 0,-1 5 0,5-2 0</inkml:trace>
  <inkml:trace contextRef="#ctx0" brushRef="#br0" timeOffset="1">17019 10448 7925,'-13'0'325,"-2"0"1,-2 0 0,2 0 0,2 0 2028,0 0 1,1 0 0,0 0 965,-1 0 0,8 0-1298,5 0-1824,5-6 1,19-2-1,6-8 1,9-6-1,12-5 1,11-5 0,-28 16-1,3-1 1,1 0-1,2 0 1,0-1 0,0-1-103,2 0 1,0-1 0,-1-1 0,1 2 0,-2 2 0,-1 1 0,-3 3 0,-2 0 0,22-5-560,-12 10 0,-19 12 0,-21 11 0,-14 11 569,-15 10 0,-13 14 0,15-22 1,0-1-1,-2 4 0,-1 0-78,-1 1 0,1 1 1,1 0-1,2-1 1,2-3-1,1-1 1,-17 24-823,4-6 1,9-2 0,8-10 0,8-8-4256,8-5 5049,6-10 0,33-22 0,8-10 0</inkml:trace>
  <inkml:trace contextRef="#ctx0" brushRef="#br0" timeOffset="2">18115 9796 7890,'-14'-10'518,"-1"-1"1,-3 2-1,0 3 1,-1 5 0,2 1-1,-1 1 1008,3 3 1,2 9-1,4 7 1,2 5-1318,2 3 1,0 0 0,5 3 0,2-1-91,2-2 1,8-2-1,9-2 1,3-2 140,5-5 1,4-2 0,8-13 0,4-3 128,3-6 1,5-9 0,-1-5 0,-3-3-48,-2-5 0,-13-4 0,-1-7 0,-9-1 107,-7 2 1,-8 2-1,-15 4 1,-12 6-249,-14 5 0,-14 5 0,-12 9 0,-2 5-840,-1 6 0,6 4 1,6 7-1,8 1-2128,7 1 1,10 1 2766,12-5 0,49-16 0,18-4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59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17992 6842 9464,'7'-1'6052,"-3"-3"-4223,2 2-568,-4-3 1,5 1 692,-3 0-1272,-3-6 1,6 3-336,-3-5 0,-3 4 0,4 0-97,-4-2 1,-1 3-222,0-1 1,-6 0-1,-2-3 5,-3 3 1,3-2 0,0 5 0,-2-1 94,-1 1 1,-2 1 0,-2 4 0,-3 0-67,-1 0 1,4 1 0,-3 3 0,2 3-146,-1 0 1,-5 4 0,3-3 0,0 4-74,3 5 0,-2-2 1,0 5-1,0 1-28,0-2 1,2 4-1,4-2 1,-1 2-2,1 1 1,1 1-1,3 0 1,4-2 29,2-3 1,2 2-1,0-4 1,2 0 48,2 0 0,3-2 0,5-5 0,0-3 352,1-4 1,0 2 0,2-2 0,3-1 230,1-2 1,-2-2-1,3-2 1,2-3-151,1-1 0,-2-1 1,-1-4-1,1 0-144,-2-1 1,4-3 0,-4 0 0,1-1-199,-4-1 0,-2 3 0,-2-4 1,-1 0-123,-3 0 0,2 2 0,-6-2 0,-1 0-43,-2 0 1,-1 0 0,0-3-1,0 3 130,0 1 0,-1 6 281,-4 4 1,3 5 0,-5 0-1,1 7-141,4 9 0,0 3 0,2 6 0,0-2 201,0 2 1,4 1-1,2 2 1,1-2-200,2-2 0,-2 1 0,1-6 1,2-2-94,1-5 0,-3 2 0,0-4 0,2 0 0,-3-2-5121,1-5 3803,-5 0 1,-14-27 0,-10-7 0</inkml:trace>
  <inkml:trace contextRef="#ctx0" brushRef="#br0" timeOffset="1">18225 6448 7899,'-6'-5'368,"-5"2"1,3-4 0,-2 1 0,0 0 1204,2 1 0,5-5 0,1 3 0,4-1 0,7 0-500,2-2 0,6 3 0,4-1 0,3-1-724,5-2 1,-1 0 0,3 1 0,-1 2-202,-3-2 1,-1 1-1,-2 1 1,-4 4-456,-3 2 0,-9 4-268,-4 2 0,-4 7 0,-4 6 1,-4 2 85,-3 3 1,-6 6 0,1-1 0,1-2 232,1-3 1,2-2 0,-1 3 0,3-1 811,1-1 0,4-6 1,5 1-1,0-2 435,0-2 1,1-5-1,5-3 1,5-3-275,4-1 0,5 0 0,-2 0 0,1-1-810,3-3 1,-4 1 0,-2-5-1,-1 0-7702,2 1 7795,-4-4 0,5-7 0,-6-8 0</inkml:trace>
  <inkml:trace contextRef="#ctx0" brushRef="#br0" timeOffset="2">18964 6473 7829,'-12'-11'520,"1"2"0,1 2 0,3 0 0,0 0 938,1-3 1,4 5-1,2 2 1,7 6-1,4 5-768,1 3 1,2 6-1,1 2 1,1 3-1,-1 5 1,-1 2-30,-2 1 1,1 4-1,-1-1 1,0 2-205,1 2 1,-1 0 0,-1-1 0,-2-4-207,0-3 0,-7 0 0,4-3 0,-2-4 542,0-3-383,0-3 1,-4-10-353,0-6 0,0-10 0,0-8 0,0-2-58,0-6 0,0-4 0,2-8 0,0-5 0,2-6 0,5-10 0,-4-8 0,2-1-180,-3 32 0,1 1 0,3-1 0,-1 1 1,2-1-1,-1 2 0,7-29-1231,-1 8 0,-2 18 0,-1 17 111,-3 5 0,-1 9 0,-4 6 1,2 9-2893,2 6 4192,1-2 0,10 27 0,1 0 0</inkml:trace>
  <inkml:trace contextRef="#ctx0" brushRef="#br0" timeOffset="3">19604 6830 7833,'0'-8'258,"0"0"0,1-1 0,2 1 0,1 0 630,-1-2 1,-2-1 0,-1-1 0,0 0 0,0-1-1,0 1-309,0 0 1,0 4 0,0-1-1,-1 1-46,-3 1 0,-5 2 0,-6 6-129,-1 3 0,-2 9 0,3 7 1,-1 5-29,1 4 1,-3-2-1,3 4 1,3-2 429,2-6-541,7 2 1,-2-11 0,6 1 0,3-6 0,6-5 0,4-5 0,3-6 105,2-5 1,2-11 0,4 1 0,-1 0 0,1 0 0,-2 3-1071,-2 2 1,-4 9 0,-4 4 0,-1 3 0,0 2 0,-1 5-6419,-3 6 7117,3 0 0,-15 33 0,3 2 0</inkml:trace>
  <inkml:trace contextRef="#ctx0" brushRef="#br0" timeOffset="4">19788 6904 7833,'0'12'4137,"0"0"-2554,0-5 0,0 0-878,0-3 1,0-4 0,0 0 0,0-7 505,0-4-868,6-1 0,-5-4 0,5-3 1,-1-3-1,3-6 0,3 0 0,2-2 433,-1 2 0,6-2 0,2 1 0,2 3-494,-1 5 1,2 3 0,-3 7 0,2 3-672,-1 3 1,1 4 0,-5 2 0,1 4-835,0 3 0,-3 3 0,-5 2 1,-2 2-2150,1 2 1,-3-5 3371,-2-4 0,-14-5 0,-3 3 0</inkml:trace>
  <inkml:trace contextRef="#ctx0" brushRef="#br0" timeOffset="5">20674 6202 7786,'9'7'1135,"-3"-1"0,1-2 1406,0 0 0,-4 1-1754,1-1 0,-8-2 0,-4 3 0,-3-1-465,-2 0 1,-4 1-1,-5-4 1,-4 2-310,-3 1 0,-4 0 0,5-4 0,0 0-73,2 0 1,-1 0-1,1-2 1,4 0-27,3-2 0,2 0 596,5 4 0,5-2 672,3-2-835,8 3 0,5-5 1,6 8-1,1 2 1,0 4-1,1 3 1,1 1 117,1 0 0,-4 6 0,1 3 1,-4 2-315,-3 2 0,0 3 0,-5 4 1,-1 2-154,-2 4 1,-1 7 0,0 0 0,0 3-217,0 2 0,-5-3 1,-2-1-1,-1-7 12,0-5 0,5 1 0,-2-8 0,0-4 149,1-5 1,2-6 413,6-4 1,3-2 0,6-7 0,4-4 258,3-3 1,2-3 0,0-1-1,-2 0-549,2-1 0,0-2 0,0 2 1,-3 2-68,-1 0 0,2 5 0,-3 2 0,-3 1-837,-5-1 0,2 3 0,-3-3-4079,3 3 1,-3 1 4862,1 0 0,-18-11 0,1-3 1</inkml:trace>
  <inkml:trace contextRef="#ctx0" brushRef="#br0" timeOffset="6">20896 6325 7846,'-11'-5'856,"1"-2"1,2 0 228,-1 3 0,3 4 1,2 4-1,3 4 1,1 5-1,0 3-114,0 5 0,1 2 1,3 2-1,4-2-304,3-3 1,6 2-1,1-5 1,1-4-153,3-3 0,-3-5 0,1-5 0,2-1 15,1-3 0,-2-8 1,-2-9-1,-1-4-578,-3-3 1,-6-2-1,-2-5 1,0 4-1925,0 1 1,-4 5-1,1 6-800,-3 1 1,-1 9 0,0 9 2771,0 7 0,-16 47 0,5-20 0,1-1 0</inkml:trace>
  <inkml:trace contextRef="#ctx0" brushRef="#br0" timeOffset="7">21031 6596 7846,'-1'7'776,"-2"-2"1,-1 1 776,1 2 1,2 3-1,1 1 1,0 2-486,0 2 0,0-1 0,0 6 0,0 1-728,0 1 1,0 0 0,0-2-1,0-3-2535,0-1 1,0-3-4111,0 2 6305,5-13 0,9-34 0,1-21 0,5-6 0,0 1 0</inkml:trace>
  <inkml:trace contextRef="#ctx0" brushRef="#br0" timeOffset="8">21290 6153 7826,'-6'-7'0,"-1"-4"0,-5 4 2807,0 1 1,4-4 3661,-1 6-5605,7 0 0,-2 5 0,8 2 0,4 2-497,3 2 0,2-3 0,4 3 0,2-1-268,0-4 1,7 4 0,-4-2 0,0-1-195,1-2 0,-5-1 0,0 0-493,-1 0-17,-3 0 0,3 1 394,-9 4 1,-4-3-1,-8 7 560,-4 0-131,2-3 1,-5 4 0,4-1-1,-1 0 1,1 1 0,2-2 686,2 2 1,2 1 0,1 2-537,0 4 0,0-4 1,0 4-1,0-2-295,0 1 1,4 2-1,0 4 1,-1-2-75,-2 2 0,-1 6 0,0 2 0,0 1 0,0 3 0,0 0 0,0 1 0,0-4 0,0-1 0,0 3 0,0-4 0,0-2 0,0-1 0,0-7 0,0-1 0,-1-3 0,-3-3 0,2 3-167,-2-6 0,-3-4-578,-1-1 1,1 2-1,0-1-558,2 2 1,-1-4-368,2 1-603,3-3 1114,-5-1 633,6 0 449,0 0 0,-4 1 1,-1 2 77,-2 1 0,4 2 0,-2-4-474,-1 3 0,1 0 1,-5-2-1132,2 1 1,4 1 1603,-4-1 0,0-13 0,-5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71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10669 6510 7980,'-17'-5'468,"-1"2"0,-4-4 0,3 1 0,1 4 0,3 0 0,1 2 0,2 2 1528,0 2 0,1 4 1,3 8-1,4 5-94,2 2-1584,2 2 1,2 6 0,2 5-1,5 5 1,6 1 0,6 1-1,2-4 826,2 0 0,10-9-426,6-6-652,11-5 1,6-12 0,7-5 0,-29-5 0,-1-3 0,2-2 0,0-4 0,1-3 0,-1-2 0,-1-2 0,-1-1 62,0-2 1,-1-1-1,1-3 1,0 0-71,-2-1 0,-1 0-4,2-2 0,-2 0 0,17-21 0,-9 2 1,-14 12-1,-14 11 239,-11 11 1,-10 16-295,-8 14 0,-4 9 0,3 12 0,-3 0 0,6-1 0,6 0 0,5-3 0,4-6 0,4-5 0,5-1 0,12-9 0,5-4 0,11-12-108,5-3 0,3-12 0,8-4 1,6-5-1,4 1 72,-30 14 0,0 0 0,32-10 1,-3 2-1,-3 6 395,-6 6 0,-6 3-359,-15 6 0,-2 4 0,-5 0 0,11 6 0,-2-9 0,12 3 0,5-2 0,6-4 0,8-2 0,-29 0 0,1-3 0,4 0 0,0-2-58,4-2 1,1 0-1,3 2 1,2-1-1,3-2 1,2-1-1,3 1 1,0 0-1,0 0 1,-1 1 57,-2 0 0,-1 1 0,-3 1 0,-1 2 0,-9 2 0,-1 1 0,-2 2 0,-1 0 0,27 1 0,-14 1 0,-14 0 0,-10 0 0,-6 0 0,-6-1 0,3-4 0,-2-3 0,0-3 0,-1-1 0,-6 0 0,2-6 0,-5 3 0,5-4 0,-1 0 0,-3 1 0,-2 0 0,3 2-7259,-3 3 7259,-1 6 0,-21 2 0,-3 5 0</inkml:trace>
  <inkml:trace contextRef="#ctx0" brushRef="#br0" timeOffset="1">12109 6744 7877,'0'-13'1028,"2"1"1,0 0 2168,3 0-2078,-1-1 1,-4 8-1,-2 3 1,-2 7 1395,-4 1 0,-3 1-1769,-1 1-553,-1 3 0,-4-4 1,-4 5-1,-2 1 0,-3 0 1,-3 3-1,-5 1-28,-6 2 1,-2-4-1,-3 3 1,2-1-91,1-1 0,2 6 1,-5-2-1,-1 4-73,-2 0 1,-3 1 132,-2 0-132,-3 5 0,25-13 0,-1 3 0,0 1 0,1 3 0,0-1 1,1 2-1,1-1 0,0 2 0,2 0 0,-1 1 0,1 1 0,-2 0-50,0 0 1,-2 1 0,-2 2 0,-1 0 0,-3-1 0,-1-1-1,2 0 1,1 1-249,0 0 0,2 0 0,2 2 1,1 0 261,3 1 0,1 0-19,1 0 1,-1 0 0,2-4 0,-2-1 0,-1 1 0,-1 0 0,-2 0 0,-1 0 0,-3 3 0,-1-1 0,-1 4 0,0 0 0,0 3 0,1 1-324,1 0 1,2 1-1,1 0 1,2 1 221,4-2 1,1 0 0,-5-1 0,-1 0-1102,0 3 0,-2 0 1256,-5 3 0,-1 0 0,6 0 0,0 1 0,-3 1 0,2 1 0,2-1 0,1 0 0,3 1 0,1-1-99,1 2 0,-1 0 1,-1 3-1,0-1 1,-2 1-1,0 0 0,-1-2 1,-1 0-246,-2-1 0,0 0 0,4-1 0,1 1 371,-1 3 1,0 1-1,2 2 1,1 0-50,3 1 0,1 1-40,-1-2 1,1 0-1,5-2 1,1 1-1,-4 2 1,-1 1-1,-2 3 1,-1 1 0,-1 1-1,0 1-115,-2-1 1,1 1-1,6-19 1,1 1 0,0 0 79,-8 20 1,1-1 76,8-19 1,-1 0 0,2 1 0,2 0 0,1 1 0,0 0 0,0 0 0,1 0 0,0 0 0,1 0 0,0 0 0,0 0 0,-4 22 0,1-1-19,0-1 0,0 1 0,5-21 0,0 1 1,0-1-1,1 3 0,0-1 0,0 0 1,-1 0-1,0-1 0,1 1 6,0-2 1,-1 0 0,1 0 0,1 1 0,-1 1 0,0-1 19,-3 21 0,0-1 1,5-20-1,1 0 1,0 0-5,0 1 1,0 0-1,1 0 1,0 0 0,1 0-1,0 1 1,0 0 0,0 1-1,1 0 1,0-3 0,0 0-1,0-1-69,1 24 1,0 0 0,1 0 0,1-1 52,0-21 1,0 0 0,0 0-1,1 0 1,1 1 0,0-1-548,1-1 1,0-1 0,0 0 577,0 1 0,0 0 1,2-1-1,3 19 0,3 0 1,0 0-1,2 0 0,2 0 1,2 1-1,0 0 1,1 1-50,1-3 0,-1 0 0,1-1 0,-1 0-463,1-3 0,-1-1 466,0-2 0,1-1 0,2 5 0,2 0 0,0-6 0,3-2 0,2-1 0,3-1 1,2-3-1,2-1 35,4 0 0,0-1 0,0-2 0,0-2 0,0 2 1,0-1-1,-2-3 0,0-1 21,-2-1 1,0-1 0,2 0 0,1 0-8,0 0 1,2 0-1,1 2 1,3 0-227,2 0 1,2 0 262,-2-3 1,-1 0-1,-3-3 1,-1 0-1,0-3 1,2-1-1,2-1 1,2 1 0,2 0-1,2 1 134,1 0 0,0 0 0,-1 0 1,0-1-1,-3-2 0,0-1 1,0-2-1,1-1 271,3-1 1,0-1 0,-2-1-1,0-1-355,3 1 1,0 1-1,0-3 1,0 0 141,-2-1 0,0-1-171,6 2 0,0 0 0,-5-4 1,0-1-1,2 3 0,1 0 1,-2-1-1,-1 1 0,2-1 1,0 0-65,2 0 0,0 0 1,1 0-1,0-1 0,-4-2 1,1-1-1,-2 0 0,1-1 47,1-2 0,0 0 0,2-1 1,1-2-21,3 0 1,-1-1-1,-1-1 1,-1-1 38,-5-2 1,-1 0 0,4 0-1,1 0 1,2 0 0,1 0-1,-1 0 1,0 0 177,-2 0 0,-1 0 0,2 0 0,0-1-79,0-1 1,0 0 0,-1-1 0,-1-1-89,3-2 1,-1 0 0,-1-1 0,0 0 0,-2 0-1,0-1 1,2-1 0,-1 0-28,0-1 1,1 1 0,-2 1 0,-2-1-81,-4-1 1,-1 0 0,5 2 0,1 1-21,-2-1 0,1 0 0,-2 0 0,-1 2 0,-4 0 1,-1 0-1,-2-1 0,0 1 185,-3 0 0,0 0 0,1-2 0,0 0-200,1 0 0,0-1 0,1-2 1,0 0 42,-1 1 1,0 0 77,-4 1 1,0 0-1,-1-2 1,0-1-1,-2 1 1,0 1-1,2-1 1,0-1-1,0-1 1,0 0 108,2-1 0,-1-1 0,1 0 0,-1-1 0,-1-3 0,-2-2 0,-1 0 0,0-2 48,-2-1 0,1-1 1,0-3-1,0 0-95,3 1 0,0 1 1,-1-1-1,1 0 1,4 3-1,0 1 1,-3 0-1,-1 0-27,-3 3 1,-2-1-1,23-11 23,-16 3 1,0 3-1,0 1 1,0 1-354,0-1 0,-2 2 1047,-2 2 1,-4-1-1001,-9 6 9,4-6 0,-15 9 1,2-4-1,-3 2 1,-2 0-594,-1-1 0,-1-5 0,-4 5 0,2-1-1082,2 0 0,-3 3 990,3-3 1,2 4-244,-2 0 1113,6 7 0,2-22 0,7 1 0</inkml:trace>
  <inkml:trace contextRef="#ctx0" brushRef="#br0" timeOffset="2">16084 15912 7868,'-18'5'205,"-2"2"1,-2 1 568,2 1 0,-2-3 952,5 3 89,1 2 1,4-9 0,2 5 4572,6-1-5316,22-19-931,9-2 0,26-16 0,2 2 0,7-4 0,-29 15 1,1-1-1,0 0 0,0-1 0,1-1 0,0 1-149,-1 0 1,0 0 0,0 1 0,-1 1 0,27-13 0,-4 7-199,-7 11 1,-9 10-1,-15 15 1,-14 16-478,-11 13 0,-24 11 1621,7-20 1,-3 1-695,-1 2 1,-3-1 0,0 0 0,-1 0 0,1-1-1,0 0 1,2-2 0,1-1 0,-16 28 706,7-5-1815,4-2 0,12-13 0,6-7 1,6-7-1,6-9-7119,5-6 7983,7 2 0,20-26 0,9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7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16197 14080 7720,'-6'0'2542,"1"0"-1549,0 0 1,4 1 1791,-3 3-1584,3-3-263,1 4 0,0-3 1570,0 1-1956,0-1-127,0 3 1,0-7 0,0-1 0,0-5 0,0-2 880,0-1-1226,0-1 1,-1-4 0,-3-4 0,-4-5 0,-3-5 0,-4-4 0,-4-3 85,-2-5-130,-6-1 1,-7 3 0,-8 2 0,-3 4 0,-3 3 0,-5 2-1,-1 2 141,2 2 0,2-3 206,5 2-337,-6-5 1,3 0-1,20 14 1,1-2-1,-2 0 1,0 1-1,0-1 1,0 1-103,1 1 1,-1-1 0,-25-15 0,3-1 0,3 1-276,1 3 1,-2 3-257,0 4 0,-6 1 412,25 10 0,0 1 99,-5-1 1,0 2-1,-19-8 1,-2 2 0,7 2-1,3 1 91,-3 3 0,-6 3 1,-5-1-1,1 3 186,1 0 0,6 4-348,-1-3 1,5-2 187,0-1 1,0-3-1,-2-2 1,-5 0-98,-4-3 1,-3 2 27,5-2 0,3 3-61,9 0 1,-1 2 0,-5 3 0,-8 3-53,26 3 0,0 1 0,-2 2 0,0 1 107,1 0 1,0 1 0,1 1-1,0 0 17,1 1 1,0 0-1,-3-1 1,0 1-1,1 0 1,0-1 0,0 1-1,-1-2 70,1 0 0,-1 0 0,2 0 0,0 1 24,1-4 0,0 1 0,-27 7-47,11-1 1,-1 2 0,6 2 0,-4 3-10,-6 4 1,-2 6-178,-1 1 0,4 2 136,4-2 1,5-1-1,1 5 1,-3 0-74,-3-1 0,-6 2 20,2-5 1,-2 1-21,1-5 1,1 5-1,7-1 1,5-1 30,3-1 1,2-2 56,-2 1 0,-7 3-618,-5 0 596,0 6 0,0-9 1,1 5-1,0-2 0,3 2-27,4 1 0,2-4 0,5 2 0,-1-1-33,-3 1 0,0 3 51,-4-4 1,4 1-429,4 0 393,0 2 0,1 3 0,5-2 0,4-5-614,4-5 161,6-4 0,3-11 267,7-5 1,4-5-1358,4-6 0,7-5 0,9-3 1614,5-2 0,1-8 0,2-5 0,5-2 0,-1 0 0</inkml:trace>
  <inkml:trace contextRef="#ctx0" brushRef="#br0" timeOffset="1">10858 13787 7886,'0'-11'104,"0"0"1,0-1 0,0 1 0,0 0 3354,0 0-2262,0-1 1,0 1-1,-1 4 1761,-3 7-2824,-2 7 0,-6 22 1,-3 6-1,-3 9 0,-1 7 1,1 4-1,-1 0 222,1-2 0,2-1-22,5-7-229,4-7 1,4-12 0,8-8 0,6-7-1,8-6 1,6-5 0,5-5 943,2-6 1,6-1-887,-1-3-354,6-2 0,-4 4 0,2 0 0,-2 3 191,0 2 0,16-4 0,-23 3 0,0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7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22717 13561 7761,'0'-8'77,"-1"1"154,-3 2 1,2-1-1,-2 2 1,3-4-1,0-3 1,-2-1-1,-3 0 1836,0-1-1685,3 1 0,-7 0 1,5-1-1,-2 1 0,-3 0 1,-1-2 724,-1-2 1,1 2 0,3-2 0,2 3 4132,1 5-4061,4-3 0,-3 10 0,8-1 1,4 8-1064,3 6 0,7 13 0,1 1 0,1 4-116,1 4 0,-1 7 0,5-3 0,-1 3 0,1-4 0,0-3 0,-1-1 0,1 0 0,0-1 0,-5-4 0,-1-7 0,-1-5 0,-3-2 0,-5-7 0,-2-3-611,-5-3 0,1-5 0,-7-1 0,-3-1-3441,0 1 1,1-5 2076,-3 2 1,4-3-1,-3-1 1,0-1 1974,1 1 0,-3-6 0,-3-1 0</inkml:trace>
  <inkml:trace contextRef="#ctx0" brushRef="#br0" timeOffset="1">22976 13328 7761,'7'-13'1995,"-3"1"-409,-3 0 0,-1 3-711,0 1 0,-1 6 1,-3-1-1,-6 6-121,-5 5 0,-4 10 1,-7 6-1,-3 8 60,-4 3 1,-2 8 0,-4 3 0,0 5-170,-2 2 0,0-4 0,5-6 0,3-4-514,5-3 0,7-8 0,5 0-1586,2-6 1,7-5-1761,3-4 1773,3-1 1,6-5 0,3-3-2503,3-3 3944,-4-1 0,4-16 0,-4-5 0</inkml:trace>
  <inkml:trace contextRef="#ctx0" brushRef="#br0" timeOffset="2">16613 15346 7950,'-12'-6'435,"-2"-2"1,1-3 0,-1 0 0,4 2 3187,4 1 0,3 5-3201,7-1 0,3 8 1,5 5-1,2 5 40,2 2 1,-1 6-1,4-1 1,1 2-48,-1 2 0,1 1 1,5 1-1,-1 3 223,1 2-552,0 0 1,-1 3-1,1 0 65,-1 3 1,1-2 0,0-5 0,-2-1 61,-3-2 1,8-2 0,-4-2 0,2 0-28,0-4 0,-1 2 0,0-4 0,1 0-70,2-1 1,-6 4-1,3-5 1,-2-1 2,0-1 0,2-2 0,0 1 0,-1-1-140,1 0 0,-5-5 0,1-3 0,1-2-182,1-2 0,-3 0 0,1-2 0,1-2 31,1-4 0,2-3 0,1-3 0,1-1 133,2-1 1,5-2 0,0 3 0,4-3 67,3-1 0,0 3 0,-5-4 0,-2 1 56,-1 0 0,-2 3 0,1-3 1,-6 1-34,-4 3 0,-2-3 0,5 2 0,-1 1-22,1 1 1,1-2-1,3-1 1,4 2-61,2 1 0,7 2 1,2 0-1,0-2-50,-3-2 0,-3 2 0,-2-2 0,-3 2 85,-5 2 1,-2-1 0,-1 2-1,0 2 37,-1 1 0,5 4 1,1-3-1,1 0-51,4 0 1,-4 4 0,2-2 0,1 1 94,2 0 1,-5-5-1,-2 5 1,-3 2-28,-2 0 0,0 2 1,-4 0-1,-3 0 94,-4 0 1,0 0 0,-1 2-1,0 2 90,0 4 0,1 0 0,-2 3 0,-2 3-26,-1-1 0,-3 5 0,1 0 0,0 0-47,-3-1 0,-2 4 0,0-3 1,2 0-171,1-1 0,0 4 0,-4-5 0,0-1 0,2-5 0,2-2 0,-2-7 0,7-1 0,-1-6 0,-1-5 0,4-2 0,-3 1 0,1 0 0,0-1 0,2 1 0,-3 0 0,3-1 0,1 1 0,4 4 0,1 0 0,-1-2 0,2-1 0,-3 3 0,6 0 0,0-2 0,3-1 0,0 0 0,0 2 0,-3 2 0,0 2 0,-1-4 0,5 5 0,-2 1 0,-2 2 0,2 1 0,-2 0 0,3 0 0,5 0 0,1 0 0,3 0 0,-3 0 0,0 0 0,-4 4 0,3 2 0,-3 1 0,-2 2 0,-3 3 0,-2 3 0,-1 3 0,-3 1 0,-2-2 0,0 3 0,-1 2 0,0 1 0,1-2 0,0-2 0,2-1 0,2-3 0,3-1 0,-2-4 0,1-1 0,3-5 0,5-3 0,4-1 0,-1 0 0,0 0 0,4 0 0,0 0 0,3 0 0,0 0 0,1 0 0,-9 0 0,-2-1 0,-1-3 0,-3 2 0,-2-2 0,-3 3 0,0 1 0,-5-2 0,5 0 0,-2-4 0,1-1 0,5 3 0,-2-2 0,3-1 0,2 0 0,0 3 0,-1-3 0,2 0 0,3 0 0,-2 0 0,6-2 0,0 1 0,-2-2 0,1-5 0,-5-1 0,2-1 0,-2-1 0,-1-1 0,-1-5 0,-1-1 0,1 0 0,-2 1 0,-1-1 0,-3 2 0,-1 2 0,-3 4 0,-5 6 0,-2 1-1518,1 2 1,-3 0 0,-2-5-1333,-3 1 0,-2 0 0,-4-2 2850,-8-2 0,-32-6 0,-15-3 0,15 6 0,1-1 0,-1 0 0</inkml:trace>
  <inkml:trace contextRef="#ctx0" brushRef="#br0" timeOffset="3">18730 16601 7962,'-12'-4'545,"-1"-2"0,1 1 0,0 0 0,1 0 1831,3 0 0,4 4 0,9-3 1,9 2-1044,9 2 0,8 0 0,10 0 1,5 0-412,1 0 1,7-1 0,0-3 0,1-5-923,0-1 0,6-3 0,-2 0 0,-1-2 0,-2-2 0,-9 1 0,-5 3 0,-6 1 0,-4 1 0,-8 3-7497,-6 4 5684,-10-3 0,-2 11 1,-7-1-1,-2 4-1324,-1 1 3137,-6 0 0,-19 10 0,-10 1 0</inkml:trace>
  <inkml:trace contextRef="#ctx0" brushRef="#br0" timeOffset="4">19124 16576 7909,'-7'0'1224,"-4"0"0,3 0 414,-3 0 0,3 6 1,1 2-1,1 4 0,4 5 1,2 5 4999,4 5-6509,-3-1 1,9 10 0,-5-5 0,2 2-1,3-2 1,-1-1 0,1-2 0,-2-4-1,2-2-477,0-1 0,1-5 0,-1 3 0,-2-2-2110,2-6 0,-3 1 1,-1-4-1,1 3-528,0 1 0,-4 1 2986,1-1 0,-14-11 0,-3-2 0</inkml:trace>
  <inkml:trace contextRef="#ctx0" brushRef="#br0" timeOffset="5">18878 17253 7878,'-17'0'346,"1"0"1,1 0 846,1 0 1,3-1 0,3-3 0,5-4 0,7-3 3785,9-2-4171,10-4 1,10 2 0,9-6 0,6 1 0,5-1 0,3 2-1,3 2 2683,1 7-3491,2-3 0,-2 12 0,-4-2 0,-7 6 0,-8 5 0,-6 4 0,-7 3-623,-2 2 1,-11-2-1,-4-6 1,-4 0-5388,-4 0 3003,-2-3 0,-2-1 3007,-3-5 0,-25-55 0,9 21 0,0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57.482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11026 14226 7806,'-17'0'4185,"3"0"0,2 7-3572,8 5 1,4 6-1,5 8 1,6 3 0,5 5-1,2 7 1,1 8-1,0 7-76,3 4 0,-3 6 1,1-2-1,-1-2 1,-2-4-1,3-1 107,-1-6 0,-4-4 0,1-13 1,-2-2-226,-2-2 0,5 3 0,-1-6 0,-1-4-392,-1-5 1,-6-4-1,0-4 1,0 0-28,-1-2 0,4-6 0,-4-4 0,0-9 0,0-13 0,-5-13 0,4-8 0,1-7 0,1-11 0,-2 26 0,0-1 0,1-4 0,0-1 0,1-3 0,0-1 0,0-4 0,-1-1 0,3 0 0,1-1 0,0 0 0,1 1-35,2 0 1,-1 1 0,0 3 0,-1 0 0,1 6 0,-1 1 0,5-25-640,-3 17 0,-3 16 0,-1 9 0,-4 6-1064,0 4 0,3 2 0,0 1-1144,2 3 0,1-2 2882,0 6 0,-5-5 0,-1 2 0</inkml:trace>
  <inkml:trace contextRef="#ctx0" brushRef="#br0" timeOffset="1">11974 14792 7809,'0'-8'631,"0"0"1,0-2 0,0-1 602,0-1 0,0-2 0,0-1 0,-1-1 0,-2-1 0,-3 1-617,0-1 0,-3 0 0,-3 3 0,-2 2 1,-2 5-1,-5 4-235,-2 3 1,3 7 0,-1 7 0,-1 9-302,-1 8 1,0 9-1,2 1 1,5-1 124,2-2-94,2-7 0,5 0 0,4-10 0,7-4 0,7-10 0,7-10 265,5-9 1,5-8 0,9-7 0,0-2 525,-1 2 1,-3 2-1,-1 5 1,-2 5-904,-3 5 0,-2 5 0,-3 5 0,-5 1-1131,-3 3 0,4 7 0,-9 6 0,1-2-6369,1-2 7500,-6 0 0,1-12 0,-6-2 0</inkml:trace>
  <inkml:trace contextRef="#ctx0" brushRef="#br0" timeOffset="2">12208 14940 7842,'-4'8'0,"-2"0"949,-1 2 0,1-6 0,-3-4 1348,5-7 0,3-15 1,1-8-1,0-8-821,0-7 0,5-7 0,5-3 0,5 0 1413,5 1-2889,4-5 0,4 15 0,1 3 0,0 11 0,0 9 0,-1 9 0,1 7-112,1 3-1013,-4 2 0,4 6 0,-7 2 0,1 3 1125,0 1 0,-7-5 0,6-2 0</inkml:trace>
  <inkml:trace contextRef="#ctx0" brushRef="#br0" timeOffset="3">12885 13980 7842,'1'11'0,"2"-2"980,1 0 0,1-7 1,-2 1 2918,1-6 0,0 1-3218,-4-7 1,-1 3 0,-5-3 0,-5 4-587,-4-1 1,-6 5-1,0-3 1,-1 1-371,2-1 236,-4 3 1,7-5 0,-5 6 0,3 0 0,1 0 0,3 0 0,1 0-236,2 0 1282,-1 0 0,1 2 0,0 2 22,0 4 1,5 3 0,4 0 0,4-2-381,3 0-650,6 4 0,-7 1 0,5 4 0,2-2 0,0 2 0,3 1 0,-2 3 0,-3 1 0,3 3 0,-4 1 0,1 4 0,0 0 0,-5 6 0,1 5 0,-3 2-227,-1 3 1,0 0-1,0 4 1,-1 1-171,-3 1 1,1 1-1,-4-7 1,0-1 52,1-5 0,3-3 1,-3-4-1,2-4 112,0-5 1,-1-9 485,1 1 1156,2-9 1,-2-7-1098,8-5 1,3-4 0,5 4 0,2 1-314,2 2 0,0-1 0,4 0 0,2-4 0,1-1 0,0 3 0,-1-3 0,-3 2 0,-1 2 0,0-2 0,-3 1 0,1 1-2345,-1 1 0,-5 2 1,-2-1 2344,2-3 0,-16-19 0,-2-10 0</inkml:trace>
  <inkml:trace contextRef="#ctx0" brushRef="#br0" timeOffset="4">12971 14398 7842,'-13'0'759,"5"0"593,0 0 0,1 2 0,-1 2 0,4 4-170,3 3 0,2 3 0,3 2 0,4 6-458,3 5 1,-3 3 0,-1 6 0,0-2 481,0 0-867,-4 10 1,6-17 0,-5 6 0,-1-6 0,-2-3 0,-1-2 0,0-3-750,0-2 0,0-4-3181,0-5 0,0-7 3591,0-1 0,-5-32 0,-2-15 0</inkml:trace>
  <inkml:trace contextRef="#ctx0" brushRef="#br0" timeOffset="5">12909 14423 7822,'-12'-6'395,"0"-2"682,-1-3 0,2-1 0,3 0 0,4-1 1,3 1 4211,1 0-4762,5-6 0,3 8 0,7-2 1,3 1-1,1 0 0,3 0 1,1 2-211,2 0 1,-2 7 0,-2-2 0,-5 2-534,-2 2 1,-3 7-1,-3 5 1,-4 8-90,-3 3 1,-2 6 0,-3 1 0,-4 0-85,-3 0 1,4-2 0,2-4-1,0-2 311,1-2 1,2-5 0,6 2 0,4-5 568,3-4 1,7 2 0,4-6-1,4-2-26,2 0 1,5 3 0,-3 4 0,0 1-202,0 3 0,-2 5 1,-9 3-1,-7 7-77,-6 5 1,-8-2 0,-6 2 0,-10 0-126,-8-2 0,-2 3 0,-8-6 0,-2-4-1070,-1-2 0,2-8 1,5-2-1,3-6-1255,3-5 1,7-2 0,4-5-225,5-6 0,10-10 2487,8-7 0,31-27 0,-16 27 0,0-1 0</inkml:trace>
  <inkml:trace contextRef="#ctx0" brushRef="#br0" timeOffset="6">12885 14115 7803,'-13'0'1473,"1"0"1,1 2 1224,3 2 0,2-4 0,8 1-1864,2-4 0,3-10 0,6-1 1,2-2-146,2-2 0,1-4 1,-3 1-1,2-2 416,3-1-1264,-5-1 0,2 4 0,-4 2 1,-1 1-1,0 5-501,1 3 1,-7 16-1,-1 11 1,-4 8-34,-1 4 1,-4 8 0,0-3-1,1-1-493,2-2 0,-4 1 0,1-6 1,2-4-1381,0-3 1,4-4 2565,2-7 0,8-41 0,7-15 0</inkml:trace>
  <inkml:trace contextRef="#ctx0" brushRef="#br0" timeOffset="7">13266 14066 7803,'0'8'1734,"-1"-1"133,-3-2 0,1 0 0,-4-7 572,2-2 0,-4 1 2326,5-5-4055,0 5 1,6-1 0,2 7-567,4 1 1,3 2-1,1-4 1,2 2-151,2-1 1,-1-1-1,6-2 1,1 0-143,1 0 1,1 0-1,0-2 1,-2 0-347,-2-3 1,-5-3 0,2 4 0,-4 0 148,0-1 1,-5 3-1,-1-3 259,-2-1 710,-1 5 1,-4-3-295,0 8 1,0 3 0,0 5 0,0 0 72,0 1 1,4 4-1,0 5 1,0 4-366,2 3 0,-3 9 0,5-1 0,0 3-416,-1 2 0,2 1 0,-3 3 0,-1-1 186,1 2 1,2-1-1,-4-1 1,-1-4 198,-2-2 1,-1-4 0,0-2 0,2-4 34,2-3 0,-3-3 0,5-1 0,-2-3-254,0-1 1,4-2-1,-4-4-365,-1 1 0,0-6 1649,1-3 1222,-3-3-2032,4-6 0,-6 3 0,-2-1 1,-2 5-263,-2 2 0,-1 6 0,-4-2 0,-2 3-281,-3 1 1,2 0-1,-4 1 1,0-2-144,0-3 0,0 1-1,-2-5 1,5 0-423,2 2 0,2-5 0,0 3-1642,-1-2-2698,7-2 5187,0 0 0,6-6 0,0-1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14.19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56 522 7628,'-5'0'527,"-2"-1"-204,4-2-147,0 2 0,2-3-17,-2 4 144,2 0-156,-3-4 1,2 3 77,-1-2 0,2 1 137,-2-1 1,1 2 502,-1-2-496,2-3 0,-3 4 66,4-4 1,-1 4 271,-2-1 317,2-2-567,-3 4 0,4-4 113,0 1-320,0 3 1,0-2 0,0 6 0,0 7 27,0 5 0,4 4 104,2 3 0,5 2-337,2 8 0,3 5 121,0 6 1,2 5-64,4 5 1,-2 4-49,2 8 1,-4-5-259,-2-4 1,0-7 128,-3-8 1,-1-2-143,-3-8 0,3 0 107,-3-3 1,3-1 134,-6-2 0,2 1-99,1-4 0,1 1 81,-1-4 1,-3 1-26,0-8 1,-3 1 27,0-4 0,1-3-2,-1 0-107,0-4-42,-3 3 322,0-5 0,0-5 26,0-1 1,0-3-102,0-4 1,0-2-117,0-7 0,1-6 60,2-6 1,-1-6 0,4-4 0,1-4 31,2-2 0,4-9-13,3-3 1,3-14-45,2-8 0,2-2 151,2 3 0,2-4 259,-2 0 1,2 3-91,1 9 1,-6 16 83,-3 19 1,-1 7-140,-6 8 0,-1 3-106,-4 7 0,-2 5-130,-2 7-570,-2-2 46,3 4-228,-4-3-370,0 4-4521,0 4 5588,0-3 0,-4 11 0,-1-1 0</inkml:trace>
  <inkml:trace contextRef="#ctx0" brushRef="#br0" timeOffset="1252">867 951 9446,'5'0'3479,"-1"0"-839,-4 0-1602,0-4-304,0 3 0,3-4-283,1 2 1,-1 1-52,-3-5 1,0 4-253,0-3 0,0 0-118,0-4 1,-3 1 19,-1 0 1,-3-4-139,1 1 1,-2-1-346,-2 0 1,0 3 215,-2-3 1,1 3-31,-1 1 1,-3 0-65,0 3 1,-3 2-110,0 4 0,2 1-16,1 2 0,0 7 124,0 5 0,-2 7-14,5 3 0,-1 3 104,4 3 0,3-2-9,-1 2 0,2 1 58,-1-1 1,2-3 132,4-3 0,1-2-101,2 2 1,-1 1 148,4-4 1,0 0 130,4-4 0,2 0-56,1-3 1,0-1 143,0-5 1,-2-3-55,4 1 1,-3-5 152,0 1 0,2-6 53,-2-4 1,4-6 38,-4-6 0,0 0-151,-2-6 0,1-1-85,-1-5 0,1 5-123,-5-2 1,-1 2 91,1-2 0,-2 1-245,2 2 1,-4 0 49,1 3 0,-2 4-32,-1 6 1,0 1-19,0 2 0,0 5-19,0 4 1,0 5 177,0 8 1,0 1 123,0 5 1,1 0-73,2 3 0,-1-2 150,4 2 1,0 0-69,0 0 1,2-1-82,-2-6 1,3 2-125,0-5 0,-3 4-23,0-4 1,0-2-235,0-4 0,-2-3-624,-4 3-821,0-4-1642,0 2 1632,0-4 1718,0-4 0,0-9 0,0-7 0</inkml:trace>
  <inkml:trace contextRef="#ctx0" brushRef="#br0" timeOffset="1652">1063 1035 7968,'0'9'726,"0"1"193,0-1 0,0 0 124,0 0 1,1 2-481,2 1 0,-1 0-102,4 3 1,-3 1-180,3 2 1,0 1-116,0 0 1,1-2 13,-4-1 0,3 0-27,-3-3 219,1 3-292,-4-5 0,-1-2 11,-3-6 1,2-7 20,-4-5 1,-3-6-231,-4-7 0,2-1 95,5-5 1,-2 0-64,1 0 1,3-1 162,1-2 0,2 2 155,1-2 1,4-1 292,2 0 1,8-2-188,4 3 1,2 0 348,5 3 1,3 5-190,3 5 0,0 4-80,-3 8 0,-3 6-186,0 6 0,-5 7-40,2 2 1,-6 6-220,-4 1 0,-2-2-327,0-4 0,-4 1-985,0-5-1806,-4 0-305,2-2 3449,-4-5 0,-24-46 0,-8-16 0</inkml:trace>
  <inkml:trace contextRef="#ctx0" brushRef="#br0" timeOffset="2535">1948 271 7968,'0'5'1943,"0"3"194,0-7-966,0 8 524,0-8-1175,-4 3 1,-2-3-188,-3 2 0,0-2-197,-1 2 0,0-2-145,-2-1 1,-3 3 47,-3 0 1,-5 1-133,-2-4 0,-2 0-93,-1 0 1,-1 0 37,-2 0 1,3-4-121,0 1 0,1-3 184,6 3 0,-3-3 122,5 3 1,-1 0 46,8 3 1,3 0 492,2 0 94,1-5-150,1 4-364,1-3-4,4 4 0,1 0-134,2 0 0,-1 3-2,4 0 1,-3 5-121,4-2 1,-4 2 140,3 2 0,-3 0 41,3 2 0,-1 0-31,2 3 1,1 1 27,-2 2 1,-1 2 45,2 2 1,-2 2-33,1 4 1,1-1-139,-4 1 1,4 3 90,-4 1 1,1-1-22,-1-3 1,1 3-35,2 0 1,-1 4-11,-1-1 1,-2 5 4,4 2 1,-4-1-97,1-3 0,-2 0 6,-1-3 0,0-2 94,0-4 0,0-4-5,0-3 0,0-1-6,0-1 1,0 2 23,0 1 1,0 0-10,0-3 0,3-4 5,0 1 1,0-2-63,-3 2 0,0-3-72,0-4-167,0-3 217,0-2 437,0-4-305,0-4 1,0-2-59,0-3 0,0 0 58,0-1 1,3 4 129,1 0 0,3 0-49,-1-4 1,2 2 3,2 2 0,0-5 349,2 1 1,3-1-152,3 2 1,0-1 496,-2 1 1,1 0-297,-1-1 1,0 1-450,0 0 1,0 2-332,-3 1 0,-1 4-1037,-2-1-497,-1 2-172,0 1 0,-3 3-2116,1 0 4073,-5 0 0,2-3 0,-4 0 0</inkml:trace>
  <inkml:trace contextRef="#ctx0" brushRef="#br0" timeOffset="3116">2106 578 7958,'-9'0'2856,"1"1"-2147,1 3 0,3 1-256,4 4 0,0 1 182,0 3 1,0 1-149,0 5 0,4 4 23,3 2 1,1 6-174,1 3 0,-1 6-56,-1 4 0,1 0-254,-2 0 0,1-1 82,0-6 0,-3-2-346,-4-11 0,0-1 176,0-4 0,0-5-1018,0-1 262,0-7 1,0-6-588,0-6 0,-3-4 1404,0-2 0,-5-40 0,3-13 0</inkml:trace>
  <inkml:trace contextRef="#ctx0" brushRef="#br0" timeOffset="3700">2069 662 7936,'-4'-5'578,"0"-3"924,-3 2-809,-1-3 1,7 0 189,-2 0 1,-1 2-287,1 1 0,0-1-191,3-5 1,4 0 163,2-3 0,2-1-97,2-3 1,2-2-205,0-1 0,4 0-96,-4 4 0,4 0-114,-4 3 1,4 1 49,-4 5 1,4 4-180,-4 1 1,1 3-223,-4 1 1,-3 2 134,0 5 0,0 3-2,0 9 0,-2 3-15,-4 3 0,0 2-29,0 1 0,-4 0-5,-2 0 0,0 0-88,0 0 0,0-4 87,-3-2 1,2-3-71,1 0 0,3-4 108,-3 1 1,4-5-152,-1 2 423,2-7 6,1 2 10,0-7 1,1 2 52,2-6 0,2-1 345,4-2 1,2-2-80,1 1 0,-1 2 273,5-1 0,-4 0-191,4-4 1,-1 5-126,4 2 0,3-1-340,0 1 1,-1 0 116,-2 3 1,3 4-111,-1 2 0,1 2 38,-3 2 0,-4 2-115,1 1 0,-2 4 28,2 2 0,-3-1-139,-3 4 0,-1 2-29,0 1 1,0 2 72,-3 1 0,-2 0-53,-4 0 0,0-4-7,0 1 1,-5-4-33,-5 1 0,0-6 106,-5 0 1,-4-1-2,-3 4 0,-7 0-7,1-1 1,-7-3-9,-2-3 0,0-6-95,-4-2 0,0-4 72,0-4 0,6-5-647,7-6 1,4-3-86,6-1 1,1-2-271,5-1 1,0 0-1880,9 3 2990,0 1 0,16-17 0,2-5 0</inkml:trace>
  <inkml:trace contextRef="#ctx0" brushRef="#br0" timeOffset="4234">2115 308 8305,'-5'1'1871,"2"2"-939,2-2-49,-3 4-284,3-5 1,-3-2-201,4-1 0,0 1-30,0-4 1,3-1-173,0-6 0,3 2 32,-3-4 1,5-1-185,-2-3 1,-1 0 31,1-3 0,-1 1-9,2-4 1,0 5-3,-4-2 0,1 2 39,-1 2 1,-2 3 170,2 3 1,-2 1 93,-1 2-178,0 4-117,0 1-467,0 4 323,0 4 1,3 1-26,1 4 0,2 4 82,-3-1 0,4 1 41,-1-4 0,0 3-131,0 1 0,-1 2-8,1-2 0,-1 0-87,-2 0 0,-1-3 214,5 2 1,-5-1-1516,1-2-357,2 0-424,-4 1 2279,3-1 0,-8-8 0,-1-2 0</inkml:trace>
  <inkml:trace contextRef="#ctx0" brushRef="#br0" timeOffset="5143">2497 299 7936,'-9'-5'2210,"0"1"-1561,-1 4 0,4-4 2180,0 1-1016,4 0-1084,-2 3 0,5 0-235,2 0 0,2 0-20,4 0 0,2 1-190,1 2 1,3-2-56,3 3 1,1-3-145,0-1 0,-1 0 12,1 0 1,0 0-79,-1 0 1,-2 3 94,-1 0 0,0 0-157,0-3 0,2 0 24,-5 0 0,1 0 85,-4 0 0,-1-1-83,-2-2 119,3 2-99,-8-3 178,3-1-230,-4 4 0,-1-3-22,-2 4-149,2 0 131,-8 0 1,7 0-139,-4 0 0,4 1-32,-1 2 208,-2 3 1,4 6 71,-2 0 0,-1 2-33,0-2 1,1 3 6,3 3 0,0 5 37,0 2 0,0 5 172,0 1 1,5 4 31,1-1 1,2 0-48,1 0 1,1-5 38,-1-1 0,0 2 4,1-5 0,-4 0 123,0-3 0,0-1-128,4 4 1,-2 0 57,-2 3 1,1-2-266,-4-1 1,5 1 113,-2-4 0,-1 3-210,1-4 0,-1 0 56,2-5 1,0 0-49,-4-3-3,4-1 1,-5-4-279,4-1-2,-3-3-168,1-4-990,-4 0 1345,4 0 209,-3 0-45,3 0 251,-4 0-698,0-4 252,0 3-90,0-4 91,0 5 90,-4 0 194,-1 0 0,-5 0-121,1 0 138,0 5 1,-4-4-252,1 2 1,2 1 104,0-1 1,3 1 38,-5-1 0,1-2-218,2 2 0,3-2-301,-1-1 1,1 4-135,-3-1 0,3 0-414,0-3 1,2 0 344,-2 0 1,4 1-1123,-1 2 1197,2-2 647,1 3 0,12-8 0,4-1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2.88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224 122 7899,'5'5'3897,"-1"-1"-2984,-4-4-507,0 0 1,0-4-49,0-2 0,0-2-133,0-2 1,-4 1-43,-2 0 1,1-2-46,-1-1 1,-1 2-131,-2-3 1,3 4 53,0 3 0,-1-2-211,-2 5 0,0-3-41,0 3 1,-4 0-92,1 3 1,-4 4-44,4 2 1,-4 8 81,4 4 0,-4 3 179,4 7 0,-1-2 22,4 5 0,1 1-2,2-1 0,1 0 16,5-3 1,0-1 26,0-2 0,5-3 4,1-7 0,5-3 14,2-5 0,-1-3-30,-3-4 1,4-1-18,-1-2 1,4-3 147,-4-3 1,1-4-48,-4-3 1,0-1-32,1-2 0,-1-5-24,0-4 1,0 0 10,1-3 0,-2 3 143,-2 3 1,3 3-82,-3 3 1,-1 9 169,1 3 1,-3 6-56,3 5 0,1 6 400,2 8 0,0 8-109,1 5 1,-1 0 29,0-3 0,1-4-298,-1-2 1,0-3-302,1-4 0,-1 1 59,0-7 1,-3 1-417,1-7-2605,-5 1 1530,2-4 1505,-4-5 0,4-12 0,1-8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1.10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94 299 7887,'-9'0'0,"-1"-3"1908,1 0-341,4 0-17,-3 3-1047,7 4 1,-7 1-41,5 4 1,0 5-9,3 1 0,0 3-121,0 0 0,3 2-27,0 2 0,4 2-170,-4 4 1,3-1-132,-3 1 1,3-3 105,-3 0 0,0-4-62,-3 1 0,0-4-228,0-2 0,0 0-1227,0-3-1057,0-1 449,0-3 920,0-3 0,0-6 370,0-7 723,0-1 0,5-26 0,0-6 0</inkml:trace>
  <inkml:trace contextRef="#ctx0" brushRef="#br0" timeOffset="283">38 29 7887,'-6'-4'0,"0"-3"653,4 3 1012,-7-4-1153,4 7-547,0-3 0,1 5-813,4 2 0,1-1 848,2 4 0,27 17 0,10 7 0</inkml:trace>
  <inkml:trace contextRef="#ctx0" brushRef="#br0" timeOffset="815">420 262 7890,'8'-1'48,"-1"-3"0,-2 3 419,-2-2 276,-2 2-431,3-3 0,-3 3 574,2-2 87,-2 2-618,3 1 1,-5 1-92,-2 2 0,1-1-40,-4 4 1,0-3-186,-3 4 0,-2-1 10,-1 3 0,1 1-18,-1-1 0,2 0 47,0 0 0,1-2-207,0-1 0,-1 0 42,1 3 1,3-2-95,0-1 0,4-3-18,-2 3 286,3-4 1,2 2 131,3-4 0,5-1-194,6-2 0,1 2 379,3-2 1,-3 2-54,6 1 0,1 0 20,-2 0 1,4 4-143,-3 2 1,2 7-84,-6 2 0,2 4-73,-8 3 1,0 0 36,-6 3 1,-2 2-136,-4-2 1,-5-1 2,-4 1 0,-6-6-18,-6 0 1,0-4-12,-4-6 1,0-1-182,-3-2 1,4-2-32,3-4 0,2 0-177,3 0 1,3-1-269,4-2 0,-1 1-174,1-4-211,4 0 0,1-3 1093,4-1 0,4-3 0,1-2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8.69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112 671 7790,'-6'0'402,"-1"0"0,1 0-186,-3 0 1,2 0 0,-3 0 0,3 1-15,-5 2 1,1 3 11,2 3 0,1 4 82,1 3 0,0 1-82,4 2 0,0 1 28,3 2 0,1 0-58,2 3 1,2-2-1,5-4 1,3-5-57,3-2 1,2-5-147,4-4 0,-1-7-38,4-6 1,-5-7 119,2-8 1,-2-2 97,-2-1 0,-3-3 3,-3 0 0,-2 1 111,-4 5 0,-3 2 31,-6 5 0,-7 2 286,-5 1 1,-7 4-262,-3 2 1,2 1-272,-2 4 0,7 1-980,-1 3 665,3 0-1226,1 0 1,6 5 647,6 1 0,6-1 832,3 1 0,52-8 0,14 1 0</inkml:trace>
  <inkml:trace contextRef="#ctx0" brushRef="#br0" timeOffset="384">615 327 7790,'0'-10'589,"3"1"166,0 0 0,0-4-161,-3 1 0,0-1 68,0 4 1,0-3-251,0-1 1,0-3-52,0 0 1,-4 2-49,-2-2 1,-3 1-67,-4-4 0,-1 3-92,-5 1 0,0 0-36,1 0 1,-2-2-144,-2 5 1,3-1 39,-3 4 0,3 1-238,4 2 1,-2 1-12,5 5 1,-1 5 101,4 1 1,1 6 294,2 4 1,-2 5-59,5 4 1,0 6 242,3 4 0,0 1-109,0 1 1,4 3 40,2 1 1,3 4-29,0 2 0,3 4-75,1 5 0,2 0-200,-2-3 1,2-2-344,-2-14 0,-1-2-660,-2-7 0,-2-1 99,-2-2 1,-1-3-252,-2-7 1,-2-1 475,2-5 0,-2 4-128,-1-1 0,-3-3 359,0-2 0,-4-5-220,1 1 690,-7-2 0,-9-18 0,-7-3 0</inkml:trace>
  <inkml:trace contextRef="#ctx0" brushRef="#br0" timeOffset="574">280 690 7790,'5'-4'0,"3"-1"0,-3-4 1616,4 3 0,1-2-747,-1 2 1,5 0 639,1 0 0,6 3-730,1-3 1,3 4-376,0-1 0,-2 2-439,-1 1 0,-7 0-829,-2 0 559,1 0-270,-3 0-2995,-2 0 1216,-5 0 2354,-4 0 0,-25-13 0,-6-2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24.65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56 681 7948,'-9'-1'555,"-1"-2"857,1 2-873,0-4 1,1 6 70,1 3 1,3 2-65,4 6 0,1 3-152,2 3 0,1 6 54,3 4 0,1 4-56,-2 5 0,2 4-130,2-1 0,-4 2-66,0-2 0,-4 2-1,1 5 1,-2 3-57,-1-1 0,0-3-138,0-6 0,0-3-169,0-6 0,-3-2 104,0-11-369,-4-5 236,6-9 1,-4-4 152,2 0 0,2-5 18,-3-5 0,0-3 2,1-6 1,0-5-25,3-4 1,0-8-97,0-7 0,0-3 246,0 0 1,0-4-75,0 0 0,4 0 108,2 4 0,3-5-44,0-2 0,5-4 136,1 2 1,3 1-32,0 7 1,5 7 134,2 6 1,1 4-52,-1 11 0,1 7-45,-5 8 1,2 4-303,-1 4 1,-4 2 163,1 6 1,-1 3-276,-6 3 1,-3 2 82,-2 2 1,-5 3-10,1 6 1,-6-1-57,-4 4 1,-2-3-105,-3 3 0,-3-2 72,-3-1 0,-1-4-56,0-8 0,1-5-62,-1-1 0,-3-4 71,1-3 1,0-3-528,5-6 1,0-2-41,3-4 1,2-1-113,5 1 1,2 3 162,4 0 1,4 2 753,2-2 0,40 0 0,9-3 0</inkml:trace>
  <inkml:trace contextRef="#ctx0" brushRef="#br0" timeOffset="292">541 820 7948,'0'10'173,"0"-1"1,0-3 866,0 1 271,0-1-483,0-1-131,0-1 0,0-12-106,0-5 0,0-7 64,0-5 0,0-3-181,0-3 0,4 1 12,2-4 0,2 4-130,2-1 0,-1 6 61,0 3 0,4 3-569,-1 4 0,4-1 172,-4 7 1,0 2-930,-2 7 1,-1 1-161,0 2 1,1 2-671,-1 4 0,0 1 630,1-1 0,-1 0 1109,0 1 0,5-1 0,0 0 0</inkml:trace>
  <inkml:trace contextRef="#ctx0" brushRef="#br0" timeOffset="559">820 606 7948,'-9'4'0,"-1"2"906,1 3 0,1 4-346,2 3 1,-2-2 337,5 2 0,0 0-269,3 6 1,1-2-69,2 2 0,4-7-206,5-3 0,-1-5-111,5-4 1,-1-3-75,4-3 0,-3-7-1,-1-5 1,-3-7-140,4-3 0,-5-2 133,2-1 1,-7 1-117,-3 3 0,-3 1-31,-3 4 1,-2 2 43,-4 1 0,-5 6-129,-1 4 1,-3 3-191,-1 0 1,2 3-260,1 3 0,3 3-528,3 3 0,2 1-558,2 3 1,-1-3 797,4 3 1,1-3 805,5-1 0,18 17 0,9 4 0</inkml:trace>
  <inkml:trace contextRef="#ctx0" brushRef="#br0" timeOffset="1059">1034 634 7948,'0'6'95,"0"1"1,0-4 142,0 3 1,1 0 1351,2 3 0,-1 5-744,1 1 1,1 4-141,-1 3 0,3 3-214,-3 6 1,4 1-15,0 2 0,-3 1-175,-1-4 1,1 0-51,-1-3 1,0-1-30,-3-2 0,0-6 0,0-7 0,-1-3-129,-2-2 1,1-3 135,-4-4 0,0-4-138,-4-3 0,1-5-128,0-4 0,-1-5-282,1-4 1,3-2 209,0-1 1,4-4-64,-2-2 0,3-6 608,1 0 0,1 3-174,3 3 1,5 0 125,6 0 1,3 0-87,1 6 1,2 3-437,1 10 1,3 2 35,-3 7 0,-1 3-43,-2 6 0,-4 3-63,-3 7 1,-3 1-410,-3 5 0,-1 3 242,-5-1 1,-5 5-27,-1-1 1,-6 2 41,-4 1 1,-1-1 99,-2-2 0,0-4-62,1-5 1,0-3-143,3-3 0,-2-4-272,5 0 0,2-4-432,4 1 516,4-6 0,-1 1 645,6-4 0,35-25 0,13-9 0</inkml:trace>
  <inkml:trace contextRef="#ctx0" brushRef="#br0" timeOffset="1317">1305 634 7935,'-6'9'2460,"3"1"1,2 2-1298,1 1 1,0 2-612,0-2 0,4 2-35,3-2 0,4 2-335,1-3 0,5-3 47,-2-6 1,3-3 63,1-3 0,-5-3-64,-1-7 1,-3-4-114,-1-5 1,-4 0 112,-1 3 0,-8 1 0,-2-1 1,-6 5-86,-4 1 0,-1 4-194,-2 3 1,0 2-803,1 4 1,0 0-1360,3 0 1,1 4 286,5 2 1,1 2 858,1 2 0,3-1 1065,4 0 0,25 9 0,6 1 0</inkml:trace>
  <inkml:trace contextRef="#ctx0" brushRef="#br0" timeOffset="1526">1500 774 7898,'0'-9'500,"0"-4"1101,0 1 1,-1-5-749,-2 2 1,2-7 565,-2-3 1,2-3-370,1-3 0,3 5 18,0-2 0,4 8-716,0 1 0,1 4-188,1 6 1,0 4-94,1 2 0,-1 7-194,0 5 1,1 2-1146,-1 4 0,0-2 726,1 2 0,-1-2-3685,0 2 4227,1-4 0,-1 3 0,0-5 0</inkml:trace>
  <inkml:trace contextRef="#ctx0" brushRef="#br0" timeOffset="2019">1854 19 7893,'-6'-6'1014,"0"0"0,3 4 196,-4-1-232,5 2 0,-5 9-267,4 4 0,0 9-30,3 4 0,1 6-72,2 3 0,-1 9 139,4 6 0,0 8-267,0 11 0,1-1-52,-4 1 0,3-7-427,-3-5 1,4-5 64,-4-8 0,1-10-812,-1-8 1,-2-4 530,2-2 1,-2-5-3558,-1-2 2139,0-5 0,0-4-905,0-6 2537,0 2 0,-8-16 0,-2 2 0</inkml:trace>
  <inkml:trace contextRef="#ctx0" brushRef="#br0" timeOffset="2209">1761 569 7867,'0'-10'0,"0"-3"0,1 2 0,2-5 0,-1 4 1997,4-4 0,4 4-843,2-4 0,5 6-483,-2 1 0,2 0-729,-2 6 0,2 0-734,-5 3 0,1 7-886,-4 3 1,0 5 1677,1 1 0,3 10 0,2 3 0</inkml:trace>
  <inkml:trace contextRef="#ctx0" brushRef="#br0" timeOffset="2476">2115 448 7857,'0'-5'2400,"0"-4"-534,0 8-974,0 5 0,0 7-427,0 7 0,0 1-6,0 0 0,0 2 114,0 1 0,0 3-297,0-3 1,0 1-374,0-2 1,3-2-83,0 0 0,0-2-359,-3-4 1,0-4-2728,0-3 1401,0-4-756,0 2 2620,-4-8 0,-5-34 0,-6-13 0</inkml:trace>
  <inkml:trace contextRef="#ctx0" brushRef="#br0" timeOffset="2617">2078 112 7857,'-10'-3'0,"1"0"0,0 0 94,0 3 0,-1 0 148,1 0-277,4 4 0,1 1 101,4 5-66,0 3 0,16 14 0,5 7 0</inkml:trace>
  <inkml:trace contextRef="#ctx0" brushRef="#br0" timeOffset="2969">2320 532 7809,'-9'7'0,"-1"2"0,1 7 477,0-1 1,0 3 690,3 1 1,2-1-588,4 1 1,1 3-20,2-1 0,3 0-366,7-6 1,-2-1 19,5-5 0,-2-4-107,2-1 1,1-4 70,-1-4 1,-2-5-69,2-6 0,-5-4 104,2-3 0,-3-2-217,-1-4 1,0 4-26,-3-1 0,-2 3 132,-4-3 0,-1 6 63,-2 0 1,-5 1 1,-5 6 0,-3-1-289,0 4 1,-5 4-405,0 2 1,-4 6-826,3 3 1,0 3 630,4 4 1,3-2-952,3 5 1667,6-5 0,18 11 0,9-2 0</inkml:trace>
  <inkml:trace contextRef="#ctx0" brushRef="#br0" timeOffset="3302">2497 588 7809,'0'9'0,"0"0"0,0 1 708,0-1 1,0 0-129,0 0 1,0 1-36,0-1 0,0 0 193,0 1-228,0-1-259,0-4 0,0-6-35,0-8 0,4-6 129,2-6 1,3 0 91,0-4 0,4 0 276,3-3 1,5 3 37,0 1 1,2 7 296,-1 2 1,-2 4-612,1 5 0,-2 10-112,-3 9 1,-3 7-53,-4 5 1,-2 2-58,-1 1 0,-4-1-454,1-2 1,-3 1-1045,-3-5-1785,2 1 139,-8-7 886,8-6 0,-4-12 2042,2-7 0,2-26 0,-3-4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30.65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94 904 7934,'6'0'0,"0"0"0,-4 0 0,7 0 0,-5-1 335,2-2 0,-1-2-28,-2-4 1,-1-1-55,4 1 1,-2-3 59,2-1 0,-4-3 127,1 0 0,-2 3 537,-1 0-617,0 3 0,-4 5-166,-2 2 0,-4 3-16,-2 3 1,0 3-102,-3 6 1,3 2 85,-4 1 1,4 3-137,-4-3 1,5 3 94,-2 1 1,4-1-175,3 1 1,2 1-5,4 1 1,0 2 144,0 2 0,4-2 10,2-5 1,6 1-54,4 0 1,5-3-2,0-3 0,4-2 1,-3-8 1,3-1-128,-4-5 0,4-3 120,-3-7 0,0-1-18,-4-5 1,-2 0 133,-1-3 1,0 1-110,1-4 1,-3 5-30,-4-2 0,-3 5 1,1 2 0,-5 3-88,1 0 1,-3 2 80,-3 0 1,-2 2-104,-5 2 1,0-1 47,-2 3 1,0-3-156,-3 1 1,0 1-92,0-1 1,-3 0 53,2 0 1,-1-1-144,-2 4 1,4-3 57,-1 3 0,2-4 139,-2 4 0,3 0-78,3 3 423,1 0-149,0 0 236,4 4-163,0-3 1,10 7-36,1-5 1,0 0 396,3-3 0,-1-3 124,4 0 0,2-5 305,2 2 1,2-5-274,0-2 0,1-2 95,-1 2 1,0-2-365,-2 2 1,0 1-256,-3 3 0,-1 0-624,-3 3 0,-3 1 307,-3 2-1146,-2 2-109,-1-3 0,4-13 0,1-4 0</inkml:trace>
  <inkml:trace contextRef="#ctx0" brushRef="#br0" timeOffset="524">410 466 7934,'-9'-5'0,"4"0"-77,2 2 1,-1 1 156,1-4 0,0 3 606,3-4 0,1 4-245,2-3 1,0 0-183,6-4 0,-2 1-39,6 0 1,1 0-1,2-1 1,-2-1-46,2 1 0,-4-1-108,4 5 1,-5 2 3,2 1 1,-3 2 16,-1 1 0,0 1-292,-3 2 1,-2 2 4,-4 4 1,0 4-96,0-1 1,-3 5 96,0-2 0,-5 0-128,2 0 0,-1 0 168,1 0 1,-3 2 78,3-5 0,1 4 112,-1-4 0,4 4-76,-1-4 1,-1 1 102,0-4 1,1 0 271,3 0 11,4 5 1,2-5 68,3 1 0,1-5 170,3-5 1,-2-1 144,5-2 0,-4-3-221,4-3 1,-4-3-427,4-1 0,-4 1 22,4 3 0,-8-1-1920,1 1 1033,-2 4-1037,3 1-249,-5 4 2070,-1 0 0,-4 8 0,0 2 0</inkml:trace>
  <inkml:trace contextRef="#ctx0" brushRef="#br0" timeOffset="1090">1156 103 7934,'0'-9'0,"0"-1"-138,0 1 1,0 0 430,0-1 0,0 1 569,0 0 1,-1-1-404,-2 1 1,2 3-8,-2 0 1,-3 4-250,0-1 0,1 2 26,-1 1 1,0 4-122,-4 2 0,0 3 72,-3 4 1,2 0-98,-4 3 1,2 4 74,-2-1 0,2 3-188,-2-1 0,2 6 51,-2 4 0,3 5 92,0-2 1,2 6-68,0 4 1,-1 1 82,2 2 0,-3-1-189,6 1 0,1 1 98,-1 1 1,3 3 18,0 4 1,2-9 18,1-3 0,4-6-12,3-4 1,5-4 70,4-8 0,-2-1 130,2-9 0,-1 3 267,4-6 0,-1 3-151,1-6 1,3-2 68,0-1 1,-2-2-155,-4-1 0,3-3-253,-3 0 0,3-1 259,-7 1-233,0 2-744,-2-4-1493,-5 5-1839,-1 0 4007,-4 0 0,-25-20 0,-6-6 0</inkml:trace>
  <inkml:trace contextRef="#ctx0" brushRef="#br0" timeOffset="1648">1296 681 7975,'0'-6'2569,"0"11"1,0 5-2011,0 9 1,0 0-152,0 3 1,0-1-174,0 4 1,1-4-37,2 4 1,-2-4-7,2 1 0,-2-3-80,-1 0 0,1-6-676,2-3 279,-2-1-845,3-8 1,-4 2 8,0-6 0,0-2-278,0-4 0,0 2 522,0 1 876,0 0 0,-16-20 0,-5-4 0</inkml:trace>
  <inkml:trace contextRef="#ctx0" brushRef="#br0" timeOffset="1823">1258 513 8017,'0'-12'0,"0"-1"0,-3-2 413,0 2 0,-3 4 526,3 3 639,-4 4-1436,6-3-770,-4 5 0,10 0 628,1 0 0,14 17 0,5 4 0</inkml:trace>
  <inkml:trace contextRef="#ctx0" brushRef="#br0" timeOffset="2166">1482 830 8011,'4'9'0,"-3"-3"0,2 0 0,-1 1 371,1 2 0,-2 0 70,3 1 0,-3-1 472,-1 0-459,0 1-271,0-1 1,0-3 366,0 0-75,0-4-77,0-10 0,0-1-53,0-13 1,0 3 53,0-5 1,1 2-23,2-3 1,-1 1 209,4-1 0,-1 3-329,1 3 0,2 4-71,-5 3 1,4 3-623,-1 2 0,2 0 336,2 4 0,-2 1-428,-2 5 1,3 2 270,-3 5 0,1-1-3390,-1 0 1806,2 1 1840,-2-1 0,-9 0 0,-4 1 0</inkml:trace>
  <inkml:trace contextRef="#ctx0" brushRef="#br0" timeOffset="2550">1743 764 7988,'0'6'37,"-1"2"897,-2-2 0,2 2-274,-2 2 0,1-1-121,2 0 1,2 4-245,1-1 1,-2 4-61,2-4 0,1 4-77,-1-4 1,3 1-115,-3-4 1,0-3-56,-3 0 1,1-4 269,3 1-305,-3-1 1,3-8 34,-4-3 0,0-4-70,0-6 0,1-5 51,2-4 0,-1-1 109,4-5 1,-1 2 226,2 1 0,1 1 344,-2 8 1,2 0-159,2 4 1,-1 3 228,0 3-691,1 6 0,-1 3-368,0 6 1,-3 5-509,1 4 0,-5 4-71,1-4 0,-1 4-2381,1-4 3298,-2 1 0,3-8 0,-4-1 0</inkml:trace>
  <inkml:trace contextRef="#ctx0" brushRef="#br0" timeOffset="2950">1994 783 7942,'0'5'2211,"0"-1"1,4 0-1837,3-1 0,-1 0-465,3-3 0,-2-1 53,6-2 1,1 1 79,2-5 0,-2 1 7,2-3 0,-4-4-276,4 1 1,-5 0-105,2 2 1,-4-2 80,-3-1 0,-2 1 307,-4 3 0,0 2-98,0 1 1,-1 4-159,-2-1 0,-6 2-22,-7 1 1,2 4-221,-2 2 1,1 7 174,-4 2 0,1 3-36,-1 1 1,4-2 296,3-1 1,2 1-105,0-1 1,4 0 741,0 0 1,4 0-321,-1-3 0,3-1 509,3-2 0,3-1-233,6 0 0,-1-3-108,1 1 1,-1-5-984,-2 1 1,3-2 351,1-1 0,-1 0-760,-3 0 1,-2 0 908,-1 0 0,-4-13 0,2-2 0</inkml:trace>
  <inkml:trace contextRef="#ctx0" brushRef="#br0" timeOffset="3556">2395 811 7912,'0'-9'393,"3"3"148,0-1 1,0 1-134,-3-3 1,1-1 9,2 1 0,-2-3-272,3-1 1,-3 1 80,-1 3 0,0-4-145,0 1 0,-1 2 96,-3 4 1,-1 1-264,-4-1 0,0 2 63,-1 4 0,-2 8 13,-1 4 1,-2 6 168,3 4 0,-1 2 126,4 3 1,-1-1-97,1 2 0,4-5 151,2 5 1,2-3-234,1 0 1,0 0 109,0-7 0,5 2-173,4-8 0,2 0-18,4-6 1,1-6-177,2-6 0,-2-7 48,-1-2 1,1-7-75,3-3 0,-2-3 134,-1-3 1,0-2 53,-3-4 0,-1-5 69,-3-1 1,0 0 203,-3 0 1,1 1 246,-4-2 0,0 0-184,-3 3 0,-4 0-394,-2 0 1,-2 4 127,-2 0 1,0 5-674,-2 7 1,1 7 171,-1 9 0,2 4-46,0 5 0,1 2 47,0 4 0,2 4 61,1 9 0,4 5 533,-1 4 0,2 4-117,1 5 0,1 0 879,2 1 1,-1-1-293,4 0 1,4 5 22,2 1 0,2 0-63,-2 0 0,1 1-202,3 2 1,4-1-882,-5-5 1,4-8 385,-7-10 1,1-8-1888,-4-4 0,0-5 265,1-5 0,-4-5 1712,0-5 0,4-16 0,5-8 0</inkml:trace>
  <inkml:trace contextRef="#ctx0" brushRef="#br0" timeOffset="3833">2693 848 7877,'-9'10'0,"-1"-1"0,2 0 1683,2 1 0,2 2-615,4 0 1,0 2-309,0-2 0,5 0-478,4 3 0,2-3-361,4 0 1,0-6 82,0-3 1,3-2 165,-3-1 1,-1-2 102,-2-4 1,2-1-64,-2-9 0,-3-3 145,-2-6 0,-2-2-239,1-1 0,-2-3 395,-4 0 1,0-1-184,0 1 1,-3 6-304,0 0 1,-4 6-522,0 7 1,2 1-925,-1 7 0,1 6 659,-1 4 761,2 6 0,4 19 0,0 9 0</inkml:trace>
  <inkml:trace contextRef="#ctx0" brushRef="#br0" timeOffset="4175">3094 746 7829,'0'-9'0,"0"-1"1155,0 1 1,0 3-384,0-1 0,-4 5-200,-3-1 0,2 2-316,-1 1 1,0 4-239,-4 3 0,-2 5-106,0 4 0,-1 0 147,4 0 0,0 4-47,-1-1 1,1 1 113,0-5 0,3 3 182,3-3 1,2-1-123,1-2 1,2-1 158,5-2 1,0-3-86,8 0 1,-2-4 85,2 1 1,1-1-419,2-2 1,0-4 120,-2 1 0,-2-3-1187,-2 3 0,-1-3-304,1 3 1,-5-1 1441,0 0 0,-9-5 0,1-5 0</inkml:trace>
  <inkml:trace contextRef="#ctx0" brushRef="#br0" timeOffset="4382">3243 811 7817,'-10'9'1314,"1"1"1,1-1-580,2 0 1,-2 1-293,5-1 1,0 0-171,3 1 0,0-1 129,0 0 1,0 1-267,0-1-522,4 0 1,2-1-167,3-1 0,-3 0-583,0-4 1,-3-1-361,4-5 0,-5-2 1495,1-4 0,-15-30 0,-3-6 0</inkml:trace>
  <inkml:trace contextRef="#ctx0" brushRef="#br0" timeOffset="4531">3178 476 7817,'-11'-5'645,"-1"1"1,1 3 901,-1 1 0,2 0-921,0 0-858,1 0 0,4 1-2077,2 3 2309,2 1 0,13 4 0,4 0 0</inkml:trace>
  <inkml:trace contextRef="#ctx0" brushRef="#br0" timeOffset="5016">3252 252 7821,'0'-9'0,"0"-4"1003,0 1 49,0-1-225,0 8 0,1 3-440,2 8 0,-2 5-135,2 7 0,2 5-164,-2 2 1,3 3 128,-3 3 1,3 1 15,-3 2 1,1 3-18,-1-3 1,-1 3 78,1 3 0,-2 6-75,-1 4 0,0 2 12,0-2 0,0 0-7,0-4 0,0-4 18,0-5 0,0-9-211,0-9 157,0-9-946,0-6 586,0-20 1,3-1-268,0-14 1,4 2 220,-1 1 1,3 0 132,0 0 1,0 1 97,1 2 0,-1-1 192,0 5 0,1 0 234,-1 5 0,0 3-184,0 4 0,5 4-104,1 1 1,0 5 29,0 6 1,0 4-246,0 11 1,2-2-57,-5 5 1,0 0-66,-6 3 1,-2 0 19,-4 0 1,-1-1-73,-2-2 1,-6-2 18,-7-5 0,-1-2 130,-2-1 0,-4-6-129,-2 0 0,2-6 125,-2 0 1,4-5-482,-1-1 0,4-4-69,2 0 0,6-1-1121,4-1 993,3 0 0,0-4-1144,6 1 1913,3-1 0,28-42 0,6-11 0</inkml:trace>
  <inkml:trace contextRef="#ctx0" brushRef="#br0" timeOffset="5286">3569 205 7821,'0'-5'3023,"0"2"-1944,0 6 0,0 8-137,0 7 1,0 10-434,0 10 1,0 3 2,0 6 0,3 3 141,0 3 0,1 8-234,-1 1 0,-2 2-234,2-8 1,2-3-251,-2-9 0,1-6-354,-1-10 1,-2-6-738,2-13-1832,-2-4 474,-1-1 770,4-8 0,0 2 112,3-4 1632,-3 4 0,0-11 0,1 3 0</inkml:trace>
  <inkml:trace contextRef="#ctx0" brushRef="#br0" timeOffset="5614">3737 830 7809,'0'-10'1863,"0"1"-1237,0 0 1,0 3 317,0-1-750,4 1 0,0-3-161,2-1 0,1 1 21,-4 0 1,4 0 120,-4-1 0,3 1 226,-3 0 0,0-4-98,-3 1 1,0-1-108,0 4 0,-4 1-164,-2 2 1,-4 1-276,-2 5 1,-2 2 161,-5 5 1,0 4 91,1 11 1,0 6-23,3 6 0,-2 2-63,5 1 0,0-2 325,6-1 0,2-4-98,4 1 1,4-3 423,2-3 1,8-4 27,4-5 1,2-4 61,5-6 0,0-1-295,3-5 1,0-8-157,-1-1 1,0-6-270,-2-1 1,0-1-336,-6 2 0,0-2-545,-6 5 0,-4 0-559,-3 2 1,-1 1 1491,2 0 0,-32-9 0,-11-2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39.552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65 890 7879,'0'-6'450,"0"0"759,0 3-597,-4-5 0,3 6 1012,-2-4-486,2 4-579,1-2 0,1 4 73,2 0 1,-1 0-224,4 0 1,1 0 148,6 0 1,-3 0-119,2 0 1,3 0-100,1 0 0,1-1-92,2-2 0,2-4 0,1-5 1,0 1-115,-3-5 1,1-4-132,-1-5 1,1-1-281,-8-2 1,-1 3 181,-4 0 1,-3 4-423,-4-1 1,-2 4 108,-5 2 1,0 6-44,-8 4 0,-2 4 184,-5-1 1,0 7 3,-3 5 0,-1 6-112,4 6 1,-4 6-98,1 4 0,0 8 63,0-2 1,2-1 8,4-2 1,5-4 370,1 1 1,4-3-131,3-3 0,3-5 496,6-5 0,2-3 54,4 0 1,5-6 249,1-3 1,4-2-269,3-1 1,-3 0 138,3 0 0,2-4-107,1-2 1,-1-2 54,0-2 0,-3 1-1013,1 0 1,1 0 372,-2-1 1,0 2-1734,-5 2 1,-3 1 1911,-4 1 0,-8-1 0,-2-4 0</inkml:trace>
  <inkml:trace contextRef="#ctx0" brushRef="#br0" timeOffset="292">531 825 7879,'0'9'1629,"0"0"-1083,0 1 1,0-1 35,0 0 0,0-2-185,0-1 1,0 0-177,0 3 0,0 1 164,0-1-1,0 0 321,-4-4-482,3 0 1,-5-11-124,3-3 1,2-5 136,-2-8 0,6-5-21,3-4 0,3-4-85,0 0 0,5 0-109,1 1 1,3 3-136,0 6 0,0 3-351,-3 7 1,3 6-676,-2 6 0,0 3 545,0 3 0,0 5-1814,-3 4 2408,-1 1 0,-7 8 0,-1 4 0</inkml:trace>
  <inkml:trace contextRef="#ctx0" brushRef="#br0" timeOffset="650">838 899 7879,'-5'4'0,"0"-3"1415,2 3-744,2-3 1,-7-2 74,5-3 0,0-2-247,3-6 0,1-7-22,2-6 0,3-5-23,3-1 0,3-4-123,1 1 1,3 3 166,0 3 1,1 4-111,2 5 1,0 6 23,-1 4 0,0 3-487,-3 6 1,-1 5-628,-5 1 1,1 6-229,-1 4 0,-1-2 930,-2 2 0,3-1 0,-4 4 0</inkml:trace>
  <inkml:trace contextRef="#ctx0" brushRef="#br0" timeOffset="959">1146 713 7879,'-10'3'335,"1"0"1,0 4 418,-1 0 1,1 4-61,0 1 1,4 5 588,1-2 0,0 3-662,1 1 1,1-1-231,5 1 1,2-3-280,5-1 0,2-5-1,1 0 0,3-2-168,0-5 0,2-1 169,4-5 1,-2-3-89,1-7 0,-1-1-48,-1-5 1,-2-3-302,-1-3 0,-6-2 59,-4-1 0,-3 0 90,0 0 1,-3 4 360,-3 2 0,-7 4-118,-5 2 1,-6 3-113,-1 3 1,-3 5-273,4 2 1,-1 7-467,3 6 1,2 0 240,1 5 1,3-2-285,3 2 0,5-2-1735,2 2 2561,2-3 0,26-7 0,6-6 0</inkml:trace>
  <inkml:trace contextRef="#ctx0" brushRef="#br0" timeOffset="1275">1425 825 7858,'1'9'0,"2"0"0,-2 1 797,2-1 0,-2 1-261,-1 3 1,0-3 97,0 3 1,0-6 157,0-1-369,-4 0 0,2-1-96,-4-2 1,4-3-101,-1-3 0,2-6-33,1-6 0,0-10 27,0-3 1,0-10 163,0 1 1,4-5-110,2 1 0,6 5 737,0 5 1,1 3-437,0 3 1,1 1-321,5 9 1,-1 4-37,-3 11 0,2 1 0,-5 2 1,1 3-158,-4 6 0,-1 3-196,-2 3 0,2-2-6653,-5 0 3238,0-1 3547,-3 0 0,-13-35 0,-2-12 0</inkml:trace>
  <inkml:trace contextRef="#ctx0" brushRef="#br0" timeOffset="1634">1667 79 7858,'0'-9'673,"-1"-3"84,-2-1 1,2 1 1929,-2 2-1260,2 1-20,1 0 1,4 5-593,2 4 1,7 5-277,2 7 1,4 4-256,3 6 1,2 7-107,4 8 0,3 13-43,0 9 0,-3 4-129,-4 2 1,-4 0-45,-1 0 0,-9 3 130,-7-3 0,-4-2 40,-5-7 1,-4-6-215,-9-7 0,-4-5-114,-2-13 0,3-4-271,0-12 0,3-4-437,4-2 1,4-1-3395,5-2 3233,4 0 0,-1 0 1065,6 0 0,-6-13 0,2-2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45.85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276 588 7879,'1'6'-533,"2"-3"0,-2-1 964,2 1 1288,-2-2-1075,-1 3 1,0-3 152,0 3 165,0-3-248,5 3 38,-4-4 49,3 4-263,0-3 1,-3 4 278,2-1 242,-2-3-295,4 3 172,-4-4-425,3 0-64,-4 0-533,0-4 1,0-3 46,0-5 1,-4 1 70,-3-2 1,-1 0-84,-2 0 1,1-3-174,0 4 0,-1-1 111,1 3 1,-2 1 85,-2-1 1,2 5-90,-5 2 1,0 2 108,-3 1 0,3 1-289,0 2 1,2 6 98,-2 3 0,-2 5 147,2-1 1,2 2-197,2 1 0,2 0-292,4 0 1,-1 0 68,3 0 0,-2 0 92,3 0 0,0-3 288,3-1 1,1 0-64,2 1 1,-1-1 142,4-3 1,1-1 57,2 2 0,1-3 85,-1 0 1,2-1-98,1 1 1,-1-1 62,2 1 0,-2-4-56,2 0 1,-3-3-56,3 4 0,-1-5 217,0 1 0,-1-2-42,2-1 1,0-4 40,0-2 0,0-4-32,-4-3 1,1 2-100,-1-5 1,1 0-43,-1-3 0,-1 0-164,-1 0 0,0 0 124,-4 0 0,4 0-129,-4 0 0,0 0 44,-3 0 1,3 5-13,0 1 438,0 2-114,-3 2 0,0 5 132,0 4 1,0 4 79,0 5 1,0 2-139,0 2 0,0-2 107,0 5 1,2-4-108,1 0 1,-1-1-278,4-2 0,-3 1 135,4-1 0,-4 0-223,3-3 0,-3 1-425,4-3 1,-4 2-1612,3-3 164,-4 0 352,7-3 0,-7-4 1592,4-2 0,-4-20 0,2-4 0</inkml:trace>
  <inkml:trace contextRef="#ctx0" brushRef="#br0" timeOffset="483">523 531 7927,'0'7'0,"0"-1"0,0-3 748,0 4 0,0-1 1035,0 3 0,0 1-1121,0-1 1,0 2-213,0 2 1,3-2-160,0 5 1,3-3-64,-2 2 1,0-3-11,-1 1 0,-2 0 10,2 0 1,1 0-128,0-4 1,-1-2 179,-3-1-196,0-4-217,0 2-222,-4-12 1,1-2 189,-3-6 1,4-1-95,-1 1 1,2-1 124,1 1 0,0-3 46,0 0 0,0 0 327,0-3 0,1 2 13,2 1 1,2-4 81,5-3 1,-1 3-81,1 1 1,2 2 90,1 1 1,4 4-272,-1 3 0,-3 2 56,0 4 1,1 3-110,-2 6 0,2 3 50,-1 7 1,-6 6 239,3 6 1,-4 4-80,0 2 1,2 0 91,-5 4 1,0-5-174,-3 2 0,0-4 2,0-2 0,0-3-521,0-4-1115,0-5-431,0-4 1,1-6 862,2-4 1,-2-4-599,2-2 0,2-4 1648,-2-2 0,8-12 0,0-5 0</inkml:trace>
  <inkml:trace contextRef="#ctx0" brushRef="#br0" timeOffset="1207">1054 493 7886,'0'-9'635,"0"-1"1,0 1 7,0-1 1,0 4 103,0 0 1,-1 4 235,-2-1-527,-2-3 0,-5 6-67,1 0 0,-1 4-165,1 6 0,-1 3 103,1-1 1,-1 6-104,1 1 0,-1 0 118,1 3 0,3-2-76,-1-1 1,5 0-40,-1 0 0,2-1-63,1-2 0,1 1-121,2-4 1,2 0-36,5 0 1,-1-4 32,1 1 1,0-2-145,3-4 1,-2 0 65,1-1 1,0-2-32,0 2 0,-1-5 84,2-1 1,-3-6 2,0 0 0,-1-2 74,1-4 1,-1-1 113,1-3 1,-1-4-242,1-3 1,-4-1 115,0-2 0,-3 1-156,4-1 0,-5-2 74,1-1 1,-1 1-222,1 2 1,-2 1 22,3-1 0,-3 4 4,-1-1 0,-4 4 45,1-3 0,-4 3-138,1-3 0,-3-1 87,0-2 1,-1 0 20,1 3 1,0 0 228,3 6 1,-3 2-150,3 7 508,-2 5 0,-1 2 3,3 6 0,1 7 181,2 5 0,1 4-233,-1 4 1,2 2 94,1 7 0,-1-3 154,-2 3 1,2-3-218,-2 0 1,3-4 99,3 0 1,-1 1-128,4 2 0,-2-3 168,2 1 0,0-1 9,4 3 0,2 2 14,1 2 0,1-6-163,-2 2 0,0-5-24,4-1 0,-4-5-369,4-2 0,-4-4 0,1-2 0,-6-3 0,-1-6 0,1 0-152,2 0-1784,-4 0-1401,4 0 2011,-8-4 1,4-1-386,-2-1 0,-2 1-575,2 2 0,-1 0 2286,-2-3 0,-17-13 0,-4-6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51.044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180 428 7856,'0'-7'0,"0"1"1506,0 0-928,-4-4 1,0 4 475,-3 0-243,3 3 246,0-1-38,3 4-662,-8 0 1,7 1 54,-4 2 1,-1 7-128,-2 6 0,0 3 83,-1 3 0,-1 4-168,-1 9 1,0 5-155,-4 11 1,4 1 78,-4 5 0,7-4-89,0-2 1,6-4-51,0-2 0,6-8-360,3-5 1,7-7-6,3-2 0,2-4 154,1-4 1,3-2-55,0-7 1,0 2 11,-3-5 1,0 0-28,0-3 1,-1-3-108,-2 0 1,-3-4-300,-3 4 1,-1-1-934,1 1 864,-5 2 769,4-8 0,-13-4 0,3-7 0</inkml:trace>
  <inkml:trace contextRef="#ctx0" brushRef="#br0" timeOffset="316">360 665 7856,'-9'-5'0,"-1"2"0,4 1 667,0 2 1,4 2 930,-2 1 0,5 5-500,6 5 1,0 4-552,9-2 1,0 3-219,3 1 0,1 1-108,2 3 1,-2-3-158,2 2 1,-2-2 27,-1-1 1,0-3-63,0-1 0,-4 0-59,-2 1 1,-6 1-318,-1-4 0,-4 2-730,1-2 1,-1 0-80,-2-4-390,-5-4 0,0 0 1545,-4-5 0,-18-30 0,-3-7 0</inkml:trace>
  <inkml:trace contextRef="#ctx0" brushRef="#br0" timeOffset="573">541 589 7856,'-5'6'294,"-1"1"0,-2 0 464,-2 6 1,1 3-132,-1 6 0,-4 4 105,-1 9 1,-3 1-223,-1 8 1,1-3-150,2 3 0,-2-4-246,2 2 1,4-8 70,2-2 0,2-3-149,4-4 0,1-3-198,3-6 0,1-7-406,3-6 1,1-2-159,4-1 0,2-5-1803,1-4 2528,-1-5 0,24-56 0,1-12 0</inkml:trace>
  <inkml:trace contextRef="#ctx0" brushRef="#br0" timeOffset="957">692 371 7856,'-9'-4'-970,"4"2"0,-1-2 2888,3 4-497,2 0-870,-3 0 0,5 0-104,2 0 0,-1-1 64,5-2 1,2 1-115,4-4 0,0-1-176,0-2 0,2-1-140,4 1 1,-3-4 92,0 1 1,-1-4-440,4 3 1,-3-1-210,0 2 0,-4 1-574,0-2 0,-1 4 183,-2 3 1,0 0-1518,-3 3 2382,-2 2 0,-4 1 0,0 6 0,-21 24 0,-5 6 0</inkml:trace>
  <inkml:trace contextRef="#ctx0" brushRef="#br0" timeOffset="1140">816 342 7856,'-7'10'-511,"1"-1"1,3 2 843,-3 1 1,3 0 778,-4 4 1,4 0-631,-3 3 1,4 0-73,-2 0 1,3-4-401,1 1 0,0-1-265,0 1 0,0-6-2157,0-3 971,0-5 1441,5 2 0,8-25 0,7-5 0</inkml:trace>
  <inkml:trace contextRef="#ctx0" brushRef="#br0" timeOffset="1625">987 532 7856,'-6'-5'889,"-1"0"208,4 1 0,-1 3 705,0-2 825,3 2-1464,-3 1 1,4 1-574,0 2 1,0 3 236,0 3 0,4 6-324,3 4 1,2 1-73,4 5 0,1 0-195,1 4 0,6 3-51,-2-1 0,3 1-78,-3-4 0,-2-3-171,-1-3 0,1-1-33,-4 1 1,-1-6-356,-2 0 1,-5-2-670,-2-1 0,-2 0 481,-1-4 1,0-2-2100,0-1 915,0-4 204,0 2 753,-4-4 0,3-1 867,-2-2 0,-2-15 0,-1-7 0</inkml:trace>
  <inkml:trace contextRef="#ctx0" brushRef="#br0" timeOffset="1941">1176 580 7855,'-5'0'2510,"-3"-5"-1642,7 4-162,-8-3-497,4 4 1,-3 4 0,1 3 0,-1 5 14,1 4 0,-1 6 0,-1 4 1,-2 2 31,-2 4 1,2-2-36,-5 5 0,4-4-71,0 0 1,-2-2-87,1-4 0,4-2-210,2-4 1,5-4-571,-1-2-919,2-7 131,1-2 0,1-5 1504,2-2 0,11-15 0,6-7 0</inkml:trace>
  <inkml:trace contextRef="#ctx0" brushRef="#br0" timeOffset="2400">1281 371 7843,'0'-7'0,"0"1"1006,-4 0 0,-1-1 191,-1 1-102,2 4 1,4-3 94,0 2-115,0 2-149,0-4-512,4 5 1,1 0 180,5 0-258,-1 5 0,1 0-45,-1 4 1,4 4-73,0 0 0,-1 3 47,-2 0 0,3 3-48,3 3 1,-1 3-99,1 3 0,-1 6 49,0 4 1,2 5-110,-4 8 1,0 0 87,-4 3 0,-4-2-5,-1-5 1,-4-2-39,-4-1 1,-2-8 45,-7-1 1,3-6-189,-3-4 0,0-1 113,0-5 0,-3-9-717,3-4 1,1-4-122,2-2 1,1-4-472,-1-2 1,4-2 189,0-2 0,4-4-339,-2-1 1,3-1-1420,1-3 2800,0 2 0,9-49 0,1-5 0</inkml:trace>
  <inkml:trace contextRef="#ctx0" brushRef="#br0" timeOffset="2825">1623 295 7834,'-6'-4'2809,"2"3"-1235,0-4-1038,3 5 0,-2-3-56,6 0 0,-1 0 134,4 3-287,1 0 0,2 0-157,1 0 0,-1-3-98,0 0 1,1-2-26,-1 2 0,-2 2 184,-1-2-1018,0 2 0,1 1-200,-1 0 0,-3 0-1687,4 0 2674,-5 0 0,-7 17 0,-5 4 0</inkml:trace>
  <inkml:trace contextRef="#ctx0" brushRef="#br0" timeOffset="3498">1822 10 7834,'0'-5'3477,"0"1"-2447,0 4-282,0 4 0,0 1-295,0 5 1,0 3 9,0 3 0,0 3 21,0 3 1,0 4 65,0 5 0,0 0-114,0 4 1,0-2 49,0 2 0,0-2-298,0-5 0,0-5-180,0-4 0,3-4-1257,0-5 1064,0-5 0,-3-2-1397,0-6 0,3 1-1155,1-4 1234,-1-1 0,-2-2 1503,2-1 0,-10 1 0,0-1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6:57.019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 0 7913,'-10'0'996,"4"0"3359,0 0-3453,4 0 1,-3 1-1123,5 2-577,0-2 0,0 5-2486,0-3 3283,0-2 0,21-5 0,6-7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7.33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29 209 7796,'-4'-10'885,"-1"1"0,-1 0 1433,-1 3-773,5 2-547,-2 4 1,9 2 244,5 4 1,3 1-606,6 9 1,1 1 373,2 5 1,0 3-461,3 3 1,3 2-196,4 1 0,1 4-186,-2 6 1,-1-3-153,1 0 1,-5-5-157,-4-8 0,-3-2-842,-3-4-1369,-7-8 1655,-5-3 1,-5-11-462,-2 0 1,-2-5 535,-5 2 1,1-2-635,-1-2 0,1 4 257,0 0 1,-1 0-1160,1 0 1579,-1-2 1,1 2-422,-1-3 996,5 3 0,-12-31 0,1-6 0</inkml:trace>
  <inkml:trace contextRef="#ctx0" brushRef="#br0" timeOffset="267">295 85 7762,'1'-16'0,"2"1"0,-2 3 235,3-1 0,-3 3 386,-1 0 0,-1 5 383,-3 2 1,2 7-458,-4 6 1,0 7-65,-4 9 0,0 5-131,-3 4 0,-2 3 82,-4 3 1,-1 4-90,-2 5 0,2 4 28,-2 6 1,-1 0-209,0 0 1,4-4-205,4-8 1,6-10-94,0-7 0,6-10-413,-1-8 1,3-6-2276,1 0 2046,5-5 1,-1 1-210,2-6 0,1-4 96,-3-5 887,3 1 0,-6-19 0,3-1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6.078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247 143 7923,'6'-5'-10,"2"0"503,-2-4 0,0-1-80,0 1 1,-4-1-26,1 1 1,-2-1 126,-1 1 1,0-1 245,0 1 1,0-1-312,0 1 0,-7 0-70,-2 3 1,-4-1-250,0 3 1,-2 1-129,-4 3 0,-1 0-40,-2 0 0,2 1 129,-2 2 1,2 3-96,1 3 1,3 4-116,0-1 0,5 5-3,-2-1 0,6 3 169,1 3 1,3-1 54,0 5 0,6-3 391,4 5 0,2 0-151,4 7 0,2-1 245,4 4 1,-1 1-285,-3 2 0,2-6-141,-4 0 0,0-5-332,-4-5 1,-1 1-520,-1-4 0,-3-4-115,-4-5 1,0-2-913,0-2 0,-4-1 1715,-3-1 0,-22-20 0,-7-8 0</inkml:trace>
  <inkml:trace contextRef="#ctx0" brushRef="#br0" timeOffset="175">1 494 7853,'0'-10'1325,"0"4"262,0 0 1,1 2-629,2-2 1,3 0-446,7-4 1,2 4-1147,4 0 1,1 0-214,2 0 0,-2-1-587,2 3 0,-1 1 849,1 3 583,-6 0 0,10 5 0,-6 0 0</inkml:trace>
  <inkml:trace contextRef="#ctx0" brushRef="#br0" timeOffset="358">266 475 7853,'0'14'0,"-3"4"336,0-2 1,0-2 517,3-1 0,0 0-254,0 0 0,4-1 156,2-6 1,3 1-272,0-4 1,2 1-142,2-4 0,-2-6-240,5-3 0,-5-2-134,-2-5 0,0 1-226,-6-4 0,0 0-57,-3 0 0,-4 0-411,-3 0 1,-4 1 35,-2 2 1,-3 2-500,4 5 0,-1 0 1187,3 3 0,1 23 0,-1 9 0</inkml:trace>
  <inkml:trace contextRef="#ctx0" brushRef="#br0" timeOffset="600">437 484 7853,'0'15'0,"-3"-1"1102,0-5 0,0 1-460,3-1 0,-3-3 1478,-1 1-1432,1-5 0,0 1-128,0-6 0,0-3-251,3-7 1,0-6-114,0-6 1,3-3 142,0 0 0,8-1-79,-2 1 1,3 0 310,-3 3 1,4 5-176,0 4 0,3 6-472,0 0 1,2 5-153,1 5 1,0 5-326,0 5 0,-4 4-1270,-2 9 0,-3-2 855,0 4 1,-4-5-1068,0-1 0,-4-1 2035,2-5 0,-12-9 0,-2-5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3.447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204 390 7930,'0'-6'-1,"0"-1"1250,0 5-339,0-6-118,0 3-632,0-5 0,-3 4-105,0-1 1,-1 5 80,0-1 1,-1-1-88,-4 1 1,1 0 111,-1 3 0,0 1-91,-6 2 0,2 2 116,-3 5 1,0 3-80,-3 3 0,3 3 136,1 3 1,3-2-94,-1 2 0,6 2-18,1-2 1,5-1 93,1-5 1,5 0-12,8-7 0,1 2 178,5-8 0,3 0-63,1-3 0,3-4-433,-1-3 1,2-1 121,-2-2 1,1 4-314,-4 0 0,-1-1-402,-5-2 1,1 3-786,-4-1 0,-1 1 1481,-2-4 0,-9-41 0,-2-11 0</inkml:trace>
  <inkml:trace contextRef="#ctx0" brushRef="#br0" timeOffset="475">309 1 11932,'0'9'363,"0"1"0,3 3-208,0-1 1,1 6 68,-1 1 0,1 1 34,3 6 1,1 2-7,-1 4 1,1 3 1,1 0 0,-2 1-78,-1-1 0,-1-1 49,2-3 1,0-4-41,-4 1 0,4-7 28,-4-2-18,0-4-145,1-10 1,-3-2-127,2-6 1,-2-3 44,-1-7 0,0 2-67,0-5 1,0 0 4,0-3 1,1 0-99,3 0 1,1 0 86,4 0 0,1 4-35,-1 3 1,1-2 103,-1 1 0,5 4-14,2 3 1,-1 3 110,0 0 0,-2 3-44,3 3 0,-4 3 125,0 3 1,-2 4-73,-4 0 0,1 3 103,-3 0 1,-1 1-743,-3-1 0,0 1 265,0-5 0,0 1-1367,0-3 1,0-4 1669,0 0 0,0-16 0,0-2 0</inkml:trace>
  <inkml:trace contextRef="#ctx0" brushRef="#br0" timeOffset="749">698 381 7896,'-5'6'179,"-1"0"0,-1 2 227,0 4 1,0-1-273,4 1 0,0 2-137,3-1 1,1 0 1494,2-4 1,2-1-677,5-1 0,0-3-603,3-4 0,-2-1-112,5-2 1,-3-4-177,3-5 1,-2-3 157,2-4 0,-2 0-89,-4 0 0,-5 0-150,-2 0 0,-2 0-140,-1 0 0,-1 4 351,-2 3 0,-4 1-22,-5 2 1,-2 3-35,-2 3 0,-2 2-383,3 1 1,0 1-526,-1 2 0,5 3 95,2 3 1,0 1 813,6-1 0,9 13 0,4 4 0</inkml:trace>
  <inkml:trace contextRef="#ctx0" brushRef="#br0" timeOffset="1150">916 343 7864,'-10'4'0,"1"4"0,-1 5 0,2 1 1070,2-2 0,-2 3-442,5 4 0,0-1 181,3-2 0,4 2-331,3-2 0,4-2-138,2 2 0,4-7-179,-2 0 1,2-6-120,-1 0 0,2-6-56,-2-3 1,-2-7 94,-2-3 0,-1-6-62,-2-3 0,1 1-57,-1-2 0,-3 2 255,-3-1 0,-3 2 50,-3 4 0,-3 3 146,-3 0 1,-5 5-192,-2 2 1,-5 4-51,-1 5 1,-3 0-226,3 0 0,-1 4-420,4 2 1,0 4-1285,0 2 1,5-1 1756,1 2 0,15 6 0,4 1 0</inkml:trace>
  <inkml:trace contextRef="#ctx0" brushRef="#br0" timeOffset="1723">1220 267 7877,'-7'0'0,"1"0"593,0 4 0,-4-3-78,1 2 0,-1-1 12,1 1 1,2-2-303,1 3 0,4-2 220,-1 1-128,-3-2-240,5 3 50,-3-4 0,8 0 87,3 0 1,2 1-109,4 2 0,-2-2 5,5 3 1,0-2-19,3 1 0,-3 2 57,0 5 1,-5-1 19,2 1 1,-4 3 62,-2 3 0,-3 2-63,-4 1 0,-5 3 28,-5 0 0,-3 1-27,-6-5 0,-4 0-204,1-2 1,-3-6-272,3-7 1,-3-2-378,2-1 0,5-7-87,6-3 0,5-5-1846,4 3 2614,2-5 0,18-15 0,4-8 0</inkml:trace>
  <inkml:trace contextRef="#ctx0" brushRef="#br0" timeOffset="2031">1324 343 7864,'0'9'2866,"1"0"-960,2-3-1179,2-2 0,6-5-440,2-2 0,-3-3-322,3-7 0,-3 1-65,0-3 0,-1-1-302,1-3 1,-5 3 32,-2 0 0,-2 4 249,-1 0 1,-1 4-67,-2 2 1,-3 5-27,-7 1 1,-1 5 114,-1 8 0,-2 2 320,4 4 1,0 3 479,4 0 1,1 0 189,1-3 0,3 2-346,4-2 0,4 2 76,3-5 0,5-2-231,4-2 0,2-2-247,1-4 1,0-1-26,0-5 0,0-5-154,0-1 1,-1-4-386,-2-2 1,-3 1-799,-3-1 0,-1 1 1217,1 2 0,-18-14 0,-3-2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12.211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1 153 9606,'0'-6'2098,"0"2"-673,0 4 0,0 5-1208,0 5 1,3 4 3,0 5 0,4 3-37,-4 0 0,1 3-47,-1-3 1,-2 4-126,2-4 1,2-4-282,-2-6 0,1-2 98,-1-4 21,-2-2 0,8-9-162,-3-4 0,-1-4 120,2-3 1,0-1 114,6 5 0,-3 3 235,3 6 1,1 2 9,-2 1 0,4 1 47,-3 2 1,0 2-72,0 5 0,-2-1 172,1 1 0,-1-4-44,-2 1 0,1-5-75,-1 1 0,-2-11-10,-1-4 1,-4-9-29,1-5 1,-2-4-96,-1-2 0,0-3 18,0 4 0,-1-1-103,-2 4 0,-2 3 118,-5 3-290,1 6-1230,-1 3 663,1 7-2412,3 2 2307,2 8 0,4 2 865,0 3 0,13 5 0,3 1 0</inkml:trace>
  <inkml:trace contextRef="#ctx0" brushRef="#br0" timeOffset="458">438 143 7851,'-6'0'5147,"2"0"-4660,4 0 0,1-3-101,2 0 0,3-5-389,3 2 1,4-2 87,-1-2 0,1-3-253,-4 1 1,1-2 185,-1 1 0,0 3-360,-3-3 75,3 3 1,-9 1-160,0 3 1,-6 2 120,-6 4 1,-1 8-65,-6 5 1,2 5 321,-5 4 1,3 2-81,3 5 1,-1 0 379,5 3 0,3-2-132,6 5 0,2-5 519,1-2 1,9-5-132,3-7 0,6-3 105,4-7 1,-1-2-98,5-4 0,-5-2 89,1-4 1,1-1-537,-1-9 1,-1 1 33,-5-1 0,-2-2-1154,-5 2 1,1 2 252,-1-2 797,1 4 0,-22-10 0,-5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08.68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162 475 8145,'0'-5'1048,"0"-4"1,0 4-841,0-4-27,0-1 0,-3 1 8,0-1 1,-5 4-33,2-1 0,-2 5 0,-2-1 0,0 4-86,-3 5 0,1 3 36,-4 10 1,4-1 34,-4 7 0,4 0 17,0 4 1,4-1-17,2 1 1,4-1 1,-1 1 1,2-5-175,1-2 1,5-6 98,4-3 1,2-3-163,5 0 1,-4-5-62,4-2 0,-3-2-62,3-1 1,-4-3-78,4 0 0,-3-4-251,3 0 1,-5-1-606,2-2 0,1 0 17,-2-3 1131,1 3 0,1-13 0,0 3 0</inkml:trace>
  <inkml:trace contextRef="#ctx0" brushRef="#br0" timeOffset="266">295 589 7835,'-4'13'94,"-3"-1"0,0 2 141,1-1 1,1-3 155,5 3 0,0-3 478,0 0 0,5-2-495,1-1 1,7-3-156,2-4 0,0 0-129,1 0 1,0-4 2,3-3 1,0-5-91,0-4 1,-3-6 81,-1-4 1,-6-1-14,0-2 0,-2 1 11,-1-1 1,-3 5-11,-6 2 0,-3 6 228,-7 4 0,-3 2-37,-6 4 0,2 3-232,-2 6 1,2 5-156,1 5 0,0 3-288,0-4 0,5 4-195,5-3 1,3 3-1757,6-4 2362,0 1 0,26-8 0,5-1 0</inkml:trace>
  <inkml:trace contextRef="#ctx0" brushRef="#br0" timeOffset="634">513 10 7835,'-5'-5'2428,"1"0"1,4 8-1901,0 3 0,0 1-142,0 9 1,0 4-57,0 5 1,3 3 78,0 0 1,3 5-92,-2 2 1,0 2-38,-1 1 0,-2 1-238,2 2 0,-2-5 70,-1 2 1,0-6-441,0 3 1,0-7 212,0 0 1,0-10-1104,0-2 1,3-5 283,1-1 1,-1-4-1012,-3 1 1944,4-5 0,5 2 0,6-4 0</inkml:trace>
  <inkml:trace contextRef="#ctx0" brushRef="#br0" timeOffset="942">675 465 7835,'0'10'0,"-5"-1"0,1 4 738,-2 0 0,2 0-233,4 0 1,0 1 64,0 2 0,1 1-126,2-5 0,2 4-177,5-3 1,-1-1-41,1-2 0,-1-2-1,1-1 1,2-3-43,1-4 0,1-2 19,-2-5 1,-1-4-108,1-11 0,-1-3 56,-2-3 1,-2-2-333,-1-1 0,-4 4-140,1-1 0,-1 7-1073,2 2 72,-3 0-704,3 8 2025,-8 2 0,-6 26 0,-5 9 0</inkml:trace>
  <inkml:trace contextRef="#ctx0" brushRef="#br0" timeOffset="1582">902 447 7835,'0'9'197,"0"0"0,0-1 342,0 1 1,0-4-126,0 4 1,0 0 26,0 3 0,0-1-232,0 1 0,0-1 9,0-2 1,3 1-29,1-1 0,2 2 29,-3 2 0,1-3 112,0 3 1,-2-3-92,4 0 0,-4-1 165,1 1-274,2-1 1,-3-2-141,1-1 201,-2-4-191,-1 2 1,0-5-182,0-2 0,0 1 97,0-4 0,0-4-186,0-3 0,0 0 91,0 0 0,0 2-11,0-5 0,0 0 75,0-3 0,0-1 48,0-2 0,0 2 125,0-2 0,1 1-104,2 3 0,-1-1 129,4 0 0,-2 1-51,2 2 0,-3 2 143,3 5 0,-2 3 24,2 3 0,-4 4 5,1 6 1,1 1-36,0 11 0,2-1 132,-3 7 0,0 1-65,-3 2 1,0-4-38,0-2 1,1-2-116,2-1 0,-2-4 229,3-2-290,-3-3 1,-1-5-1,0-5 0,3-9-133,0-7 0,3-6 4,-2-3 0,3-3-110,-1 0 1,6 3 54,0-1 0,2 5 46,-1-1 1,-2 6 178,5 4 1,-3 5-62,3 4 0,-5 6 168,2 4 1,-6 6-37,0 6 0,-5 1 93,1 6 1,-2-4-75,-1 3 0,0-1 76,0 2 0,0-3-980,0-4 1,-3-1 383,0-2 1,0-6-2986,3-3 1769,0-5 1581,0 2 0,4-29 0,1-7 0</inkml:trace>
  <inkml:trace contextRef="#ctx0" brushRef="#br0" timeOffset="2157">1263 418 14455,'0'6'491,"0"1"-489,0-1 1,0 4-94,0-1 0,0 4 65,0-1 1,1 4 12,2-3 0,-2 3 23,2-4 0,-2 4-80,-1-3 0,0-1 33,0-2 1,0-1-33,0 1 73,0-1 2,0-3-150,0-2 0,0-13 85,0-3 1,0-2 12,0-2 1,-3 5-12,0-2 1,0-1 48,3 2 1,0-2-3,0 1 0,0 3 89,0-3 1,0-1-61,0 2 0,3-4 59,0 3 1,4-3-3,-4 4 0,4-4 140,-1 3 0,0 1-78,0 2 1,0 2 173,4 1 0,-1 0-179,1 4 0,-1 0-21,1 3 0,-1 4-31,1 2 0,-4 7-5,1 3 1,-5 2-95,1 1 1,-2 3 56,-1 0 1,0 4-210,0 0 0,0-3-197,0-1 1,0-2-224,0-1 1,0-1 161,0-2 1,0-6-909,0-3 769,0-5 567,0 2 0,-4-34 0,-2-7 0</inkml:trace>
  <inkml:trace contextRef="#ctx0" brushRef="#br0" timeOffset="2600">1557 342 7814,'-6'0'3130,"0"0"-1991,3 0-14,-5 4-380,3 2-489,-5 3 0,2 1 1,1-1 1,3-3 67,4 1 0,0-1 0,0 4-265,0-1-29,4-4 1,2 1 64,3-3 0,2-2-121,1 2 0,0-1 31,4 1 1,-4 1-184,4 3 1,-4 2 25,1 1 1,-3 0 127,0 6 0,-2 0-2,-2 3 1,2 0-124,-5 0 1,-1 1 81,-5 2 0,-2-5 0,-5 2 1,-4-6-22,-1-1 0,-3-2 61,-1-4 1,0-2-285,0-4 0,0-1-190,0-2 1,0-2-237,0-5 0,4-2 243,2-1 0,3-4 493,0 1 0,-3-44 0,-2-12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05.13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85 238 7891,'-7'0'712,"1"0"0,3 0 280,-3 0-339,3 0 1,-2 0 141,2 0-547,2 0 0,-2 0-24,6 0 1,-1 0-67,4 0 1,1 3-7,2 0 0,1 1-110,-1-4 0,4 0 30,-1 0 0,4 0-159,-3 0 0,0 0-191,-4 0 0,4 0 124,-1 0 1,1-1-241,-3-3 1,-1 3 31,1-2 0,-1 2-669,1 1 207,-1 0 350,1 0 0,-4 0-976,0 0 1450,-4 0 0,-14-8 0,-9-3 0</inkml:trace>
  <inkml:trace contextRef="#ctx0" brushRef="#br0" timeOffset="525">47 456 7861,'-10'0'211,"2"-1"531,1-2-111,-1 2 282,7-3-456,-7 4-354,6 0 0,-1 0 87,6 0 0,3 0 31,3 0 1,1 0-116,-1 0 0,1 3 31,-1 0 1,5 0-98,2-3 1,-1 0 60,0 0 1,-2 0-69,3 0 0,-4 0 64,4 0 0,-3 0 30,3 0 0,-5 0-161,2 0 1,-1 0 90,0 0 1,-4-3-320,1 0-365,-1 0-459,1 3 376,-4 0-157,-1 0 867,-4 0 0,-21 0 0,-5 0 0</inkml:trace>
  <inkml:trace contextRef="#ctx0" brushRef="#br0" timeOffset="1043">369 143 7861,'-9'0'0,"-1"0"0,1 0 981,-1 0 1419,1 0-50,-1 0-1147,5 0-872,1 0 0,5 0-58,2 0 0,4 1 103,5 2 0,0-2-217,4 3 0,-1 0-1,4-1 1,4 3-47,-1-2 0,3 2-150,-3-3 1,3 3-399,-2-2 0,0 2 239,-1-3 0,-2 3-176,2-3 1,-3 4 131,-3-4 1,-2 1-273,-5-1 384,1-2 49,-5 4 61,-1-5 317,-4 0 92,-4 0-270,-1 0 1,-5 3-216,1 0 1,2 4 17,1 0 1,0-2 25,-4 1 1,1 2-7,-1 4 0,1 0-25,-1 4 1,1 0 9,-1 3 1,-2-1 0,-1 1 0,-3 4 128,3-1 0,-3 0-82,0-3 1,2-1-8,1-2 0,0 1-149,0-5 1,1-2-235,6-4 1,-1-3-715,4 3-825,-1-3 1954,4 1 0,13-13 0,3-1 0</inkml:trace>
  <inkml:trace contextRef="#ctx0" brushRef="#br0" timeOffset="1715">948 200 8023,'0'5'1777,"5"0"-1369,1-5 0,3 0-328,4 0 0,3-5 23,6-1 0,3-7-111,7-2 0,2-4-140,4-3 1,-4-3-295,1-3 1,-5 4 250,-2 1 191,-4 8 0,-21 14 0,-6 7 0</inkml:trace>
  <inkml:trace contextRef="#ctx0" brushRef="#br0" timeOffset="1983">1100 219 7835,'0'11'0,"0"1"0,0 3 530,0 4 0,0 1-42,0 2 0,0 7 36,0 6 0,0 0-304,0 0 1,0 1-180,0-4 0,0-2 124,0-4 1,3-4-107,1-6 0,0-3-786,-1-3 532,-2-5-1816,3-1 2011,0-4 0,-3-12 0,4-4 0</inkml:trace>
  <inkml:trace contextRef="#ctx0" brushRef="#br0" timeOffset="2524">1337 1 11194,'0'9'546,"0"1"0,0 0-279,0 3 0,2 2-49,1 4 1,-1 4-4,4 2 1,-3 4-20,4 2 1,-1 4 0,3 6 0,-2-1-21,-1 5 0,-4-4-99,1 3 1,2-4 64,-2 1 0,0-7-118,-3-5 0,0-6 3,0-7 0,0-3 155,0-3-247,0-5 0,-1-1-37,-2-4 1,1-4-55,-5-2 0,5-4 48,-1-2 1,2-3-136,1-4 1,0-1 82,0-2 0,0-3-19,0-3 0,4-1-323,2 1 1,3-1 99,0 1 0,2 4 569,2 2 1,-3 6-27,3 3 0,0 7 77,0 3 0,3 8 20,-3 8 0,-1 6 182,-2 9 0,-4 2-123,0 1 1,-2-1-37,2 1 1,-4-2-475,1-4 0,1-2 137,0-4 0,0-4-2026,-1-2 995,-2-7 0,7-2 1107,-1-4 0,5-29 0,3-8 0</inkml:trace>
  <inkml:trace contextRef="#ctx0" brushRef="#br0" timeOffset="2817">1689 475 7835,'-5'6'1796,"4"-2"1,0-5-1427,4-2 1,5-7-190,-2-6 1,3-3-223,0-3 1,1 1-359,-1-4 0,-3 4 90,1-1 1,-5 3-210,1 3 0,-3 3 91,-3 7 0,0 3 97,-7 6 0,3 8 393,-6 12 1,-1 5 87,2 10 0,-1 4 96,4 2 0,0-5 191,3-1 0,3-7 418,6-3 0,3-4-253,7-8 0,2-4 113,4-6 0,3-2-183,0-8 0,4-2-159,0-6 1,-3-3-665,-1-4 0,-2 0-404,-1 0 0,-3-1 694,0-2 0,-9 2 0,1-4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27.275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153 479 7596,'0'5'249,"0"0"1,1-5 15,2 0 115,-2 0-193,3 0 1,-4-1 449,0-3-163,0 3 368,5-3-155,-4 4-275,3-4 1,-3 3 352,2-2-43,-2 2-225,3 1 1,-4 0-590,0-5 1,-1 4 123,-2-2 1,1 2-304,-4 1 1,-1 0 158,-2 0 0,-4 1-188,0 2 0,0 3 53,0 3 0,1 2 130,-4 1 0,4 4 87,-4 6 0,4 0 62,0 3 0,4-3-14,2 4 1,4-2 19,-1 1 0,1-2-10,2-8 1,6 0-16,3-2 1,2-7 308,5 1 0,1-5 25,5-2 1,-1 0 162,4 0 0,0-1-321,0-2 0,2-2-184,-5-1 0,1-2-927,-1 1 1,-5 2 511,2-1 0,-6 2-516,0-2 0,-3 3 926,0-4 0,-5-3 0,-1-5 0</inkml:trace>
  <inkml:trace contextRef="#ctx0" brushRef="#br0" timeOffset="283">515 543 7826,'-10'4'0,"1"3"0,-1 2 349,1 4 1,0-2 532,3 5 1,1-3-70,1 3 0,4-5-335,0 2 1,2 1-197,8-1 1,-2-1-65,8-2 0,-1-5-209,1-2 0,2-2 30,-2-1 0,2-5 20,1-4 0,-1-5-47,-2-5 1,0-5-346,-7-1 0,2-2 151,-8-2 0,0 1 11,-3 3 1,-4 2 356,-3 4 0,-5 1-110,-4 2 1,-3 6 114,-3 7 0,1 2-89,-5 1 1,4 4-197,-4 3 1,9 4 3,-3 2 1,8 3-260,-1-3 0,6 3-1966,0-4 2315,5 1 0,19-12 0,10-2 0</inkml:trace>
  <inkml:trace contextRef="#ctx0" brushRef="#br0" timeOffset="817">734 533 7826,'0'10'0,"0"-1"0,0 1 0,0 1 0,0 1 0,0 2 343,0 2 0,0 2 524,0-2 0,0-1-166,0 0 1,3-3 1262,0 1-1158,0-7-303,-3-2-401,4-21 0,-1-1 75,3-16 0,0-2-82,4-6 0,0 3 82,3-2 0,1 6-54,2 3 1,2 7 212,-2 3 0,2 10-101,1 6 0,-1 6 336,-3 6 0,0 9-171,-2 10 1,-3 4 20,-1 2 1,-1 3-298,-4 4 0,0-3-344,-1 0 1,-2-5 34,2-2 0,-2-4-615,-1-8-1145,0-3-1836,5-7 3781,-4-11 0,3-26 0,-4-15 0</inkml:trace>
  <inkml:trace contextRef="#ctx0" brushRef="#br0" timeOffset="1117">1115 38 7826,'0'-6'1427,"0"0"-600,-5 3 0,4 0 486,-2 6 0,2 7-630,1 6 0,1 7 34,2 6 0,-1 5-87,5 7 0,-1 2-234,4 5 0,-2-4-35,-2 1 0,3-5-107,-3 1 0,2-6-196,-2-3 1,1-7-220,-3-3 1,2-5-392,-3-1 1,1-7-1068,0 0-1905,-3-6 3524,3 2 0,-21-43 0,-4-10 0</inkml:trace>
  <inkml:trace contextRef="#ctx0" brushRef="#br0" timeOffset="1300">1048 391 9217,'0'-6'2250,"1"1"-971,2 2 1,4 2-609,5-2 1,3 2-517,4 1 1,1 0 24,2 0 1,-1 0-1158,1 0 0,1 0 346,-1 0 631,-4 0 0,9 8 0,-2 3 0</inkml:trace>
  <inkml:trace contextRef="#ctx0" brushRef="#br0" timeOffset="1600">1381 476 7824,'0'10'0,"0"0"659,0 3 0,0-2-194,0 1 1,0 0 466,0 1 0,3-3-415,1 3 0,-1-6 586,-3 0-114,0-5-532,0-11 1,0-3-119,0-14 1,0 0 62,0-6 0,0 2 37,0-1 1,1 2-112,2 4 1,-2 2-315,2 3 1,1 6 81,0 1 0,0 3-916,-1 4 0,2 2-234,5 4 1,-1 4-715,1 2 0,-1 4 578,1 3 1190,4-3 0,5 17 0,5-2 0</inkml:trace>
  <inkml:trace contextRef="#ctx0" brushRef="#br0" timeOffset="1834">1581 391 7813,'0'9'492,"0"1"0,-1-1 709,-2 1 0,2 0-223,-2 3 1,2-2-469,1 1 0,1 3 136,2 1 1,2 2-232,5 1 1,0-4-168,3-3 0,-1-2-117,4-4 0,-2-1-128,2-5 0,1-3 94,-4-3 1,0-8-72,-4-8 1,0-3 102,-3 3 0,-2-4-77,-4 4 0,-4 0 69,-2 3 1,-7 1-34,-3 2 0,-2 2-170,-1 5 0,-3 3-368,0 3 1,-1 2-512,4 1 0,1 2-13,2 4 1,4 1-2059,5 5 3032,3 3 0,17 4 0,3 6 0</inkml:trace>
  <inkml:trace contextRef="#ctx0" brushRef="#br0" timeOffset="2059">1705 19 7811,'0'-6'0,"0"0"840,0 3 0,1-1 1143,2 4 1,-1 11-668,5 8 0,-1 10 491,4 16 0,0 1-543,3 12 1,-1-3-657,3 5 1,-3-3-713,1-3 0,-3-7 138,0-9 0,-1-6-812,1-6 1,-5-6-162,-2-4 10,-2-9 231,-1 2 698,0-14 0,-21-42 0,-5-16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31.896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20 437 7789,'-9'1'820,"3"2"0,2 0 327,4 3 0,0 0-518,0 4 1,5 3-178,5-1 0,2 6-73,4 1 0,3 1 73,0 6 0,-3-5-129,3 1 1,-2 1-49,2 0 0,-3-2-97,0-5 1,-5 1-4,2-5 1,-5 0 59,-2-6 131,-4 3-151,2-8-4,-4 3 0,0-8-6,0-3 0,0-5-7,0-4 1,1-6 25,3-4 0,-2-5-101,4-4 0,-3-2-115,4-2 1,-1 0-146,3-2 1,2-2 94,2-5 1,-3 2-636,3 1 1,-6 4 101,0 6 0,-5 3-836,1 7-215,-2 6 343,-1 9 1,0 10 1282,0 7 0,4 18 0,2 6 0</inkml:trace>
  <inkml:trace contextRef="#ctx0" brushRef="#br0" timeOffset="442">563 561 7810,'0'-6'0,"0"-1"0,0 1 0,0-4 210,0 1 1,-5 4 358,-1 2 0,1 1-172,-2 2 0,0 0 9,-6 0 0,3 8-106,-3 1 1,2 8 127,2 2 0,0 5-36,3 4 1,-1 1-132,3-1 0,1-3-8,3-3 0,1-6-24,3-4 1,1-5-1,4-4 1,5-10 44,2-6 1,-1-8-1,1-5 1,-2-1-135,2-2 0,1 5-115,-4 2 1,0 4-550,-4 5 0,1 1 330,-1 9 0,-2 0-991,-1 3 1,-4 7 193,1 3 1,1 2-933,0-3 1923,-1 1 0,1-14 0,1-2 0</inkml:trace>
  <inkml:trace contextRef="#ctx0" brushRef="#br0" timeOffset="674">772 599 7810,'0'15'0,"0"-2"0,0 0 262,0 0 0,-1 3 422,-2-3 1,2-1 605,-2-2 0,2-1 455,1 1-972,0-5 1,-2-2-335,-1-6 1,2-7-110,-2-9 0,2-6-250,1-6 0,0 0 91,0-4 0,1 3-98,2-3 0,1 9 95,3 0 1,1 6-363,-1 4 0,1 3-315,2 3 1,2 2-481,1 1 1,3 7 57,-3 7 0,4 1-486,-2 2 0,0 0-1022,1 3 2439,-4-7 0,10 7 0,-2-8 0</inkml:trace>
  <inkml:trace contextRef="#ctx0" brushRef="#br0" timeOffset="1332">1258 333 9293,'5'0'3441,"-1"0"-3063,-4 0 0,-1-4-312,-2 1 0,-2-3 88,-5 3 0,-2-4-340,-1 4 0,-4-3-6,1 3 0,-5-4-215,-1 4 0,-1 0 235,4 3 1,0-3-43,0 0 0,3-1 122,1 4 0,6 0 549,0 0-73,1 0 551,3 0-368,1 0 0,4 1 215,0 3-270,4-3 1,0 4-136,2-2 0,3-1-159,-3 5 0,2-4-45,-2 3 0,2 0 0,-1 4 0,0 0-5,0-1 0,1 1-93,-2-1 1,0 5-40,0 2 1,-4-1-7,1 0 1,2 1-93,-2 3 0,0 4-18,-3-1 0,0 4-25,0 0 1,0 1 43,0 2 0,0-4-124,0 0 1,0-3 82,0 0 1,0-3 32,0-3 1,-3-6-97,0-3 62,-1-5 272,4 2-107,0-4 253,0-4-176,0 3 147,0-3-152,0-1 0,1 4 129,3-2 0,-2-1 16,4 1 1,1-2-100,6 2 0,-2-1 146,1-2 1,3-3-60,1 3 0,2-3-200,1 0 1,-3-1 135,0 1 1,-3 4 5,2 1 1,-3 3-498,1 1 0,-6 0-704,0 0 0,-4 0-316,3 0 0,-4 5-145,1 1 489,-2 2 1,-1 2-129,0-1 0,-3-2 1092,0-1 0,-17-4 0,-1 2 0</inkml:trace>
  <inkml:trace contextRef="#ctx0" brushRef="#br0" timeOffset="2075">1343 456 7779,'0'7'1330,"0"-1"-570,0 0 0,0 5 228,0 2 1,0-3-545,0 3 1,0 2-54,0 1 1,1-2-165,3 2 1,-3 0-1,2 3 1,1-3-138,-1 0 1,0-4 81,-3 0 0,0-4-292,0-2 182,0-4-1003,0 2 521,0-12 0,0 2-121,0-7 1,0 1 197,0 0 1,0 0-81,0-4 0,-3 3 189,0-3 0,-1 4-6,1-4 0,2 3 359,-3-3 0,0 4 78,1-4 0,-3 3 250,3-3 1,-1 3-89,4-2 0,0 3 247,0-1 0,0-2-54,0 0 0,0 0-147,0-1 1,5 3-118,1-3 0,2 4-75,2-4 0,-1 1-127,1-1 1,0 2 29,-1 5 1,2 4-176,1 1 1,-4 3-16,1 1 1,-2 8-147,-1 1 1,-2 10 128,-4 0 1,0 6-40,0-3 1,-3 3-57,0-3 0,-5 1 53,2-4 1,1-1 12,-2-2 0,4 1 44,-3-5 34,4 1 55,-2-4 71,4-3 0,4-2-7,2-4 1,6 0 170,0 0 0,4-3 52,-3 0 1,4-1-62,-1 4 1,2-3 57,1 0 1,-3 0-103,0 3 1,-2 4-93,2 3 0,1 1-9,-4 1 0,-4 1-25,-2 0 0,-4 2-120,3 1 1,-4 4 86,2-1 0,-8-1-115,-2 0 0,-3-2 21,-4 3 0,-2-1-12,-4 1 0,-4-3 68,-3-3 1,2-4-6,-1 1 1,2-5-31,-2 1 0,7-3-100,-1-3 1,6 1-125,1-5 1,1 1-359,1-4 0,5 1-861,2-1 0,2-3 714,1-3 1,0-3-1887,0-4 2652,0 3 0,8-45 0,3-7 0</inkml:trace>
  <inkml:trace contextRef="#ctx0" brushRef="#br0" timeOffset="2517">1305 142 7779,'0'5'-1171,"0"0"5121,0-5 1,1-4-3408,3 1-399,1-4 1,4 0-103,1-5 0,-4 1-1,1-1 0,-1-2-138,3 1 0,1-3-160,0 3 0,-2 1 109,-2 2 0,2 4 14,-5 0 0,4 3 159,0 0 1,-3 6 278,-1 4 0,1 4-152,-1 2 0,4 3 116,-4-3 1,1 3-451,-1-4 1,-2 1 124,3-4 1,-2 1-1024,1 0 0,-2-4 501,2 0 0,-1-4-3286,1 2 3865,-1-3 0,6-10 0,-3-1 0</inkml:trace>
  <inkml:trace contextRef="#ctx0" brushRef="#br0" timeOffset="3199">1667 171 7442,'-5'0'5912,"1"1"-5311,4 2 1,0-1 221,0 4 0,1-2-292,2 2 0,2-3-90,5 3 1,2-4-241,1 2 1,4-3-47,-1-1 1,-1 3-22,1 0 0,-1 0-131,5-3 0,-5 0 12,1 0 1,-4 0 47,1 0 0,-3 0-91,0 0-66,-1 0 25,1 0 140,-5 0-145,-1 0 228,-4 0-109,0 4 26,0-2-26,-4 2 1,2-4-178,-4 0 1,3 1-4,0 2 0,-1 2 86,1 5 1,-1 0 58,0 3 0,3 5-25,-2 4 0,2 6 126,1 0 0,0 2 203,0 5 1,1-3 87,2 3 0,3-4-147,3 4 1,-2-7-135,-1 0 0,-1-5-140,2-1 1,0-6-248,-4-4 0,1-4 51,0-2-54,-3-4 47,3 2 1,-3-4-454,2 0-56,-2-4 106,3 3 682,-4-3-41,5 4 189,-4 0-125,3 0 629,-4 0-561,-4 0 0,0 0-68,-5 0 1,2 0 16,-6 0 0,-2 0-36,-1 0 0,-2 0 0,-1 0 1,3 0-1,0 0 1,2 0-4,-2 0 0,1 0-603,2 0-924,3 0 18,-4 0-446,4 0 494,5 0 0,1-1 557,4-2 846,0 2 0,25-16 0,7 1 0</inkml:trace>
  <inkml:trace contextRef="#ctx0" brushRef="#br0" timeOffset="3567">2200 647 7714,'0'-6'9830,"0"-2"0,0 3-8533,5-1-1297,-4-2 0,3 6 0,-4-5 0,0 5 0,0-6 0,0 3-3394,0-5 1,3 4-481,0-1 3874,1 5 0,-21 2 0,-5 6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3:07:30.313"/>
    </inkml:context>
    <inkml:brush xml:id="br0">
      <inkml:brushProperty name="width" value="0.08571" units="cm"/>
      <inkml:brushProperty name="height" value="0.08571" units="cm"/>
      <inkml:brushProperty name="color" value="#004F8B"/>
    </inkml:brush>
  </inkml:definitions>
  <inkml:trace contextRef="#ctx0" brushRef="#br0">134 95 7764,'0'-9'12,"0"-1"1280,0 5 0,0 6-168,0 8 0,0 9 110,0 8 0,3 5-478,1 0 0,3 5 153,-1-1 1,3 3-515,0 4 1,0-4-157,-3 0 1,3-1-779,-3-6 0,1-3 415,0-6 1,0-6-822,-4-3-1024,0-7-76,-3-2 1,0-5 2044,0-2 0,-16-11 0,-6-6 0</inkml:trace>
  <inkml:trace contextRef="#ctx0" brushRef="#br0" timeOffset="207">1 371 7815,'4'-5'2629,"-2"0"-1527,5 2 1,-4 1 69,3-5 1,1 5-650,2-1 0,5-1-73,2 0 1,0 0-392,3 1 1,-4 2 35,4-2 0,1 1-1025,-5-1 0,3 1 631,1-1 0,-1 2-2870,-2 1 3169,-2-4 0,-17-5 0,-3-6 0</inkml:trace>
  <inkml:trace contextRef="#ctx0" brushRef="#br0" timeOffset="807">287 0 11097,'0'11'1038,"0"1"1,0 3-478,0 4 0,4 5-159,2 5 0,3 1-57,0 5 0,1 0-33,-1 3 0,4 3 63,0 0 0,-4 3-123,-3-6 1,0 1-1,0-8 1,-1 0-206,-1-5 258,-3-7-345,3-10 1,-4-10-189,0-8 0,0-9-198,0-8 1,0-5 169,0 0 1,4-5-167,2 1 0,3 5 121,0 2 0,2 9-85,2 0 1,-2 7 168,5 2 0,-3 5 246,3 5 1,-3 9 688,2 3 1,-2 6-110,3 4 0,-8-1 211,2 1 0,-3-2-381,3-1 1,-1-3-27,1 0 1,-1-5-315,1 2 1,-1-7-252,1-2 0,3-3-123,-1-1 0,4-1-434,-3-3 0,1-1-337,-2-4 1,-1-2 401,2-2 1,-4 0 66,-2-3 0,0-2 260,-4 2 1,0 1 157,-3-1 0,-1 4-33,-2 0 1,-3 2-1,-7 4 0,-1-1 15,-2 3 0,-1 5 136,5 6 0,-4 5 270,3 4 1,1 8-128,2 4 1,5 1 825,2 2 1,1 2-130,2-1 0,2-1 188,1-6 0,3-2-324,7-4 1,2-4 78,4-2 1,1-7-296,2-3 1,-1-6-66,4-3 0,-2-6-499,2 0 1,-4-5 166,1 1 0,-5 1-1739,-1-1 1,-5 3 1688,-2-2 0,-12-6 0,-7-3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455"/>
    </inkml:context>
    <inkml:brush xml:id="br0">
      <inkml:brushProperty name="width" value="0.09086" units="cm"/>
      <inkml:brushProperty name="height" value="0.09086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11703 8516 7826,'7'0'119,"4"0"0,-8 0 188,5 0 0,-4 0 0,3-1 1,0-2-1,-2-3 1045,1-1-766,3 5 0,-7-5 1,3 4-1,1-2 1,0-2 2820,1-3-2331,-1 5-609,-6-1 0,0 1 0,-2-2 106,-2 0-555,3 2 1,-10 3 0,3 0 0,-3-2-1,-2 1 1,0 1 0,-2 4-539,-2 2 405,-5-3 0,7 10 1,-5-4-1,-2 3 0,0 1 1,0 2-1,2 1-113,-2 0 1,-1 3 124,-2 4 66,0-3 1,5 5 0,1-4-1,1 2 1,3-1-138,1 2 162,2 1 0,5-4 0,3-1 0,3-1 0,1-1 12,0-1 0,2-3 1,5-2-1,6-3 108,0-2 0,6 1 149,2-2 0,2-3-58,2 3-98,-1-2 0,1-2 1,0 0-1,-2 0 0,-3 0-82,-3 0 0,-4 0-72,0 0 258,-1 0-138,0 0 171,-5 0 452,-1 0-778,-6 0 9,-6 0 1,3-5 0,-5 1 0,-1 0-187,-2-1 1,-2 3 0,1-2 151,0 3 1,-2 2 54,-2 3 0,2-2-198,-2 2 346,2 3 1,2-5-1,-1 7 1,1-1 0,0 0-13,-1 0 1,-3 0 0,0 5 0,-1 0-95,-1 4 0,3-2-121,-5 5 0,3-3 135,-3 3-33,5 1 0,-3 3 0,6 0 1,-1-2-1,3-3-2,1-2 1,0 4-1,5-5 1,1-1-7,2-1 0,2-6 229,3 1 0,7-7 61,5 2 189,6-2 1,-1-2 0,7 0 0,4 0 0,1-2 449,0-2 1,-2 2 0,2-5 0,-4 0-318,-3 0 0,-3 3-389,-3-4 64,-2 5-972,-6-2-3437,-5 5 108,-1 0 1300,-6 0 1778,0 0 0,0-11 0,0-3 0</inkml:trace>
  <inkml:trace contextRef="#ctx0" brushRef="#br0" timeOffset="1">12269 8897 7858,'2'7'5435,"2"-3"-4652,-3-2 0,5-4 538,-6-2-1060,0 3 0,1-6 0,2 3 1,2-3-1,1-1 0,0 0 319,1-2 0,0 3-254,1-1-236,3 0 1,-4-4-1,7-1 1,1 0-1,1-2 1,1-2-1,-1 2-89,0 1 1,5 6-1,-5 0 1,-1 0-236,-1 1 1,-2 1-182,1 6 303,-1 0 0,-4 0 0,0 0 1,1 2-1,-1 2 0,-1 4 1,-2 3-29,-2 1 1,2 1 0,1-1-1,-1 0 84,1 1 1,-1-1 86,-1 0 0,-1-4 1,4 1-1,0-1 43,0-1-45,1 4 0,4-6 1,0 3 109,1-4 1,-5 2-84,0-2 1,-4 0 242,4-4-191,1 0 0,-1 4 0,0 0 1,2-1 38,1-2 1,1-1-1,0 0-76,0 0 1,-3 0 9,-1 0 0,0-4 100,4 0-154,-5-5 0,4 6 0,-3-4 0,3 0 0,2 2-8,-1-1 1,0-2-1,1 4 1,-1 0 29,0-2 1,-4 4 14,1-7 31,-1 7-46,4-9 0,-1 8 0,-1-5 0,-2-2 34,1-1 1,2-1 0,0 0 0,-1-1-39,-2 1 0,-1 0 28,1-1 1,-1 3 38,-3 1-1255,-3-2 0,5 9-4810,-6-7 4844,0 7 0,0-2 1109,0 8 0,0-8 0,0 2 0</inkml:trace>
  <inkml:trace contextRef="#ctx0" brushRef="#br0" timeOffset="2">13697 9156 7821,'0'12'-296,"-6"0"0,-1 1 1,-1-2 295,0-3 1293,5-3 1,-3-1-1,1 1 2297,-3-3-3224,3 0-213,-1-8 0,6 3 1,0-5-1,0-1 0,0-2 1,2-2-1,2 0 209,4-4 0,2-2 1,-1-5-1,1-1 8,3 0 1,0-5-34,3-3-260,3 3 1,-4-9 0,6 0-1,1-3 1,2-4 0,4-2-1,0 0 170,0 3 0,-2 8-413,-2 8 60,-5 3 0,-1 7 1,-7 5-298,-3 9 1,-2 6 185,-6 12 0,-2 0 0,0 4 1,-2 3-291,1 3 1,0 3 320,-1 3 1,3-2 0,-3 6 0,2 1-75,2 2 1,0-5 275,0-2 1,2-3-237,2-1 222,-3-6 1,10 3-1,-3-6 1,3-1-1,1-3 186,1-3-92,-1-4 1,0-5-1,1 0 1,-2-1 795,-3-3-729,3-3 1,-6-5-1,5-2 1,-2-1 0,2-3 559,0-1-577,3-2 1,0-7-1,2-1 1,2 0 0,-2-1-62,-1-3 1,-1-2-1,2-2 1,3 0-143,1 0 1,-2 0 66,3 0 1,2-1 0,5-2-1,3-1-285,2 2 1,-1 0 122,2 2 1,7 0 0,-3 2-1,0 1-59,-3 1 1,-4 7 185,-5 1 0,-5 1 1,-1 5-1,-1-1-12,-3 4 0,-3 6-953,-3 2-939,1 6-646,-8-4 2575,3 6 0,-21 11 0,-5 3 0</inkml:trace>
  <inkml:trace contextRef="#ctx0" brushRef="#br0" timeOffset="3">15149 8368 7322,'0'-8'349,"0"0"2037,0-2-1828,0-1 1,0 3 0,-1 1 0,-4 2-1,-3 2 1,-4 2 612,-4 1 1,1 7-927,-6 5-139,0 6 1,-3 9 0,-1 6 0,1 8 0,-1 7-1,0 6 1,1 8 103,11-28 0,1 0 1,4 3-1,1 0 1,1 0-1,1 0 1,2-2-1,1 0 1,3 22-1,9-12-67,9-12 1,3-11 0,11-7-1,1-5-242,1-6 0,-2-8 0,-1-5 0,-2 0-380,-3 1 0,-8-3-3557,-7 2 4036,1 4 0,-34-44 0,-1-6 0</inkml:trace>
  <inkml:trace contextRef="#ctx0" brushRef="#br0" timeOffset="4">15592 8639 7838,'4'-8'130,"0"0"0,-1-2 568,-2-1-389,-1-1 0,0 4 0,-1 1 0,-3 1 1,-4 3-1,-5 2 0,-2 1 0,-1 1 558,1 4 0,-3 1-606,2 7-147,-6 5 1,7 1 0,-4 7 0,1 2-1,3 4 1,2 1 0,4-1 1065,1 3-1097,5 0 0,-3 2 0,8-1 0,2-4 0,5-4 1,7-6-1,5-6 382,7-2-501,3-7 0,6-2 0,1-8 0,3-5 1,5-8-1,0-8 0,-2-4-151,-7-5 203,0-8 1,-13 3 0,1-5 0,-9 2 0,-6 2-1,-6 2 1,-4 4 108,-4 3 0,-8 0 1,-10 4-1,-6 1 399,-5 6 1,-3 4-11,-5 3-407,-3 5 1,-3 1-1,5 6 1,6 0-1,5 0-732,4 0 0,6 6 1,6 2-1,5 3-1131,6 1 1,4 5 1755,4-1 0,29 5 0,12 2 0,6 0 0,0 0 0</inkml:trace>
  <inkml:trace contextRef="#ctx0" brushRef="#br0" timeOffset="5">16133 8873 7835,'13'0'577,"-5"0"0,0 1 42,2 3 1,1 2 0,2 5 0,2 0 314,2 2 0,3 4-218,-3-1-563,5 3 0,-13 6 0,2 1 0,-4 1 0,-6 3 0,-5 0 0,-8 2 60,-7-1 1,-14-3 0,-5 0 0,-3-3-85,-2-5-531,-3 4 1,9-16-1,-1 1 1,5-3-1,4-3 1,6-6 401,5-8 0,25-21 0,11-9 0,-1-5 0,1 0 0</inkml:trace>
  <inkml:trace contextRef="#ctx0" brushRef="#br0" timeOffset="6">16761 8614 7827,'7'-1'781,"-3"-3"-330,-3 3 0,-6-6 1,-3 4-1,-3-1 860,-2 1-1106,1 2 1,0 1 0,-2 1 0,-2 3 0,-3 4 0,-2 3 0,2 2 285,1-1 1,-4 6-165,2 2-242,2 3 1,-1 6 0,5 1 0,1 0 0,2 2 0,1-2 0,3-1 25,3-6 0,4 0 0,4-5 0,4 0 0,3-2 0,2-4-46,-1-2 0,4-7 0,2 1 0,0-3 172,0-1 0,2 0 0,-3-1 0,-2-2 159,-2-1 1,1-4-38,2 4-322,-2-6 0,0 5 0,-6-5 0,1 2 0,4-2 1,2 1-1,1-1-28,-1 2 0,-2 0-673,-5-5 351,3 1 0,-4 0 1,4-1-402,-3 1 653,-3 0 0,-5 0 1,0-1-1,0 0 1,-1-2 5,-3-2 1,-2-1 0,-3 3-1,0-2 30,0-3 1,-6 5 27,-2-1 1,0 2 127,0 2-114,-2 5 1,-1 2 0,-1 5 0,1 0-1,-1 0-101,1 0 134,5 0 1,-3 0 0,7 1 0,1 2-1,3 2-152,2 2 0,1-3 56,4 4 1,1-4 145,3 5 1,-1-7 0,5 3-1,3-4 485,4-1 0,4 0-268,6 0 0,0-6 915,-1-2-873,6-3 0,-2-1 0,3 0 0,1-1 0,-4 1 873,-2 0-1684,2 5 0,-15-4-441,4 3 1,-11 2 0,-6 2-557,-6 3 1,-4 6 1448,2 3 0,-14 3 0,1 2 0</inkml:trace>
  <inkml:trace contextRef="#ctx0" brushRef="#br0" timeOffset="7">17056 8405 7827,'-6'0'4923,"0"-1"-4694,6-3 1,1 2-1,2-3 1,4 1 315,4 0-377,-1-6 1,7 7 0,-4-4 0,-1 1 0,0 0 0,1 1-1,-1 2 11,0 2 1,-4 1-530,1 0 224,-7 0 0,4 1 0,-6 3 0,-2 4 1,0 3-1,-4 2-919,-1-1 1026,-1 0 0,-4 2 0,0 1 0,1 1 1,1-1-1,3-1 0,2-2 393,2 1-68,2-1 1,1 0-1,1-1 1,4-3-1,6-4 1,6-2 380,2-2 1,-3 0-1,3-2 1,1 0-873,-1-2 1,-4-5 33,1 5-2012,-8 0 1,3 0 2162,-2 0 0,-9 0 0,-2 4 0</inkml:trace>
  <inkml:trace contextRef="#ctx0" brushRef="#br0" timeOffset="8">17586 8356 7822,'-9'-7'134,"3"2"1,-1 1 501,0-1 0,3-3 0,-4 3 0,-2-1 2526,-1 1-2102,4-5 1,-2 7 0,3-3 1338,-1 0-2086,5 2-195,-4 4 1,12 6 0,2 2 0,4 4 0,6 4 0,5 6 0,4 6 297,1 5-533,3 2 0,-6 2 1,1 1-1,-7 3 0,-4 6 1,-5 3-1,-6 4-151,-10-2 0,-7-3 1,-16-4-1,-4-3 298,-3 1 0,5-12 446,2-2-342,3-9 1,7-7 0,3-1 0,2-1-1301,2-3 254,5-2 1,6-8 0,6 0 0,2-4-855,2-1 0,-2-1-711,2-4 2477,-1-1 0,10-10 0,1-3 0</inkml:trace>
  <inkml:trace contextRef="#ctx0" brushRef="#br0" timeOffset="9">18041 9045 7727,'8'-1'2043,"0"-3"264,2-5-2033,1-2 1,-3 5 0,0 2-1,0 1 1,1 0 0,-1-1 0,1 3-1,2 2 330,2 3 1,-1 6-294,0-2-223,-5 8 1,3-1 0,-5 6 0,1 1-1,-1 1 1,-2 2 0,-2-1-162,-1 1 1,-5 3 0,-3 1 0,-3-1-696,-2-3 1,1-5 0,1-4 0,1-2-551,2-2 1,4-5 1317,-4-3 0,5-19 0,-2-6 0</inkml:trace>
  <inkml:trace contextRef="#ctx0" brushRef="#br0" timeOffset="10">20010 8344 7220,'7'-2'53,"-2"0"1,-1-4-1,2 1 1377,1-1 1,-3-2-640,4 4 1,-5-2 166,1 2-648,-3 3 741,-1-5 0,0 5 511,0-3-1482,0 3 0,-5-5 1,-4 6-1,-2 0 0,-2 0 1,-4 0-1,-3 1 1,-3 4-1,-3 3 20,-3 3 0,-1 5 1,-4 2-1,2 1-403,2 3 0,1-3 100,5 2 70,-1-6 0,6 6 0,3-4 0,3-2 1,5 0-1,4 0-473,3 1 431,1 1 170,5-10 0,2 2 1,7-5-1,2-1 1,3-2 117,0-1-31,5 0 0,-5 0 0,4 0 0,-2 0 0,-4 0 192,1 0-27,-4 0 1,2-1 0,-6-2 923,-2-1-99,-5 0-845,2 4 1,-6 0-176,-3 0 0,1 0-114,-5 0 1,4 0-165,-5 0 105,1 0 0,0 0-216,0 0 57,5 0 0,-4 0-150,3 0 415,-3 0 0,-5 0-5,0 0 1,-1 0 132,1 0 1,-2 6-50,-2 2 1,2 3-1,-3 1 1,0 2 96,1 2 1,-5-1-116,5 6 0,-2-1-117,2 5 93,2-1 0,-4 0 0,6-2 0,0-2 0,1 1 92,2-2 1,3 0 11,1-3 1,4-2 0,-3 2 0,4-3 145,4-5 1,-1 3-23,5-3 1,4 2-7,5-2 0,5-3 1,0-5-1,6 0 503,9 0 0,3-1 159,9-3 1,-1-3-1260,9-5 655,1-1 0,-4 1 0,-6 0 1,-9 1-1,-11 1 428,-6 2 1,-8 5-699,-6-1-273,-5 3 1,1 1 0,-8 0-2662,-4 0-2075,2 0 208,1 0 5066,5 0 1,5-22-1,2-5 1</inkml:trace>
  <inkml:trace contextRef="#ctx0" brushRef="#br0" timeOffset="11">20416 8873 7732,'8'0'-353,"-1"-2"1,0 0 352,0-2 570,-5-6 0,5 9 0,-4-5 0,1 1 0,0-2 2439,2 0-2419,-5-4-280,5 10 0,-6-3 0,-2 8 75,-2 4 0,-1 4-424,-4 5 15,-2 2 0,5 1 0,-7 1 0,2 1 0,3 1 1,4 2-1,3-2-399,1-3 0,1-2 346,3-6 1,8-3-1,9-3 1,2 0 67,2-3 1,-1-7-140,1-5 1,0-3-1,-2-3 1,-3-3-491,-3-1 1,-5 4 637,-4-1 0,-30-31 0,-12-6 0</inkml:trace>
  <inkml:trace contextRef="#ctx0" brushRef="#br0" timeOffset="12">20514 8676 7758,'-1'-8'618,"-3"-1"0,1 1 514,-5-4 0,4 0-835,-4-1 1,5 5-1,-2 1-897,-1 2 600,5 1 0,17 20 0,11 5 0</inkml:trace>
  <inkml:trace contextRef="#ctx0" brushRef="#br1" timeOffset="13">24514 6756 7871,'-12'-5'2,"-5"2"614,1-5 0,-1 5 0,5-1 0,0 2 0,0 2 0,-2 3 2576,-3 5-3051,4 6 0,-10 16 1,2 4-1,-2 7 1,-2 9-1,-1 7 1,12-25-1,1 2 0,-1 1 1,0 1-1,3 0 1,1 0 215,-4 33 1,8-8 0,12-8-1,6-7-91,7-7 0,10-13 0,4-7 0,2-8 92,2-7 0,0-2 0,-1-2 0,-3 0-443,-5 0 1,-2 0 0,-2 0 0,-3-2-868,0-2 0,-6 3 0,1-3 952,-2 2 0,-13-3 0,-2-2 0</inkml:trace>
  <inkml:trace contextRef="#ctx0" brushRef="#br1" timeOffset="14">24760 6990 7902,'-12'-6'214,"-1"4"0,1-5 1,0 0 3111,0 0-2393,5 4 0,3-1 1,8 8-1,4 6 1,4 4 253,5 2 0,-2 10 1,5-1-1,2 2-499,1 3 0,2 0-323,0 3-354,-1 3 0,-1-10 0,-1 4 0,-1-3 0,-1-1 0,-1-4 0,-2-3-289,-3-4-838,-2-1 1,-4-7 0,-1-5-3294,-2-4 3464,-1-5 1,-4-1 944,0-1 0,-16-15 0,-4-9 0</inkml:trace>
  <inkml:trace contextRef="#ctx0" brushRef="#br1" timeOffset="15">25080 6904 7902,'0'-7'1522,"0"1"1,-5 12-434,-4 2 0,-7 9-90,-5 3-771,-2 9 0,-1 4 1,-1 8-1,-1 4 1,-1 3-1,-2-1 1,2-1 43,1-5 1,6-9-823,4-3-238,2-3 0,8-7 0,3-2 788,6-4 0,20-11 0,10-4 0</inkml:trace>
  <inkml:trace contextRef="#ctx0" brushRef="#br1" timeOffset="16">25289 7421 7891,'-12'4'1635,"0"1"913,-1 2-2196,1 1 1,5 5 0,3-1 0,3 0 0,2-1 0,3-1-1,4-3 1,3-1 981,2 1 1,-1-4-998,0 1-445,1-3 0,-1-1 0,0 0 1,0 0-1,1-1-5518,-1-3 5626,0-3 0,-16-22 0,-4-3 0</inkml:trace>
  <inkml:trace contextRef="#ctx0" brushRef="#br1" timeOffset="17">25289 7261 7882,'-12'-2'734,"0"-2"1,-5 1 548,1-5 0,4 6-774,3-3 1,8 4 0,1 1-510,7 0 0,53 11 0,-23-4 0,0 0 0</inkml:trace>
  <inkml:trace contextRef="#ctx0" brushRef="#br1" timeOffset="18">25794 7310 7852,'-7'-6'1733,"-4"5"1590,3-3-2879,2 3 0,1 2 0,6 3 1,3 4-1,5 3 0,1 3 1,3 2-1,-1 5 190,0 2 1,-3 2 0,-3-1 0,1 1-618,0-1 0,-6 2 0,-1 2 0,-8 1-362,-7-2 1,-9 3 0,-9-3-1,-3-2-653,-1-3 1,0-9 0,2 0 0,3-8-2374,8-3 3371,5-2 0,23-33 0,4-8 0</inkml:trace>
  <inkml:trace contextRef="#ctx0" brushRef="#br1" timeOffset="19">26188 7027 7852,'-13'0'403,"1"0"0,2 0 288,-2 0 0,7 1 0,-6 3 0,2 5 177,3 1 1,2 4-1,-3 4 1,1 5-396,4 4 1,-4 6 0,2-3-1,1 2-178,2 2 0,6-5 1,4-3-1,3-6-155,4-2 0,-1-7 0,6-7 0,1-3 287,1-1-423,7-5 1,-4-3-1,4-10 1,-1-5-1,-1-6 1,-2-2 0,-2-5-302,-4-4 1,-3 1-1,0-5 1,-2 2 544,-4 2 1,-7 3-1,1 6 1,-4 5 499,-1 4 1,-1 12-1,-4 2-230,-3 5 0,3 5 0,1 3 1,2 6-311,2 4 1,0 8 0,0 2-1,2 6-17,2 5 1,3 5 0,5 1-1,0 2-139,1 2 1,-1 4-369,0 3 1,0-6 0,-1 0 0,-2-3-960,-5-4 1,-8-1 1247,-5 2 1,-8-4 0,-9 0 0,-10-7 24,-8-4 1,-5-2 2,-4-4 1,2-6-928,-2-6 763,2-5 1,13 2 0,7-5 0,7 0 0,9-1-1064,6-3-24,3 2 1,13-4-1,7 1 1,9-3-1,8-3-3847,5-1 5097,6-6 0,-2-1 0,5-6 0,0 1 0</inkml:trace>
  <inkml:trace contextRef="#ctx0" brushRef="#br1" timeOffset="20">26938 7408 7815,'0'-5'4991,"0"5"-4463,-5 5 1,3 8 473,-2-1-796,-2 6 0,4-5 1,-2 4-1,3-4 0,1 0 1,0-1-1,0 0 258,0 1 0,1-2 0,2-2 1,2-2-574,2-1 0,1-2 0,5-4 0,-1-2-869,0-2 0,-4-1 0,1-5 0,0 3-745,2 2 0,-4-5 0,-2 2 1723,1-3 0,-16-23 0,2-6 0</inkml:trace>
  <inkml:trace contextRef="#ctx0" brushRef="#br1" timeOffset="21">26926 7298 7811,'-12'0'380,"3"0"379,1 0-965,6 0 206,-4 0 0,50-6 0,11-1 0</inkml:trace>
  <inkml:trace contextRef="#ctx0" brushRef="#br1" timeOffset="22">27258 6744 7810,'0'-36'134,"0"10"0,0-4 1,2 8 821,2 5 1,-3 4 0,5 6 0,-1 3-14,3 6 0,3 4 1,3 11-1,2 5-258,5 5 1,3 9-1,4 7 1,0 4-291,0 4 0,-2 11 1,-3 4-1,-12-31 0,-1 1-415,-1 1 1,-2 0 0,-2 2-1,-2 0 1,-1-1 0,-1 0 0,-2-1-1,-1-1-118,-6 31 0,-8-16 0,-5-10 0,-2-11-103,-2-8 1,-4-6-1,-1-8 1,2-4-989,2-2 1,0-6 0,9-3 0,4-3 1228,3-4 0,15-33 0,9-7 0</inkml:trace>
  <inkml:trace contextRef="#ctx0" brushRef="#br1" timeOffset="23">28661 6584 7881,'0'8'-264,"-1"-1"0,-2 0 57,-1 0-164,0-5-82,4 4 453,0-6 0,0 0 0,5 0 0,-3 0 0,3-6 0,-5-1 0</inkml:trace>
  <inkml:trace contextRef="#ctx0" brushRef="#br1" timeOffset="24">28649 6645 6645,'5'-6'2674,"-5"0"-1028,0 6-1414,0 0 0,-7 0 0,3 0 0,-4 1 0,-3 5 1,-2 6-1,-4 7 0,-3 6 0,-4 4 628,0 3 0,-2 15-231,-3 6-435,-2 6 0,1 3 1,5 1-1,9-1 1,6 1-1,9-5 1,9-8 259,12-10 1,9-13-1,8-10 1,1-5-310,3-4 0,-7-2 1,2-6-1,-5 0-716,-3 0 1,-6-4 0,-3 0-1033,-1 1 1,-3 0-1,-6 0 1603,-1-1 0,-16-11 0,0 1 0</inkml:trace>
  <inkml:trace contextRef="#ctx0" brushRef="#br1" timeOffset="25">28956 6965 7881,'-8'-4'1001,"1"-1"1,1-1 1940,-1 1-2346,4 1 1,-1 4 0,8 1 0,6 3 0,3 6-1,5 5 1546,1 5 0,0 9-1424,2 4-547,2-3 1,-5 5-1,4-2 1,-3 3-1,-1-1 1,-3-2 0,-3-5-540,-4-7 1,-1-1 194,-3-4-882,-2-8 0,2 3 1,-7-12-1,-3-3 1,1-5-2427,-1-2 0,-2-2 3481,4-4 0,-5-29 0,2-13 0</inkml:trace>
  <inkml:trace contextRef="#ctx0" brushRef="#br1" timeOffset="26">29252 6805 7880,'5'-12'0,"-3"4"0,2 0 561,-8 5 1,1-3 0,-5 6-1,-2 2 1,-2 3 3249,-5 8-3552,4 4 1,-10 9 0,3 3 0,-1 4 0,-3 4 0,-2 4 0,-1 4 216,-3 3 1,4-4-902,-3-3 1,5-3-1,3-3 1,6-3-1134,5-8 658,5-4 1,8-12-1752,5 0 2105,0-5 0,17 2 1,-2-5 545,4 0 0,35-5 0,3-2 0</inkml:trace>
  <inkml:trace contextRef="#ctx0" brushRef="#br1" timeOffset="27">29449 7310 7865,'8'0'1768,"0"0"-641,0 5 1,5 1-393,-1 2-383,0 3 0,-1 0 0,-1 5 1,-3 1-1,-2 0 0,-2 4 1,-2 4 583,-1 3 1,-11 0-604,-5 4-357,-12-4 0,-4 2 1,-8-7-1,-1-2 0,0-5 1,1-4-1,2-3-961,2-5 0,9-4 0,3-6 0,6-5-769,4-4 0,7-5 813,3 3 567,8-5 374,3 3 0,15-8 0,7-3 0,1-3 0,0 0 0</inkml:trace>
  <inkml:trace contextRef="#ctx0" brushRef="#br1" timeOffset="28">29830 7273 7862,'8'0'885,"1"0"990,0 0-1386,-3 0 0,1 1 0,-5 5 1,2 5-1,-1 4 0,-2 1 0,-2 2 1,-2 2 465,-1 4 1,-9 0-1529,0 1 379,-2-6 0,-1 3 0,-2-4 0,0-2 0,1-1 1,1-5-1122,3-3 1,5-3 0,1-7 0,1-4 1314,4-5 0,24-26 0,14-10 0,2-3 0,0 0 0</inkml:trace>
  <inkml:trace contextRef="#ctx0" brushRef="#br1" timeOffset="29">30224 6891 7336,'-7'0'2464,"-4"0"0,10 6-1973,-3 2 1,2 7 0,2 3 0,0 0-239,0 0 0,0 2 1,2-2-1,2 0-5,4-1 1,3-4 0,1-7 0,2 0 153,2-3 1,2-9-320,3-6-5,2-6 1,-4-6 0,6-2-1,-1-3 1,1-4 0,0-1-1,-2 1 187,-3 4 0,2 9 0,-5 5 0,-2 5-159,-2 6-9,-6 3 1,4 12 0,-4 8-1,1 11 1,0 12 0,1 9 0,-1 6 79,0 3 1,-4 7-1,3 2 1,-4-34-1,-1 0-409,0 0 1,-1-1-1,-1 24-1893,-4-5 1782,-3-8 0,-12-15 0,-7-4 1,-8-7-1,-7-5-1071,-3-7 1309,-1-4 0,-3-3 0,3-2 1,5-2-1,6-4-314,5-3 0,10-1 0,6-1-1792,3 1 985,7-6 1,3 1 446,8-4-38,9 3 1,1 2 816,2-1 0,9 1 0,-3 4 0</inkml:trace>
  <inkml:trace contextRef="#ctx0" brushRef="#br1" timeOffset="30">30815 7248 7851,'8'0'0,"0"0"411,2 0 522,1 0-222,1 0 1,-4 2 0,0 2-1,1 4 1,-1 3 0,0 3-1,2 2 1345,0 5 0,-1 2-1391,-1 1-637,-5 1 0,1 0 1,-8-1-1,-6 1 0,-5-1 1,-7 0-1,-4-4-736,-3-3 274,-5-9 1,3 1 0,-6-4 0,1-3 0,2-2 0,4-4 0,3-4-3344,3-3 3013,14-7 0,-5 0 1,12-3-1,4-1 0,7-3 764,7-2 0,37-18 0,-19 22 0,0 0 0</inkml:trace>
  <inkml:trace contextRef="#ctx0" brushRef="#br1" timeOffset="31">31159 6510 7802,'-12'-5'281,"-4"-2"1,-1-6 0,2 1 0,1 0 0,4-1 2331,1 1-1877,4 0 1,5 4 0,0-1 0,1 0 0,3-1-1,6 2 1,5 4 0,5 3 583,4 1 1,0 2-1184,1 7 1,4 0-1,1 12 1,0 2 0,1 4-1,-1 7-14,0 6 1,-5 5 0,-7 10-1,-5 6-322,-6 8 1,-5-33 0,-2 0 0,-2 1 0,-2-1-1,-2-1 1,-1-1-95,-17 32 1,-2-3 0,-5-4 0,1-7 28,2-11 1,7-10 0,1-10 0,3-5-977,2-2-698,1-7 631,7-2 810,2-5 1,10-4-1,2-1 1,1-1 0,-1-1-1,0 2 497,0-1 0,-16-14 0,1-1 0</inkml:trace>
  <inkml:trace contextRef="#ctx0" brushRef="#br1" timeOffset="32">21536 8541 6718,'0'-9'550,"0"1"0,0 4-189,0-4 0,0 4 0,0-5 1,0 0 447,0-2 1,0 3 0,1 0-1,2-2 504,1-1 0,0-1 0,-4-1 309,0 1 1,0 4-329,0 0-1070,0 5 0,0-1 0,2 9 0,0 8 0,4 7 0,-1 6 0,2 6 1613,0 3-1838,-4-1 0,6 9 0,-3-6 0,-1-2 0,2-1 1,-2-2-1,2-2-1218,0-3 0,-4-6 0,1-5 1,-3-2-5685,-1-2 6903,0 0 0,-16-10 0,-5-4 0</inkml:trace>
  <inkml:trace contextRef="#ctx0" brushRef="#br1" timeOffset="33">21253 8959 7848,'0'-8'999,"1"1"1,3 1-123,4 4 0,10 0 0,8 2 0,10 0 0,10 2 1,9 0-160,7 3 0,6-1 0,-4-4 0,-2 0-322,-4 0 1,-8-2 0,-1-2 0,-5-3-310,-10 0 1,-7-3-216,-6 1-451,-9 4 0,-8-1 1,-8 6-1,-4 0 579,-3 0 0,-18-5 0,-4-2 0</inkml:trace>
  <inkml:trace contextRef="#ctx0" brushRef="#br1" timeOffset="34">22828 8381 7822,'0'-9'575,"0"1"1,0-1 0,0-2 732,0-2 0,0 5 0,-1 1 0,-3 2-959,-5 2 1,-6 7-1,-1 4 1,-1 5-122,0 3 1,2-1 0,-6 6 0,1 1 29,0 1 1,-3 3 0,5 0 0,2 0 18,4-3 0,8-5 1,0 1-1,4-1-128,4-3 0,4-7 0,8-4 1,5-3 349,2-1-587,7 0 1,-4-1 0,3-3 0,-3-3 0,-3-1 0,-2 0 0,-5-2-942,-2-1 880,-2 4 0,-5-4 0,-5 5 0,-4-1-7,-6 3 0,-7 2 0,-2 2 0,1 0 168,-2 0 1,3 2-1,-4 2 1,0 4 4,-1 3 0,4 2 0,-4 3 0,-1 1-97,2 2 1,-4 2 0,2 4 0,-1 1-35,2 2 1,-2-2 0,7 3 0,3-3 127,2-1 1,7-5 0,0-1 0,6-2 318,5-6 1,9-1 0,5-5-1,5-3 537,6 0 0,-2-2 1,1-2-1,-1 0-273,1-3 1,-5-4 0,2 2-1,-5-1-538,-3 0 1,-5 4 0,-6-3-1928,-2 1 0,-5 4-1732,1 6 0,-3-2 3600,-1 7 0,28-1 0,6 4 0</inkml:trace>
  <inkml:trace contextRef="#ctx0" brushRef="#br1" timeOffset="35">23320 8811 7816,'0'-12'599,"4"4"0,0 0 1466,-1-2 0,0 4-914,1 2 0,2 4 0,3 4 1,-1 6-534,2 5 0,-1 4 0,1 6 1,-2-1-316,2 1 0,-1 0 0,1-1 1,-3 1-416,-2 0-54,-6 5 1,-7-4 0,-9 2 0,-3-2-1,-5-1 1,-4-2 0,-3-2-3469,-4-5 3072,-1-2 0,0-7 0,0-3 1,0-4-1,2-4 0,2-5 1,7-2-4520,8-1 5081,2-6 0,27-10 0,9-7 0,-2-4 0,0-1 0</inkml:trace>
  <inkml:trace contextRef="#ctx0" brushRef="#br1" timeOffset="36">23320 8504 7816,'-12'-2'0,"0"-1"0,-1-2 948,1-2 1,4 4 0,1-2-290,2 0-659,0 3 0,27 8 0,6 7 0</inkml:trace>
  <inkml:trace contextRef="#ctx0" brushRef="#br1" timeOffset="37">14226 15063 7257,'0'8'-1143,"0"0"3161,0-5-312,0 2 1,0-3-614,0 2 0,1-3-248,3 3 0,-2-1-191,2 1 0,-3-1 38,-1 5-1,2-5-170,2 1 1,-2-3 12,7-1-454,-7-5 0,8 1 0,-5-7 0,2-4 0,3-3 1,1-4-1,1-1-117,0-2 1,1-5-1,-1-3 1,2-2-132,2-2 0,-2 1 1,2 2-1,-2 3 60,-2 1 0,0 0 1,1 2-1,-2-1 87,-3 2 0,3 1 0,-3 2 0,3-1 21,1 0 1,-3 6 0,-3 3 0,0 2 14,-3 2 1,2 4 0,1 1 6,0 1 1,-2 2-217,5 4 44,-7 0 0,4 6 193,-6 2 0,4 3 0,0 1 86,-1 0 0,-2 1 0,-1-1 0,0 0 30,0 1 0,0 0 0,0 2 0,2 2-60,2-2 0,-3 3 1,3-1-1,-1 2-66,1 3 0,-1-2 0,4 0 0,-1 2-56,1 1 0,-3-2 0,4-1 1,2 2-25,1 1 1,-3-2 0,0-2-1,2 0-31,1 0 1,1-4 0,1 2 0,-1-5 85,0-4 0,0 3 0,1-4 1,-1 0 68,0-3 1,-3 1-1,-1-1 15,1-1 0,2-1 0,0-4 71,-3-2 0,2 1 0,-5-5-12,2-1 1,-4-2 0,1-2 0,-1 0-44,1-4 1,-1 2 0,4-4-1,-1-1-63,1-4 1,-3 1-1,5-8 1,0-1-56,2 1 0,5-8 0,2-6 0,1-4-14,3-4 0,1 2 1,2-2-1,0 4-1,-1 4 0,2-2 1,0 7-1,-1 5 61,-6 5 0,-8 9 0,-4 5-1058,-2 2-299,-1 2 0,-4 4 0,0-1 346,0 0 0,6 2 1,1-1-1,1 0 180,0 1 795,-5-4 0,2 4 0,-5-5 0</inkml:trace>
  <inkml:trace contextRef="#ctx0" brushRef="#br1" timeOffset="38">16121 13832 10117,'-8'-4'1991,"1"-1"1,0-1 1453,0 1-3256,5 1 0,-9-1 1,3 1-1,-5 3 1,-2 2-1,-3 6 1,-1 4 738,-3 7-845,-6 4 0,0 13 0,-4 8 0,-3 7 0,-2 9 0,18-27 0,-1 0 0,-1 3 1,1 1 3,0 3 0,0-1 0,1 0 0,0-1-301,0 2 1,1 0 127,2-1 1,0-1 0,1-2-1,2-1 1,-6 30 0,6-5-1,8-6 1,3-5 0,5-6-724,5-5 771,1-8 0,10 5 0,-3-4 0,5 0 0,1 0 0,-1-2 1,-1-2 258,-3-2 1,0-3-91,-5-1-358,0-5 0,-1 3 0,-1-7 0,-2-3 0,2-4-1118,1-2 1,-3-4 173,0-2 1,-4-2 0,4-8 1170,2-3 0,6-29 0,3-13 0</inkml:trace>
  <inkml:trace contextRef="#ctx0" brushRef="#br1" timeOffset="39">16207 14915 13623,'0'-7'535,"0"0"1,0 3-1,0-4 1,0-3-1,0-1-179,0 0 0,0-1 0,0 0 0,2-2 0,0-5 1,4-1-182,1-5 1,-3-7 0,4 0 0,0-3 262,-1-1-382,4 1 1,-4-4 0,4 2 0,-2 3 0,-2 4 0,0 5 0,0 3 0,1 2 0,0 1 34,0 1 1,-1-3 0,3 5 0,-2 1 0,2-2 0,1-1-279,1 0 0,0-4 0,0 3 0,1 0-403,-1-1 521,0 1 0,1-5 1,0 2-1,2 1 1,2 3-1,-2 0 1,-1 1 50,-2 0 75,0 7 1,0 0 0,1 5-1,-1-1 1,0 1-97,1 1 1,-1 3-184,0-2 0,1 3 10,-1 1 0,-4 1 140,0 3 0,-5-1 0,1 5 110,-2 2 1,-4 2 0,-2 3-1,-4 4-34,-3 5 0,-1-5 1,-2 8-1,-1 1-51,-2-2 1,-4 1 0,1 0 0,0 2 44,-1-2 1,6-1 0,-1-2-1,1-3-6,-1 0 1,6-6 0,-1 1 0,3-3-96,1-5 128,4-3 1,-1-5 0,8 0-1,3-1 250,0-3 1,4 1-1,-3-4 1,3 0 67,1 1 0,2 2 0,1-3 1,1 1-161,-1 3 0,-1 2 1,-2 1-1,1 0-80,-1 0 0,0 0 0,1 0 0,-1 0-152,0 0 0,2 0 1,1 1-1,1 2-60,-1 1 0,-4 6 0,2-2 66,4 3 0,-4 1 1,-1 1-1,-2-1 28,-4 0 0,5 1 1,-4-1-1,0 0-2,-3 0 0,-2 1 1,-2 0-1,0 3-25,0 0 1,0 2 0,0-3 0,0 1-25,0-1 0,-2 3 1,-1-2-1,-2-1 111,-2-1 1,3-2 0,-4 1 79,-2-1 1,-1 0 0,-1-1 4,0-3 0,-1-2 1,1-6-1,0 1 9,0 3 1,-2-2 0,-1 2 0,-3-3 64,-1-1 0,-2 0 0,-3 2 1,-1 0 363,1 2 1,-1 1-1,0-7 1,1-1 4,-1-1 1,6-5 0,1 1 0,2-3-238,-1-2 0,1 1 0,4 0-618,-1-1 0,2 1-5716,3 0 2170,3-1 0,6 5 3828,3 0 0,30 5 0,13-2 0</inkml:trace>
  <inkml:trace contextRef="#ctx0" brushRef="#br1" timeOffset="40">17044 14755 8019,'8'0'2780,"1"0"-2013,0 0 0,-2 4 0,1 2 0,0 1 0,1 2 0,-1 3-212,1 5 0,-3-2 1,-2 4-1,-3 0-336,-1 0 0,0 3 1,-1 6-1,-3 0-561,-4 0 1,-9-2 0,-2-2 0,-1 1 0,-1-2 0,0-2-548,2-5 0,2-1 0,4-1 0,1-1 889,0-2 0,5-18 0,1-1 0</inkml:trace>
  <inkml:trace contextRef="#ctx0" brushRef="#br1" timeOffset="41">17770 14447 6136,'-7'2'0,"3"2"0,3-3 0,1 5 0,5-6 0,2 0 0</inkml:trace>
  <inkml:trace contextRef="#ctx0" brushRef="#br1" timeOffset="42">17819 14435 6308,'7'-1'2438,"-3"-3"-2061,3 2 89,-5-9 1,4 9 526,-2-7 42,-2 7-619,3-4 0,-5 5-27,0-3-131,0 2 0,0-4 550,0 1-747,0 4 0,-1-4 0,-3 5 1,-4 0-79,-3 0 22,-2 0 1,5 0-1,0 1 1,-2 2-1,-1 2 1,-1 1 0,0 1-86,0-1 1,-1 3 0,1 3 0,0 2 41,-1 2 0,1-2 0,0 3 0,-1 1 44,1 3 1,4-2 0,1 0 0,2 0 93,2 0 0,1-2 1,2 2-1,0-1 36,0-3 0,6-2 1,2 0-1,3-1 48,1 0 0,2-1 0,1-1 0,2-3-90,-2-2 1,2 3 0,1-4 0,1-1-72,3-2 0,-3-1 1,0 0-1,1 0-13,-1 0 1,-3 0-1,3 0 1,-1-1 9,-3-3 1,-1 1 0,-2-4-1,0 1 5,1-1 1,-1 3 0,-1-5-1,-2 0 94,0-2 0,-1-1 0,3-1-132,-3 1 1,2 0 0,-6-1-1,0 1-69,1 0 0,-3-1 0,2 1 0,-3 0 31,-1 0 0,4-1 1,0 1 41,-1 0 1,-2-1 0,-1 1 78,0 0 0,-5 4 24,-3-1 1,1 7 0,0-4 0,0 2 66,0 0 0,3-2 1,-4 4-104,-1-2 1,2-2-1,-2 3-33,0-1 1,2-1 0,-1 2-154,-2-1 1,3-1-1,-1 2 7,-1-1 0,2-5 0,-1 5 158,-2 2 1,-1-4-1,-1 2 123,0 1 1,-1 2-1,1 0 1,0-2-25,-1-1 0,5 0 0,0 4 1,-2 0 2,-1 0 1,-1 0-109,0 0 0,1-2-211,3-2 334,-3 3 1,15-5-1,0 6 152,5 0 0,5 0 1,1 0-1,3-1 65,1-3 1,2-4-1,3-7 1,1-3-127,-1-1 0,2-2 0,0-2 0,0 1-625,-2 2 1,-8 5 0,0-2-1,-2 3-3961,-2 2 4341,-5 0 0,-18 21 0,-9 6 0</inkml:trace>
  <inkml:trace contextRef="#ctx0" brushRef="#br1" timeOffset="43">18312 14017 6142,'-4'-8'2767,"-1"-1"0,3 0-2074,0-2 0,8-1 0,2-1 0,4 1 0,5-2 0,3-2 601,3-5-1090,2 4 0,0-3 1,-1 5-1,1-1 1,0 1-1,-2 1 1,-3 3-31,-3 3 0,-4 3 0,-2 6 0,-2 3-233,-5 4 0,-3 3 0,-2 3 0,-3 2 0,-5 3 0,-2 2-327,-1-1 0,0 1 1,-1 4-1,1 1 0,-2 1 1,-1 3 101,-1 1 0,0-2 0,3 3 0,1-2 794,0-3-352,-1-1 0,5-7 1,1-2-1,2-4 1,4-2-1,3-3 1,8-3-1,3-4 0,5-2 606,1-4 0,2-1 1,2-7-1,-1 1 1,-3 0-1,0-1 1169,0 1-2753,-3 0 1,1 1 0,-4 3 819,-1 4 0,0 2 0</inkml:trace>
  <inkml:trace contextRef="#ctx0" brushRef="#br1" timeOffset="44">19628 13697 7914,'0'-13'38,"2"1"0,0 0 1,3 0-1,-3-1 765,0 1 1,-2 0 0,0-1 0,0 1 417,0 0 0,-2 5-560,-2 3-323,3 2 0,-6 2 0,3 2 0,-4 2 0,-3 5 0,-3 8 482,-2 7 1,1 4-438,-6 9-298,1-3 1,-5 19 0,-1 1-1,-1 6 1,13-28 0,0 1 0,2 3-1,0 0 1,1 1 0,1 2 167,1 2 1,0 0-247,1-4 1,0 0-1,4-1 1,1-1-1,0 21 1,8-7 0,8-8-1,9-8 1,5-8-126,1-7 0,-2-6 0,-2-4 1,1-2 97,0-1 1,-6-4-103,-3 3 0,-8-1 0,-2 0-1692,-1 1-420,-3 6 1432,3-4 0,-5 7 802,0-1 0,-5 0 0,-2 1 0</inkml:trace>
  <inkml:trace contextRef="#ctx0" brushRef="#br1" timeOffset="45">19875 13955 7914,'0'-8'3774,"-2"0"-1012,-2-2-1968,3 5 0,-5 1 0,8 9 0,3 7 0,7 8 0,7 4 0,6 5 0,2 5 1545,2 6 0,4-2-1634,-4 3-648,5 3 1,-4-7-1,1 1 1,-5-5-1,-5-4 1,-3-5 0,-3-3-281,-2-4-244,-6 0 0,3-5 0,-7-1-3425,-5-3 2477,2-2 0,-11-8 0,3 0 1415,-3-2 0,-18-33 0,-3-4 0</inkml:trace>
  <inkml:trace contextRef="#ctx0" brushRef="#br1" timeOffset="46">20231 13808 7914,'0'12'873,"0"0"1,-4 0-488,0 1 1,-4-4 0,3 2 0,-2 4 773,-3 3-971,5 3 1,-8 9-1,2 4 1,-5 6-1,-3 5 1,-3 4-1,-1 3 386,-2 1 1,-4-1-382,1-7-208,-1-2 1,6-8-1,1-3 1,3-8-1,2-6 1,5-4-3217,2-2 3230,8-5 0,13-7 0,9-7 0</inkml:trace>
  <inkml:trace contextRef="#ctx0" brushRef="#br1" timeOffset="47">20367 13672 7918,'-15'0'638,"2"0"0,2 0 843,1 0 0,4 0 1,6-1 435,7-3-1810,15 2 0,0-9 0,10 3 0,4-4 0,2-3 0,3-3 0,-1 0-427,-2 1 1,-5-4 0,-1 5 0,-4 1-1517,-4 1 0,-4 2-416,-4-1 0,-9 6 2252,-3 3 0,-35 30 0,-16 9 0</inkml:trace>
  <inkml:trace contextRef="#ctx0" brushRef="#br1" timeOffset="48">20576 13611 7918,'-1'-7'-69,"-2"1"2934,-1 1-1505,0 4-853,4-5 1,-4 7 0,-1 4-1,3 4 1,0 5 0,2 4 1836,0 1-2421,0 1 1,-4 3 0,0-1 0,1-1-1,2-1 1,1 1 0,0-2-2323,0-1 1194,0-2 0,0-4 1,0 1 1204,0-1 0,16-32 0,5-9 0</inkml:trace>
  <inkml:trace contextRef="#ctx0" brushRef="#br1" timeOffset="49">20797 13857 7918,'-5'-8'0,"-2"-1"0,-1 1 2585,0 1-119,5-4 1,-4 10 1546,3-3-3671,8 8 0,-2 3 1,11 5-1,2 2 1,3 2-1,1 5 1,3 2 56,1 2 0,2-1 0,0 1 1,-1-1-512,1 1 0,-1 0 1,1-1-1,-2 1 0,-2 0 1,1-5-1,-6 1 1,-1 0-260,-1 3 1,-7-4 0,-3-1-1,-3-1-1876,-1-3 1453,0-1-203,0-2 0,-1-5 1,-2-4-1,-3-6 0,1-5-3655,0-3 4652,-5-1 0,-8-28 0,-8-7 0</inkml:trace>
  <inkml:trace contextRef="#ctx0" brushRef="#br1" timeOffset="50">21179 13746 7893,'-8'0'1472,"0"0"-635,-2 0 1,0 3-500,2 5 230,-8 0 0,6 21 0,-12 1 0,-4 8 0,-5 9 1638,-5 5-2078,-1 4 1,18-26-1,-1 0 1,-18 27 0,3-5-1,4-7 1,6-9 0,6-9-439,7-5 0,4-11-1835,-1 1 913,4-7 0,5 1 1232,0-1 0,22-31 0,5-3 0</inkml:trace>
  <inkml:trace contextRef="#ctx0" brushRef="#br1" timeOffset="51">21364 13451 7893,'-13'-6'132,"1"-1"0,0-5 1,-1 0 1417,1-1 0,4 7 0,1 0 3355,2 1-3077,0 3-1527,5-3 1,6 9 0,2 1 0,4 2-1,5 3 1,3 1 0,5 2 135,4 4 1,-2-2 0,6 5 0,0 2-302,-2 2 1,3 4 0,-5 2 0,0 3-121,1 5 0,-10 2 0,1 8 0,-8 5-271,-4 6 0,-4 3 1,-5-27-1,-3 1 0,0-1 1,-2 1-92,-11 31 0,-12-4 1,-4-6-1,-5-5-64,-4-5 1,-2-6-965,-2-9 1205,-3-2 1,11-10-1,-1-4 1,7-2-1,5-3-1155,7-3 516,9-3 0,6-5 1,9-1 807,8-3 0,0-2 0,8-2 0,-1 3 0</inkml:trace>
  <inkml:trace contextRef="#ctx0" brushRef="#br1" timeOffset="52">21807 13389 7893,'-2'11'5483,"-2"-3"-4351,3-2 0,-3-6 1,9 0 718,7 0-1796,1-6 0,11 1 0,1-5 0,6 2 1,5-2-1,0 0 0,-4-3-899,-3 1 1,-7 5 0,-3 2-561,-1-1 1,-3 6 0,-8-1-283,-7 4 1,-6 6 1685,-6-1 0,-28 3 0,-6 2 0</inkml:trace>
  <inkml:trace contextRef="#ctx0" brushRef="#br1" timeOffset="53">22287 13106 7885,'0'-8'1441,"0"0"0,0 6-11,0 2 1,0 6-202,0 6-1039,0 0 1,-5 5 0,1 1 0,2-1-1,0 3 1,2-3 0,0 1-906,0-3 1,-1 3-1,-2-2 1,-1-1-652,1-1 0,1-2 1366,-3 1 0,-18-17 0,-10-5 0</inkml:trace>
  <inkml:trace contextRef="#ctx0" brushRef="#br1" timeOffset="54">22791 13438 7544,'-8'-8'984,"0"1"0,-1 0 0,1 2 0,1-2 375,2 0 0,-3 3 1,2-3-1,1 1-693,-1-1 1,4 5-1,6 2 1,5 7 0,5 4 25,2 1 1,12 8 0,0 4-1,8 8 369,5 3-1042,8 13 1,-23-23-1,0 2 1,2 5-1,-1 2 1,-1 1-1,-2 1 1,-1 1 0,-3 2-1,-2 2 1,-3 0-1,-4 2 1,-2 1 59,-3 1 0,-2 0-110,-4-4 1,-3 0 0,-4-1 0,-4-2 0,-19 23 0,-8-6 0,-7-4 0,-2-4 0,2-3-593,4-7 474,8-5 0,5-8 0,7 1 0,5-3 0,3-5 0,5-4-5030,4-2 3785,3-6 0,6 1 0,3-6-2571,3 0 3965,2 0 0,15-33 0,5-8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1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4652 5919 7831,'-8'4'1769,"1"2"1161,1 1-1785,2-5-48,4 4 0,-1-6 739,-3 0 0,1-1-1617,-5-4 0,5-3 0,-1-8 1,3-5-253,1-2 1,0-7 0,0-4 0,1-9 14,3-10 1,3-4-1,-1 22 1,1-1-1,1-1 1,0 0-41,-1-1 0,2-1 0,2-1 0,1 1 0,0 1 0,-1 1 0,3-1 0,0 2-197,-1 1 0,1 1 0,13-24 261,2 4-31,-3 9 1,4 4 0,-6 10 0,-3 6-1,-1 9 1,-3 6 0,-2 6-381,-1 3 0,-3 2-800,-3 3 882,3 3 0,-10 11 0,4 2 1,-7 5-1,-6 5-965,-8 7 1225,-6 5 1,-3 3-1,-1 0 1,-1 1 0,-2-3 123,2-2 0,2-4 1017,5-4-758,2-3 0,3-7 0,2-2 0,7-5 132,3-2 1,12-7 0,5-3 0,5-3 148,7-1 0,4-1-412,7-3 0,7 1-4,5-5 1,6 1-1,5-2 1,-2 2 244,-5 1 0,-8 2-236,-4 4 1,-10 6-235,-6 2 2,-11 14 1,-9 0 0,-5 10 0,0 3-1,-1 0-86,-3 2 1,-4-4-1,-8-2 1,-3-1 37,-4-2 1,-4-2 121,-10-2 0,-7-5 1145,-5-2-858,-6-3 1,-5-4-1,3-1 1,3-5-1,6-3-225,7-1 1,6-5 0,12-4-1,3-1-1238,8-3 1,1 1-872,7 0 0,0-6 884,4-3 1127,5-2 0,3-23 0,2-9 0,3-5 0,0 0 0</inkml:trace>
  <inkml:trace contextRef="#ctx0" brushRef="#br0" timeOffset="1">4750 4738 7939,'-12'4'-909,"0"0"3771,-1-1-2301,6-2 1,3-1-1,7-3 1,4-3-1,2-8 1291,5-4-1657,1-2 0,-1-10 0,2-3 0,3-3 1,2-2-1,-2-3 0,-1-3 550,-3 0 1,-1 2-330,-2 5-221,0 0 0,0 6 0,-1 3 0,-1 6 0,-3 6 286,-2 2-537,5 8 1,-9 7 0,3 11 0,-2 9 0,-2 6-1,0 6 1,0 2-1246,0 2 1,1-1 434,3-3-548,3-3 1,1-1-1,0-1 1414,2 0 0,23-19 0,6-5 0</inkml:trace>
  <inkml:trace contextRef="#ctx0" brushRef="#br0" timeOffset="2">6744 5378 7920,'-8'0'2124,"-1"0"549,0 0-2473,3 5 1,1-2 0,4 5-1,-2 3 1,-1 4 0,1 6-1,3 3 1,3 4 0,2 2 348,2 1 1,1 1-214,4 0-197,6-7 1,-3-4-1,6-8 1,1-3-1,1-3 1,2-7-1,-2-7 1,-1-11-1,-2-8 450,2-7 0,0-2 1,-3-2-1,-5 0-536,-5 0 0,-6 6 0,1 2 0,-2 4-507,-2 5 0,-6 3 0,-2 9-2519,-3 4 2973,4 3 0,-9 22 0,2 7 0</inkml:trace>
  <inkml:trace contextRef="#ctx0" brushRef="#br0" timeOffset="3">7224 5353 8244,'-4'8'1556,"0"2"-971,1 4 0,1-2 1,2 6-1,0 0 44,0 2 1,0 5-294,0 3-76,0-2 1,0 4-1,0-5 1,0-2-1,0-2 414,0-5 1,2-10 0,1-12-429,1-13 1,9-11 0,1-11 0,4-4-69,4-3 0,5 3 1,2 2-1,-2 4 17,-1 3 1,-1 9-1,-1 4 1,1 9-165,-1 9 0,-4 6 0,-4 8 0,-4 11-124,-3 6 0,-4 12-9,-5-1-212,0 2 0,0 1 0,0-2 0,0-3 0,0-4 0,0-4 0,0-1-4346,0-1 2261,0-6 2399,0-7 0,5-66 0,-1 16 0,-1 0 0</inkml:trace>
  <inkml:trace contextRef="#ctx0" brushRef="#br0" timeOffset="4">7876 4849 7883,'-5'-13'518,"3"5"1,-3 0 0,1-2 2347,-1-1-2317,1 5 1,4 1-1,0 10 1,2 4 0,0 6-1,3 7 1,-1 5-1,0 8 818,0 4 0,1 5-763,-1 5-490,-2 0 0,3 2 1,-5 1-1,0 1 1,0-1-1,-1-2 1,-2-5 89,-1-4 0,-4-9 0,2-4 1,1-6-323,-1-6 1,-2-9 129,4-7 0,0-11 1,4-11-1,0-4 43,0-3 0,4-1 0,2 3 0,0-2 61,4 2 0,1 2 10,1 5-30,1-3 0,0 9 1,4-4-1,2 3 1,1 3-1,1 5 1,2 4-319,4 3 0,1 3-154,5 5 0,-6 6 0,0 10 0,-5 2-159,-5 3 1,-9-2 246,-4 6 0,-5-4 29,-8 4 89,-4 0 1,-17-2 0,-3-2 0,-3-5 0,-1-4-101,0-8 0,2-1 1,2-7-1,4-1-630,3-2 1,9-2-819,4-3-530,1-3 2248,11-6 0,44-37 0,-12 20 0,0 0 0</inkml:trace>
  <inkml:trace contextRef="#ctx0" brushRef="#br0" timeOffset="5">8405 5242 7869,'-12'2'524,"0"2"0,-1 1 752,1 4 1,5 2-475,3-3 37,-3 3 1,6 5 0,-3 2 0,2 0 0,2-1 1452,0-2-2363,0-1 0,2 0 0,0 1 1,4 1-1,-1-1-1464,1-1 1,-2-6-1586,-4 0 2255,0-5 865,0 3 0,-6-34 0,0-6 0</inkml:trace>
  <inkml:trace contextRef="#ctx0" brushRef="#br0" timeOffset="6">8368 4984 7869,'-18'0'0,"5"-4"1181,-4 0 0,4 0-905,0 4 0,8 1-276,5 3 0,44 30 0,-14-10 0,0-1 0</inkml:trace>
  <inkml:trace contextRef="#ctx0" brushRef="#br0" timeOffset="7">8688 5267 7869,'4'-8'2726,"0"0"-1741,0-1 0,-4-3 0,0 0-156,0 0 0,-5 5-192,-3 3-580,-3 2 0,-1 2 0,-2 3 1,-1 4-1,-2 6 0,1 5 0,0 3 379,-1-2-255,1 4 0,4-5 0,-1 2 0,2-3 0,3-2 1631,4 1-1489,8-8 1,4 2-1,7-14 1,3-6-1,1-3 1,2-2 0,-1 2 884,1 4-1426,-6 6 0,3-2 1,-6 7-1,-1 5 0,-3 7 1,-4 2-3317,-3 2 2419,-1 4 1,5-7-1,0 3 1,2-3-1,2-6 1115,2-2 0,17-30 0,6-15 0,3-3 0,0 0 0</inkml:trace>
  <inkml:trace contextRef="#ctx0" brushRef="#br0" timeOffset="8">9070 5230 7854,'0'-7'3334,"0"2"-2263,0 5 0,-6 0-145,-2 0-237,3 0 1,-6 1 0,2 3 0,0 5 220,1 1 1,-2-1 0,6-1-614,1 1 1,6-2 0,2 0 0,2 0-210,3 0 1,-3-3-1,1 4 1,0 2-204,-1 1 1,-2 5 0,-5 0 0,0 1-724,0 1 0,-1-1 0,-3 4 0,-4-5-1362,-3-2 0,0-2 1213,3 1-667,-3-7 1,8 0 1653,-5-6 0,15-26 0,10-14 0,-2-1 0,-1 0 0</inkml:trace>
  <inkml:trace contextRef="#ctx0" brushRef="#br0" timeOffset="9">9254 5279 7854,'-1'13'715,"-3"-1"0,-2 0-72,-2 1 1750,-3-1 1,10 0-1116,-3 1 1,9-7-1047,7-2 1,6-4 0,7-4 0,1-5-122,3-6 1,-5-3-359,1-3 0,-2-2-746,-7 3 767,1 2 0,-10-4 0,-3 6 0,-4 1 0,-4 2-1451,-5 5 1538,-7 3 0,-3 6 1,-7 4-1,-1 8 1,-2 6 502,2 4 1,-1 2-1,2-1 1,2 1 293,4 0 0,7-5 235,5 1 1,2-6 19,6 1-923,0-2 1,10-7 0,5-3 0,5-3 0,8-1-851,2 0 1,-2-5-1,4-2 1,-1-1-4606,1-1 5465,-5 1 0,3-21 0,-5-3 0</inkml:trace>
  <inkml:trace contextRef="#ctx0" brushRef="#br0" timeOffset="10">9599 5304 7847,'-19'0'0,"2"0"0,4 0 1688,0 0 0,0 5 1,-1 4-1,0 2-190,3 1 1,7 4-791,0 1-560,3 5 1,1-5 0,0 4 0,1-5 0,3-3 0,4-4 0,5-2 53,3-2 0,-1-6 44,6-7 0,1-9 1,5-3-1,3-5 116,1-3 0,2 0 182,4-5-405,-5 1 1,7-11-1,-2-2 1,2-4-1,-3-4-26,-3-5 0,-17 26 1,-2-1-1,-2-2 0,-2 0 1,0-1-1,-2 1-143,-1-1 1,-2 2-1,-2-25-396,-3 14 0,-10 15 118,-6 18 0,-6 8 0,0 13 0,-4 13-260,-2 12 1,-1 10 424,4 9 0,5 5-1126,-1 7 1328,12 4 1,2-33 0,3 0 0,5 34 0,5-4 0,6-4 93,7 0 0,10-17 0,2-8 0,1-11-622,-4-10 0,-2-5 215,-1-11 1,-6-1-2229,-3-3 1439,-7-3 1,0-7-1,-5-1 1,0-1 1042,2 1 0,-10-4 0,2 0 0</inkml:trace>
  <inkml:trace contextRef="#ctx0" brushRef="#br0" timeOffset="11">4356 9562 7846,'-8'-21'638,"0"1"0,-2-1 0,1 1 0,1-1 1,2 1-1,2 1 2426,0 2 0,0 4 1,5 2-1755,3 2-736,3 4 1,7 6-1,1 5 1,3 6-1,1 9 1872,3 6-2302,1 4 0,2 6 0,-1 2 0,1 3 0,-2 6 0,-1 5 0,-3 2-103,-1 0 1,-2 2 0,-3-4 0,-3-1-42,-1-1 0,0-9-382,-5-5-18,0-5 1,1-12-1,-1-1-465,-2-1 1,0-14 433,-2-12 694,0-8 1,0-20-1,0-8 1,0-12 0,0 22-1,1-3 1,1-4-1,0-1 1,2-5 0,0-1 12,1-2 0,1-1 0,3-4 1,0-1-277,1-3 0,1-1 0,2 2 0,1 0-1187,0 0 0,1 1 1187,-1 8 0,0 3 0,-4 8 0,-2 3 0,5-9-2483,-8 16 1,-2 15 2482,2 13 0,-1 5 0</inkml:trace>
  <inkml:trace contextRef="#ctx0" brushRef="#br0" timeOffset="12">5316 9722 7819,'7'-1'2013,"-3"-4"0,-2 3-468,-2-7 1,-2 5-243,-2-4-1162,3 5 0,-10-2 0,3 5 1,-3 0-1,-2 0 0,1 1 153,0 3 1,-6 9-1,-1 7 1,-2 5-30,1 4 0,1 3 1,-3 8-1,3 2-4,1 2 0,3-4 0,7 0 0,4-8-31,2-7 1,9-7 0,5-10 0,7-7 145,5-8 1,2-8 0,1-15 0,2-5 53,-2-5 1,-5-5-1,-3 4 1,-2 3 653,-7 4-560,3 9-568,-12 13 0,9 7 0,-6 12 0,-1 8 0,-2 10 0,-1 5 0,1 4-1097,3 2 0,-1-6-682,5-6 1,1 0 0,3-8 0,0-2 1822,0-5 0,17-69 0,-12 19 0,-1 0 0</inkml:trace>
  <inkml:trace contextRef="#ctx0" brushRef="#br0" timeOffset="13">5587 9747 13027,'0'8'1411,"0"0"0,0 3-693,0 4 1,4 0 0,2 4-1,0 0 1,3-1 0,-1 1 346,0 0-1037,-5-4 188,2 3 0,-5-14 0,0-9 0,0-14 0,0-11 137,0-6 0,4-5 0,2 0 0,1 1 81,2 2 0,2 1 0,3 3 0,1 5-126,1 9 1,2 6-1,-3 6 1,2 4-1095,-2 2 0,0 12 1,0 2-1,1 3-5733,-1 3 6519,-1-4 0,4 9 0,1-4 0</inkml:trace>
  <inkml:trace contextRef="#ctx0" brushRef="#br0" timeOffset="14">6522 8984 7813,'8'0'1972,"1"0"641,-7 0 1,4-2 78,-6-2-2473,-6 3 1,-2-5-1,-7 6 1,-3 0-1,-1 0 1,-3 0 0,-1 0-147,-1 0 1,-5 0-297,0 0 184,0 0 0,5 0 1,-1 0-1,1 2 1,-1 0-1,2 4 1,1-1 38,1 1 0,6 2 1,-3-3-1,2 2 574,0 3 1,1-3 0,5 1 406,2 1 1,4 1 52,-4-2-494,5-2 1,-1-1-1,8 2 301,4 0 1,3 2-557,1-5 0,1 2 0,-1-3 157,0 1 0,0 4-437,1-4 1,0 6-6,4-2 0,-9 3 0,8 5 0,-7 2 0,2 3 0,1 3-223,0 3 0,-4 12 0,-1-1 1,-1 3-377,-4 1 0,0 9 331,-2-2 1,0 3-869,0-3 1077,-6 6 1,4-8-1,-7 2 1,1-3 0,0-2 11,0-3 1,4-8 351,-4-4-211,5-9 1,-3 2-1,6-6 1,0-1 0,-1-2 325,-3-5 1,2 3-252,-2-3-149,3 3 1,1-3 1072,0 0-1225,0-5 0,0 4-365,0-3 674,0-2 0,1 3 0,3-5-29,5 0 0,-2 0 21,1 0 0,0 0 0,4 0 1,1 0 3,-1 0 0,0 0-106,0 0 0,5-1-67,-1-3 0,6 2 0,-4-3 0,4 3 0,-2 0 0,2-3 0,1 3 0,3 0 0,3 2 0,-3 0 0,4 0 0,-5 0 0,-1 0 0,1 0-290,0 0 1,-5 4 0,-1 1-984,-1-3 1,-2 0 99,-3-2 98,-6 0-1403,-2 0 911,-5 0 1,-4 1-1,-1 2-2715,-2 1 4282,4 0 0,-35-9 0,-3-2 0</inkml:trace>
  <inkml:trace contextRef="#ctx0" brushRef="#br0" timeOffset="15">6867 9931 8642,'0'7'7197,"0"-2"-6850,0-5 1,0-5 0,0-3 0,0-5 88,0-3 1,-4-3 0,0-7 0,0-3 226,-2-4 0,5-4 112,-3-4-611,2 3 1,2-10-1,0 3 1,0-1-1,2-2 1,2 1-1,5-1-48,6 2 0,0-1 1,6 0-1,1 0-82,1 2 1,2 9 0,-1 2-1,1 6-537,-1 4 0,1 12 0,-2 1-147,-2 4 0,-5 9 1,-8 7-1,-3 5-289,-4 2 1,-1 6 289,0-1 610,-6 2 0,0 6 0,-8-1 0,-1 0 0,-2-2 0,4-3 0,2-1 262,3-2 0,1-3 76,-1 3 1,-2-5 0,6 2 476,1-4 1,7-6-299,5-3 1,7-2 87,4-2-328,4 0 1,4-4 0,2-2 0,2 1 0,1-1-215,-2 3 1,-1 2 0,-5 2 0,-1 5-305,1 6 1,-6 2 71,-2 6 0,-5 5 43,-4 4-2,-2 5 0,-6-7 0,0 5 0,0-2 0,-2-3-55,-2-1 1,-3-5 0,-5-1-1,-2 1 272,-2-2 1,-3-1 275,-6-6 0,-6-1-21,-6-3-18,0-3 0,-11-5 1,3-1-1,-3-3 1,-1-6 404,0-5 1,10 0-179,7-5-741,4 5 1,9 1 0,4 6-1613,5-2 0,6 1-3054,8 1 4893,9-3 0,33-18 0,-16 9 0,-1 0 0</inkml:trace>
  <inkml:trace contextRef="#ctx0" brushRef="#br0" timeOffset="16">6904 8799 7842,'0'12'-825,"0"1"3792,0-1-1835,-6-5 1,6-3-1,0-10 1,9-6 631,6-7 1,2-6-1364,4-3-370,8 2 0,-9-13 1,9 5-1,-3 1 1,-2 0-1,1 3 1,-2 2 233,-2 4 1,-3 5-7,-6 7-253,0 5 0,-4 2 0,-1 7 1,-1 7-1,-4 7 0,0 6 1,-1 3 22,3-1 1,-2 5-1,2 1 1,-3 0-455,-1 0 1,0-3-1611,0-6 1606,6 2 0,-4-9 429,6 2 0,6-13 0,5-4 0</inkml:trace>
  <inkml:trace contextRef="#ctx0" brushRef="#br0" timeOffset="17">7618 8848 7851,'-18'0'0,"-1"0"0,-1 2 0,4 2 1689,2-3 0,2 10 1,1-3-1,4 3 0,9 1 1946,9 1-3309,1-6 1,17-2 0,-1-5-1,8 0 1,4-1 0,2-3 0,2-5 47,2-2 1,-3-1-136,-2 0-305,-9-1 0,-1 1 0,-7 0 0,-1 0 0,-2-1 1,-6 1 105,-6 0 1,-4 5 0,-10 3-1,-3 4 344,-3 4 1,-1 7-144,0 5 0,-1 5 0,2-4 0,2 1 216,1 0 0,1 2-201,-1-3 0,-2 5 0,6-3 0,1 1 111,2 1 1,1-1-145,0 5 1,0 1 107,0 3-233,5 2 0,1 7 0,3 4 1,0 3-1,-1 2-93,-1 3 1,4-1-1,-5 0 1,3 0-6,-1 1 0,-1-5 0,1 0 0,7-10 0,-3 2-271,3-2 0,-2 0 1,0-1-1,2-2 0,2-2-322,-2-3 1,-3-6 0,-2-5 0,-4-2-684,0-2 1232,-2-5 446,-4-2 1,-1-5-273,-3 0 1,1 0-629,-5 0 1,-1 0 26,-3 0 226,0 6 1,-5 1 0,0 5 0,-3 2 0,-1 1-29,-3 1 1,-4 5 0,-2-5 0,-2-1 334,-2-1 0,2 1-123,0-3 0,0 2 151,-1-10-201,9 0 1,2-4 0,5 0 0,4-1 0,3-4-2916,6-3 2052,3-3 0,12-5 974,5-1 0,21-24 0,8-10 0,-12 15 0,1 0 0,-1-1 0</inkml:trace>
  <inkml:trace contextRef="#ctx0" brushRef="#br0" timeOffset="18">8897 9353 7760,'-12'0'371,"0"0"-82,-1 0 5619,1 0-1117,5 0-4359,7 0 1,11 0 0,6-2 0,-2 0 0,-2-2 0,1 1-307,2 1 0,-2 2 0,4-1 1,-2-2-1345,1-1 0,-1 0 994,-4 4-843,1 0 1,-5 0-1,0 0 1,0 1-1,-1 4 1,-3 3 1066,-2 3 0,-22 16 0,-10 7 0,0 3 0,-1 0 0</inkml:trace>
  <inkml:trace contextRef="#ctx0" brushRef="#br0" timeOffset="19">8848 9648 7759,'-7'6'0,"0"-5"811,3 3 0,3-1 1,-2-1-1,6 3 2812,5-3 1,3-4-1088,1-3-2675,6-4 1,1 2 0,5-4-1,-2 2 1,-2 0-7896,2 0 8034,-4 3 0,10-21 0,-2 0 0</inkml:trace>
  <inkml:trace contextRef="#ctx0" brushRef="#br0" timeOffset="20">10571 9340 7751,'0'-12'869,"0"0"481,0-1-1046,-5 7 1,2 0-1,-5 6 1,-2 2-1,-1 2 1,-1 4-1,-1 3 965,1 1 1,-1 0-637,-4 1-304,3 4 1,-5-1 0,4 5 0,-1 4 0,-1 2 0,2 2 0,2 0 1899,2 0-2053,7 5 0,-2 0 1,9 4-1,5-2 0,9-3 1,6-5-1,6-5 534,3-3-763,4-9 1,2-6 0,2-8 0,1-5 0,0-8-1,0-8 1,0-3-128,-1-2 1,-6-3 225,-1 3 30,-12-5 1,7 9 0,-13-1 0,-4 6-1,-6 0 1,-5 3 0,-4-1 358,-4 3 1,-8-3-495,-5 2 0,-2-1 0,-2 5 1,-1 0-458,-3-1 0,3 1-385,-2 0 0,2 4 57,1-1 525,1 1 1,0-4-1,2 1 1,3 3 0,3 2-220,5 1 322,-1 3 733,5-3 1,0 6 0,3 3 285,2 5 0,2-3 313,0 3-62,0-7-585,6 4 0,2-6 1,9 0-1,3-2 0,3-2 416,2-4 0,5-8 0,3-5 1,4-2-271,4-2 0,-3 1-615,3-1 0,-4 5 0,-4-1-679,-9 6 1,-6 1 0,-7 6-1019,-3-1 1,-4 3-1,-8 2 1,-4 4-1203,-3 4 0,-1-1 2899,0 5 0,-6 0 0,-1 5 0</inkml:trace>
  <inkml:trace contextRef="#ctx0" brushRef="#br0" timeOffset="21">11113 8836 6508,'-7'-12'2241,"3"-1"1,2 5-1346,2 0 1,0 4 0,0-4 581,0-2-1289,6 4 1,1-3 0,6 3 0,4 0 0,3-3 460,3 3-580,-4 0 0,5 2 1,-4 0-1,2 1 0,-1 2 1,-5 1-1,-4 1-114,-3 3 0,-4 7 0,-5 7 1,-1 2-245,-3 6 1,-3 0-258,-6 7 459,-4-5 0,3 6 0,-2-4 0,2 0 1,2 1-1,1-1 0,2-1 500,5-6 0,3 1 0,2-9 1,3-3 849,5-2 1,3-8-514,4 2-402,3-2 0,10-4 0,1-2 0,0-4 0,0-3-968,-2-1 1,-2 4 0,-3-1 0,-1 1-1620,-2 1 1,-5 1 2237,2 2 0,-9 2 0,-2-3 0</inkml:trace>
  <inkml:trace contextRef="#ctx0" brushRef="#br0" timeOffset="22">12540 8590 7780,'0'-13'612,"0"1"0,-1 0 0,-3 1 395,-5 3 0,-2 4 0,-2 8 1,-4 4-1,-5 6 0,-5 6-777,-6 9 0,-2 10 1,-2 9-1,0 7 1,18-24-1,1 1 1,0 2-1,0 0-65,2 4 1,0-1 0,1 0-1,1 0 1,3 3 0,1 0 0,2-1-1,1 0 43,2 0 1,1-1-1,0-1 1,2-1-1,5 28 1,4-6 488,5-9-626,9-11 0,-6-13 1,5-7-1,2-3 1,1-2-1,1-3 1,-3-3-1084,0-5 452,-6 5 1,7-5 0,-7 3 0,-3-1 0,-2 0 0,-1-1 0,2-2-5546,2-1 6105,-7 0 0,16-43 0,-1-12 0</inkml:trace>
  <inkml:trace contextRef="#ctx0" brushRef="#br0" timeOffset="23">12638 9045 7816,'-5'-8'5513,"-3"0"-4596,2 5 0,1-1 0,6 8 0,3 5-222,5 7 0,6 3 0,2 5 1,2 1-1,5 1 0,2 3-64,2 3 0,7 4 0,-4 1 1,2 1-1,-2 2 0,-1 1 991,-2-2-1992,-8 0 1,2-8 0,-7-2 0,-3-4 0,-3-5 0,-4-4 0,-2-2-1561,-2-2 1,-6-6 0,-3-5-1,-3-5 1,0-3 1929,3-2 0,-25-35 0,-1-9 0</inkml:trace>
  <inkml:trace contextRef="#ctx0" brushRef="#br0" timeOffset="24">12995 8971 7816,'-12'2'158,"0"0"1,-1 4-1,1 1 1,-2 4 536,-2 4 0,1 5 0,-6 10 0,0 7 0,-3 8 0,0 9-138,-1 7 1,1 1 0,0 2 0,2-7 0,3-7-1,1-9 174,3-7 1,7-10-1882,4-7 347,3-14 1,6-6-1,3-14 803,3-3 0,13-20 0,2-5 0</inkml:trace>
  <inkml:trace contextRef="#ctx0" brushRef="#br0" timeOffset="25">13168 8737 7815,'-13'0'2206,"5"0"-227,0 0-1198,5 0 0,-2-1 0,6-2 0,5-2 0,4-2-231,6-3 1,5-1 0,0-1-1,2 0-26,2 0-599,-1-1 0,1 1 0,0 0 1,-2-1-1,-1 2 0,-2 2 0,1 1-1349,-2-2 1,3 0 0,-6 1 0,-1 2-3040,-1 2 4463,-7 1 0,-29 14 0,-12 4 0</inkml:trace>
  <inkml:trace contextRef="#ctx0" brushRef="#br0" timeOffset="26">13291 8688 7815,'0'12'0,"0"-3"0,0-1 0,0 1 760,0 2 0,-2 2 0,0-1 0,-3 0 0,1 2 0,0 2 3280,0 5-3868,-5 8 1,6-3-1,-4 4 1,0 0-1,2 1 1,-2 1-1,1-4-871,1-2 166,1-6 1,4-3 0,0-4 532,0-1 0,11-33 0,2-7 0</inkml:trace>
  <inkml:trace contextRef="#ctx0" brushRef="#br0" timeOffset="27">13635 8934 7793,'-12'0'2038,"1"2"1609,3 2-2990,2 3 1,8 6 0,2 4 0,5 3 0,5 5 0,4 4 0,1 3 0,4 4 0,3 1 56,3 0 0,0 1 0,-6 0 0,-1-1-521,-2-5 0,-5-5 0,2-4 1,-5-1-236,-4-1 0,-2-10 0,-6 1-1698,0-1 0,-2-4 1,-2 0-1650,-4-2 0,1-1 3389,-1-4 0,-6-16 0,-5-5 0</inkml:trace>
  <inkml:trace contextRef="#ctx0" brushRef="#br0" timeOffset="28">13894 8897 7765,'-13'6'266,"1"-3"0,0 5 0,-2 3 256,-2 4 1,2 5 0,-4 10 0,2 7 0,-2 8 0,0 7 1536,1 6-1782,-5 2 1,7 0-1,-5-4 1,1-7-1,2-6 1,-1-8 0,4-6 670,5-8-1202,-2-12 1,9-5 0,-1-8 0,8-5-3257,7-6 1447,0-5 1,11-4 2062,-2-1 0,-4-4 0,0-5 0,2-2 0,0 0 0</inkml:trace>
  <inkml:trace contextRef="#ctx0" brushRef="#br0" timeOffset="29">14029 8504 7765,'-8'-15'283,"1"2"0,0 2 2651,0 0 1,3 3-1519,-4 0 1,7 5 0,1 0-1,8 6-817,7 5 1,0 7 0,7 3 0,2 1 438,4 3-923,1 2 1,-1 0 0,2 2 0,0 4 0,2 8 0,-3 9 0,-2 8 134,-4 5-314,-6 4 0,-10-27 1,-2 0-1,-2 1 0,-2 0 1,0 2-1,-2 0 0,-1 1 1,-1 0-1,-3-2 1,-1 0-1,-2-3 0,-2-1-1103,-17 26 1104,-3-5 1,-6-13-1,1-6 1,2-9-1,3-7 1,1-9-1,2-6-794,2-5 0,11-1 0,4-1-694,5-3 0,1-3 0,7-7 1,3-2 1550,8-5 0,11-14 0,8-8 0,4-3 0,0-1 0</inkml:trace>
  <inkml:trace contextRef="#ctx0" brushRef="#br0" timeOffset="30">14644 8405 7257,'-8'0'4403,"0"0"1,7 0-3793,1 0 0,5-1 0,9-2 0,2-1 740,5 1-872,-4 2-366,7 1 0,-5-4 1,4 0-1,-1 1-237,-2 2-499,-4-5 0,1 5 0,-4-3 0,-1 2 0,-1 1 0,-2-2-5468,0-1 4379,-7 0 1152,4 4 560,-6 0 0,0-22 0,0-5 0</inkml:trace>
  <inkml:trace contextRef="#ctx0" brushRef="#br0" timeOffset="31">15124 7999 7765,'0'-12'3918,"0"-1"-3258,0 1 0,0 7 0,0 5 1,0 8 388,0 7 0,0 5 0,0 10 0,0 6 514,0 4 1,0 5-871,0-4-666,6 5 1,-5-7 0,5 0-1,-2-5 1,0-5 0,0-4-1,0-5-1387,0-3 430,0-4 0,-4-4 1,0-4-5465,0-4 5155,0-3 1239,0-5 0,6-10 0,1 4 0</inkml:trace>
  <inkml:trace contextRef="#ctx0" brushRef="#br0" timeOffset="32">4529 14767 7765,'-9'0'4492,"1"0"740,-1 0-3646,3 0 0,-3-1-636,5-3 1,-2 1-313,2-5-491,3 0 0,-6-6 0,4-2 0,-1-6 0,0-5 0,0-8 0,0-4-10,1-6 1,2-9-1,1-3 1,1-3 200,3-2-509,3 6 0,5 1 0,2 6 0,2 0 0,5 0 1,2-1-1,2 3-93,-1 1 1,5 5 0,1 7 0,0 3 49,0 1 1,3 1 147,-4 4-4,5 1 1,-3 5 0,5 2-1,-3 5 1,-5 4-369,-2 4 214,-6 2 1,-8 4 0,-8 3-1,-3 7 1,-3 9-62,-7 6 1,-6 5 0,-13 5 0,-5 1 153,-3 3 1,3-1 84,1 5 0,4-6 165,0 2 0,2-2 0,1-4 1,2-1 325,2-1 1,5-10-239,8 2 0,2-13-128,6 1 0,7-9 1,5 0-1,7-3-148,5-1 0,4-4 93,1 0 1,5-4 119,-1 4 0,4-4 0,5 2 1,6 1 195,4-1 0,6-2 7,-5 4 1,-5 5-271,-7 7-42,-3 3 1,-6 7 0,-6 3 0,-7 2 0,-8 2 68,-5-1 0,-1 2-84,-5 3-19,0-3 1,-7 8-1,-4-4 1,-6 0 0,-3 2 50,-6-1 0,-1-4 413,-10 2-93,-3-3 0,-11-7 1,-2-2-1,-4-5 1,-2-4 400,1-4 0,4-4-764,5-4 0,5-3 0,4-5 1,7 0-715,9-1 1,0 1-921,8 0 1,5-5-1684,7 1 0,3-7 3308,1-2 0,27-16 0,7-10 0</inkml:trace>
  <inkml:trace contextRef="#ctx0" brushRef="#br0" timeOffset="33">4627 13475 7804,'-12'0'137,"0"0"462,-1 0-49,6 0 1,2-1 0,6-3 0,3-6 0,6-3 0,4-5 0,3-3 0,1-3-1,1-5 895,0-2 0,-2-2-863,3-4-386,-5 0 0,7 0 0,-5 0 0,-2 0 0,-3 0 1,-2 0-1,-2-1 242,1-3 0,1 7 0,0 0 0,-4 5-155,0 6 1,-1 8 0,-1 2-294,5 8 1,-3 10-1,3 8 1,0 6-243,2 4 0,1 7 0,-1 3 1,-1 1-400,-2-1 0,0-2 0,5-3 0,-1-1-771,0-4 0,1 1-1517,-1-8 2066,-5 6 873,4-9 0,-32 0 0,-1-8 0</inkml:trace>
  <inkml:trace contextRef="#ctx0" brushRef="#br0" timeOffset="34">5895 14337 7800,'0'8'246,"0"0"571,0-5-130,0 2 0,0-3 900,0 2-903,0-3 1610,-6 5-888,5-6 1,-5-2-1023,6-2 1,0 1-245,0-5 0,0 4 1,0-4-1,2-2-64,2-1 1,-1-2-1,5-2 1,1-2-129,2 2 1,6-4-35,-1-1 80,1 2 0,-1-4 0,0 4 0,1 0 0,-1 1 0,1 2 0,-2 1-97,-2 2 0,0 5-9,-1 3 0,0 1 0,0 0-175,1-1-153,-1 5 361,0 6 0,-1 6 0,-1-1 178,-2 0 0,-5 1-52,1-1 97,3 0 1,-4 0-1,3 1 1,1-1 480,0 0-393,-4 1 1,6-1-73,-5 0 0,6 1 0,-2-1 232,3 0 1,-3-4-142,1 1 1,-3-5-131,3 4 1,2-5-1,-3 2-156,3 1 1,1-5 97,0 3 1,1-3-31,-1-1 1,0 0 0,1 0 0,-1 0 28,0 0 0,0 0-5,1 0 0,-1-4-32,0 0 0,1-5 0,-1 0 0,2 0 226,2 1 0,-2-3-205,2 3 0,2-8-144,-2 0 1,6 0 0,-3 2-1,2-1-190,-1-1 0,-3-2 12,3 1 1,-5 2-323,2-5 0,-4 5 0,-2-2-914,-2 4-848,-4 6 804,-5 1 0,0 8 1556,0 2 0,-16 8 0,-5 7 0</inkml:trace>
  <inkml:trace contextRef="#ctx0" brushRef="#br0" timeOffset="35">7298 14657 7747,'-9'4'469,"1"1"1220,-1 2-1093,3-4 1,1 1 0,5-8-1,1-6 1,2-5 0,2-5 0,1-4 235,-1 0 1,5-1 0,-3-1 0,1-1-424,0-2 0,-1-5-85,1 1-245,3-2 1,-4-2-1,4 0 1,-2 0-1,0 0 1,-1 3-1,0 4 207,0 5 1,-4 5 0,3-1-478,-1 5 0,-2 9 0,-3 7 0,2 8 35,1 7 1,1 0 0,-2 6-1,3 1-270,0 1 1,1 3 180,1 2 71,3-2 1,-8 9 0,5-5 0,0 0-1,1 0 1,-1-3 0,1-2 161,2-5 0,2 2 145,-1-5 0,0-1 1,1-5-1,0-3 395,4-4 1,-4-2-150,4-2 0,1-10-11,-2-2 199,0-9 1,1 1 0,1-9 0,-1-5-1,2-4-10,1-3 0,-1-7 1,3-2-1,-2-8-340,-9 24 1,0-1 0,1-2 0,1-1-180,1-4 1,0-2 0,0-2 0,1 0-1101,3-1 0,1 0 1119,3-2 0,1 1 0,4-3 0,2 1 0,2 1 0,0 1 0,-1 3 0,0 2 1,-1 4-1,-1 2 70,-1 2 1,0 3 0,14-22-1,-7 6 1,-7 6-329,-8 6 0,-1 5-770,-6 6 0,3 1 168,-6-1-193,2 11 1,0-2 0,-2 9-1,-1-1 1,2 1-991,1 2 1,1 1 0,0 4 0,1 0 1985,-1 0 0,-11-6 0,-2-1 0</inkml:trace>
  <inkml:trace contextRef="#ctx0" brushRef="#br0" timeOffset="36">9070 13377 7819,'0'-12'524,"-4"3"0,-2 2 0,-1 1 0,-2 0 3289,-2 1-3548,-2 1 1,-3 5 0,-2 4 0,-1 9 0,-4 11 0,-4 12-1,-6 12 514,15-20 0,0 2-662,-1 4 0,1 3 0,0 1 0,1 2 0,-1 3 1,2 0-1,0 0 0,1 1 0,2-1 0,0 0 1,4-1-1,1-2 0,1-3 0,3-1 347,0 30 1,12-15 0,6-10 0,3-11-463,5-15 1,3-4 0,2-8 0,2-1-600,-2-2 1,-5-1-1,-3 0 1,-1 0-4417,-3 0 5013,-1 0 0,3-16 0,3-4 0</inkml:trace>
  <inkml:trace contextRef="#ctx0" brushRef="#br0" timeOffset="37">9439 14226 7882,'-8'0'1244,"1"-1"1,0-2 2191,0-1-3152,4-6 0,-6 3 0,5-5 1,1-2-1,2-2 0,1-6 0,0-7 1,0-8-1,1-6 412,3-5 0,3-1-481,5-1-33,1 1 1,-1 1 0,0 2 0,0 3 0,-1 4 0,-1 5 0,-2 2 299,2 5 1,1 5 0,1 3-1,0 2-326,1 6 0,-1 0 0,0 7 0,2 2-210,2 0 1,-2 8-1,1 2 1,-4 3-592,-3 1 1,-1 6-1,1 2 1,-4 4 42,-2 0 1,-4 1 0,-2 0-1,-5 1 122,-6 2 1,0-2 156,-6 3 316,6-9 0,-3 2 0,5-5 1,-1-2-1,0-3 697,3-4 0,6 2-201,-3-6 0,6 0-198,2-4 1,7-4-1,9-1 1,5-1 248,2 1 0,2 0-370,-1 5 1,1 0-13,0 0-150,5 0 0,-4 0 0,2 2 0,-2 2 0,-2 6 0,-4 3 0,-3 5-313,-4 1 1,-6-2-38,-3 3 0,-2-1 43,-2 2 106,0 2 0,-6-5 0,-2 4 0,-3-3 0,-3-1 168,-2-3 0,1-6 1,-6-2-1,-2-2 232,-4-2 1,-1-1 12,-4-2 0,-1 0-7,-4 0 26,5 0 0,-2-5 0,4 0 0,0-1 0,0 0 928,3-1-1242,1 4 0,6-4 0,4 5 1,4-4-943,4-1 1,3 3-1,10-4 1,4-2-4917,6-1 5933,-1-1 0,16-13 0,7-6 0,0-2 0,0-1 0</inkml:trace>
  <inkml:trace contextRef="#ctx0" brushRef="#br0" timeOffset="38">10251 14115 7756,'0'-12'606,"0"0"1257,0-1-1520,0 1 0,0 4 0,1 1 0,4 1 0,3 4 1,3 0 2424,1 2-2504,6 0 1,-3 10 0,5 2 0,1 3 0,-1 4 0,-1 5 0,-2 3 93,-6 0 0,-4 5 0,-9 1 1,-3 4-493,-7 4 1,-9-3-1,-10 3 1,-8-4-811,-3-4 1,1 1 0,-3-7 0,3-4-1514,6-5 2457,-2-10 0,0-29 0,-7-14 0</inkml:trace>
  <inkml:trace contextRef="#ctx0" brushRef="#br0" timeOffset="39">11100 13721 7759,'-1'-11'370,"-3"3"1,-4 4-1,-3 3 1,-2 1 0,1 1 359,0 3 0,-1 3 0,1 7 0,-2 2 1,-1 6-1,-1 5-504,1 6 1,1 3-1,2 1 1,1 0-1,3 1 1,4 2 6,2 1 0,5-2 0,4-6 0,8-6-68,7-5 0,0-5 1,8-9-1,-2-5 69,1-6 0,4-11 0,-3-10 0,2-8 1,0-3-1,0-4 765,-3-2-953,-9 3 1,-2 0-1,-7 6 1,-3 4-1,-4 3 1,-5 4 0,-8 5 18,-7 5 0,-6-1 1,-4 5-1,-1-1-117,-2 0 1,-4 5 0,3-3 0,-1 2-595,-3 0 1,4-4-1,2 2 1,5 1 34,2 0 1,6-1 716,-1 2 0,9 3 103,7-4 0,7 0 0,9 0 0,5-2 184,2-3 0,7-1 0,3-2 0,3-3 323,1 0 1,-1-4 0,0 3 0,-2 2-779,-1 1 0,-11 3 0,-2 3-5497,-5 4 5559,-2 3 0,-12-37 0,-2-10 0</inkml:trace>
  <inkml:trace contextRef="#ctx0" brushRef="#br0" timeOffset="40">11531 13254 7803,'-18'-6'440,"9"4"1,-2-7 710,4 0 1,3 2 0,5-1 0,3-2 0,6-1 0,6-1-322,9 0 0,1-1 1,7 1-1,-1 0-672,0-1 1,3 1-1,-3 1 1,1 3-360,-1 4 66,-10 2 0,2 5 0,-13 5 0,-5 10 0,-6 10 0,-9 7 0,-9 6-1423,-7 3 1537,-2 1 0,2 0 0,2 0 0,1 0 0,5-2 0,3-6 0,7-7 1257,4-4-1018,3-7 0,2-1 1,2-7-1,5-3 1,6-5-1,7-6 1,4-7-1397,3-5 0,5 0 0,-2-4 1178,-1 1 0,-12-11 0,-2-7 0,-2-1 0,1 0 0</inkml:trace>
  <inkml:trace contextRef="#ctx0" brushRef="#br0" timeOffset="41">12626 13155 7765,'0'-17'323,"0"3"1,-1-3-1,-2 4 1,-2 0 0,-2 3-1,-3 1 580,-1 5 0,-2 14 1,-5 8-1,-5 9 1,-6 10-1,-1 8-607,0 7 0,-3 7 0,17-26 0,2 2 0,-1 2 0,0 1-123,-1 2 0,2 0 0,1-1 0,2 1 0,3 0 0,0-1 0,1-2 0,2-1 205,-4 32 1,4-8 0,6-9 0,5-9 183,6-9-653,6-6 0,2-7 0,2-4 1,3-2-1,2-3 0,1-2 0,-2-2-1830,-2-2 1661,1 0 1,4-1 259,-1 0 0,23-33 0,1-12 0</inkml:trace>
  <inkml:trace contextRef="#ctx0" brushRef="#br0" timeOffset="42">12762 13549 7797,'0'-12'0,"-2"0"0,-1-1 2069,-1 1 1,-4 4 441,4 8-1816,0 2 0,9 26 1,5-2-1,5 4 1,6 3-1,2-1 1,1 1 2161,1 1-2694,0-3 0,3 4 0,1-3 0,-2-1 0,-1-4 0,-2-3 0,-3-5-1947,0-1 743,-6-2 1,-1-9-1,-7-5 1,-2-4-1541,-2-6 0,-3-5 0,-3-3 2581,-1-5 0,-12-12 0,-5-6 0,0-4 0,1 0 0</inkml:trace>
  <inkml:trace contextRef="#ctx0" brushRef="#br0" timeOffset="43">13069 13500 7797,'-13'0'86,"-4"1"0,-5 5 770,-5 6-420,-5 6 1,-4 16 0,-1 4 0,0 6 0,0 5 0,1 3-1,3 2 2474,5 0-2862,2-9 1,7-1-1,4-14 1,5-2 0,4-7-1121,1-1 1,9-9 0,2-10-1056,7-8 2127,1-1 0,14-32 0,5-15 0,1 1 0,-1 0 0</inkml:trace>
  <inkml:trace contextRef="#ctx0" brushRef="#br0" timeOffset="44">13192 13266 7797,'-8'0'5737,"0"0"-5072,5 0 0,-2-1 0,6-3-158,3-5 1,7-2 0,8-1-1,3 0-345,4 0 1,7-5 0,1 1 0,4 1-831,3 1 0,-1 2 1,-7-1-1,-4 2 0,-3 2 1,-3 2-5436,-3 2 6103,-2 0 0,-49 11 0,-12 1 0</inkml:trace>
  <inkml:trace contextRef="#ctx0" brushRef="#br0" timeOffset="45">13414 13168 7797,'-14'1'248,"-1"3"0,-1 4 513,1 3 1,1 3-1,2 1 1,-1 3 0,2 1-1,2 3 2302,1 1-3000,5 2 1,-7-2 0,6-1 0,1-3 0,2-1 0,1-3 0,0-2-3184,0 0 2257,6-1 1,-4-4 862,6 0 0,12-21 0,6-2 0</inkml:trace>
  <inkml:trace contextRef="#ctx0" brushRef="#br0" timeOffset="46">13648 13475 7797,'-6'-7'1038,"3"-2"0,-3 3 0,-1 1 758,0-1 1,4 4 0,-1 6-1010,3 4 0,1 4 0,1 6 1,3 5-85,4 5 0,5 2 1,2-1-1,2 2 43,3 0-801,-5 5 0,4-10 0,-4 1 0,3-3 0,-1-4 0,1 1 0,-3-2-2515,-1-3 1475,-7-2 0,2-6 0,-5 0 0,-2 0-4239,-5-1 4543,-4-1 791,0-6 0,-20-39 0,0-8 0</inkml:trace>
  <inkml:trace contextRef="#ctx0" brushRef="#br0" timeOffset="47">13857 13401 7794,'-18'13'112,"0"6"0,-4 4 1,2 7 538,-2 6 0,-1-1 0,-2 10 0,0 1-65,1-3 0,3 4 0,1-8 0,-1-3-387,2-6 0,6-5 0,6-5-247,1-3 1,3-9 0,8-4-863,3-3 0,4-3 0,3-5 0,3-7 910,1-4 0,6-20 0,3-10 0,5-5 0,0-1 0</inkml:trace>
  <inkml:trace contextRef="#ctx0" brushRef="#br0" timeOffset="48">13992 13118 7794,'-11'-12'764,"3"0"0,-10-3 0,6 0 4515,0 0-4732,5 4 1,7-2 0,9 11 0,5 3 449,2 3-802,12 6 1,-8-3 0,10 6 0,0 2 0,2 3 0,1 3-1,0 3 852,1 4-1022,-4 6 1,-1-3-1,-8 7 1,-3 5 0,-3 7-1,-5 9 1,-5 5-1,-9 2 1,-10 0-87,-9-1 1,5-32-1,-2-1 1,-21 24-1,-4-7 1,-2-8-1,4-7-1463,0-5 1069,2-9 1,6-3 0,3-9 0,8-4 0,7-4 0,8-4 0,4-4-1184,4-3 1,2-1 0,5-2 0,6-3 1637,7-3 0,17-11 0,6-5 0,5-4 0,-1 1 0</inkml:trace>
  <inkml:trace contextRef="#ctx0" brushRef="#br0" timeOffset="49">14435 13081 7780,'-8'0'1035,"0"0"1194,-2 0 0,3 0-1442,-1 0 1,7 0 0,1 0-1,7 0-389,4 0 0,6-1 0,4-2 0,2-2-783,2-2 1,-1 3-1,1-3 1,0 0-1,-2 2 1,-3-1-4249,-3 4 3583,2-5 1,-5 5 0,2-3 1049,-2-1 0,-8-6 0,0-7 0</inkml:trace>
  <inkml:trace contextRef="#ctx0" brushRef="#br0" timeOffset="50">14817 12848 7780,'-6'7'2195,"-1"3"1,-1-1-1322,0 7 1,4-1 910,-4 6-1552,5-1 0,-3 9 0,6 0 0,0-2 0,0-1 0,0-2 0,0 0-1176,0-4 1,0 2 0,2-5-1337,2-2 1,-3-6 2278,3-1 0,14-43 0,3-8 0</inkml:trace>
  <inkml:trace contextRef="#ctx0" brushRef="#br0" timeOffset="51">15247 12762 6498,'0'-9'999,"0"1"1,-1-1 2686,-3-2-2924,3 4 0,-6-3 1,4 5-1,-2-1 0,-1-1 1,-1 2 3485,0-1-3566,5 2-402,-4 10 0,12 2 0,3 8 0,5 6 0,4 7 0,2 9 0,5 12-193,2 10 0,-12-25 0,0 1 1,-1 4-1,0 1 0,0 0 1,0 1-1,0 1 0,-2 0 1,0-1-1,-2 1-245,-1-1 0,-1-1 0,-3-3 0,-2-1 0,-2 0 0,-1-1 0,-7 25-73,-9-10 1,-11-2 0,-6-5 0,-3 1-296,-1 0 0,0-6-316,0-3 351,0 1 0,2-7 0,3 2 0,8-6 0,7-4 0,8-2 0,5-1-2639,2-2 0,4-9 3130,2-4 0,14-19 0,8-5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62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13168 9993 7969,'-6'-7'279,"5"-4"1,-5 3-1,2-3 1,0-2 1220,1 1 1,2 0-420,1-1-93,0 7-488,0-5 1,1 23-1,2 2-53,1 5 1,4 4-77,-3 6-289,4-3 1,-2 8-1,5-5 1,1-2 0,-1 0-1,0-1 1,2 2-4,2-1 0,-1-9 1,6 2-1,1-5-58,1-2 1,7-6-17,3-3 46,2-3 1,-2-6 0,-1-5-1,-1-5 1,1-6 0,0 0-1,-2-3 386,-5 0 1,-2 2-275,-6-7 0,-1-2 0,-4-1 0,-1-1-139,-2 1 1,-4 3-265,-5-4 0,0 6 0,0-2 0,-1 4-948,-3 5-94,-3 2 752,-6 6-2314,7 5 2844,0 1 0,12 23 0,0 3 0</inkml:trace>
  <inkml:trace contextRef="#ctx0" brushRef="#br0" timeOffset="1">13414 10423 8028,'0'-8'376,"0"0"1024,0-2-535,0 5 0,-2-5 0,-2 5 948,-4-2-1672,3 4-38,-1-2 0,6 6 0,-1 2 1,-2 2-1,-1 2 0,1 3 0,2 2 742,1 5-862,0-4 1,0 10 0,1-3 0,2 0 0,2 1 0,1 0 0,1 3-5,0 0 1,2 1 0,6 0 0,3-1 4,1 1 0,2-1 1,3 1-1,1-2 74,-1-2 1,5 2-5,0-2-48,0-4 0,-6 7 1,-1-5-1,-2 1 0,1-1-163,-2-1 169,-1-1 0,-2-5 1,2 0-1,1 0 0,1 1 40,0-1 1,4-4-1,-1 0 1,6 1 28,3-2 0,-4 3-28,5-1 1,0-3 0,3 1 0,-2 0 106,-1 0 0,-6-4-64,2 1 1,-8 1 0,0 1 0,0-1 88,-2 1 0,3 2-120,-6-4 1,6 1-36,-2 0-57,4-4 0,0 6 1,1-4-1,-1 1 1,2-2-78,3 0 93,3-2 1,0 4 0,0 0 0,-1-1 0,-1-2-21,0-1 1,-1 0 0,-4 0 0,-1-1 81,1-3 1,0 2 45,-1-2 0,1-1 46,-1 1-108,1-6 0,1 9 0,3-5 0,2 2 0,2-1 58,0-2 0,-2 4 0,3-2 0,-1 0 42,1 1 1,-3-1-83,-3 1 0,-2 1 1,-1-4-1,-1 0 64,1 0 1,0 3-191,-1-4 0,1 4 158,0-4-97,-1 5 1,5-8-1,1 4 1,0-1-1,1 0 113,1-2-87,-5 5 1,7-5 0,-6 5 0,-4-1-1,-3 0 113,-3-1 1,-1 3-1,-2-3 1,2 1 50,-2 4 1,-1-5 38,-2-1-197,0 2 1,2-5 0,1 3 0,3-3-1,-1-1-9,1-1 1,6 4 88,0-4-107,1 4 1,5-5 0,-6 6 0,1-2 0,1 0 29,3-3 1,-7 5 0,1 0 0,-3 0 62,0 1 0,-4 0 271,4 3-315,-5 2 0,3-7 0,-5 3 0,-1 1 0,2-2 134,2 0 0,-6 3 12,2-4-178,-3 0 1,4 0 0,0-1 0,2 1 0,2 0-67,-2 0 63,-1 5 1,-2-8-1,2 4 1,1-1 0,1 1-31,-1 2 0,-1-3 0,-2 3 0,0 1 37,1-1 1,-1 3 98,0-2 1,-4-1-1,1-1 438,0 0-586,2 3 1,1-7-1,1 5 1,-1-1-115,0 1 0,2-3 74,2 4 0,-2-6 1,3 3-1,-4-1-239,0 0 1,-1 1 66,0-1 224,-5 2 1,4 1 159,-3-3 0,2 1 312,-2-1-211,-3 5 1,-1-4 0,2 4 0,-1-2 225,1-2-404,3 4 0,-6-4 1,5 5-1,1-4 1,-1 1 225,0-1-300,0-3 0,0 6 0,1-4 0,-1 0 0,0 2 140,0-1-91,0-3 0,3 6 0,-1-5 0,-2 0 58,2 1 0,-3-3 0,-1 5 0,1-1 107,0 1-266,-4-5 1,8 3-171,-3-5 0,3 0 129,1-1 1,-1 5 0,-1 1 0,-2 1-84,1-1 0,1 3-110,-2-5 1,3 5-1,-3-3-1777,3 2-213,-4-5-2780,4 9 5070,-10-4 0,-6 10 0,-9 2 0</inkml:trace>
  <inkml:trace contextRef="#ctx0" brushRef="#br0" timeOffset="2">16933 10190 8028,'-11'8'-208,"2"-1"0,1-1 2646,-2 1-807,-1-4 1,3 2 1116,0-5-1819,5 0-635,-3 0 1,8 0-1,1-1 1,2-2-1,2-1 1,2 0 787,2-1-981,-4 3 1,4-9 0,-3 5 0,3-3 0,2 1 0,-1-1 0,0-2-1,1 0 1,-1 1-7,0 2 0,0 0 1,1-3-1,-1 1-221,0 2 1,1 0 0,-1-5 0,0 3-42,1 1 0,-1-2 71,0 3 36,1 3 0,-1-6 1,0 4-1,-1-1 0,-1 1-158,-2 1 192,-5 2 67,8 4 0,-9-1 1,6-2 507,2-1 59,-4 0 117,-1 4-858,-5 0-707,0 0 755,0 5 333,0-3-182,0 3 389,0-5 777,0 0-1343,-5 0 155,3 0-275,-3 0 205,5 0-9805,0 0 9526,0 6 0,5 1 1,2 5-1</inkml:trace>
  <inkml:trace contextRef="#ctx0" brushRef="#br0" timeOffset="3">17106 10042 7968,'-9'0'344,"1"0"1,-1 0 1575,-2 0-497,4 0 1,-1-2-453,8-2 0,7-1-489,9-3-331,6-3 1,-4 4 0,3-4-1,0 1 1,1 2 0,0 0 0,-2 0 1149,-3 0-984,-4 5 1,0-7 0,-1 6 0,0 1 663,1 2-838,-7 1 0,0 1 0,-8 4 1,0 3-1,-2 3 513,1 1-577,2 0 0,1 1 0,0-1 0,0 0 0,0 2 1,0 1-1,0 3 710,0 1 0,0 1-573,0 5 1,0 0 0,0-1 0,0 1-294,0-1 0,-5 1-111,1 0 1,-5-1 0,2 1 0,-1-2-557,0-2 0,3 1-613,-3-6 0,1 0 40,-1-3-651,3-7 0,1 5 1968,-1-2 0,12-26 0,7-5 0</inkml:trace>
  <inkml:trace contextRef="#ctx0" brushRef="#br0" timeOffset="4">20010 8676 7913,'-12'0'286,"3"-4"0,1-2 1,-1 1-1,-1-2 1,0 2-1,2-2 1145,-1 0 1,-1 3-1,1-3 1489,0 1-2678,7 2 1,-4 10 0,7 3-1,4 6-70,3 6 1,7 8 0,3 5 0,1 5-401,3 7 75,1 7 0,0 7 0,-2 6 0,-5-2 1,-4-2-1,-3-4 0,-5 0 0,-3-1 1,-4-2-682,-5-6 0,-1-9 1,-12-9-1,0 1 1,2-2-1,2 0-14,-1-3 0,8-6 848,-2-5 0,13-13 0,1-5 0</inkml:trace>
  <inkml:trace contextRef="#ctx0" brushRef="#br0" timeOffset="5">16970 8713 7962,'7'-2'4530,"-3"-2"-4229,-2 3 0,-4-5 1,-1 8-1,-2 2 0,-2 4 563,-2 3-761,-2 7 1,1 1 0,-1 7-1,-3 3 1,-1 5 0,-2 6-1,-4 7-37,-2 9 1,-7 7-1,14-26 1,0 2 0,0-1-1,0 2-55,-1 0 0,1 2 0,2-3 1,2 1-1,-1-2 0,2-1 1,-2 29-156,7-13 0,10-12 1,7-11-1,7-3 1,8-3-1,3-2-131,1-3 1,1 0-1,-5-4 1,-2 1-533,-1-1 259,0-1 0,-4-2 1,-2 1-1,-4-1 548,0 0 0,10-32 0,3-9 0</inkml:trace>
  <inkml:trace contextRef="#ctx0" brushRef="#br0" timeOffset="6">14804 8688 8005,'0'6'766,"0"-6"1,2-7-356,2-4 1,3-1-1,5-2 1,2-1-1,3-3 1,8-2-145,6-6 0,11 1 0,4-4 0,6 3-104,5 2 1,5 6 0,1 6 0,-3 6-128,-8 5 1,-8 17 0,-11 9 0,-6 9 0,-5 6 0,-6 2-174,-2 2 1,-7-3-1,-3 3 1,-3-2-1,-1-4 1,3-4 136,5-5 0,60-41 0,-21 0 0,-1 1 0</inkml:trace>
  <inkml:trace contextRef="#ctx0" brushRef="#br0" timeOffset="7">15469 8577 8090,'-1'7'1037,"-4"-3"1,0-4-708,-3-4 1,2 2 0,6-7 0,2 0 0,0-2-1,5-1 40,4-1 1,0 1 0,10-2-1,0-1-167,3-1 1,7-6 0,6 0 0,8-5-113,7-6 1,4-3 0,-24 17 0,1 0 0,1-1 0,1-1-170,3-2 1,2 1 34,6-2 0,3 0 0,2-2 0,1 0 0,5 1 1,0 1-1,-2 1 0,-1 2 0,0 1 0,-1 0 1,0 2-1,1 0 0,1 0 0,2 0 0,-1 1 1,0 0-1,-2 1 0,0 0-14,-5 1 0,-1 0 1,0 1-1,1 0 0,0 1 1,1 1-1,1-1 0,1 0 1,1 0-1,0 0 1,-1 0-1,0 0-42,-1 1 0,2 1 1,1 0-1,2 1 1,3-1-1,0 0 1,2 1-1,0 0 0,1-1 1,0 1-1,2 0 1,-1 1 54,-1 1 1,-1 0 0,-3 1 0,-2 0 0,-5 1 0,0 0 0,0 0 0,-1 1 0,1 0 0,-2 2 0,0 0-1,-1 2-4,-3 0 0,-1 0 49,-5 1 1,-1 0 0,-2 1 0,0 0 0,0 0 0,1 2-1,2 1 1,1 1 0,2 2 0,1 0 0,-2 1 0,0 2 0,-2-2-1,-2 1-48,-1 0 1,0 0-1,29 14 1,-30-12-1,0 0 1,1 2 0,0 0 9,3 1 1,-1 0 0,0-3 0,-1 1-1,2 2 1,-1 1 0,-2-2 0,-1 1 79,-2 0 1,-1 1 0,26 11 0,-3 2 0,-1-2 59,4-1 0,2 1 0,-1 0 1,-6 0 96,-8-3 1,-5-5-1,-2 2 1,3 1 154,4-2 0,4 4 0,3-4 1,3 2-17,1 0 1,-4-5-1,0 4 1,-7 2-118,-8 2 0,-5-4 0,-8-1 0,1 0-26,-1 0 1,-3-3-1,-1 0 1,2-2 189,2-2 1,2 4 0,1 1 0,3-2 45,1-2 1,-3 0 0,0-2 0,-3-2-48,-4-1 1,-4 1-1,-6 3 180,-2 0 0,-3-4 1,-3 1-267,1 0 1,4-2-302,-3 1-608,-1-5-995,-4 3 1,0-8-1804,0-2 3408,0-3 0,-6-27 0,-1-6 0</inkml:trace>
  <inkml:trace contextRef="#ctx0" brushRef="#br0" timeOffset="8">21241 8442 7933,'0'-12'640,"0"-1"1,-2 1 0,-1 0 4766,-1 0-3472,0 5-1537,4 7 0,6 8 0,2 7 0,4 3 0,5-1 0,2 3 0,3-1 66,2 3 1,-1-3-1,9 0 1,-1-1-1,-1-3 1,1-2 433,-4 0-838,-1-6 1,-7 2-1,-3-5 1,-2-1-1,-2-2 1,-1-2-93,-2-3 1,0-4 0,-5-7 0,-1-3 0,-2-1 0,-1-3-290,0-1 1,0-3 0,0-3-1,-1-4 1,-3-2 0,-4-1-819,-3 3 952,-2-2 0,1 5 0,0-3 0,-2 5 0,-1 6 0,0 6 0,3 4-2266,2 4 1,2-2 2452,-4 6 0,38 22 0,9 9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71"/>
    </inkml:context>
    <inkml:brush xml:id="br0">
      <inkml:brushProperty name="width" value="0.09071" units="cm"/>
      <inkml:brushProperty name="height" value="0.09071" units="cm"/>
      <inkml:brushProperty name="color" value="#3165BB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15112 7790 13147,'7'-6'92,"4"1"0,-2-5 0,5 1 0,4-4 0,1-3 0,3-3 0,1-4-37,2-5 1,1 1 0,1-6-1,3-1-163,2-2 155,-5 5 0,4-5 1,-3 5-1,2-2 0,0 2 1,1 1-1,-1 2 197,0 2 1,3 2-106,-4-1 0,-4 5 0,-6 2 0,-1 4 0,-5 6 0,-2 2 382,-3 2 1,-4 0-284,5 4 0,-5 4 25,4 0-251,0 6 0,4-7 1,1 5-1,-1 1 1,0 4-1,2 2 1,2 3-90,5 1 1,4-3-1,3 5 1,5-1 14,3-1 1,2 5-21,3-4 0,-1-1 0,3 0 0,0-1 28,-4-3 0,-4 0 34,-3 2 1,-10-4-307,-1 4 0,-12-4 0,-5 1 0,-2 1-1463,-2 2 1,-2-1 1788,-2-4 0,-24-16 0,-12-4 0</inkml:trace>
  <inkml:trace contextRef="#ctx0" brushRef="#br0" timeOffset="1">15383 6498 7877,'0'-9'2416,"0"1"1,0 12-1922,0 5 0,0 12 0,0 14 0,0 4 549,0 6-976,5 3 0,-2 1 1,4-1-1,0-3 0,-2-4 1,2-2-1,-2-2-695,1 0 0,-2-7-1924,-4-6 1594,0 1 1,0-11 956,0 2 0,0-2 0,0-2 0</inkml:trace>
  <inkml:trace contextRef="#ctx0" brushRef="#br0" timeOffset="2">15223 6953 7877,'-8'0'950,"-1"0"-10,7 0 0,-4-1 0,9-3 0,4-5 490,5-2 0,10-2-506,3-4-813,-1 4 0,12-11 1,-3 4-1,1-2 1,0 0-1,-1 2 0,0-1-679,-2 2 0,-2 1 0,-9 7 568,-3 3 0,-9 14 0,-3 7 0</inkml:trace>
  <inkml:trace contextRef="#ctx0" brushRef="#br0" timeOffset="3">15740 6744 7877,'-7'5'320,"-3"-2"1,6 5 434,1 2 0,-2 1 0,1 1 0,1 2 127,2 2 0,1-1-469,0 6-264,5-6 0,-3 7 0,3-6 0,-1-1 1,2-3-1,-1-2 422,1-2-354,-2-5 0,0 0 1,1-12-1,1-7 1,1-7-1,-2-6 0,2-4 1,-2-2-1,2-2 34,0 0 0,-3 4 0,4 3 0,0 3-1360,-1 3 1,0 9 0,-3 3-925,4 6 1,3 6 2032,2 5 0,10 34 0,3 15 0</inkml:trace>
  <inkml:trace contextRef="#ctx0" brushRef="#br0" timeOffset="4">15998 6719 7877,'-1'7'551,"-2"-2"646,-1 1-881,0-5 0,4 10 1,0-3-1,0 3 0,0 2 1,0-1-1,0 0 1128,0 1 1,0-1-713,0 0-543,5 1 1,-2-1 0,5-1-1,3-3 1,3-4 0,2-3-1,1-1 1102,0 0-1208,-3-5 1,8-3 0,-6-9 0,-1-3 0,-1-3-1,-3-2 1,-3 0-437,-4 1 55,-2 5 1,-4 1 0,-2 6-1,-4 1 1,-3 2 0,-1 5-1,-1 3-4788,1 1 3141,5 5 1945,-4 2 0,26 17 0,0 1 0</inkml:trace>
  <inkml:trace contextRef="#ctx0" brushRef="#br0" timeOffset="5">16343 6362 7877,'0'-12'0,"0"0"727,0-1 234,5 1 0,-4 4 0,5 2 746,-1 5 0,-3 5-271,2 13-1134,-3 7 0,1 4 1,0 6-1,2 3 1,-1 4-1,-1 1 1,-1 0 1056,3-2-1498,-3-2 0,9-2 0,-6-3 1,0-6-1,0-4 0,0-4 1,-1-1-2074,-2-3 0,-1-5-1336,0-2 3548,0-5 0,-21-31 0,-7-13 0</inkml:trace>
  <inkml:trace contextRef="#ctx0" brushRef="#br0" timeOffset="6">16256 6633 7844,'-6'-12'411,"-4"4"411,6-1-130,0 7 0,5-9 0,3 2 0,5 0 2539,1 1-3088,8-3 0,1 8 0,6-5 0,0 0 0,-1-1-1765,1 1-1934,-1 5 3556,1-7 0,11-3 0,2-6 0</inkml:trace>
  <inkml:trace contextRef="#ctx0" brushRef="#br0" timeOffset="7">16576 6215 7855,'0'-13'277,"0"1"1,0 4 443,0 0 1,0 4-57,0-5-87,0 7 0,0-3 0,2 11 1,1 6-1,2 7 0,0 6 0,1 4 1168,-3 4 0,2 3-991,-1 5-524,0-2 0,-4 7 1,2-6-1,0-3 0,3-3 1,-1-3-1,0-3-38,0-8 0,5-6 0,1-6-157,5-4 1,-1-11-16,2-9-139,9-9 0,-3-11 0,12-1 0,1 1 0,2 3-65,-1 5 1,-9 8 0,-2 8 0,-6 7 261,-1 3 1,-10 13-88,0 6 1,-5 10-152,-3 6 1,0 2 0,0 1 0,0-3-1346,0-5 0,0-3 1504,0-5 0,5-29 0,2-13 0</inkml:trace>
  <inkml:trace contextRef="#ctx0" brushRef="#br0" timeOffset="8">17746 7482 7914,'-2'7'233,"-1"-2"0,-2 0 0,-2-1 1039,-2-2 1,2 0 559,-1-2-1381,5 0 1,7 0-1,8 0 1,3 0-1,3-2 55,3-2 0,7-3 1,5-6-1,3-4-241,1-3 1,6-5 0,7-3 0,7-7-224,-25 16 1,0-1 0,5-2 0,0-1 0,4-3 0,0 0 0,1-1 0,-1 0-99,1 1 1,-1 0 0,-4 1 0,-1 0 0,-3 1 0,-1 1 0,-2 2 0,0 0-110,27-16 0,-6 10 1,-1 2-1,-6 7-50,-6 5 1,-3 4-1,-12 3 188,-3 0 1,-6 2 0,-6 4 104,2 0 0,-3 4 247,1 0-202,-5 6 1,8-8 0,-2 7 0,5 0 0,2 2 0,1 3-1,2 1 262,5 1 0,4 6-193,9-1 1,2 6 0,12 3 0,2 2-121,5 2 1,-29-15 0,0 1-76,0 1 1,0-1 0,24 21-1572,-8-4 1386,-2 0 1,-6-5 0,1-4 0,2-2 0,-1-2-2129,-3-4 1994,1 3 0,-13-8 1,1 6-1,-9-1 1,-6 1-661,-6-1 0,-8 2-606,-4 7 1047,-9-3 0,2 10 1,-4-5 540,1 1 0,1 2 0,0-6 0,-2 1 0</inkml:trace>
  <inkml:trace contextRef="#ctx0" brushRef="#br0" timeOffset="9">19161 6584 7943,'-8'0'1217,"-1"0"1657,0 0-2469,3-6 0,1 4 0,6-7 0,3 0 1,6-2-1,5-1 0,7-2 948,5-2 1,5 0-1017,5-4-364,-1-1 1,0-5 0,-2-1 0,-4-2 0,-4 3 0,-8 3 0,-7 4-504,-7 1 0,-15 7 0,-11 7 0,-12 4-6,-10 4 0,-4 13 0,-1 10 0,0 6 228,0 5 1,10 3 0,8-1-1,8 1 899,6-1 1,9-2-187,4-1-31,14-6 1,5-6-1,13-10 1,7-6-1,4-6 1,6-6-1,2-6 923,-2-6 1,1 0-1241,-5-6-460,6 1 0,-10-5 1,0 1-1,-7 0 0,-6 4-2158,-3 3 2561,2-2 0,-15-16 0,3-10 0</inkml:trace>
  <inkml:trace contextRef="#ctx0" brushRef="#br0" timeOffset="10">19678 6473 7855,'5'12'-1305,"-4"-3"4044,4-1 1141,-4-5-1597,-1 2-1882,0-5 0,-1-5 0,-2-4 0,-1-3 0,1-3 1350,2-1-1542,1-12 0,0 6 0,1-10 0,2-1 0,2 0 599,2 0-859,1 6 1,5-6 0,-1 7-1,2 4 1,1 4-807,1 7 0,6 4 1,0 7-1,4 3-1655,2 5 1,5 2 397,-4 11 0,5-5 2114,-1 4 0,2 6 0,2 6 0</inkml:trace>
  <inkml:trace contextRef="#ctx0" brushRef="#br0" timeOffset="11">20121 6252 7855,'0'8'-355,"0"0"0,0 2 2167,0 0-1251,0-3 1,0 4 0,0-3 0,0 3 0,0 2 2190,0-1-2349,0-5-179,-6-2 0,5-10 0,-3-5 1,4-6-1,2-7 0,4-6 0,1-3 858,2-2 1,2-1-765,2-2-350,-1 5 1,0 2 0,0 7 0,1 4 0,0 5-1037,4 5-75,-3 6 1,9-1-1,-4 8 1,1 5 0,1 5-3635,1 3 4777,-4-1 0,27 7 0,1 3 0</inkml:trace>
  <inkml:trace contextRef="#ctx0" brushRef="#br0" timeOffset="12">20601 6079 7855,'-20'13'360,"3"-5"27,4 0 1,0 2-1,-2 5 1,-2 2 533,2 3 1,6-4 326,0 4-953,7 1 0,-2-2 0,8-3 0,5-3 1,6-5 768,6-4-908,8-3 0,1-7 0,2-7 0,-3-6 1,-4-4-1,-5-2 0,-3 1 279,-4-1 1,-6 0-204,-3 1-356,-2 5 0,-13 0 0,-6 4 0,-5 0 0,-4 4 0,-2 5 0,-4 5-1905,1 1 0,1 5 746,5 3 0,7 5 1,6 2 1282,7 1 0,58 6 0,-19-12 0,0-1 0</inkml:trace>
  <inkml:trace contextRef="#ctx0" brushRef="#br0" timeOffset="13">20933 6153 7855,'1'7'433,"3"-3"-433,-2 3 0,3-4 2438,-5 5 1,-1-5-289,-3 1-1731,-3-3 0,-5-1 1,-1-3-1,1-5 0,1-8 1,1-8-1,4-6 441,0-7 0,5-5-537,9-7-187,6 5 0,16-2 0,3 5 0,3 1 0,5 4 0,3 8 0,-1 8 54,-6 10 1,-6 5-2727,-6 10 1429,-1 7 0,-3 6 0,-2 4 0,-1-2 1107,-3 2 0,-2-4 0,0-1 0</inkml:trace>
  <inkml:trace contextRef="#ctx0" brushRef="#br0" timeOffset="14">18521 9094 7933,'-6'-7'856,"4"-2"1,-5 3 3209,1 0-3508,2 3 1,8 7 0,2 8-1,-1 2 1,1 1 168,-4 1 0,0 5-266,-2 8-434,0-3 0,-2 13 0,-3 1 1,-7 5-1,-9 6 0,-5-1 0,-4 1-765,-1-2 1,3-4 0,1-2-1,5-7 1,7-8-4051,5-9 4788,5-11 0,27-35 0,5-14 0</inkml:trace>
  <inkml:trace contextRef="#ctx0" brushRef="#br0" timeOffset="15">18250 9451 7933,'-19'0'1666,"1"0"-934,6 0 0,5 2 0,3 2 0,3 5 732,1 6-1236,0 4 1,0 11-1,0 3 1,1 3-1,2 3 439,1 7-578,0-7 1,-3 9 0,3-12 0,5-5 0,3-8-1,4-9 1,6-10 799,5-7 1,5-14 0,5-12-1,1-7-366,3-5 0,-4 3 0,1-3 0,-5 3-926,-3 1 0,0 5 86,-1 4 317,-3 7 0,4-8 0,-5 3 0</inkml:trace>
  <inkml:trace contextRef="#ctx0" brushRef="#br1" timeOffset="16">13746 12035 8278,'0'-12'493,"-1"-4"1,-2-1-1,-3 4 20,0 3 0,3 7 0,-1 12 0,2 7 0,2 7 0,0 6 161,0 4 0,2-2-306,2 2-244,3 0 1,6-2 0,4-1 0,3-1 0,6-2 0,7-2 0,8-6 114,6-5 0,11 0 0,4-10 0,1-2-179,0 0 0,-7-8 0,-4-3 0,-6-5-86,-5-2 1,-4-8 0,-4 1 0,-4-4 173,-3-1 0,-3 1 0,-3 0 0,-3-2-189,-3 2 0,-6 1-76,0 1-296,-5 0 0,2 2 0,-5 1 0,0 3 0,-1 3 0,-2 3-4125,-1 4 2426,0 6 2112,4-2 0,5 16 0,2 2 0</inkml:trace>
  <inkml:trace contextRef="#ctx0" brushRef="#br1" timeOffset="17">14374 11999 8261,'-13'0'230,"1"0"-192,0 0 0,-1 0 1449,1 0 1,7 0-60,5 0-1202,5 0 1,13-6-1,4-3 1,5-5-1,7-4 1,6-1-1,6-3 9,6-1 1,-5-2 0,1 2-1,-4 1-69,-5 2 0,-5 6 0,-4 2-24,-4 6 1,-9 12 0,-13 6 0,-4 8 462,-4 8-822,-3 3 1,-1 5-1,0-2 1,-1-3-1,3 1 1,1-3-1,5-2-2859,5-4 2461,1-6 615,12 0 0,40-26 0,-22 1 0,0 1 0</inkml:trace>
  <inkml:trace contextRef="#ctx0" brushRef="#br1" timeOffset="18">13525 12085 8254,'-18'7'57,"4"2"1,-2-3 0,2 0-1,3 4 1,1 2 664,2 5-606,6-4 1,-4 9 0,6-4 0,1 1 0,4 4-1,4 3 1,6 3 0,7 0 0,5 0 292,6-1 0,0 6-207,4-1-166,-8-3 1,12 5 0,-9-5-1,3 0 1,-1 1 0,-1-1-1,1-1 64,1-6 0,4 2 0,0-6 0,5 1 66,4 1 0,-2-6 1,8 1-1,-5-2-57,-4-2 1,-2-3-1,-7-1 1,0 1-5,-3 2 1,4-4 0,0-3 0,8-2 70,7-2 1,0 0 0,4 0-1,0-2 177,0-2 0,-1-3 34,6-5-329,-2 0 0,-23 5 1,0 1-1,33-6 1,-1 0-1,-1-1 1,-4 3-1,-4 0 116,-7 2 0,-9 1-165,3-1 1,-4-2-371,7 6 262,-2-6 1,7 8 0,-4-6 0,-3-2 0,-1 0-6,-5 2 0,-4-3 1,-3 3-1,-1-3 190,1-1 0,3-1-19,4 1 1,1 0 0,3 0-49,3 5 1,-10-4 0,5 3-1,-4-2 1,-2 0-59,-5 2 0,-1 0 1,-2-4-1,1-2-7,4-2 1,-1 2 33,8-2 0,3-2-13,1 1 39,3 1 0,0 0 0,-5-1 0,-4 2 0,-5 1 44,0 2 1,-3 4 0,1 0 0,-1 0-5,1 1 1,-5-4-26,2 3 1,4 1-81,4-2 63,0 1 1,9-4 0,-5 0 0,-1-1 0,-3 1 46,-5 0 1,-1-1 0,-7 1-1,-1 0-22,-2 0 0,3 1-39,1 2 1,-4-2-673,3 3 470,-7 3 0,0-5 0,-3 5 0,1-2 0,2-1-585,-2 1 0,-2-4 0,0 4 0,-1-1-1087,0 0 1876,-5 5 0,-23-19 0,-12 2 0</inkml:trace>
  <inkml:trace contextRef="#ctx0" brushRef="#br1" timeOffset="19">17278 11937 8219,'-16'0'43,"-1"0"0,1 0 855,-2 0 1,8-4 471,-2 0 0,11-4-343,5 4-774,3-1 1,20 5-1,-1-1 1,4-2-1,4-2 593,2-2-811,6 4 0,-4-4 0,3 3 1,-1-3-1,1-1 0,4 1 0,3 2-277,1 2 91,1-4 1,-3 6 0,-1-3 0,-7 4-1,-6 5 1,-10 6 0,-9 7-47,-9 5 0,-14 1 247,-8 8 314,-10 1 0,-4 3 1,-6-2-1,0-1 1,0 0-1069,0-2 295,11-1 1,8-5-1,14-2 1,5-1 408,8-2 0,54-21 0,-20 0 0,0-1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91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11076 14804 8169,'-17'-5'368,"1"-3"0,-1-3 0,1-2 0,0 1 2195,1 0 1,6 0-1191,5-1-1166,8 1 0,9 0 1,7-3-1,5-5 1,3-6-1,8-5 1,8-9 192,-18 17 0,1-2 0,7-2 0,2-2-60,2-3 1,2-1-324,4-4 1,1 0 0,1-3 0,1-2-1,2-3 1,1-2 0,-16 15 0,1 0 0,-1-1-1,2 0 1,0-1 0,0 1 0,0 1 0,1 0-1,-1 1 1,17-13 0,-2 3-208,-5 5 1,-3 1 0,-6 2 0,-4 0-1,-8 7 1,-1 0 0,19-23-779,-5 2 1,-11 15-1,-4 3 1,-3 10-1615,-5 5 2582,-2 2 0,0-6 0,-1-1 0</inkml:trace>
  <inkml:trace contextRef="#ctx0" brushRef="#br0" timeOffset="1">12331 13303 8169,'-18'-7'747,"0"-2"0,-2 4 1,5 1 920,5-1 0,12 4 0,10-5 0,10 1 146,9-4-1805,7-2 0,17-5 0,1 0 0,-1 1 0,-6 2 0,-8 5 0,-7 4-612,-5 3 1,-14 7 0,-7 7 0,-8 7 15,-8 8 0,-6-1 1,-12 6-1,-1 0-239,-2-2 1,6-2 0,7-9 0,2-3 825,2-4 0,43-66 0,-10 18 0,1 0 0</inkml:trace>
  <inkml:trace contextRef="#ctx0" brushRef="#br0" timeOffset="2">12774 12897 8169,'-23'5'0,"2"6"0,-8 6 528,9 10 1,-2-5 0,6 11 0,2 1 0,4 0 0,6 0 0,3-2 2359,1-2-2693,11-7 1,4-11-1,15-9 1,8-7 0,10-10-1,8-9 1,4-10 0,-29 15-1,0-2 1,-1-1-1,0 0 107,-1-1 0,-1 0 0,22-19 1,-12-2-1,-9 5-362,-13 7 1,-21 6-1,-21 7 1,-18 7-748,-15 5 0,-4 8 0,-5 11 807,1 6 0,21 8 0,-1 7 0,-1 3 0,0-1 0</inkml:trace>
  <inkml:trace contextRef="#ctx0" brushRef="#br0" timeOffset="3">13401 14817 8169,'35'-36'96,"3"-4"0,6-5 0,-19 21 1,0-1-1,3-2 0,0-1 0,3-1 1,0-2-1,2-1 0,2 0 277,4-1 0,0 0 0,2 0 1,2 1-1,4 1 0,3 0 1,-2 1-1,1-1 39,-3 0 0,-1 0-524,-3 1 0,-3-1 0,-4-1 0,-2 1 0,-3 1 0,-1 2 1,22-18-1,-6 9 0,-7 10 0,-4 5-3088,-5 5 3200,-8-2 0,7 0 0,-2-6 0</inkml:trace>
  <inkml:trace contextRef="#ctx0" brushRef="#br0" timeOffset="4">14620 13931 8207,'-34'4'84,"-5"0"0,-3 0 0,-3 3 0,0 5 0,0 7 0,-2 6 179,-1 4 0,-2 3 1,-4 9-1,26-19 1,-1 0 63,-1 0 1,0 0-281,-1-1 1,0 0-1,-24 16 1,5 0 0,6 0-1,6-1-335,6-4 139,10-2 1,3-5 0,4 0-1,-1-1 1,-1 1 0,1-2 0,0-2-338,1-5 0,-3 2 1,1-2-1,2-2-136,2-4 627,0 0 1,8-14 319,5 0-191,11-11 1,14-9 0,9-11 0,4-4 0,6-6 0,4-3 0,-21 23 0,2 1 346,2-1 0,1 0 0,2-2 1,3 0-349,3-2 1,2 0 0,-2-1 0,2 0 0,3-1 0,1 1 0,0-1 0,0 1-355,1 2 1,0-1 0,-1-1 0,0 1 238,0 2 1,-2 1 0,-8 4 0,-3 1-437,20-11 315,-24 10 0,-23 9 1,-18 9-1,-14 6 0,-11 5-633,-8 5 736,-8 8 0,-1-5 0,-7 6 0,-3-1 0</inkml:trace>
  <inkml:trace contextRef="#ctx0" brushRef="#br0" timeOffset="5">23382 14891 8090,'0'-13'185,"0"1"1,0 0 0,0-1 0,0 0 0,0-2 0,1-2 0,3 1 1222,4-2 0,3 3 0,0-4 1,-1 1 1008,-2 3-2054,0 7 1,1-2 0,-3 7 0,0 5 0,-3 6-41,-2 7 1,-4 6-78,-5 7-260,0-2 1,-15 10 0,2-3-1,-2 4 1,-3 4 0,-3 2-1,-5 2-54,-6 1 1,-9 0 0,20-20 0,-2 0-1,-3 2 1,-1-1 0,-2 0 0,-2-1 0,-1 0-1,-1 0 70,0-1 0,0-2 1,0-2-1,-1 0 1,-3 1-1,-2 0 0,-2 0 1,-2-2-360,-3 0 1,-1 0-1,2 1 1,1 0 331,-1 0 0,-1-1 17,-2 4 0,0-1 0,-2-3 0,-2 0 0,17-6 0,-2 1 0,1-1 0,-2 1 0,0-1 0,0 0 0,-2-1 1,-1 0-1,1 0 0,-2 0 0,0 0 0,-1 0 0,0-1 0,-1 0 0,-1 1-41,1-1 0,-1 1 1,0-1-1,-4-1 1,0 0-1,0-1 0,-1 1 1,0 0-1,0 0 1,-1 0-1,0 0 1,-1 0-27,0 0 1,0-1 0,0 0 0,0 1 0,1 0 0,-1-1-62,-4 0 0,0-1 0,-1 1 1,-1-1-1,0 0 0,0 0 1,-2 1-1,1 0 0,-1 0 1,1-1-1,0 0 0,0-1 136,2-1 1,-1-1-1,0 0 1,3 0 0,-1-1-1,0-1-333,-1 1 0,-1-1 0,0-1 1,2 1-1,1 0 0,-1-1 333,-3 0 0,-1 0 0,2 0 3,2-1 0,1 0 1,0-1-1,-1 0 1,0-2-1,0 1 1,3 0-1,1 0 1,-1 0-1,1 0 1,-1-1-1,1 1 0,-1-1 1,0-1-1,1 1-54,0-2 1,0 1 0,1-2 0,2 1 0,1-1 0,0-1 0,1 0 0,0 0 0,0-1 0,3-1 0,1 0 0,-1-1-200,1-1 0,1 0 0,0-1 0,2 2 1,1-1-1,1-1 272,-1 0 0,0-1 1,1-1-1,-16-4 1,1 0 198,3-3 1,1 1-190,0-1 1,0 1-1,1-2 1,1-1 0,2 0-1,2-1 1,3 1 0,0 0-1,2-1 1,1 0 15,0 0 1,1 0 0,1 2-1,1-1 1,3-1 0,1-1 0,4 0-1,1 0 194,3-1 0,0 0 1,-23-16-143,-5 3 1,2 13-825,-1-1 304,2 3 0,13-1 0,5 2 0,8 5 0,9 2-1118,7 2 1,2 0-211,7-1 1748,0 7 0,-1 0 0,-2 6 0</inkml:trace>
  <inkml:trace contextRef="#ctx0" brushRef="#br0" timeOffset="6">14644 15826 8090,'-13'-2'355,"-2"0"0,-2-4 190,2-1 0,3 3 1,4-4-1,4-3 512,2-4 1,4-4 233,2-6-1037,3-5 1,6-7-1,4-8 1,2-3-1,0-1 1,-3 0-1,-1-2 87,2-2 0,-8-3 1,4-6-1,-4 1-380,-2-1 1,0 8-1,-4 4 1,1 9-125,-2 7 0,5 15 1,3 11 103,5 5 1,1 10 18,9 5 162,-3 1 1,15 10 0,1-4 0,11 0 0,13-2 0,-28-10-1,2-1 1,0 0 0,0-1 1725,32 3 0,-5 2-3459,-5-6 734,-9 0 1,-4-3 0,-8 2 0,-6 3 876,-3 1 0,-4 1 0,1 4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598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15149 14829 8112,'-12'-12'196,"-1"1"1,1 1 0,0 3 0,-1 0-1,1 2 925,0 0 0,5 2 0,3 7 0,4 3-574,4 0 1,3 8-324,5-3-105,-5 3 0,4 1 0,-3 2 0,3 1 0,1 2 0,1-1 0,-1-1 49,0-1 0,1 3-279,-1-5 118,0 6 0,0-7 1,2 6-1,1-1 0,3 1 1,0-2-1,1 0 195,0 0 0,-3-4 0,4 1 0,-1-2 222,0-2 0,1-5-200,5-3-107,0 3 0,3-5 0,1 2 0,0-3 0,-1-1 387,1 0-487,5-5 1,-2 3-1,5-3 1,-2 1 0,-1 0-13,-1 1 1,-4-3 0,2 1-1,0-1 63,-4 1 0,0-5-39,2 2 0,4-3-8,8-1 1,-2-6 0,7-2-1,0-4 67,2 0 0,1-1-79,0 1 1,-5 3 43,-3 1 0,-4 3 0,-3-2 1,-2 1 106,-2 3 0,-2 2-35,-3 0 1,0 5-51,-1 0 0,5 1 0,0-3 0,-2 4 38,-1 0 0,-1-2-157,-1 4 0,1-4 27,-1 3 0,0-3 1,-2 3-1,-2-1-157,2 1 1,1-1 67,2 2 1,-2 3 92,-2-3 0,2-2 0,-3 2 0,5 0 56,4-1 1,-3 3 271,2-2 0,-3-1-168,-4 1 1,2-5-1,-3 5 1,2 2 68,-1 0 0,-4 2-85,-4 0 1,-1 0-178,0 0 0,1 0 0,-1 0 0,0 0-140,1 0 0,-1 0 205,0 0 1,-1 2-62,-3 2 1,3-2 0,-3 5-1,3 0 133,2 0 0,-1-3-11,0 4 0,-3-4-8,-1 5 0,0-3 1,3 4-1,-2-2 145,0 2 0,-1 1-110,4 1 1,-1 0-4,-3 1 0,3-1 0,-3 0 1,2 2 68,-2 2 0,3-2-78,-3 2 0,3-2-77,2-2 0,-5-1 0,0-1 0,0-2 30,-1 2 0,4-4 13,-3 3 1,-1-5-25,1 4 0,-4-4 0,3 4 0,0 0 38,0-1 1,-3 4-20,4-3 0,-4-1-119,4 2 0,-5-1 0,1 4 3,-2 0 128,3 1 133,-3-1 675,3-5-475,-5-2 64,0-5 0,0-1 59,0-3 0,0 1-546,0-5 0,1 4-11,3-4 0,-2-1 1,3-3-207,1 0 0,-5-2-143,3-2 1,2 2 151,-2-2 1,4 2 0,-3 2 0,2-1-307,3 1 1,-3 0 286,1-1 1,0 1 64,4 0 0,1 4 1,-1-1-1,0 0 89,1-2 1,-1 0 40,0 3 1,2-3 158,2 3 0,-1-2 0,5 0 0,-1 2 65,0-1 0,-3 3-35,5 2 0,-5 1-83,5-1 0,-6 3 0,2-3 1,0 4-65,-1 4 0,1-1-48,-5 5 0,0-1 7,1 1 1,0 3 0,2-4 0,2 1 22,-2 0 0,-2-1 54,0 1 0,-1 2 149,0-6 1,2 1-1,1-2 1,2 2 143,-2 2 0,0-4-185,1 1 0,-2 2-21,2-2 0,-2 4 0,-1-4 1,2 0 19,2 2 0,-1-4-80,-3 6 0,3-5-119,0 1 1,2 2 0,-3-2 0,3 0 20,1 1 1,-2-3-124,3 2 0,1-1-11,3 1 1,1-3-1,-2 5 1,-1-2-15,-2 0 1,1 1 163,4-1 0,-5-2-30,1 2 0,-5 1 1,3-1-1,-1-1 212,-3-2 0,3-1-18,-2 0 1,2 0-17,-2 0 1,-1 0 0,4-1-1,1-2-13,-1-1 0,1-1-171,5 1 0,0 1-20,-1-5 0,1 5 1,-1-2-1,1 0 152,0 1 0,-1-4 30,1 4 1,-2-4-68,-2 4 0,0-4 0,-4 2 0,-2 1 63,-1-1 1,-2-2-61,0 4 0,0-4-114,1 4 1,-1-1-1,0 5-509,1 0 549,-1-5 0,0 4-2,1-4 1,-1 4 0,0 0 0,1-2 118,-1-1 0,0-4 68,0 4 1,2-5 67,3 5 1,-4-5-1,5 2 1,-2-1 0,1-1 0,3 3-163,-3-3 1,3 0-161,-3 5 1,5-4 0,-3 2 0,0 1-7,-3-1 0,-1 2-305,2 4 1,-4-4 257,4 0 1,-4-6 0,0 2 0,-2-3 4,-3-1 1,3 2 237,-3-2 1,2 6-730,-2-6 1,3 3-2808,-3-4 2267,-3 6 1,2 2-101,-3 5 0,-1 1 1291,5 3 0,0-19 0,5 0 0</inkml:trace>
  <inkml:trace contextRef="#ctx0" brushRef="#br0" timeOffset="1">17364 15666 8069,'-5'-7'332,"2"1"0,-4 5 2226,2-3-1952,0 3 1,5-3-1,0 8 1,0 5 0,0 6-1,2 6 1,1 2 3767,1 2-4163,0 5 0,0 1 0,0 6 0,-1 0 0,-2 0 1,-1 0-1,0 0-248,0 0 1,0-6 0,0-2 0,0-3-531,0-2 1,-4 1-2838,0 0 2052,0-6 1,4-1 1351,0-6 0,0-5 0,0-2 0</inkml:trace>
  <inkml:trace contextRef="#ctx0" brushRef="#br0" timeOffset="2">17364 16010 8602,'-5'-6'2017,"3"-5"-1125,-3 4 1,6-4 1016,3 3-1618,3-3 0,9 8 0,2-5 0,1 0 0,5-1 0,2 1 0,4 0-47,1 1 1,1-4 0,2 4 0,-3-1-356,-1 0 1,0 4 0,-4-3 0,0 1-814,-2 4 0,-8 0-158,0 2 0,-7 2 1,-5 2-953,-3 4 2034,-1-2 0,-16 10 0,-5-2 0</inkml:trace>
  <inkml:trace contextRef="#ctx0" brushRef="#br0" timeOffset="3">17832 15592 8026,'-2'-11'0,"0"1"0,-4 2 534,-1-1 0,3 5 0,-3 5 1145,2 10 0,1 8-88,4 10-1180,0 2 1,1 7-1,2 2 1,1 3-1,-1-1 1,-1 0-1,1-2 67,1-2 1,4-6 0,-3-4 0,-3-2-625,0-1 1,2-6 0,0-2-643,-1-4 1,-2 0-3094,-1-1 1533,0 0 1858,0 0 1,1-1 489,3-2 0,-8-20 0,3-10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602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14964 15087 8306,'6'-8'91,"2"1"1,2 1 0,-1-1 0,-1-2 0,1 1 0,-1 1 0,-1 1 1305,-2-1 1,3 3 0,-4-5 705,-1 0 1,-2 2-1,1 0-1371,2 2 1,-1-1 0,6 4 0,5-3 0,5 3-1,4 0-1257,2 2 1,5 0 0,3 2-1,2 0 1,2 3 0,0-1-2079,0 1 1,-5-2 0,-4 5 2602,-2 2 0,-39 6 0,-11 3 0</inkml:trace>
  <inkml:trace contextRef="#ctx0" brushRef="#br0" timeOffset="1">14891 15370 9067,'-7'-12'1344,"4"0"0,13-2 0,11-1-661,14-1 1,8-2-1,11 4 1,3 1-1,3 3 1,0 3-684,-2 4 0,-16 7 0,3 2 0,0 1 0,1 0 0</inkml:trace>
  <inkml:trace contextRef="#ctx0" brushRef="#br0" timeOffset="2">16330 14718 8229,'0'-12'108,"4"-4"0,2-2 0,1 0 0,1-1 0,0 1 1,-1-1-1,0 1 1045,0 0 1,-5-2-1,4 3 1,-2 2 1831,0 2-2822,0 6 1,-5 3 0,-5 9 0,-6 8 0,-8 8 0,-8 11 0,-6 9 0,-6 7 0,18-22 0,-1 1-43,-1 2 1,0 0-1,-1 1 1,0 1-1,-1 1 1,1 2-1,1 0 1,0 1 0,3 1-1,3 0 1,2-1-1,2 1-40,2-1 0,2-1-10,-3 25 0,11 4 1,10-15-1,8-10 0,6-9 1,4-9-1,3-2 1,2-3-1,1-2-490,-4-5 1,-2 1 0,-1-3 0,0-1-1,-1 1 1,1-4-2222,-1 0 0,0-2 2640,-4 0 0,14-44 0,-1-11 0</inkml:trace>
  <inkml:trace contextRef="#ctx0" brushRef="#br0" timeOffset="3">16601 14940 8260,'0'-13'160,"0"5"0,0 0 1,1 0-1,2 0 1,1-1-1,0 1 1,0 0 1476,1 0 1,-1 4 0,-3-3-974,3 1 1,-2 8 0,2 7 0,-3 6 0,-1 7 0,0 6-145,0 4 0,-4 5 0,0 3 0,1 0-494,2-5 0,-1 2 0,0-5 0,-3 0-425,3 1 1,0-5-1,1-1 1,-2-4-2821,-1-2 2351,-5-6 0,7 2 0,-3-4 868,-1-1 0,16-22 0,-2-5 0</inkml:trace>
  <inkml:trace contextRef="#ctx0" brushRef="#br0" timeOffset="4">16958 15124 8260,'-8'-11'410,"1"2"1,0 2 0,0 0 652,-2 0 0,5 5 0,4-3 0,8 4 0,8 1-462,9 0 1,6-1 0,10-2 0,4-2 0,5-1 0,2-1-754,1 0 1,-1 3 0,-7-3 0,-4 2-1984,-3 2 2135,-6 2 0,-30 6 0,-11 2 0</inkml:trace>
  <inkml:trace contextRef="#ctx0" brushRef="#br0" timeOffset="5">17709 14829 8299,'0'-8'278,"0"0"1,-2-1 0,0 1 979,-3 0 0,1 7 1,4 2-1,0 10 0,0 8-826,0 4 0,4 2 1,2 1-1,-1 1 1,2 3-1,0 0-786,3 0 1,-5 1 0,-1-4 0,-2 3-1,-2 0 1,0 0-1017,0-3 0,-2-5 0,-2-2 1370,-4-3 0,-19-17 0,-6-8 0</inkml:trace>
  <inkml:trace contextRef="#ctx0" brushRef="#br0" timeOffset="6">17622 15063 8299,'0'-13'150,"0"1"1,0 0 0,2 0 0,2-1 849,4 1 1,10 4 0,7 1 0,7 0 0,8 2-1,4-1-714,0 3 1,-2 2 0,-5 1 0,-2 0 0,-3 1 0,-6 2-1225,-4 1 1,-11 4 0,1-2 937,-1 1 0,-17-5 0,-2 4 0</inkml:trace>
  <inkml:trace contextRef="#ctx0" brushRef="#br0" timeOffset="7">18066 14817 8299,'0'-13'1305,"1"5"-555,3 0 1,-3 11 0,3 2 0,-4 9 0,-4 6-1,-2 5 2187,-1 4-2772,-4-3 0,8 9 1,-4-3-1,2 0 1,2 0-1,2-1 1,1-1-562,0 1 1,0-3-1,0-3 1,0-2-1,0-2 1,-2-5-3719,-2-2 4114,3-2 0,-5-16 0,6-4 0</inkml:trace>
  <inkml:trace contextRef="#ctx0" brushRef="#br0" timeOffset="8">18361 14583 8299,'-14'-18'477,"-1"-1"0,0 0 0,3 2 4286,2 4-4505,13 6 0,5 1 0,17 8 0,6 3 0,5 6 0,1 7 0,0 4 0,0 5 0,-2 5-32,-2 6 1,2 2 0,-4 6 0,-4 2-314,-7-2 1,-11 1 0,-11 2-1,-9 0-166,-8 1 1,-11-7 0,-5-2 0,-5-4-388,0-4 262,-4 3 0,6-10 1,-1 1-1,3-5 1,6-6 377,4-2 0,4-7 0,10-2 0</inkml:trace>
  <inkml:trace contextRef="#ctx0" brushRef="#br0" timeOffset="9">19210 14706 7860,'-7'0'-436,"-4"0"1197,3 0 0,1 0 0,-1 0 0,-2 0-118,-1 0 1,3 0-268,0 0 1,4 0-590,-4 0 0,4 1 1,-3 3-1,0 5 0,0 2 1,-1-1 0,-3 1-1,1 0 433,2 3 1,1 1 0,-2-3 0,1 1-21,-2-1-167,5 0 0,-1 1 0,6-1 0,0 0 0,0 1-126,0-1 214,0-5 1,1 2 0,2-3 0,3-1 0,0 2 0,4-2 283,1 1 1,-3-2 0,-1-3 0,0 2-84,0 1 1,1 0 0,4-2-177,1 2 0,-1-3 1,0 3-1,0-2-77,1-2 0,-1 0 1,0 0-1,1 0-46,-1 0 0,0 0 0,1 0 0,-1 0-36,0 0 1,-4 0 0,1 0-55,0 0 1,-2 0 204,1 0 131,-5 0-207,2 0-117,-5 0 0,-5-4-210,-3-1 1,-3 1 0,-1 4 60,-1 0 0,1 0 0,0 0 0,-1 0 42,1 0 1,0 4 0,-2 2 0,-1-1 38,-1 1 0,-1 3 0,5 0 0,-2 2 177,-2 1 0,2 0 0,-2 0 1,2 1-2,2-1 0,1 2 1,1 1-1,3 1 0,2-1 0,-3-1 0,4-2 1,1 1-30,1-1 1,4 0 0,2 0-1,3 1 22,0-1 1,4-1 0,-2-1 0,5-2 159,2 1 1,1-3-1,-4-2 1,2-1 228,2 1 1,5-3-1,-3 3 1,1-2 51,1-2 0,-1 0 1,4 0-1,-3 0-267,0 0 0,-5 0 0,3 0 1,-1 0-680,-3 0 1,-1 0 0,-3 1 0,-2 2-2467,0 1 2925,-1 0 0,-1 1 0,-2 2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612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23013 10583 7895,'1'-8'529,"2"0"1,2-2 1591,2-1-1551,-4 5 0,8-5 0,-3 2 0,3-2 0,1-1 1,-1 0 3957,-3 0-3883,3-1 0,-9 1 0,0 1 0,-4 3 0,-7 2-194,-2 1 0,-2 4 0,-4-2 1,-3 6-685,-3 5 0,-3 4 1,-2 3-1,0 1-15,0 0 1,2 1 0,3 1 0,1 0-254,2 0 0,5 2 247,-2-3 253,3-1 0,4-4 0,1 1 0,5-1 0,3 0 0,2-1 126,3-3 1,7 3 376,6-3-316,5-2 1,-3-1-1,7-5 1,1 2 0,3 0 1152,2 3-1173,0-1 0,4 0 0,-2 1 0,-2 1 0,-1 1 63,0-1 1,-5 3 142,-1 3-449,0 0 1,-13 5 0,2 0 0,-6 1-1,-3 1-17,-2 0 0,-4-2 0,-6 3 0,-5 2 154,-2 2 0,-7-4-110,-3 1 0,-2-5 98,-7 4 1,-5-4 0,-6-1 0,0-6 146,3-5 0,3-2 151,1-2 0,0-7-318,0-6-112,6-4 1,5-7 0,7 3 0,1 1 0,3 3-1000,1 2-1604,7 6 1455,2 4 1,5 6 0,0 3 0,2 5 1231,7 2 0,43 23 0,-16-14 0,0-1 0</inkml:trace>
  <inkml:trace contextRef="#ctx0" brushRef="#br0" timeOffset="1">23345 10780 7943,'0'-8'525,"-2"1"1,0 0 3434,-2 1-3353,0 3 0,4-1 1,0 8-1,0 4 1,0 3 1585,0 1-1889,0 6 0,0 0 0,0 4 0,0-3 0,1 0 0,2-1 0,2 0 296,2-3 0,1-2 1,4 0-1,1-3-452,-1-1 1,2-4 0,2-5 0,3-1-210,0-3 1,5-5 0,-4-8 0,3-7-136,2-3 0,-2-2 0,-2 5 0,-6-1 82,-6 1 1,1-1-1,-6 2 1,-1 2 812,-2 5 1,-1 2 2932,0 2-3420,0 5-256,0 1 0,2 16 0,0 4 1,4 3-42,1 5-86,1 2 0,6 6 0,1 4 1,2 4-1,1 3-17,0-1 0,0 4 1,-5-1-1,1 2 219,-3 1 0,-7-3 731,0 2 0,-9-2 27,-8-6-572,-10-6 1,-10 3 0,-9-6 0,-7-5 0,-9-5-218,-6-5 0,1-6 0,-1-3 0,5-4 0,6-4 0,9-3-399,7-5 1,10 0-442,6 0-1117,6 5 0,4-4 1,13 3-1117,8-3 1,12-2 1933,7 1 1139,11-6 0,-7-3 0,7-8 0,2 0 0,6-4 0,0-1 0,1 1 0</inkml:trace>
  <inkml:trace contextRef="#ctx0" brushRef="#br0" timeOffset="2">23923 10780 7943,'0'-12'0,"0"0"725,0-1 0,0 1 1,0 0 3714,0-1-2606,0 1-798,0 5 0,2 2 0,2 6 211,4 3 0,-3 3 0,0 7 0,-4 1-510,-1 1 0,0 6 0,0-3 0,0 2-429,0-1 1,0 1-1,0 3 1,0 1-309,0 0 0,0-5 0,0-1 0,-1 0-63,-4 1 1,4-5-1,-3 1 1,3-2-722,1-2 430,0 0 188,0 1 1,0-5 137,0 0 228,0-5 0,0 1 0,-2-8-5,-2-4 0,3-3 0,-3-2 0,2 1-248,2 0 0,0-2 63,0-2 0,0 1-336,0-6 204,0 6 0,0-8 0,0 2 1,2-1-1,2-1-409,4-2 1,-1 4 60,1-8 293,0 3 0,4 1 0,2 1 0,1-1 0,2 2-264,-2 2 438,4 4 0,-6 4 0,4 2 0,-3 3 0,-2 4 160,0 3-120,-5 1 1,3 6 0,-6 7 0,-2 5 0,0 2 198,-2 1 1,0-2-235,0 1-6,0 3 0,0-9 1,0 3-1,0-4-234,0 0 375,0-1 0,5-12-163,3-8 1,1-5 19,3-7-158,-2-1 1,7-3-1,-3-1 1,1 2-1,1 1-11,-1 1 1,-1 8-1,-2-1 243,1 5-45,-1 6 0,-5 4 367,-3 11-83,-3 6 0,-1 3 0,0 1 0,0 2 0,0 2 151,0-3 1,0 2 0,0-6 0,0 2-730,0-1 0,-1-6-170,-3-2 1,3 1-1216,-4-5 843,4-3 0,0 1 1,-2-5-1416,-1 3 1,0-1-1,4 5-2830,0 2 5058,0-5 0,16-16 0,5-9 0</inkml:trace>
  <inkml:trace contextRef="#ctx0" brushRef="#br0" timeOffset="3">24489 10694 7941,'0'-7'4763,"0"2"-2146,0 5-1793,0 0-331,0 5 1,0 2 0,0 7 0,0 2 0,0 5 1268,0 2-1492,0-4 0,0 4 0,0-2 0,0 2 0,0 0 0,0-1 0,0-3 439,0-1 1,0 3-300,0-5-426,0 0 1,-1-3 0,-2-1-1,-1 0-609,1 1 418,-3-6 1,3-2-1,-5-5 301,-2 0 1,5-1 0,-1-3 240,1-5 0,3-2-120,-2-1 1,3-4-231,1-1-3,0-5 1,0 2 0,0-7 0,1-2 0,3 1-307,4 2 1,-1 2 0,2-1 0,0 1-252,2-1 1,1 2 519,1 2 0,-1-1-105,0 6 569,1 0 0,-1 5 0,-1 1 1,-2 3-32,0 2 1,-1 1-1,3 5-187,-3 3 0,2 7-329,-6 5 1,0 2-72,-4-1 346,0-4 1,4 5 0,0-6 0,-1 1 0,-2-1 155,-1 0 1,5-5 91,4-3 0,2-4-382,1-4 0,4-4 0,2-8 0,1-5-78,3-2 0,-3-2 18,2 1 1,-2 0-110,1 4 191,-2 2 0,-5 10 1,-1 1-1,-1 3 1,-3 5 191,-4 6 1,-3 9 0,-2 6-1,-3 4 100,-4 3 1,1 0-162,-1-5 0,5 0-1880,-1-4 417,-3-2 1,6-2-3942,-3 1 844,2-1 4404,2-9 0,22-18 0,5-9 0</inkml:trace>
  <inkml:trace contextRef="#ctx0" brushRef="#br0" timeOffset="4">24994 10780 8852,'0'7'9618,"1"-1"-8997,3-6 0,5 0-22,7 0-609,3-6 1,7 3-1,1-5 1,4-1-1,0-2 1,2-3-1,0-1-169,-1-2 1,-4-3 0,-1 2 0,-5-1 54,-6-3 1,-6 3 0,-3 0-1,-3 1-121,-5 3 1,-6 7 0,-11 4 0,-7 2-257,-6 2 1,-5 6-1,-1 3 1,-1 6-5,-3 6 0,3 4-15,-3 3 734,8-2 1,3 10 0,5-3 0,2 2-1,3 2 1,4 0 0,7-1 2012,5-4 1,9-7 706,8-9-2235,4-7 0,18-4 0,3-5 0,4-1 0,5-5 1057,1-6-1756,1 0 0,0-6 0,-2 6 0,-5-1 0,-7 2 0,-3 3 0,-7-3 0,-6 4-4888,-2 1 954,0 0 0,-9 2 3934,0 0 0,-16-22 0,0-1 0</inkml:trace>
  <inkml:trace contextRef="#ctx0" brushRef="#br0" timeOffset="5">25720 10042 7913,'0'-18'135,"0"-1"1,0-4 0,0 2 1083,0 5 0,0 6 1515,0 2-1733,0 5 1,0 1 0,0 8-1,0 9 1407,0 7 0,0 2-1954,0 8 0,0 3 0,0 6 1,0 6-1,0 8 0,0 7 1154,0 1 0,0-1-1192,0 0-416,0-1 0,0 0 0,0-4 0,0-5 0,0-5 0,0-8 0,0-3-380,0-3 1,0-6 42,0 2-2985,0-9 0,0-6-307,0-6 2479,0-5 0,-1 2 0,-4-5 0,-3 0 1150,-3 0 0,-17-11 0,-5-2 0</inkml:trace>
  <inkml:trace contextRef="#ctx0" brushRef="#br0" timeOffset="6">25498 10682 7886,'-8'-11'0,"0"3"0,4-3 2694,-4 2 0,4 3 0,-3-3 82,1 0 1,12 3-1164,6 2-1340,9-3 1,3 5 0,9-5-1,3 1 1,2 2 0,2 0 0,1 0-1222,-2 1 0,-5 2 0,-2 1 0,-2 1-5377,-3 3 6325,-6 3 0,-14 11 0,-9 1 0</inkml:trace>
  <inkml:trace contextRef="#ctx0" brushRef="#br0" timeOffset="7">26040 10706 7886,'8'0'1206,"0"0"1,-4 2-37,5 2 0,-5-1-121,4 5-471,-5 0 1,2 8-1,-3 2 1,0 1 0,2 3-1,-1 1 1,-2 1 1331,-1-4 0,0 2-1603,0-5 0,-4-1 0,-1-4 1,-2 1-1,-3-3-171,0-1 1,-3-5 0,2-8 0,2-5-329,1-1 1,1-10 0,-2-3-1,5-6-584,3-2 0,1-2-102,0-4 913,5 0 0,8 0 0,7 0 0,4 1 0,0 0 0,1 3 0,-1 6 1425,1 5 0,0 6-533,-1 7-657,-5 4 1,-1 6-1,-7 3 1,-1 5 0,-2 3-1007,1 4 1,1-1-1,0 4 1,-2 1-3341,1-1 1,2-4 4075,2 1 0,4-8 0,2-2 0</inkml:trace>
  <inkml:trace contextRef="#ctx0" brushRef="#br0" timeOffset="8">26495 10682 11759,'7'0'4985,"-1"1"-4284,-6 3 0,4 3 721,0 5-1172,0 1 1,-3 3 0,2 2-1,1 1 1,0 2 0,0-1 0,0-1-309,-1-1 1,-2-2 0,1-3-3623,2-1 2011,-3-5 1,5-3 0,-6-8 0,0-6 1668,0-5 0,2-20 0,1-9 0,1-6 0,-1 0 0</inkml:trace>
  <inkml:trace contextRef="#ctx0" brushRef="#br0" timeOffset="9">26618 10288 7886,'-12'-12'0,"1"3"2252,3 1-1383,-3 0 1,5 0 0,-3 1 917,1 2-2748,5 0 0,-1 7 0,7 3 961,1 8 0,33 37 0,-17-17 0,1 0 0</inkml:trace>
  <inkml:trace contextRef="#ctx0" brushRef="#br0" timeOffset="10">27184 10571 7880,'9'-15'415,"-3"3"1,0 1 1282,-3 0-1229,-2 4 0,-2-3 0,-3 6 0,-5 2 0,-2 0 1,-1 2-1,-2 0 439,-2 0 1,1 6 0,-4 3 0,0 5-152,0 2 1,-2 6-69,-4-1-423,1 2 0,3 7 0,2 3 0,1 1 0,3 2 0,3-2 0,4 1 604,4-1 0,4-5 1,5 0-1,8-3-67,6-1 0,4-8-150,2-4-346,-1-7 0,2-6 1,1 0-1,2 0 1,-3 0-308,-4 0-221,1 0 1,-9 0-1,4 0 1,-2-1 0,1-2-8838,-2-1 7799,-2 0 0,-5 4 0,1 0 0,0 0 1259,2 0 0,1-44 0,1-10 0</inkml:trace>
  <inkml:trace contextRef="#ctx0" brushRef="#br0" timeOffset="11">5107 12023 7826,'-12'0'583,"-1"-4"0,3-1 0,0-1 0,3 2 1,3 5-1,5 8 1023,6 6 1,3 4-1,-1 5 1,0 1-1,-1 1 1,0 1-813,0 2 0,-4 1 0,3-3 0,-1 2-371,-4-1 1,0-2-1,-2-3 1,0-3-648,0-3 1,0 0 0,0 0-7533,0-2 7756,0-7 0,0-35 0,0-14 0</inkml:trace>
  <inkml:trace contextRef="#ctx0" brushRef="#br0" timeOffset="12">5033 11679 7904,'-1'-13'536,"-2"1"0,-2 0 1,-1-1-1,-1 1 0,2 0 1752,-1-1 0,2 5 0,6 1-3218,2 2 1,-1 2-1,5 7 1,1 3 929,2 0 0,23 20 0,6 1 0</inkml:trace>
  <inkml:trace contextRef="#ctx0" brushRef="#br0" timeOffset="13">5685 12097 11497,'0'-8'1115,"0"0"1,0-2 0,0-1-597,0-1 1,0 4-1,0-1 1,-1 1-1,-3 0 1,-4 1-268,-3 2 0,-3 1 0,-1 4 1,-3 1-154,-1 3 1,-3 7 0,-5 7 0,-2 1-95,2 3 0,1 6 0,3 4 1,2 1-228,5 0 119,2-1 1,3 5-1,3 0 1,4-1 0,5-3-1,6-6 1,5-4-296,2-2 739,5-6 0,2-2 0,6-6 1,3-1-1,0-5 0,2-4 1,-1-5 2543,3-3-2692,-4-7 1,0-1 0,-5-5 0,-2-2 0,-1-2 0,-3-2 0,-1 0-112,-3 0 1,-1 0 0,-2 3 0,-1-3-399,-3-2 0,2 1 1,-5-4-1,1 3-269,-1-3 1,-1-1-1,-5-4 1,-2-1 163,-1 1 0,-5 2 0,0 1 0,-3 0 239,-4 0 1,2 6 0,-4 3 0,2 5 186,-1 3 1,1 5 0,4-2 0,-1 5 396,1 4 1,4 2-300,0 6 0,5 6 1,-1 3-1,2 6 82,2 6 0,0 3 0,2 5 0,1 4 162,1 3 0,5 0 1,-1 3-1,3 2 339,2 4 0,-5-3 0,0-1 0,0-2-179,-1-3 0,4 1 1,-4 0-1,1-1-288,0-3 0,-4-5 0,3-7 0,0-3-3817,0-1 1,-3-3-969,4 3 4566,0-9 0,27-19 0,4-10 0</inkml:trace>
  <inkml:trace contextRef="#ctx0" brushRef="#br0" timeOffset="14">6079 12122 7870,'-8'0'3554,"0"0"-1028,5 0-1606,-8 0 1,11 0 0,0 0-1,7 0-335,4 0 0,7 0 0,2-2 1,3-2-49,2-4 1,0-3 0,-1-1 0,1-2-342,0-2 0,-1-4 0,-1-3 0,-2 1-437,-5 2 62,-2-1 1,-7-2-1,-3 3 1,-4 5 0,-6 5-1,-6 6-2152,-7 2 1986,-4 13 0,-3 4 0,-3 14 0,-4 4 0,-1 3 0,0 2 0,2 1-63,2 3 0,7-1 1,7-6-1,2-1 847,2-1 1,5-6-1,4 1 1,6-6 849,5-6 0,9-6 0,2-4 0,3 0-393,2-3 1,-1-7-1,9-5 1,-1-2-625,1-1 1,-5-2 0,2-1 0,-3-1-1879,-2 1 0,-3 1 1,-1 2 1605,2 0 0,-4-6 0,0-1 0</inkml:trace>
  <inkml:trace contextRef="#ctx0" brushRef="#br0" timeOffset="15">6473 12072 7858,'-4'-8'3839,"0"0"-1978,0 0 0,5 1 719,3 3-2180,-2 2 1,4 4 0,-3 2-1,1 4 1,0 3 0,0 1-1,1 2 2711,-3 2-2829,5-2 0,-5 8 1,2-6-1,-3 1 0,-1-1 1,0 1-1,0-1 1206,0 2-1528,0-4 0,0 3 0,0-4 0,0-1 0,0 0-616,0 1 289,0-7 1,-1 4 790,-3-6 1,2-1-73,-2-7 1,-1 1 0,0-5-222,3-2 1,0-1-1,2-1 1,0 0-411,0-1 0,0 0 0,0-2 1,0-2-48,0 2 0,0-3 0,2 2 0,0 1 13,3 1 0,3-2 0,-3-1 0,1 2 205,-1 2 1,3 4-1,-2 1 1,1 0 71,2 1 0,-2-2 0,1 5 0,2 1 28,1 1 0,1 4 1,0 1 117,1 1 0,-2 9 0,-2 0 1,-2 0 259,-1 1 0,2-2 1,-3 1-96,2-1 1,-3-1-89,4-3 1,1-5 0,3-10-96,0-5 1,0-7-1,2-1 1,1-2-119,2-3 1,0-1-1,-2 4 1,2 3 169,-2 1 1,-1 5 0,-2 7 0,0 0 156,0 3 0,-3 12 0,-2 4 0,-1 6-301,1 7 0,-4-1 0,1 4 0,-3-3 0,-1-2 0,2 0 0,0-3 0,3 0 0,-1-6 0,-4 1-3103,0-2-4030,0-7 4332,0-2 0,-2-3 2801,-2 2 0,14-8 0,-2 2 0</inkml:trace>
  <inkml:trace contextRef="#ctx0" brushRef="#br0" timeOffset="16">7113 12134 7827,'0'-8'6347,"0"0"-5239,0 5 1,0-1 0,1 8-1,2 5-161,1 6 0,6 5 1,-3 6-1,1 4-231,0 7 0,-4 5 1,3 7-1,-2 2 904,-2 2-1450,-1 3 1,-2 2 0,0-4-1,-2-2 1,-1-5 0,-2-5 0,-2-8-340,-2-8 145,3-7 1,-5-8-1,3-4 1,-3-7-1,0-8 1,0-7-965,-1-6 737,2-7 0,-8-4 1,8-6-1,1-3 1,4-4-1,1-3 1,0-3-1507,1-2 1659,7 2 1,3 1-1,7 6 1,2 2-1,6 2 1,4 2-1,4 2 269,1 3 1,-2 7 0,4 7 0,1 1 456,2 3 0,-5 7 0,-4 4 0,-3 3-526,-4 1 0,-3 5 0,0 5 1,-2 3-575,-4 4 0,-7 6 1,0 0-1,-4 6-107,-4 3 0,-7-5 0,-6 2 0,-2-3 362,-3-2 0,-6 1 1,-2-3-1,0-5 176,0-4 1,1-9-1,5 0 1,-1-3-539,1-1 0,6-1 0,5-3-1206,8-4 0,6-3 1,8-2-1,8 0 1785,9-4 0,11-6 0,7-6 0,5-3 0,0-1 0</inkml:trace>
  <inkml:trace contextRef="#ctx0" brushRef="#br0" timeOffset="17">7814 12122 7821,'-8'-4'0,"0"-1"0,-2 3 0,0 0 1223,-3 2 1,5 0 0,0 0 0,-2 2 0,-1 2 0,-1 4 0,0 4 124,-1 5 0,7 2 0,1 5 0,4 1-1023,1 0 1,7-1 0,5 0-1,7-3-370,5 0 1,2-7 0,2-2-1,4-7 1,1-5 0,-1-4-518,3-4 414,0-8 1,-3-3 0,-5-6 0,-5 0 0,-7 1 0,-6-1 0,-6 0 185,-6 1 1,-6 3-1,-10 2 1,-7 1-142,-4 3 1,-3 6-1,-3 2 1,3 1-570,5 4 0,2 4 0,2 4 1,4 1-440,4 2 1,3 2 0,5 2-1,5-2-3001,6-3 4112,4 3 0,49-21 0,11 2 0</inkml:trace>
  <inkml:trace contextRef="#ctx0" brushRef="#br0" timeOffset="18">8381 11617 7772,'-2'-12'382,"-1"-1"1,-1 1 0,2 0 0,0 0 0,1-1 2705,-3 1 0,2 8 0,0 7-1981,4 7 1,1 12 0,5 4-1,1 10-35,-3 8 0,4 6 0,-5 5 0,1 4-822,-1 0 1,4-1 0,-5 2 0,0-2-251,1-5 0,-3-8 0,3-4 0,-5-9 0,0-6 0,0-6 0,0-2-5079,0-3 2354,0-7 0,-4-1 0,-2-4 2725,0 1 0,-3-16 0,-3-9 0</inkml:trace>
  <inkml:trace contextRef="#ctx0" brushRef="#br0" timeOffset="19">8307 12072 7754,'0'-12'8267,"0"0"-6941,0-1 0,5 1 1,3 1 1058,3 3-2979,2 3 0,-1 5 1,2 0-1,1 0 1,1 0-1,0 0 1,1 0 593,-1 0 0,17-17 0,0-3 0</inkml:trace>
  <inkml:trace contextRef="#ctx0" brushRef="#br0" timeOffset="20">8700 12195 14153,'13'0'571,"0"0"1,3 0 0,1-1-1,2-2 1,3-2 0,2-2-219,0-3 1,1 2 0,-2-3 0,-1-2 0,-3-2 0,-1-2-385,-3 1 1,-6-5-1,-2 5 1,-1-1-123,-4 0 0,-4 3 0,-5-1 1,-3 5-548,-3 6 0,-6 3 0,-1 2 1,-2 5-1255,-3 6 1886,-3 11 0,4 5 0,-1 3 0,2 1 0,1-2 0,4 1 0,4-1 414,8 0 301,3-6 0,4-3 0,3-4 0,6-4 0,5-3 1,5-6-1,4-2 260,0-2 1,5-5 0,0-1 0,-2-4-1475,-1-4 0,-1-1 0,-1 3 0,2 0-5303,3-1 5870,-9 1 0,26-17 0,-7-3 0</inkml:trace>
  <inkml:trace contextRef="#ctx0" brushRef="#br0" timeOffset="21">9180 12134 8151,'-6'5'3476,"1"4"0,4-3-1740,1 3 0,0-5 0,0 4-722,0 2 1,6-5 0,2-1-592,3-3 0,5-2 0,2-4 0,1-8-374,3-6 1,3-5 0,2-4-1,2-1 33,-2 2 1,-1 3 0,-1 3-1,-2 5 149,-3 2 1,2 8-1,-5 8-49,-2 9 1,-7 7 0,-4 6 0,-3 2-320,-1 3 1,0-5 0,0 2 0,0-5-2531,0-3 0,0-2-309,0-4 0,0-6 0,0-7 2976,0-10 0,2-37 0,2-15 0,-2 16 0,0 0 0,1 0 0</inkml:trace>
  <inkml:trace contextRef="#ctx0" brushRef="#br0" timeOffset="22">9771 11580 7746,'0'-12'6003,"0"0"-4690,0 5 0,4 8 1,2 13-1,-1 10 1106,1 12-1766,-2 6 1,0 13-1,0 4 1,-1 5-1,-2 4 1,0 1 0,2-5-306,1-5 0,0-6 0,-4-9 0,0-9 0,0-9 1,0-8-2570,0-4 0,0-6-448,0 0 0,-1-4 1,-3 3 432,-4-1 1,-3-4 2235,-2-6 0,-4-30 0,-2-12 0</inkml:trace>
  <inkml:trace contextRef="#ctx0" brushRef="#br0" timeOffset="23">9660 11962 7746,'-6'0'9214,"1"0"-7853,10 0 0,7-4 0,10-2 0,4 1-1080,2-1 1,7-2 0,-3 4 0,4 1-2485,1 2 876,-6 1 0,-1 0 0,-5 1 1327,0 3 0,-23-2 0,-4 3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636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1735 7162 8549,'-7'0'2034,"1"0"-1095,1 0-651,4 0-171,-10 0 0,8 0 0,-3 2 0,-1 0 713,0 2-492,-1 1 0,-5 0 368,1 3-464,0 3 1,-1 1-171,1 1 1,1-5 27,3 0 1,-2 0-175,6 5-302,0-7 0,4 5 0,2-4-1411,2 0 1230,3-1 287,5-6 0,0 4 187,0 0 1,1 0-1,-1-4 406,0 0 1,1 1-161,-1 3 0,-5-1 401,-3 5 1,-3-4-17,-1 5-85,0-1-178,0-1-39,0 4 0,-1-6-199,-3 3 0,-3 3 179,-5-3-685,-1-2 0,1 3 148,0-4 40,-1-1-999,1 1 190,5-4-2627,2 5 2326,5-1 1022,0-3 359,0 3 0,0-5 0,0 6 0,16-10 0,5 2 0</inkml:trace>
  <inkml:trace contextRef="#ctx0" brushRef="#br0" timeOffset="1">1957 7261 9662,'-7'5'976,"-3"2"1,5 7-436,-2 2-413,4 3 1,-8 6-1,4 1-78,1 2 0,-5 0 0,2 3 1,-1 1-1,-1-1 0,1 2-88,2-2-251,0 0-50,1-7 227,1 1 1,2-2-455,0-2 1,0-4-882,4-4 1067,0-7 0,1 0-305,3-6 0,-1-6 25,5-2 509,-5-8 0,7 1 0,-5-6 151,2-1-101,-4-1 0,2-1 1,-5-2 100,0-3 477,0 3 1,0-4-1,0 5 870,0 1 0,-1-1-164,-3 0-527,2 1-547,-9-1 1,6 6 0,-5 3 0,2 3-352,-1 5-347,-2 3 494,4 5 1,1 5-1,6 3-2462,0 3 1685,0-4 0,0 4 872,0-3 0,50-2 0,11-1 0</inkml:trace>
  <inkml:trace contextRef="#ctx0" brushRef="#br0" timeOffset="2">2092 7334 7581,'0'-6'2538,"0"-5"-1842,0 9-442,0-3 0,0 10 0,0 4 401,0 1-462,-5 3-78,3 5 1,-5-5-1,5 5 1,-2-2-1,1 1 6,1-2 1,2-6-92,0 0-199,0-1 76,0-1 42,0-2-681,0-5 1,2 0 0,1-1-63,1-3 697,0-3 0,0-5 179,0-1-55,6 1 0,-8 0 0,5-1 152,-1 1 1,-1 1 0,-2 2 194,1 0-236,0 7 0,0-5 91,0 3-111,0 2 12,2-3-520,-5 5 0,10-4-548,-3 0 452,-2-1 607,5 0 12,-10 4 1,10-5-19,-3 6 1188,-2 0-680,5 0-90,-5 0-9,1 6-597,4-5 79,-4 10 0,0-8 0,-2 4-474,1-2 1,-3 3 68,5-4-445,-6 0 0,5 2 72,-3 2-60,-2-2 480,9-1 1,-9-5-239,7 0 160,-7 0 0,9 0 430,-2 0 0,-3 0 0,3 0 0,-1 0 0,15-5 0,3-2 0</inkml:trace>
  <inkml:trace contextRef="#ctx0" brushRef="#br0" timeOffset="3">2498 7359 6658,'0'7'-714,"2"-2"946,2-5 337,-3 0 1,4-1-1,-3-2 590,2-1-26,-3 0-471,5 4-234,-6 0-1051,0 0-793,5 0 843,-3-5-157,3 3 1,-5-5-78,0 3 376,0 3 1401,0-5 1,0 5 2555,0-3-2040,0 3-1339,0-5 0,0 8 0,0 2 0,0 4-349,0 3 150,0-4 1,0-1 105,0-1-431,0-4 0,0 6-1117,0-3 689,0-3 504,0 5-268,0-6 1,0-2 194,0-2 356,0 3 0,4-6 287,0 3 0,2 3 0,-4-5-42,3 1-145,-1 3 0,-3-5 978,3 3-356,-2 3-461,3-5-308,0 6 1,-3 2-1,3 1-399,1 1-13,-5 0 0,6-4-27,-3 0 238,-3 0 32,10-6 606,-9 5-173,3-5 130,1 1-176,1 4 128,-1-5 0,1 6 214,-3 0-1073,-2 0 290,3 0 164,1 0-1173,-5 0 1,10 4-63,-3 0 1359,-2 6 0,26 13 0,3 10 0</inkml:trace>
  <inkml:trace contextRef="#ctx0" brushRef="#br0" timeOffset="4">2806 7396 10501,'0'7'2549,"0"-2"-2533,0-5 562,0 0-792,5 0 206,-3-5 1,4 2 57,-1-5 73,-4 5 1,4-8 269,-5 3 1,0 1-1,0-1 252,0-2-387,0 5-527,-5-1 1,2 6 60,-5 0 1,1 6-745,-1 2 1,3 3 0,6 1-669,3 1 1,3-1 515,5 0 665,0-5 1,1 4 0,-1-4 438,0 0 0,1-2 0,-1-5 0,4 0 0,1 0 0,-1 0 0,29-27 0,9-7 0</inkml:trace>
  <inkml:trace contextRef="#ctx0" brushRef="#br0" timeOffset="5">3113 7162 7581,'0'-18'786,"0"-2"0,-1-2 176,-3 2-349,3 2 0,-5 10 1234,6-1-1251,0 7 0,0 11-715,0 12 48,0 5 1,0 0 102,0 2-898,0 4 139,0 5 706,0 0 0,0-2-536,0-2 1,0 1 0,0-5-569,0-2 0,0-1 1,0-3-561,0-2 1685,0-3 0,2-13 0,2-5 0,8-54 0,-2 17 0,-1 0 0</inkml:trace>
  <inkml:trace contextRef="#ctx0" brushRef="#br0" timeOffset="6">3126 7334 7581,'-13'0'668,"1"0"0,0-1-368,0-3 0,-1 3 2960,1-3-2178,5 2 0,0 2-248,3 0 1,4 0-116,0 0-599,6 0 0,7-1 1,4-2-1,3-1-315,3 1 128,-3 2 0,1-3-2751,-4 0 0,5 0 0,-3 2 2818,0-2 0,15-3 0,-1-5 0</inkml:trace>
  <inkml:trace contextRef="#ctx0" brushRef="#br0" timeOffset="7">3360 7285 7581,'0'7'2247,"0"4"-1614,0-4 0,0 5 531,0 0 0,0-3-557,0-1 1,0 0-268,0 4 0,4-3 0,0-1 1,-1 1 27,-2 2 1,0-2-80,3-1-1056,-2-6 480,3 9 240,-5-9-222,0 3-867,0 1 739,0-5 1,0 3 0,0-8 0,2-4-1,0-3-1382,2-1 916,6-1 336,-9 1 257,10 0 0,-5-1 97,2 1 0,3 1 1,-4 2 56,0 0 1,4 5 0,-3-3-626,3 2 382,1 1-302,0 4 331,1 0 330,-1 0 0,17 11 0,3 2 0</inkml:trace>
  <inkml:trace contextRef="#ctx0" brushRef="#br0" timeOffset="8">3704 7298 7576,'-5'6'2988,"3"5"-2283,-9-4 1,10 5 0,-3 1 2953,3-1-2588,1 0 1,0 1-783,0-1 0,0 0 1,0 1-1808,0-1 1,1-1 368,3-3-661,-3-2 833,10-1 240,-9-4-110,9 5 1,-9-12 0,5-2-178,-1-3 499,3-1 0,-7 0 1,2-2 301,-3-2 0,3 2 131,0-3 1,0 0 1629,-4 0-1009,0-5 1,0 9 0,0-4 0,0 2 3057,0-1-2735,0 2-330,0-4 13,0 12-1332,0-5 1,0 11-1217,0 0 0,0 5 2013,0 7 0,22 34 0,6 7 0</inkml:trace>
  <inkml:trace contextRef="#ctx0" brushRef="#br0" timeOffset="9">4147 7310 7574,'0'-12'2240,"0"-1"-1323,0 6 0,-1-4 661,-3 3-758,2 3-212,-9-6-382,5 10 1,-7-5 0,0 6 1,-4 0 0,2 6 0,-4 2 0,0 3 548,0 1 0,0 2-97,-2 2-245,3-2 1,11 8-1,3-5-591,3 3 1,8-5 0,5 2-1,7 0-1953,5-1 0,6 1 313,2-5 1308,-2 0 489,6-5 0,28-23 0,-25 2 0,0 0 0</inkml:trace>
  <inkml:trace contextRef="#ctx0" brushRef="#br0" timeOffset="10">1317 12503 7575,'-11'12'0,"1"1"1047,2-1 1,4-4-1,-3 0 254,2 2 0,-1 1-778,2 1 0,3-4-505,-3 1 0,4-1 1,2 4-20,2 0 0,5-3-216,-5-1 196,0 0 0,0 0-1317,0 0 323,0-5-2279,-4 3 3294,0-6 0,6-44 0,0-11 0</inkml:trace>
  <inkml:trace contextRef="#ctx0" brushRef="#br0" timeOffset="11">1280 12245 7573,'-12'0'0,"-1"0"0,1 0 1136,0 0 1,5 1-1163,3 3-178,2-2 0,9 3 0,4-4 204,4 3 0,45 3 0,7 6 0</inkml:trace>
  <inkml:trace contextRef="#ctx0" brushRef="#br0" timeOffset="12">1588 12478 7573,'0'-8'0,"0"0"849,0-1 0,0-2 826,0-2 0,0 1-1002,0 0 1,0 3-1,-2 3 57,-2 0-406,3-3 1,-9 6-1,5-4 554,-2 2-672,-1-5 1,-1 9 0,1-4 76,-1 4 0,2 7 1,-1 3-469,-2 6 171,5 4 0,-6 10 0,4 1-195,0 2 0,0-1 0,4 3 0,-1-2 0,1-2 0,3-3-1476,5-1 1252,-4-7 1,10-2 0,-3-8-1,3-2-538,1-1 629,1-2 150,4-10 30,-3-6 0,4-3 0,-7-7 0,-2-3-25,0-2 1,-3-6-34,3 4 28,-4-5 560,-5 3 1,0-5 0,0 3-169,0 5 0,0-2 0,-1 1 30,-3 2-758,2 6 0,-7 3-1347,5 6 1,-2 5 1874,2 3 0,19 25 0,0 6 0</inkml:trace>
  <inkml:trace contextRef="#ctx0" brushRef="#br0" timeOffset="13">1723 12540 7573,'7'-1'1657,"-2"-2"-458,1-1 0,0-6 0,7 2 170,-1-3-1077,0-1 0,-1-1 0,-1 1 23,-2 0-258,0 0 0,1-1-88,-1 1 1,-6 0 106,3-1 0,-4 1-20,-1 0 0,-1 4 0,-4 1 345,-3 1-415,-3 2 1,-1 4 0,0 1 280,-1 4 0,1 1 0,0 8 260,-1 3-489,1-4 1,5 10 0,3-2-901,3 2 654,1 2 1,0-2 0,0-1-496,0-2 0,1-5 0,5 2 0,5-3-3299,4-2 3449,1 0 0,1-1-314,-1-3 0,0-2 867,-3-6 0,26-22 0,8-5 0</inkml:trace>
  <inkml:trace contextRef="#ctx0" brushRef="#br0" timeOffset="14">1981 12429 7573,'0'7'391,"0"0"1,0-3 754,0 4 0,0 3-189,0 1-578,0 1 0,0-1 0,-1 0 0,-2 1 875,-1-1-959,0 0 1,4 1-226,0-1 0,0 0-842,0 1 0,4-8-714,0-5 1,6-5-100,-2-8 1240,-3-5 0,2 5 0,-4-4 35,1 4 119,0 0-1,2 1 415,-5 0 1,6-1 0,-4 1 109,1 0 1,1 1-87,-1 3 411,-2-3 0,9 9-278,-3-2 0,-1 3-107,1 1-488,-5 0 1,3 0 151,-1 0 1,-3 4 269,6 0 0,-3 4 1,1-2 186,0 1 0,-1 0 0,-2 2 23,1-1-284,0 0 1,-2 5 0,0-1-568,2 0 281,1 1 0,-5-1-178,0 0 1,4 1 154,0-1 0,0 0-1690,-4 1 838,5-1-714,-3 0 920,9-5 822,-10-2 0,10-5 0,18-49 0,-9 18 0,-1 1 0</inkml:trace>
  <inkml:trace contextRef="#ctx0" brushRef="#br0" timeOffset="15">2289 12552 7573,'0'13'0,"0"-1"0,0 0 1925,0 1-1388,0 4 0,0-2 0,1 6-76,3 1 1,-1 1-1,5 2-113,2-1-290,-5 6 1,5-4-1,-6 4-351,-1 0 1,-2-4-1,-1 2-39,0-6 187,0 1-63,0-9 1,-5 2-1,-2-9-263,0-7 1,0-6 0,4-7 0,-1-4-286,2-3 0,0-3 0,2-2-74,0 0 830,0 1 0,2-6 0,2-2 0,4 1 0,3-5 0,-3 9 0,0-6 0,0 4 0,5-4 0,0 7-93,4 2 1,-3 1 59,2 6 964,-2 1 0,-2 5 1,0 3 226,1 4-319,-1 2 0,-4 8 0,-1 3 234,-2 6-867,-1-1 1,-4 8-1,-1-4-312,-3 1 0,-3-3 0,-5 3 0,0-1-353,-1-3 0,1-1 1,0-2-1,-1 0-456,1 1 0,0-5 1,-1-1-223,1-2 485,5-1-305,-4-4 779,10 0 1,-5-1 177,6-3 0,11-3 0,15-11 0,6-4 0,8-1 0,-1 0 0</inkml:trace>
  <inkml:trace contextRef="#ctx0" brushRef="#br0" timeOffset="16">2732 12491 7573,'0'-8'1079,"1"-1"2190,3 0 1,-2 2-629,2-1-2073,-3 5 1,-2-7 0,-3 6-110,-4 2 1,-5 4-943,-3 2 0,1 10 231,-6-2 409,6 9 1,-7-2 0,6 6 225,1-1-336,1-5 0,2 5 0,1-4 1,3 2-420,4-1 0,2 0 0,2-4 145,0-2-1047,6-1 1,-2-8 0,7-1 33,3-4 0,1-1 0,-3-1 0,0-4 574,1-3 0,-1-3 1,0-1-1,-1 0 700,-3-1 0,2 0 1,-6-2-1,-1-2 0,-2 2 0,0 0 0,2 0 0,1-1-240,-1 1 0,-2 1 0,-1 2-1044,0-1 1250,0 7 0,11-5 0,3 4 0</inkml:trace>
  <inkml:trace contextRef="#ctx0" brushRef="#br0" timeOffset="17">2880 12331 8293,'-2'12'3083,"-2"0"0,3 1-2709,-3-1 1,2-4-1,2 0 1,0 2-605,0 1 0,0 3 0,2 1 0,0 1 0,3 0 0,-3 1-1818,0-1 1390,3 6 0,-4-4 0,4 2 0,-4-3 0,-1-3 0,-1-2 0,-2 0 658,-1 0 0,-2-3 0,2-2 0,-4-2 0,1-5 0,-1-5 0,0-2 0,1-3 0,-3-1 0,6-1 0,0 0 0,-1-1 0,3 1 0,-2 0-47,3-1 1,1 5 459,0 0 0,1 4 0,3-3 0,4 2-21,3 2 0,3 1 0,1 1 0,3-2-494,1-1 1,-3-1 0,5 2 0,-1-1 180,0 1 0,2-2 0,-5 1 0,1-1-79,0 0 0,4 4 0,-3-5 0</inkml:trace>
  <inkml:trace contextRef="#ctx0" brushRef="#br0" timeOffset="18">3126 12540 12615,'8'-4'706,"-1"-2"1,-2 0-457,-2-4 1,2 3 0,0-1-1,-1-2-96,1-1-157,-3-1 0,3 0 0,-6 1 0,-3 3 35,-5 4 1,2 2 0,-1 4 0,-1 2-1,-1 4 1,1 4-329,0 5 1,7-2-1,-2 4 1,1-1-1,0-2 1,-1 0-864,1 1 0,3-1 0,3-3 0,2-1 0,2 0 1159,3 0 0,28-16 0,9-4 0</inkml:trace>
  <inkml:trace contextRef="#ctx0" brushRef="#br0" timeOffset="19">3347 12515 11950,'0'9'916,"0"-1"-970,0 1 1,-4 2-1,0 2 1,0-1-1,0 0-170,0 1 1,0-5-1,4 0-1889,0 2 1764,0-5 0,0-1 0,0-8 1,0-4-1,1-3 0,2-1 1,2 1 340,2 2 0,0-2 0,2 5 0,0-1 0,-1 1 0,0 2 299,0 0 139,1 0 1,-1 4-1,0 1 1,0 3-1,0 5 1,1 2-1,-1 2 217,-1 4-1102,4-4 0,-5 9 0,5-5 1,-1-2-1,-2-2 0,2 0 0,1-2 455,1-3 0,0-19 0,0-10 0</inkml:trace>
  <inkml:trace contextRef="#ctx0" brushRef="#br0" timeOffset="20">3655 12294 7573,'5'-7'2395,"4"3"1,-3 3-1898,3 1 1,-3 1 0,4 4-1,-3 9-651,-2 9 26,5 7 1,-9 13 0,3 2 0,-2 3 0,-2 2 0,0 2-1,0 2-1573,0-2 523,0-7 0,-4-8 1,0-10 1176,1-5 0,18-64 0,5-21 0</inkml:trace>
  <inkml:trace contextRef="#ctx0" brushRef="#br0" timeOffset="21">3692 12565 7573,'-18'0'407,"4"0"1,-2 1-1,2 2 1559,2 1 0,4 1 0,2-2 0,5 1 0,9-1-746,10-2 0,8-2 1,12-3-1,2-4-4007,1-3 1,5-2 2009,0 1 777,1-6 0,-14 2 0,0-3 0,2-4 0,0 1 0</inkml:trace>
  <inkml:trace contextRef="#ctx0" brushRef="#br0" timeOffset="22">541 7187 7594,'0'-7'370,"0"0"3220,0 3-1773,0 3-773,0-5-456,0 6-392,0 0 0,0 6 0,0 3 192,0 6-338,0 4 0,-4 6 0,0 0 290,2-1-671,0 6 0,-2-4 0,0 3-731,1-3 1,2-3 0,2-2 0,3-6-947,5-6 0,6-3 2008,1-6 0,22-49 0,-18 18 0,0 0 0</inkml:trace>
  <inkml:trace contextRef="#ctx0" brushRef="#br0" timeOffset="23">751 7002 7599,'0'13'604,"0"-1"1,0 0 0,1 0-1,3 1 2499,4-1-2506,9 0 0,2 2-47,6 2 0,-1 4 0,1 6 0,-1 1-444,1 2 1,0 5 0,-4-1 0,-3 2 0,-7 2 0,-4 0 479,-4 0-1949,-7 0 0,-9 0 0,-9 0 0,-5-2 97,-6-2 1,-2 1 0,-4-5 0,1-2-45,1-1 1310,-2-7 0,7-12 0,-5-8 0</inkml:trace>
  <inkml:trace contextRef="#ctx0" brushRef="#br0" timeOffset="24">468 12343 8533,'5'-7'4150,"2"-4"-4129,5 10 86,-5-4 0,0 5 252,-3 0-362,3-6-187,5 5 0,-5 1 1,-3 8-51,-3 3 35,-1 1 1,-4 5 0,-1 0 85,-2 2 1,3 2 0,-3 2-1,0-1 173,0-1 1,3-5 0,-2 3 0,0-1 211,3-3-30,2-1 1,-3-1 0,0 2 95,1 2-388,2-1 1,6-9-149,2-2 0,1-5 1,0 0-1,2 0-193,1 0 1,1-1 166,0-3 1,-3 1-42,-1-5 0,-1 4 11,1-4 0,1 4-359,-4-5 0,4 3-23,-1-3-60,-2-2 1,5 6 701,-3-3 0,8-30 0,4-4 0</inkml:trace>
  <inkml:trace contextRef="#ctx0" brushRef="#br0" timeOffset="25">714 12195 7599,'7'0'0,"4"0"1395,-3 0-874,3 0 0,-3 7 814,0 6 1,-5 10-662,1 10 0,-3 8 168,-1 4 0,-1 8-600,-3 5 1,1 3 0,-5 2 0,-2-3 214,-1-8-824,-1-1 1,4-17 0,0 1-1,-2-3-936,-1-5 818,-1-6 485,0-3 0,-23-12 0,-4 0 0</inkml:trace>
  <inkml:trace contextRef="#ctx0" brushRef="#br0" timeOffset="26">4627 7027 7576,'-7'-6'6583,"2"4"-4293,5-7-3018,0 7 0,1-4 443,3 6 0,-1 0-1859,5 0 729,-5 0-905,2 0 2320,1 6 0,-10 39 0,2 15 0</inkml:trace>
  <inkml:trace contextRef="#ctx0" brushRef="#br0" timeOffset="27">4639 7298 7576,'-6'0'2470,"-5"0"-1848,4 0 1,0-2-719,3-2 0,4 1 96,4-5 0,36-11 0,13-7 0</inkml:trace>
  <inkml:trace contextRef="#ctx0" brushRef="#br0" timeOffset="28">6141 7150 7584,'0'-8'2458,"0"-1"-690,0 7-983,0-4-671,0 6 1,0 2-1,0 3 1,0 6-100,0 4 0,0 7 0,0-3 1,0 3-33,0 3 0,0-8 0,-2 9-98,-2 2 83,3-4-61,-5 6 0,6-1-101,0 0 0,-1 1 0,-2-3-783,-1 2 0,0 1 131,4-1 492,0-3-725,0 4 0,0-7 1079,0-2 0,22-20 0,5-9 0</inkml:trace>
  <inkml:trace contextRef="#ctx0" brushRef="#br0" timeOffset="29">6375 7396 9880,'-7'0'1480,"1"0"1,16 0-1150,2 0-457,3 0 0,-1 0 0,1 0-281,1 0 0,2 0 0,-3 0 1,3 0-501,1 0 0,-3 0 1,4 0-911,-3 0 1817,5 0 0,36-11 0,-22 4 0,0 0 0</inkml:trace>
  <inkml:trace contextRef="#ctx0" brushRef="#br0" timeOffset="30">7051 7113 7580,'7'1'360,"-3"3"644,-2 5 1,-1-1 0,2 3-485,1 2 1,0 8-1,-4-1 1,0 5-365,0 4 1,-4 2-114,0 6 1,-4 0-601,4 0 1,-5 0 399,5 0 1,-1-4-551,1-1 0,2-8-99,-2 0-522,3-7 1,2-5 1327,3-8 0,14-30 0,8-8 0</inkml:trace>
  <inkml:trace contextRef="#ctx0" brushRef="#br0" timeOffset="31">7064 7396 7580,'-13'0'0,"5"0"0,1-1 511,2-3 1,2 2 1347,7-2 0,9 3-313,7 1-1506,3 0 0,2-4 1,1 0-1,1 1-401,2 1 0,-2-2 1,-5 0-665,-1 1 1,-2 2 0,3 1 0,-3 0-1257,-1 0 2281,-2-5 0,-9-2 0,-2-6 0</inkml:trace>
  <inkml:trace contextRef="#ctx0" brushRef="#br0" timeOffset="32">7396 7064 7580,'-8'5'598,"1"3"647,2 3 1,0 3 0,5 4 577,0 6-1442,0 1 1,0 12-1,0-1-25,0 3-316,0 2 1,0-4-372,0 0 0,0 0 201,0 0 113,0-6-172,0-1 0,0-6 1,0-2-1733,0-2 0,6-5 1921,2 1 0,8-29 0,4-9 0</inkml:trace>
  <inkml:trace contextRef="#ctx0" brushRef="#br0" timeOffset="33">7962 7458 8795,'8'0'1512,"1"0"-987,0 0 0,2 0 1,1 0 81,1 0-434,-1 0 1,6-5 0,2 1-49,3 2 1,2-4 0,1 1 257,3-2-442,2 4 0,6-4 0,0 5-93,0-3 0,0 0 1,0 2-495,0-1 521,-6 0 1,-1 3 0,-5-2 0,1-3 0,1 1 0,1 0-588,-5 2 587,1 1 1,-9-2 0,5 0 80,-3 1 1,0 2-107,-5 1 24,-5 0 253,4 0 0,-8 0 1,3 1 88,0 4 0,-1-4 31,-1 3-184,-2-3 1,5-1-305,-3 0 223,-3 0-115,5 0 268,-6 0 1,0-1 178,0-3 0,-2 3 0,-2-4 612,-4 4-413,-3-4-158,-1 3 0,-1-5 0,1 5 419,0-2-487,5-1-54,-4 5 1,8 0 149,-5 0-295,5-5 118,-2 4-1396,5-5 689,5 6-144,2 0 0,5 4 0,1 2-307,-1 1 606,-5-5 1,3 9 766,-6-3 1,0 3 0,-6 0 0,-2-1 41,-4-2 1,-4 0-1,-3 5 1,-3-1 236,-1 0 1,0 1-1,-2-3-1256,5-1 70,8 2 486,-3-5 0,47-4 0,7-4 0</inkml:trace>
  <inkml:trace contextRef="#ctx0" brushRef="#br0" timeOffset="34">9550 7150 7926,'-7'-6'4437,"1"5"-4075,6-4 1,-1 5-1,-2 1 1,-1 3-1,1 6 946,2 5-1248,-4-2 0,3 16 84,-3-8 0,3 10-267,-2-2 1,3 2-1,-3 6-745,2 0 1,4 1 414,2 3 0,3-2-859,5 2 1,2-3 589,2-1 0,5-2 22,7-2 1,-2-4 699,3-9 0,24-18 0,6-10 0</inkml:trace>
  <inkml:trace contextRef="#ctx0" brushRef="#br0" timeOffset="35">10042 7224 7578,'-7'5'912,"-3"-2"0,6 5 0,2 2 417,0 1-1057,2 1 1,-1 6-153,-3 2 0,2 8 0,-2 2 0,3 1 168,1 3 0,0 0 0,0-1-427,0 3 0,0-6 1,0 4-1,0-2-1215,0-2 1,1-6 0,2-3-568,1 1 1194,0-5 727,-4-4 0,6-19 0,1-7 0</inkml:trace>
  <inkml:trace contextRef="#ctx0" brushRef="#br0" timeOffset="36">9931 7248 7578,'-12'-5'2289,"-1"4"-691,7-5-840,0 1 0,8 3-349,2-2 1,7 3-493,5 1 1,5 0 116,-5 0-210,6 0 1,-7-2 0,5 0 84,2-2 0,-3-1 0,1 5 0,-3-1-91,-2-3-306,4 3 0,-5-5 0,4 6-633,0 0 0,-9 6 0,4 2 1121,-2 3 0,-22 34 0,-4 8 0</inkml:trace>
  <inkml:trace contextRef="#ctx0" brushRef="#br0" timeOffset="37">9968 7741 7578,'-18'12'0,"5"0"0,-4 1 3370,9-7-2574,2 0 0,16-6 0,4-2 0,4-2-225,3-4 0,3-3-283,0-1-521,1 0 0,-2-1 0,-1 1 0,-2 0-883,2-1 0,-2 1 0,-1 1 104,-2 3-1352,0-3 2364,-5 10 0,0-5 0,1 6 0</inkml:trace>
  <inkml:trace contextRef="#ctx0" brushRef="#br0" timeOffset="38">10497 7470 7573,'-8'0'2228,"0"0"0,6 0-273,2 0-1346,11 0-354,3 0 0,5 0 1,-2 0-681,3 0 0,2 0 0,0-2 0,-3 0-3661,-1-2 4086,4 0 0,13-7 0,10-3 0</inkml:trace>
  <inkml:trace contextRef="#ctx0" brushRef="#br0" timeOffset="39">11051 7211 7573,'-5'7'246,"3"4"0,-9-4 0,4 5 0,-1 2 1805,0 2-1068,5 4-395,-8 4-155,10 1 1,-6 1-1,4 2 1,-1 5-211,2 3 1,0-3-1,2-1 1,0 3-507,0 0 0,0-3 0,0-4-1877,0-2 1662,0-1 1,0-5-1,2-2-1836,2-4 1698,-3-4 0,6-10 273,-3 0 1,-3-6 362,3-2 0,2-4 0,-2-5 0,0-2 0,-4-6 0,1 1 0,2-1 0,1 2 0,-1 2 0,-2-2 0,-1 9 0,0-2 0,0 2 981,0 2 1,-4 0 1385,0-1 1,0 1-1696,4 0 1,1 5-1,4 3 1,3 3-700,3 1 1,1 0-63,0 0-146,1 0 1,-1 0-1,2 0-898,2 0 1,-2-5 65,2 1 290,-2 0-300,-2-1 0,4 2 0,1-5 759,-2-2 1,-3-1 0,-4-1-1,-2 0 318,-1-1 0,-2 1 0,5 0 0,-5-1 0,1 1 0,-1 0 0,0 0 0,1-1 0,0 1 0,-4 4 543,0 0-112,0 5-271,-6-3 892,5 6 0,-9 6 0,6 2 0,0 3-185,-1 1 1,3 5 0,-2 0-427,3 3-297,1 0 0,0 5 143,0-1-293,0 1 197,0 0 1,0-1-154,0 1 0,0-1 0,0 1 0,0 1-510,0 3 1,1-3 0,2 1 0,2-4-1369,2-2 1,-3-2 860,5 1-676,-7-7 827,9-2 828,-4-10 0,22-28 0,4-14 0</inkml:trace>
  <inkml:trace contextRef="#ctx0" brushRef="#br0" timeOffset="40">11580 7101 7573,'0'12'4171,"6"2"-3473,2 2 0,3 9 1,1 7-1,2 5 606,2 4-1068,-2 3 0,8 5 1,-6 2-169,-1 2 0,-7-3 1,-4 0-325,-2-3 1,-4-8 0,0 2 146,-2-2-307,-11-8-29,6-6 247,-8-2-691,-1-9 0,4 3 1,-2-6-1,2-1-2510,2-2 3399,-1-5 0,-10-31 0,-3-13 0</inkml:trace>
  <inkml:trace contextRef="#ctx0" brushRef="#br0" timeOffset="41">11937 6941 7573,'1'8'2991,"2"0"-488,1 2-1930,0 1 1,-4 1 0,-1 2-335,-3 2 1,1 3-143,-5 6 1,5-1-490,-1 1 350,-3 0 0,6 2 0,-3-1-1125,2-3 1,2-6 0,0-1-2310,0-2 2262,0-8 1214,6 0 0,6-50 0,7-10 0</inkml:trace>
  <inkml:trace contextRef="#ctx0" brushRef="#br0" timeOffset="42">11789 6941 7573,'-6'-6'0,"-5"-1"0,9-1 2208,-2 0 0,3 4-1248,1-4 1,7 5 0,4-1 0,5 2-388,3 2 0,2 2 0,5 1-574,2 1-14,-2 5 0,6-3 1,-5 3-1711,2-1 1253,-1 1 1,1-2 471,0-3 0,32-25 0,-28 7 0,0 1 0</inkml:trace>
  <inkml:trace contextRef="#ctx0" brushRef="#br0" timeOffset="43">12466 7507 7573,'-7'0'667,"2"1"-348,5 3-194,0-2 105,0 3-263,0-5 3465,0 0-2963,5 0-250,-3 0 1,5 0-175,-3 0 1,2 0 0,7-1-83,-1-3 0,2 2 0,1-2 1,1 3-131,-1 1 1,3-4 0,0 0-534,1 1 524,-4-4 0,8 4 0,-2-4-626,2 2 571,2-5 1,1 8-182,2-7 1,-2 5 68,3-4 1,-7 5 102,-2-1 1,0-1 37,0 1 1,-2 0 301,-6 4 0,0 0-24,1 0 40,-1 0 0,0 0 254,1 0-172,-1 0-127,0 0 36,1 0-38,-7 0 1,5 0 0,-2 0 0,1 0-180,3 0 0,-1 0 0,0 0 0,-3 0 17,-1 0 0,0 0 142,4 0-117,-5 0-5,4 0 205,-10 0-4,5 0 361,-6 0 425,0 0-461,0-6-117,0 5 1,0-6-73,0 3 0,-6 1 194,-2-5 0,1 5 77,-1-1-205,-5 3 154,-1 1 1,-4 0-1,6 0 442,-1 0-589,1 0-178,0 0 0,0 0-76,-1 0-1222,6 0 307,2 0-273,16 0 1,-3 0 430,9 0 0,-2 0 136,1 0 0,-2 0 18,2 0 559,-2 0 0,-2 0-269,0 0 1555,-5 0-642,4 0-348,-10 5-185,5-3 1,-6 8 1837,0-1-1454,-6 2 1,0 1-1421,-7 0 1,5 2 203,0 2-1277,0-2 1959,1 4 0,-26 21 0,-1 8 0</inkml:trace>
  <inkml:trace contextRef="#ctx0" brushRef="#br0" timeOffset="44">14078 7125 7573,'0'-8'0,"0"0"1976,0-2-1014,0 5-601,0-1 757,-5 1 0,2 4-306,-5-4 0,-2 5 1,-3 5 249,0 3-813,-7 3 1,12 6 346,-9 4-383,-2 2 1,4 7-1,-4 2-127,1-1 0,2 9 0,5-3 1,3 2-457,3 4 1,5-5 0,6 4-3026,6 1 2479,6-5 1,12 2 0,2-6-2435,-1 0 3350,5-6 0,1-18 0,6-3 0,6-1 0,1 1 0</inkml:trace>
  <inkml:trace contextRef="#ctx0" brushRef="#br0" timeOffset="45">14706 7224 7573,'-8'0'798,"0"0"1,1 1-1,-3 2 237,2 1-642,5 6 0,-2-8 1,5 6-252,0 2 1,0 6-1,0 5 1,0 2-180,0 2 0,4 1 76,0 2 1,4 4-922,-4 5 569,0-6 0,0 3-465,1-5 1,-1 1 0,-3-2-1,2-1-1014,1-4 1389,0-4 403,-4-6 0,0-6 0,5-2 0,2-32 0,6-8 0</inkml:trace>
  <inkml:trace contextRef="#ctx0" brushRef="#br0" timeOffset="46">14497 7211 7573,'-13'0'2178,"5"5"65,0-1-959,5 0-823,3-4-135,7 0-115,11 0 1,1 0-288,6 0 0,5 0 0,1 0-453,1 0 1,3-4 377,-2 0 0,1-5-746,-1 5 1,-4 0 306,-9 4 1,2 0-1788,-6 0 1374,1 0 499,-10 6 504,-2 6 0,-21 14 0,-12 5 0,1 6 0,0-1 0</inkml:trace>
  <inkml:trace contextRef="#ctx0" brushRef="#br0" timeOffset="47">14435 7704 7573,'-7'5'2163,"2"-3"0,10 3-1646,4-5 1,8-5 85,8-4-450,5 4 1,7-6-1,1 3 1,2-3-283,1-2 1,-1 5 0,-8 1-300,-3 2 0,-4-3 281,-5 4 122,-2 0-1991,-6 4 1,-4 0 2015,1 0 0,-12 0 0,2 0 0</inkml:trace>
  <inkml:trace contextRef="#ctx0" brushRef="#br0" timeOffset="48">15161 6965 7573,'-7'0'720,"2"6"1,1-3-1,0 5 774,1 1-1317,2 2 1,5 2-1,1-1 1,1 0-1,1 0 1,-1 2-4,4 3-156,-5-4 38,6 10 1,-9-5-436,2 3 0,1-3 0,-1-6-1185,-1 0 1,-2 0 261,-1 1 1302,0-6 0,6-40 0,1-15 0</inkml:trace>
  <inkml:trace contextRef="#ctx0" brushRef="#br0" timeOffset="49">15050 6941 7573,'-12'0'0,"0"0"0,0 0 0,-1 0 1709,6 0 1,5 0-1255,10 0 0,6 0 0,12 0 1,1 0-271,2 0 0,5 0 0,-3 0 0,1-2-1171,-4-2 1,-2 3-1,-1-3 1,0 1-1545,-1-1 2530,-5 3 0,-6-10 0,-8 4 0</inkml:trace>
  <inkml:trace contextRef="#ctx0" brushRef="#br0" timeOffset="50">15370 7470 7573,'9'0'1849,"-1"0"1,1 0-73,2 0-2029,7 0 1,-3 0 0,7 0 0,3 0 0,2 0 251,0 0 0,8-7 0,6-3 0,2 0 0,0 0 0</inkml:trace>
  <inkml:trace contextRef="#ctx0" brushRef="#br0" timeOffset="51">15924 7273 7573,'-1'-7'2653,"-2"2"-1977,-1-1 0,0 6 0,4 0 0,0 7-398,0 4 1,0 3-79,0 2-394,0 3 1,4 2-1,1-1 1,1 2 0,1 1-1,-2 2 1,2 0-1277,0-1 1,-3-1-1,3-1 1470,-2-1 0,10 10 0,-1 8 0</inkml:trace>
  <inkml:trace contextRef="#ctx0" brushRef="#br0" timeOffset="52">15949 7482 7573,'0'-12'2877,"5"0"-2661,2-1 1,5 5 0,1 1 0,-1 2 50,0 2 0,1 2 0,-1 1 0,0 0-216,1 0 0,-1 0 1,0 0-1,1 0-563,-1 0 1,4 1 0,1 2-1,-2 1-714,-2-1 1,0-2 0,-1-1 1225,0 0 0,12-22 0,1-5 0</inkml:trace>
  <inkml:trace contextRef="#ctx0" brushRef="#br0" timeOffset="53">16269 7187 7573,'-13'0'190,"5"0"0,0 1 788,-1 3 1,3-1 0,2 5-556,3 2 1,1-3 0,1 2 0,3 4-224,4 2 0,-1 6 0,1 0 0,0 2-52,-1 2 1,3 1 0,-6 1 0,0 3-250,2 2 1,-5-5 0,4 2 0,0-3-732,-1-2 1,4-3 0,-3-2 0,1-1-1957,-1-3 2788,5-7 0,8-24 0,8-12 0</inkml:trace>
  <inkml:trace contextRef="#ctx0" brushRef="#br0" timeOffset="54">16441 6941 7573,'0'12'240,"0"0"0,0 1 0,0-1 2236,0 0-2192,0 1 0,0-1 0,0 0 0,0 0 0,0 2 0,1 1 0,2 2 880,1-2-1427,6-2 0,-7 0 0,3-1 0,1 0 0,-1 1 1,-1-1-1,-1-1-3807,2-3 2836,-5-3 1234,5-5 0,-1-43 0,2-12 0</inkml:trace>
  <inkml:trace contextRef="#ctx0" brushRef="#br0" timeOffset="55">16392 6928 7573,'-12'0'1057,"3"0"108,1 0 0,4 0 0,-1 0-716,3 0 1,5-1 0,9-2 0,2-1-590,2 1 1,-1 2-1,6 1 1,1 0-358,1 0 0,2 0 1,-1 0-1,-1 0-1160,-2 0 1,2-4 1656,-2 0 0,7-6 0,4 3 0</inkml:trace>
  <inkml:trace contextRef="#ctx0" brushRef="#br0" timeOffset="56">16958 6990 7573,'8'0'989,"-1"1"0,0 2 0,-2 2 1961,1 2-2669,3 2 1,0 4 0,6 4 0,2 4 0,3 7 0,1 6 0,3 4 639,0 3-933,1 6 1,-2-8 0,-2 5 0,-6-1-1,-6-4 1,-5-2 0,-4-3 161,-4-1 0,-8-5 0,-9 0 1,-3-2-201,-5-1 0,3-2 0,-3-1 0,3-3-137,2-1 1,5-2 0,2-5-3175,4-3 1,4-2 3360,1-6 0,5-11 0,-2-3 0</inkml:trace>
  <inkml:trace contextRef="#ctx0" brushRef="#br0" timeOffset="57">17586 7458 7576,'6'0'910,"5"0"-424,-4 0-294,5 0 211,-5 0 1,4 0-1,-3 0-21,3 0 1,3-5 0,1 1 76,2 2-333,4-5 1,-1 4 0,4-4-1,1 2-39,-1 2 0,1-2 0,0 0-84,-1 3 0,1-4 1,-1 2-1,1 1 1,0 2 1,1-3-55,2 0 92,-2 0 1,6 2-1,-5 0 1,2-2-249,-2 1 0,3 1 0,-1 2-81,-2 0-65,-1 0 147,-1 0-1,-6 0 165,4 0 1,-9 0 0,2 2 25,-2 2 1,-6-3-29,0 3-48,1-2 139,-2-2 0,-1 0 59,-2 0-109,-2 0 635,3 0 410,-5 0 1050,0 0-1777,-5 0-242,3-6 83,-8 5 1,3-9-1,-4 5 654,3-2 1,-3 3-30,2-4-637,4 5-5,-6-3 1,8 2-1,-5-1 86,-2-2 3,5 4-378,-6-2 163,10-1-19,-5 5-704,6-4 1,2 0-178,2 1 0,3 0 170,5 4 364,-5 0 1,4 0-1,-3 2 538,3 2 0,0 3 80,-3 5-2,-3 0 0,-5 0 1,0 1-1,0-1 268,0 0-391,-5 1 0,-1-1-2,-2 0 1,-3 5-2,3-1 1,-1 1-1001,0-5 1,0 0 94,5 0 440,-6 1 327,9-1 0,-10 0 0,4 1 0</inkml:trace>
  <inkml:trace contextRef="#ctx0" brushRef="#br0" timeOffset="58">19087 7064 7573,'0'-7'-243,"0"0"1470,0 3 0,0 1 894,0-5-889,0 5-393,0-8 0,-1 6-135,-4-3 1,0 4 0,-5 8 107,2 4-426,0 3 0,-4 7-194,-1 1-252,1 11 0,0 1 0,1 8 0,3 2-660,4 4 0,2 3 128,2 1 1,2 1 0,2 2 0,5 2-2743,6-2 1899,4-2-234,1-6 1166,3-2 503,-4-5 0,27-27 0,6-7 0</inkml:trace>
  <inkml:trace contextRef="#ctx0" brushRef="#br0" timeOffset="59">19665 7211 7573,'0'14'0,"-1"1"0,-2 2 0,-2-1 1604,-2 2-1019,4 1 1,-2 5-87,5 1 0,0 0 0,0-1 0,0 1-257,0 0 0,1-1-218,3 1-411,-2-1 0,4 1 1,-3 0-1,1-2-1795,-1-3 1175,-2-2 503,-1-6-143,0-5 1,0 0 646,0-3 0,6-30 0,1-2 0</inkml:trace>
  <inkml:trace contextRef="#ctx0" brushRef="#br0" timeOffset="60">19542 7273 7573,'-12'-10'495,"0"-2"0,-1-3-99,1 3 208,5-1 1,2 5 0,5 0 242,0-2-145,0 5 1,7-2-1,3 4-423,6-1 0,5 0 0,0 4 0,4 0-398,3 0 1,-2 0 0,4 0 0,0 0-538,3 0 0,-3 0 274,-1 0-604,-3 6 0,-3-5 0,-2 5 0,-5-1-232,-2 3 0,-6-1 1218,0 1 0,-27 11 0,-3 7 0</inkml:trace>
  <inkml:trace contextRef="#ctx0" brushRef="#br0" timeOffset="61">19579 7618 7573,'-12'5'2647,"5"2"-1228,-4 0-364,10 4-394,-5-5 0,8 7 1,2-2-488,4-3 1,4-1-118,5-3 1,-2-3-365,5 3 285,-5-2 1,8-2 0,-2 0-451,2 0 1,-2 0-1,-2-2-2161,-1-2 1516,4 3 0,-7-6 51,5 3 1066,1-3 0,20-16 0,4-3 0</inkml:trace>
  <inkml:trace contextRef="#ctx0" brushRef="#br0" timeOffset="62">20342 7371 11980,'8'-1'988,"1"-2"0,0-1 1,3 0 845,5-1-1882,2 3 1,6-5 0,1 5-1,1-4 1,3 1 0,0-2-1,0 1 1,-2 1 0,-2 2-6590,-2 2 6637,-5 1 0,-23 0 0,-11 0 0</inkml:trace>
  <inkml:trace contextRef="#ctx0" brushRef="#br0" timeOffset="63">21130 7211 7573,'-7'0'2848,"1"0"-2089,6 0 69,0 0 1,0 6-462,0 2-224,0 3 1,0 5-346,0 1 207,0 5 0,0-3 1,0 5-37,0 1 1,0 0 0,0-1 0,0 2-588,0 3 0,0-7 1,0 3-1264,0-2 1179,6 0 1,-5-2-778,3-1 966,3-5 513,-5 3 0,9-11 0,-5-24 0,7-10 0</inkml:trace>
  <inkml:trace contextRef="#ctx0" brushRef="#br0" timeOffset="64">21191 7445 7573,'0'7'1062,"6"4"0,-4-10-542,7 3 1,-7-1 103,3 1-592,1-2 1,1 3-1,6-5 294,-1 0-428,0 0 146,0 0 1,6 0-484,-4-5 0,8 2 0,-4-5 0,-1 0-921,1 1 1,0-3 930,-2 6 1,-2-6-1,2 4 429,-2-1 0,-7-10 0,-2 4 0</inkml:trace>
  <inkml:trace contextRef="#ctx0" brushRef="#br0" timeOffset="65">21474 7175 7573,'0'-7'1393,"0"1"-931,0 6 28,0 0 34,-5 0-341,3 6 1,-3-4 0,5 7 78,0 0 1,0 6 0,1 2 221,3-2-357,-2 4 1,7 1 0,-3 9-34,1 4-59,-5-3 1,8 10-431,-6-3 0,6 8 246,-2 0 0,1-1-801,0 1 1,2-7 458,-3-1 1,3-4 0,1-7-1,0-3 491,1-8 0,10-34 0,3-15 0</inkml:trace>
  <inkml:trace contextRef="#ctx0" brushRef="#br0" timeOffset="66">21117 7273 9147,'-6'-7'935,"0"2"1,6 6-834,0 3 0,0 3 1,0 5-1,0 1-53,0-1 1,4 4-1,0 2 1,-1 1-60,-2 3 1,-1 5-16,0 2-175,6 0 1,-5-5 0,5 2 0,-2 2-1,0 1 1,0-2 0,0-1-370,0-2 1,2-3 0,-4-2 0,4-1-203,1-3 1,-3-3 770,4-4 0,0-13 0,5-9 0</inkml:trace>
  <inkml:trace contextRef="#ctx0" brushRef="#br0" timeOffset="67">21782 6941 12775,'12'0'338,"1"1"1,-1 3-1,2 4 1,2 3-204,4 2 0,5 6 1,4 5-1,2 9 1,2 7-1,0 5-132,1 3 1,-4 1-125,-1 0 58,-9-5 0,-2 3 0,-6-5 0,-1 0 1,-2 1-1,-5-4 0,-3 0-24,-1-2 1,-5-1-1,-2 1 1,-1 0-388,-1 0 1,-3-4-1,-6-2 1,-1 0-62,-3-4 0,3-2 0,0-5 1,0-4-703,0-2 1,4-6 1236,-2 1 0,4-29 0,0-1 0</inkml:trace>
  <inkml:trace contextRef="#ctx0" brushRef="#br0" timeOffset="68">9660 9180 7575,'13'-5'-652,"-6"4"0,-1-6 1888,-2 3 0,-1 2 947,5-2-1096,-5 3-532,3 1-244,-6 0 0,0 1 0,0 3 501,0 4-558,0 3 1,0 2 98,0-1 0,0 4-120,0 1 1,0 5-210,0-2 1,0 3-82,0 2 1,-2 1 0,-1 1 0,-1 2-630,2-2-76,0-1 1,2-1-1,0-2-165,0-2 321,0-3 0,0-6 0,2-1-1783,2-3 1488,-3-2 555,5-6-116,-6 0 462,0-6 0,-6-45 0,-1-16 0</inkml:trace>
  <inkml:trace contextRef="#ctx0" brushRef="#br0" timeOffset="69">9525 9205 7575,'-12'-5'5244,"5"2"-4368,3-5 1,2 4-104,2-5-136,0 7 0,2-8 1,2 5-1,5-1 650,6 1-924,5-5-134,4 3 1,6-4-346,3 3 0,7-2 0,1 5-1258,-2-2 0,1 4 797,1-1 0,-8 3-1609,0 1 1,-7 1 1097,-6 3 0,-2-1-421,-6 5 807,-5 1 702,-1 3 0,-23 11 0,-3 3 0</inkml:trace>
  <inkml:trace contextRef="#ctx0" brushRef="#br0" timeOffset="70">9623 9525 7575,'-13'12'0,"-4"1"0,4-1 1604,-4 0 1,5-4-149,4 1-783,2-1 0,8 0 0,2-1-298,4-2 1,8-1 0,6-5-110,6-3-417,3 3-252,6-10 423,0 4-319,0-5 0,0-1 1,0 1-1,-2 1-1238,-2 3 1,1-2 620,-5 6 1,-4-1-1137,-5 1 1128,-5 2 924,3-3 0,-17 10 0,-2 2 0</inkml:trace>
  <inkml:trace contextRef="#ctx0" brushRef="#br0" timeOffset="71">10411 9353 7573,'0'-8'-1129,"0"-1"2538,0 0-270,0 3-260,0 1-364,6-1 1,0 5-1,7-3-180,-1 2 0,0 2 1,1 0-1,-1 0-88,0 0 0,5 0-21,-1 0-35,6 0-377,-8 0 1,9-4 0,-4 0-265,0 2 1,0-4 0,-4 1-2833,2-2 3282,-1 4 0,-9-19 0,-2 2 0</inkml:trace>
  <inkml:trace contextRef="#ctx0" brushRef="#br0" timeOffset="72">10977 9082 7573,'-7'12'0,"3"2"1232,3 2 0,-3-1 0,0 6 598,1 1-1305,2 1-257,1 7 1,0 6-512,0 5 1,4 0-1,0-6-814,-2-2 0,1 1 679,1-5 0,-2-2-968,2-6-261,3-3 199,-6-12 1408,10 0 0,-15-44 0,2-10 0</inkml:trace>
  <inkml:trace contextRef="#ctx0" brushRef="#br0" timeOffset="73">11002 9340 9498,'0'-6'1714,"0"-5"0,1 8-1549,3-5 0,4 4 1,7-5-1,3 0 58,1-2 1,2-1 0,4-2-4307,-1-3 3005,1 4 1,-1-10-1,1 3 1078,0 1 0,-6-4 0,-2 8 0,-6-4 0,-2 1 0,2 2 0,-10 3 0,-7 1 0,-7 0 0</inkml:trace>
  <inkml:trace contextRef="#ctx0" brushRef="#br0" timeOffset="74">11285 9008 7573,'-8'2'0,"-1"2"2231,7-3-1451,-9 10 1,9-4 455,-2 5 1,3 2-633,1 2 1,0 3 11,0 6-423,0 5 1,0 1-1,1 6-328,3 0 0,-1 0 107,5 0-496,-5 0 1,8-1 0,-4-2 0,1-3-2929,0-1 1775,-5-6 743,2-1 934,1-10 0,-5-6 0,5-8 0</inkml:trace>
  <inkml:trace contextRef="#ctx0" brushRef="#br0" timeOffset="75">11851 9353 7573,'-12'0'2683,"-1"0"-547,1 0-1350,0 0 92,5 0 1,8 0 0,10 0-687,4 0 0,7 0 1,0 0-1666,5 0 1190,-1 0 1,4-4 0,-5 0-590,0 1 1,-2-3-1,-1 1 1,-2-1-916,2 1 1,-4-5 1786,-2 2 0,-24-14 0,-7-4 0</inkml:trace>
  <inkml:trace contextRef="#ctx0" brushRef="#br0" timeOffset="76">11912 9205 7573,'-12'0'0,"0"0"2886,-1 0-915,7 0-1244,0 0 0,16 0-673,2 0 0,10 0 1,1 0-1,5 0-916,-1 0-559,4 0 1,-5 0 0,3 0 1420,-3 0 0,20-11 0,6-3 0</inkml:trace>
  <inkml:trace contextRef="#ctx0" brushRef="#br0" timeOffset="77">12922 9057 9722,'-6'13'580,"5"-1"1,-9 10-1,6 4 1,0 4-437,-2 4 0,4 6 0,-5 1-424,1-2 1,2 0-1,4-4 1,2-3-181,2-8 0,3-2 297,5-9 0,0 0-992,1-9 1,-5 0 1154,0-4 0,0-28 0,-2-15 0,3-1 0,1-1 0</inkml:trace>
  <inkml:trace contextRef="#ctx0" brushRef="#br0" timeOffset="78">12749 9045 7574,'-5'-7'0,"2"-4"1119,-5 3 1,5 1-489,-1-1 0,4 5-27,4-1 0,3-1 1,5 1-1,2 1 158,2 2 0,5 1 1,6 0-277,2 0 1,5 0-1,-1 0 96,2 0-632,2 0 0,-4 1 0,-1 2 0,-2 2 0,-2 1 0,0 0 1,-4 1-5708,-4 3 5757,-5 1 0,-25 7 0,-5 1 0</inkml:trace>
  <inkml:trace contextRef="#ctx0" brushRef="#br0" timeOffset="79">12872 9525 7574,'-7'0'5793,"2"0"-5519,21 0 0,4-4 0,14 0 0,0 0-187,4-2 1,-1 3 0,4-3-984,-3 0 1,-6 2 0,-2 4-1224,0 0 1,-8 0 2118,3 0 0,-15 6 0,1 0 0</inkml:trace>
  <inkml:trace contextRef="#ctx0" brushRef="#br0" timeOffset="80">13660 9328 7573,'-8'0'1671,"-1"0"574,1 0-1465,1 0 1,5 0-415,10 0 0,1 0 1,12 0-1904,1 0 693,1-5 277,2 3 0,-1-5 0,2 5 0,0-4 567,-1-1 0,19-6 0,-5-6 0</inkml:trace>
  <inkml:trace contextRef="#ctx0" brushRef="#br0" timeOffset="81">14324 9033 13913,'0'9'525,"0"2"0,0 4 0,0 4 1,0 7-1,0 6 0,0 5-568,0 4 1,0 3 0,0 3 0,0-1 0,0-5 0,2-3-3248,2-1 2084,-3-6 0,5-2 0,-6-9 1206,0-3 0,11-69 0,-4 17 0,-1 0 0</inkml:trace>
  <inkml:trace contextRef="#ctx0" brushRef="#br0" timeOffset="82">14337 9303 7573,'-6'-6'612,"5"-5"0,-5 3 1765,1-3-2113,4 4 1,-4-3-1,10 5 1,4-1-1,6-1 1,6 2-1,3-1-354,5 4 1,2-4 0,8 2 0,0 0-421,2-1-180,0 3 0,-9-3 1,-5 5-1,-3 0 1,-5-2 689,-2-2 0,-22-3 0,-10-5 0</inkml:trace>
  <inkml:trace contextRef="#ctx0" brushRef="#br0" timeOffset="83">14706 9020 7573,'-14'13'598,"1"-1"1,-1 2 181,3 2 1,7 1 0,0 6 0,4 4-338,4 3 1,3 3 0,6 5 0,2 2-434,2 1 1,1 5-1,-3-2 1,0 0-812,-4-3 0,0-4 1,-6-4-1,0-5-1941,1-2 2742,-2-6 0,-9-14 0,-2-7 0</inkml:trace>
  <inkml:trace contextRef="#ctx0" brushRef="#br0" timeOffset="84">4418 12319 7595,'7'-7'1682,"-2"0"0,-3 4-34,2-1 1,-3-1-609,3 0 115,-2 4-498,-2-4-270,0 5-636,5 0 0,2 1 1,5 2-1579,0 1 1,-1 5-2476,-2 0 4302,2-4 0,-27 28 0,1 1 0</inkml:trace>
  <inkml:trace contextRef="#ctx0" brushRef="#br0" timeOffset="85">4393 12700 11186,'-7'0'3318,"2"-1"-3971,5-3-43,0-3 317,0 0 379,5-4 0,24-1 0,11-8 0</inkml:trace>
  <inkml:trace contextRef="#ctx0" brushRef="#br0" timeOffset="86">5685 12319 7579,'0'-13'320,"0"1"0,-1 1 0,-2 1 1949,-1 2 0,2 1-188,6-1-1926,-3 8 1,9 7-1,-5 8 1,1 6 0,-1 7-1,-2 8 1,-2 5-258,-1 4 1,0 3-1,0 0 1,0-2 0,0-1-1,0 0-2007,0-1 1405,0-1 0,1-12 1,2-2-1,3-5 0,0-5 704,4-6 0,6-50 0,4-18 0</inkml:trace>
  <inkml:trace contextRef="#ctx0" brushRef="#br0" timeOffset="87">5513 12319 7573,'-20'-2'0,"1"-1"0,-1-2 956,1-2 0,8 0 1,0-2-1,6 2 1,6 1-1,9 4 1623,9 0-2473,1 2 0,20 0 1,-2 0-1,3 0 0,3 0 1,-1 0-1,0 0-648,1 0 0,-8 0 1,1 0-1,-3 0 0,-3 0 1,-2 0-1799,-3 0 1,-8 2 2339,-6 2 0,-22 8 0,-10 7 0</inkml:trace>
  <inkml:trace contextRef="#ctx0" brushRef="#br0" timeOffset="88">5612 12811 7573,'-33'18'0,"1"1"0,4 0 1107,4-3 1,11-6-1,11-3 1,9-1 0,11 0-1,9-1-713,10-2 0,4-3 1,6-4-1,-2-4 0,0-3 1,0-1-4398,0-1 4003,-5 1 0,-4-6 0,3-4 0,0-1 0,0 0 0</inkml:trace>
  <inkml:trace contextRef="#ctx0" brushRef="#br0" timeOffset="89">6362 12638 12538,'0'-8'421,"2"1"0,3 2 1,7 1-1,8 0 1,3 0-1,3 1-2423,3 2 2002,-3 1 0,36 5 0,4 2 0</inkml:trace>
  <inkml:trace contextRef="#ctx0" brushRef="#br0" timeOffset="90">6941 12319 7573,'0'12'474,"0"0"0,0 0 0,0 1 0,0 0 3371,0 4-3713,0-4 0,0 12 0,0-2 1,1 6-1,2 4 0,1 4 1,-1 4-1,-1 1 0,1-1-1229,1-5 0,2-1 1,-4-6-1,4-2-2589,1-1 3686,-5-6 0,9-25 0,-4-10 0</inkml:trace>
  <inkml:trace contextRef="#ctx0" brushRef="#br0" timeOffset="91">6965 12663 7573,'-12'0'2476,"1"-1"-1860,3-3 1,5-2 0,11-3 0,9 0 0,6 0 0,7-2-971,7-1 0,1-2 0,6-1 0,-2-2 0,-2 1 354,-2-2 0,10-28 0,-22 16 0,-1 1 0</inkml:trace>
  <inkml:trace contextRef="#ctx0" brushRef="#br0" timeOffset="92">7261 12257 7573,'0'12'492,"0"1"1,0 0 0,0 4 0,1 3 522,3 3 0,4 8 0,7 1 0,2 5 0,-1 3 1,1 2-1322,-1 2 0,0-3 1,-3 3-1,-2-2 0,-2-4 1,-2-2 305,-1-3 0,-2-6 0,-4 3 0</inkml:trace>
  <inkml:trace contextRef="#ctx0" brushRef="#br0" timeOffset="93">5242 12245 7573,'-12'0'532,"0"0"1,0 0 173,-1 0 0,1 1 0,0 3 0,-1 4 0,1 6 0,0 7 293,-1 7 0,1 8-30,0 5-916,5 3 1,1 10 0,6 2-1,3 2 1,5-1 0,10 1-1,8-1-717,7 0 0,3-3-2002,0 3 2119,7-5 1,-20-22-1,2-1 1,1-2 0,2-2 546,-1 0 0,2-2 0,19-2 0,6-4 0,4-2 0,0 0 0</inkml:trace>
  <inkml:trace contextRef="#ctx0" brushRef="#br0" timeOffset="94">7482 11974 7573,'0'12'95,"0"1"1,0 0 0,2 4 0,2 5 0,5 5 3830,6 6-3613,4 2 0,11 6 0,3 2 0,4 0 1,3 5-1,1 3 0,-3 1 0,-5-3 1,-8-2-1214,-8-1 1,-8-2-22,-5 1 193,-8-5 1,-10 2 0,-9-5 0,-6 0 0,-4-2 727,-5-2 0,0-7 0,-5 0 0,-5 0 0,-1 0 0</inkml:trace>
  <inkml:trace contextRef="#ctx0" brushRef="#br0" timeOffset="95">7814 11839 10918,'14'0'288,"1"-2"0,2-1 1,-1-1-1,0 2-390,1 0 1,-1 2 0,-3 0 0,-1 0-488,0 0 512,0 0 1,-5 2 0,-3 2-1,-2 4 1,-2 3 0,-2 3 0,-2 1 343,-4 1 1,-3 0-86,-1-3 272,0-1 0,-1 0 0,1 1 1,0-1-1,1 0 0,1 1 0,3-1-220,2 0 1,1 0 0,4 1-933,0-1 0,1-1 530,3-3-374,3 3 0,9-5 0,2 2 0,1-4 0,3-3 0,1-1 0,2 0-2520,0 0 3062,-1 0 0,17-22 0,4-5 0</inkml:trace>
  <inkml:trace contextRef="#ctx0" brushRef="#br0" timeOffset="96">8553 12626 7578,'7'-7'3252,"-2"2"1,1 5-2484,2 0 1,3 0-1,1 0 1,2 0-1,2 0 1,5 0-105,2 0-473,1 0-1591,7 0 1046,-5 0 0,8 0-390,-6 0 0,1-2 0,-6 0-1892,-2-2 0,-3-6 1487,-6 2 1,-5 1 1147,-3-1 0,-57-11 0,18 6 0,1 0 0</inkml:trace>
  <inkml:trace contextRef="#ctx0" brushRef="#br0" timeOffset="97">8762 12503 7578,'-22'-1'0,"-2"-3"1148,-4 2 1,5-5-1,1 5-67,2-2 0,6-6 1015,2 2-1790,10 2 1,16-5-1,10 3 1,8-3 0,3-1-243,2 0-986,0 5 1,0-3 0,0 5 921,0-2 0,5 10 0,2-2 0</inkml:trace>
  <inkml:trace contextRef="#ctx0" brushRef="#br0" timeOffset="98">10583 12355 9333,'0'9'3457,"0"-1"-691,0 1-2679,0 8 1,0 2 0,0 7 0,0 3 0,0 3 0,0 4 0,0 1 0,2 0 0,0 0-735,3 0 0,3-6-865,-4-2 858,5-3 1,-3-3 0,3-4 0,-2-5 653,-1-5 0,-2-22 0,-4-2 0</inkml:trace>
  <inkml:trace contextRef="#ctx0" brushRef="#br0" timeOffset="99">10473 12319 7576,'-7'-6'568,"0"-1"1,4-5 236,-1 0 0,1 1 0,7 2 0,6 4-136,5 0 0,0 3 0,4-2 0,0 3-234,1 1 1,0 1 0,5 2 0,1 1-115,2-1 1,0-2 0,3 0 0,1 2-841,-1 1 0,2 0 1,1-4-1,-4 0-788,-5 0 1,-5 0-1,1 2 1,-5 0 1306,-2 2 0,-51 33 0,-12 4 0</inkml:trace>
  <inkml:trace contextRef="#ctx0" brushRef="#br0" timeOffset="100">10522 12835 7576,'-18'13'0,"0"-1"0,-2 0 1002,7-5 1,5-1 0,8-6 0,7 0 0,7 0-1,6 0 98,3 0 0,6-6 0,1-1 0,0-1-1595,0 0 1,5 1 0,-4-3 0,1 4-367,-4 0 1,2-2 0,-1 2 0,-2 1 860,-1 0 0,15-16 0,5 1 0</inkml:trace>
  <inkml:trace contextRef="#ctx0" brushRef="#br0" timeOffset="101">11125 12011 7573,'-7'1'1227,"2"2"1563,-1 1-2491,5 0 1,-3-4-1,8 0 1,5 0-1,5 0 1,2-1 986,-1-3-1247,5 2 1,-5-5 0,5 5 0,1-2 0,-1 1 0,-1 2 0,0-1-636,1-2 1,-5 3-328,1-3 802,-8 2 1,2 4 0,-6 2 0,-3 4 0,-4 3 0,-5 1 394,-3 0 0,-2 5 0,-2-1 0,-3-1 88,-1-1 0,4 1-149,-2-3-95,4 9 1,4-17-1,3 8 1,0-1-1,3 0 1,2 1-344,1 1 1,5-5-77,4 0 0,3-5 0,3 1 1,3-3-679,1-1 0,3 0-79,6 0 0,-2-1 111,3-3 322,-3-3 0,-1-1 1,-1 0 624,1-2 0,-6-6 0,-1-3 0</inkml:trace>
  <inkml:trace contextRef="#ctx0" brushRef="#br0" timeOffset="102">11568 12663 7573,'-12'0'1772,"-1"0"0,1 0 3578,0 0-2878,-1 0-2495,6 0 0,18-1 0,13-3 1,6-3-1,3-1 0,1-1-2572,1 0 1,2-1-2749,0 2 5343,-5-3 0,25-1 0,-47 9 0</inkml:trace>
  <inkml:trace contextRef="#ctx0" brushRef="#br0" timeOffset="103">12503 12368 8124,'7'0'3772,"-2"0"-3190,1 0 7,-5 0-462,5 5 0,-2 2 0,0 5 1,-1 1-90,-2-1 1,0 2 0,2 2-213,1 5 0,0 2 0,-2 3-20,2 2-285,-3-2 0,6 5 0,-4-7-230,1 1 221,0-6 1,0 0 0,0-4 24,-1 2 0,-2-5 0,-1-4 0,2 0-796,2-1 1259,-3-1 0,5-34 0,-6-6 0</inkml:trace>
  <inkml:trace contextRef="#ctx0" brushRef="#br0" timeOffset="104">12380 12380 8600,'-7'-5'2889,"2"3"1,12-7-2467,5 5 1,2-1-34,6 5 0,2 0 1,5 0-568,2 0 115,0 0 0,-5 5 0,1 0-302,0 2 352,-1-4 0,-3 3 1,-2-3-1897,-1 1 1212,3 0 1,-7-4-651,3 0 0,-8 4 0,-1 1-531,2-3 1877,-5 0 0,-10 3 0,-9 2 0</inkml:trace>
  <inkml:trace contextRef="#ctx0" brushRef="#br0" timeOffset="105">12515 12774 7579,'0'8'4890,"0"0"-3289,0-5-1140,6 2 0,1-5 0,5 0 13,0 0 0,6-4 0,1-1-315,0-2 0,5 3 1,-4-4-1,2 0-649,-1 1 1,0 0 168,-4 3-667,5 2 0,-9-4 1,4 3-1,-2-1-3024,1 1 2658,-8 2 1354,9 1 0,-10 0 0,5 0 0</inkml:trace>
  <inkml:trace contextRef="#ctx0" brushRef="#br0" timeOffset="106">13094 12380 7576,'-13'6'1254,"3"-4"1,1 6 0,5 2-604,3 1 0,1 3 0,0 1-491,0 1 0,0 6 0,0 0 180,0 5-801,0-1 1,0 8 0,0-5-554,0-2 1,0 1 591,0 0 0,0-7-414,0-1 1,4-4-685,0-4 1379,6-5 0,-4-3 0,5-8 0,-1-5 141,-2-1 0,-5-47 0,2-10 0</inkml:trace>
  <inkml:trace contextRef="#ctx0" brushRef="#br0" timeOffset="107">13118 12602 7576,'-8'0'1988,"0"0"-1281,5 0 0,-4 0 630,3 0-595,3 0-735,-5 0 1,12 0 52,2 0 1,3-2-669,1-2 0,1 3 256,-1-3-252,0 2 0,1-2 0,-1 0 138,0 1 1,1-2 0,-1-1-1,0 1-438,0-1 0,-3-2 904,-1 4 0,-5-5 0,8 7 0,-10-9 0,21-39 0,-12 16 0,0 1 0</inkml:trace>
  <inkml:trace contextRef="#ctx0" brushRef="#br0" timeOffset="108">13340 12282 7576,'0'12'918,"0"-5"1512,0 4-1587,0-4 1,0 1 4,0 0-495,0 0 1,0 6 0,0 2-433,0 5 1,4 2 48,0 2 63,0 5-463,2 1 1,-5 6-1,3-1 1,-1-4-663,1-3 1,-3 0 298,3-5 1,-1 4 47,1-8 1,-2-2 744,2-2 0,8-24 0,2-7 0</inkml:trace>
  <inkml:trace contextRef="#ctx0" brushRef="#br0" timeOffset="109">13820 12503 11103,'0'7'2333,"5"-2"-2314,4-5-44,1 0 1,8-1-1,3-2 1,2-2-483,2-2 0,-1 4 0,1-2-1259,-1-1 0,-3 5 171,-1-3 1595,-4 2 0,7-8 0,-4-4 0</inkml:trace>
  <inkml:trace contextRef="#ctx0" brushRef="#br0" timeOffset="110">14398 12245 7575,'7'5'4702,"-3"3"-3969,-2 3-271,-2-4-312,0 10 0,0-8 0,0 12 1,0 2-300,0 4 0,-2 5 0,-1 5 0,-2-1-80,-2 1 1,4-1 255,-1-3-654,3-3 0,-3-7 0,0-2-979,1-5 1,3-8 60,4-4 1545,-3-2 0,21-35 0,-1-8 0</inkml:trace>
  <inkml:trace contextRef="#ctx0" brushRef="#br0" timeOffset="111">14411 12478 10304,'-7'0'3043,"1"-1"-2334,6-3-970,6 3 0,1-5 1,5 6 163,0 0-122,6 0 1,-3 0 0,6-1-528,0-3 1,1 2 0,0-3 0,-1 1-14,1 0 1,-3-6-1,0 3 1,-1-1 758,-3 0 0,-2 0 0,-2-5 0,-3 1 0,3-33 0,-4-8 0</inkml:trace>
  <inkml:trace contextRef="#ctx0" brushRef="#br0" timeOffset="112">14743 12195 7575,'-8'2'2487,"-1"2"-1801,7-3 1,-8 10 446,6-3-822,0 3 0,4 2 1,0-1 262,0 0 0,1 5 4,3-1-589,-2 11 0,7-6 0,-3 9 1,-1-1-306,1-1 0,-2 3 0,-3-4-755,3 2 1,-2-2 500,2-7 0,-3 2-1152,-1-5 1,4-1 1721,0-4 0,17-32 0,-1-9 0</inkml:trace>
  <inkml:trace contextRef="#ctx0" brushRef="#br0" timeOffset="113">15272 12245 5964,'7'0'3235,"-2"0"-2458,-5 0 1368,0 0 390,6 0-1932,-5 0 1,5 1-131,-6 3-492,0 3 1,0 1-1,0 2 1,0 2-184,0 3 1,0 7-1,0-2-64,0 4 0,0 2 1,0 1-1,-2 2-1307,-2-2 1,3-1 162,-3-1 910,2-1-749,2 1 0,-4-6 1249,0-3 0,11-24 0,7-7 0</inkml:trace>
  <inkml:trace contextRef="#ctx0" brushRef="#br0" timeOffset="114">15100 12232 12375,'12'-6'683,"0"1"0,2 4 23,2 1-653,-2 0 1,11 0 0,-2-1 0,4-2 0,1-1 0,-2 1 0,-3 2-1,-1 1 1,-2 0-675,2 0 1,-4 0-1334,-2 0 1,-3 1-862,-5 3 2815,-3 3 0,-38 16 0,-8 3 0</inkml:trace>
  <inkml:trace contextRef="#ctx0" brushRef="#br0" timeOffset="115">15050 12675 8142,'7'0'6470,"-1"0"-4516,-1 0-339,2 0-1365,5-5 1,1 4 0,-1-4 0,2 4 0,1 0 620,1-3-1112,6 2 0,-3-3 0,6 5 1,-1 0-1,1 0 0,0 0 1,-1 0-2316,1 0 0,-5 0 2556,1 0 0,21-11 0,10-3 0</inkml:trace>
  <inkml:trace contextRef="#ctx0" brushRef="#br0" timeOffset="116">15937 12466 8939,'0'7'5011,"1"-2"-5391,3-5 1,4 0-1,7 0 1,2 0-271,-2 0 0,4 0 0,0 0 0,1 0-555,1 0 0,-5-1 485,5-3 568,-6 3 1,7-5 0,-6 6 0,-2-1 151,-5-3 0,-9-3 0,-6-5 0</inkml:trace>
  <inkml:trace contextRef="#ctx0" brushRef="#br0" timeOffset="117">16097 12368 7575,'8'0'1624,"0"0"-518,-5 0 0,2 1 93,-5 3-1071,0 3 1,0 1 0,0 2-1,0 2 1,0 5 0,0 0-1,0 2-163,0 1 0,0 0 105,0 5-696,0-1 1,0-3 0,0-2 0,0-1-1,1-3 626,4-2 0,34-39 0,15-9 0</inkml:trace>
  <inkml:trace contextRef="#ctx0" brushRef="#br0" timeOffset="118">16527 12232 14127,'0'13'69,"0"3"0,0 2 1,0 1-1,0 4 1,0 5-244,0 4 1,0 4 0,0 0-1,0-2 1,0-3 0,0-1-1023,0-2 1,0-7 78,0 0-1054,0-11 2171,0 6 0,6-58 0,1-8 0</inkml:trace>
  <inkml:trace contextRef="#ctx0" brushRef="#br0" timeOffset="119">16527 12466 7573,'-7'0'4195,"2"0"-4100,5 6 0,5-5 1,4 3-1,3-3-553,4-1 0,3-1 0,6-2 0,0-2-56,-1-2 1,1-1 0,0-4 0,-2-1 30,-3 1 0,2 0 1,-5-1-1,-2 1 483,-2 0 0,-5-2 0,-1-1 0,0-1 0,0 1 0,-4 1 0,1 2 0,-3-1 0,-1 1 0,0-6 0,0 5 0,0-5 0,0 5 0,0 1 0,0 0 0,0 5 0,-1 3 0,-3 8 1091,2-3 0,-3 6 0,5-3-49,0 5 0,0 1 0,0 3 1,0-1-27,0 0 1,0 6-623,0 3 1,1 7 68,3 5-598,-2 3 1,3 2 0,-5 3 0,0 3 0,2 1-564,2 0 0,-3-7 1,3-1-1,-3-8-956,-1-7 1,5-4-1214,-1-6 1694,5 0 1173,-2-5 0,16-45 0,3-17 0</inkml:trace>
  <inkml:trace contextRef="#ctx0" brushRef="#br0" timeOffset="120">17118 12011 7379,'4'-8'513,"2"1"0,-1 0 2309,0 0-2478,0 4 1,0-2 0,2 4-1,1-2 1,0-1 0,2 1 0,2 2 426,5 1-851,-4-6 0,5 5 0,-6-3 0,1 2 0,-1 2 0,-1 2 0,-2 0-381,0 3 1,-7 4 0,2-1 199,-2 3 0,-2 2 0,-2-1 0,-2 0 218,-4 0 1,-1 1-1,-1-2 1,2-2 457,-2-1 1,-1 1 0,-1 3 12,0 0 0,1 1 0,1-2-164,2-3 0,5 3-209,-1-3 0,4-3 150,4-1-287,3 3 1,5-5-1,2 2 1,1-3 0,3-1-1,1 0 1,3 0-436,1 0 1,2 0-297,-1 0 422,1 0 0,-5-4 0,0 0 0,-3 0 0,-2 0-2528,-1 0 2919,-7 0 0,-13-7 0,-7-3 0</inkml:trace>
  <inkml:trace contextRef="#ctx0" brushRef="#br0" timeOffset="121">17967 12589 7574,'-7'0'1543,"-4"0"1,9 0-550,-7 0-802,7 0 0,-2 0-397,8 0 1,-2 4 0,7 0-1,0-1-264,2-1 1,1-2-1,2 0 1,1 0-1,1 0 1,0 0 468,-3 0 0,21-11 0,6-3 0</inkml:trace>
  <inkml:trace contextRef="#ctx0" brushRef="#br0" timeOffset="122">18066 12417 7574,'-13'0'1132,"1"0"0,0 1 342,-1 3 1,8-2-1449,5 2 0,12-3-179,13-1-1595,5 0 1,7-1 1747,0-3 0,-2 1 0,5-1 0,2-2 0,1 0 0</inkml:trace>
  <inkml:trace contextRef="#ctx0" brushRef="#br0" timeOffset="123">19296 12183 7576,'7'0'3420,"-2"2"-2487,-5 2 0,0-2 0,0 7-735,0 0 0,0 8 1,0 4-1,-1 7-612,-3 5 0,1 3 297,-5 6 0,4 1-307,-4 6 1,4-3 235,-5-1-820,7-11 1,-4 8 0,6-12 0,0-5-1293,0-4 2300,0-11 0,11-26 0,3-11 0</inkml:trace>
  <inkml:trace contextRef="#ctx0" brushRef="#br0" timeOffset="124">19112 12171 11694,'6'0'3386,"5"0"-2597,-2 0-657,1 0 1,8 4-1,3 0 255,2-1-549,7 4 0,2-6 0,6 3-151,3-3 1,-4 1 0,1 1 0,-5 1-1542,-3-2 1,-3 5 0,-6 0 1853,-5 0 0,-19 9 0,-5-2 0</inkml:trace>
  <inkml:trace contextRef="#ctx0" brushRef="#br0" timeOffset="125">19161 12786 7573,'-7'0'4912,"3"0"-1710,8 0-2667,8 0 1,13-1 0,9-2 546,6-1-685,3-6-315,7 4 0,0-1-603,4 3 0,-7-2 1,0 2-4860,-9 1 5380,-15 2 0,-10 6 0,-15 2 0</inkml:trace>
  <inkml:trace contextRef="#ctx0" brushRef="#br0" timeOffset="126">20158 12540 8416,'6'-1'3038,"-2"-3"-531,-2 2-1972,3-3 0,2 3 1,5 0 130,1-2-1204,-1-1 365,0 5 180,6-5 0,-3 4-321,6-4 1,-5 4-1,5 1 314,1 0 0,23 11 0,7 3 0</inkml:trace>
  <inkml:trace contextRef="#ctx0" brushRef="#br0" timeOffset="127">20896 12183 7573,'7'-5'749,"-2"3"1,-3-3 1540,2 5-1383,-3 0-560,5 0 2,-6 0 0,4 7 0,0 4-300,-2 4 0,0 8 0,-2 2 117,0 6-426,0 10 1,-2 1 0,0 5-1,-2-2-79,1 1 1,2-5-1,1-2-322,0-5 1,0-12 0,0-2 0,1-6-1455,3-6 1378,3-2 737,0-6 0,15-33 0,-2-8 0</inkml:trace>
  <inkml:trace contextRef="#ctx0" brushRef="#br0" timeOffset="128">20957 12429 7573,'-17'0'0,"3"6"0,-8-5 0,6 3 2682,5-2 0,8-2-590,11 0-1633,6 0-133,16 0-1,-4 0-1313,10 0 1,-5 0-1,5-2 1,-4-1-1,-3-1 1,-3 0-1840,-1-1 1905,-6 3 768,-1-3 0,-2 1 0,-1-2 154,-4 0 0,1-3 0,-10 3 0,-8-27 0,-7-1 0</inkml:trace>
  <inkml:trace contextRef="#ctx0" brushRef="#br0" timeOffset="129">21265 12159 7573,'-12'0'2997,"0"0"-1768,5 0-566,1 5-231,6 2 0,0 5 1,0 2-1,0 2-133,0 5 1,4 7 0,2 5-159,1 3 0,-3 6 80,4 3-890,-5 3 427,2 1 0,-5-5 1,1-4-540,4-6 1,-4-5-1,3-7-122,-3-2-675,5-10 707,-5 1 871,10-11 0,23-44 0,-10 17 0,-1-1 0</inkml:trace>
  <inkml:trace contextRef="#ctx0" brushRef="#br0" timeOffset="130">21684 12392 7573,'-7'0'0,"0"0"4973,3 0-2094,2 0-2638,-3 0 1,6 0 0,3 0-1,6 0 1,5 0 0,6 0-1,3 0 414,5 0-463,-3 0-1654,4 0 1,-5-4 1461,-1 0 0,6-11 0,2 1 0</inkml:trace>
  <inkml:trace contextRef="#ctx0" brushRef="#br0" timeOffset="131">22299 12109 7573,'7'0'5348,"-2"6"-4300,-5 2-490,0 8 1,0-1-1,0 6-203,0 1 1,-1 7 0,-2 3-1,-1 4-1047,1 1 504,2 5 0,1-4 0,0 4 0,0-4 0,0-3 0,1-2-3774,3-4 2739,-2-9 1,3-2-765,-5-6 1987,0-5 0,17-34 0,3-14 0</inkml:trace>
  <inkml:trace contextRef="#ctx0" brushRef="#br0" timeOffset="132">22299 12380 12736,'8'0'861,"0"0"-523,2 0-278,1 0 0,-3 0 0,2 0-283,3 0 177,0 0 0,4 0-980,-4 0 0,0-4 353,4 0 0,-4-2-757,4 2 0,-4 3 177,0-3 1128,-1-3 1,0 4 0,1-5 124,-1-2 0,17-28 0,3-8 0</inkml:trace>
  <inkml:trace contextRef="#ctx0" brushRef="#br0" timeOffset="133">22643 12085 7573,'-12'0'1000,"0"0"1,4 0 153,-1 0 191,7 0-707,-4 0-285,12 5 0,0 3 0,5 9 309,-2 3-324,2 4 1,-5 2 0,5 2 256,-2 5-506,1 8 1,-8 3 0,2 5-203,-3 0 0,-1-1 0,2-3 1,0-4 230,3-2 1,-1-8 0,-3-4-4951,3-5 2225,3-9 2607,0-3 0,15-41 0,-2-5 0</inkml:trace>
  <inkml:trace contextRef="#ctx0" brushRef="#br0" timeOffset="134">23246 12294 7687,'0'7'9140,"0"-2"-9191,6-5 0,1 0 1,5 0-1,-1-1-1053,-3-3 765,3 2 1,0-3-1,5 4 1,-1-2-1,-1-1-2320,-2 1 1958,-5-4 0,4 6 1,-3-3-1,3 1-1638,2-1 2339,-6 2 0,-7-14 0,-7 2 0</inkml:trace>
  <inkml:trace contextRef="#ctx0" brushRef="#br0" timeOffset="135">23369 12171 10196,'0'8'2621,"2"-1"-699,2-2-1929,-3 5 0,5-3 0,-6 6 1,0 2-1,0 2 0,0-1 1,0 1-1,0 0-2309,0 3 2316,0-5 0,0 30 0,0 1 0</inkml:trace>
  <inkml:trace contextRef="#ctx0" brushRef="#br0" timeOffset="136">23886 12023 6079,'9'0'5748,"-1"0"-5524,-6 0 1,5 0 0,-4 2 0,1 2-35,-1 4 0,-2 3 1,-1 2-1,0 4-26,0 3 0,0 8-316,0 0-1,0 7 1,0-4-1,0 6 1,-1 0 0,-2 0-1,-1 0 1,1-2-1966,2-2 1504,1-3 1,0-7 0,0-2-1,0-5-1206,0-2 1629,5-7 191,-3-7 0,20-40 0,-2-13 0</inkml:trace>
  <inkml:trace contextRef="#ctx0" brushRef="#br0" timeOffset="137">23997 12257 7573,'12'0'3421,"1"0"-2915,-1 0 0,0 0-713,1 0 154,-1 0 1,0 0 0,1-1 0,-1-2 0,0-1 0,0 0 0,2 0-1321,3-1 0,-4-3-165,4 4 1035,-4 0 1,0 0 502,-1 0 0,6-17 0,1 1 0</inkml:trace>
  <inkml:trace contextRef="#ctx0" brushRef="#br0" timeOffset="138">24280 11986 7573,'-8'0'4222,"0"0"-3899,5 0 1,-2 6 0,5 2 0,0 4 521,0 5-870,0 2 0,0 7 0,0 2 0,1 5 0,2 3 0,1 1 0,-2 0-727,0 0 1,2 0-1248,0-1 1284,0-4 1,0-2 0,2-7 0,-1-2 714,1-5 0,9-24 0,-2-7 0</inkml:trace>
  <inkml:trace contextRef="#ctx0" brushRef="#br0" timeOffset="139">24452 11839 7573,'0'6'4880,"0"0"-4492,0-6 0,2 0-260,2 0-40,3 0 1,5 0-1,0 0 1,1 0-1,0 0 618,4 0-631,-4 0 0,7 0 0,-5-1 0,2-2 0,3-1 0,0 1 0,1 2 478,-1 1 1,-5 4-186,1 0-873,-2 0 0,-3 1 0,-1 4 0,-3 1 0,-2 3 0,-4 0-354,-3 4 0,-5-3 0,-7 2 1,-2-2 733,-5-2 1,2 0-69,-1 1 446,4-1 0,-3-1 0,4-2 0,-1 0 1,1-1 1863,1-1-1193,7 4 1,-2-9-717,5 6 0,1-5 0,7 1 0,4-1-347,3 1 0,6-2-24,-1 2 0,5-3-630,-5-1 634,6 0 1,-7 0 0,5 0 0,1 0 0,-1 0-425,1 0 0,-6 0 1,1 0-1,-2 0-2644,-2 0 3227,1 0 0,-12-5 0,-2-2 0</inkml:trace>
  <inkml:trace contextRef="#ctx0" brushRef="#br0" timeOffset="140">20551 13045 7577,'-4'-9'5221,"0"1"-4518,0 0-400,4 1 1,1-8-3,4 3 0,3-9 0,10-1 0,6-6-31,8-9 1,6-6 0,7-7-145,-19 23 1,1 0 0,5-2 0,1-2-1058,1-1 1,1-1 1026,1-3 1,1 1-148,3-2 0,-1 0 0,-6 2 0,-2 1 1,-1 2-1,-1 0-1072,16-20 0,-9 10 1,-13 9-398,-2 4 1520,-9 9 0,-7 7 0,-5 8 0</inkml:trace>
  <inkml:trace contextRef="#ctx0" brushRef="#br0" timeOffset="141">21967 12848 7573,'6'-7'1762,"5"-4"1,-2 1-983,1-5 1,4-4 0,4-8 608,7-6-1097,5 0 0,8-15 1,3 0-230,-19 21 1,1-2-1,4 0 1,1 0 0,2-5-1,1-1-236,3 1 0,1 1 0,0 2 0,2 2 0,0 2 0,0 2 252,0 1 0,0 2-1518,-3 0 1,0 1 450,28-10 553,-19 6 435,-12 7 0,-8 1 0,-4-3 0</inkml:trace>
  <inkml:trace contextRef="#ctx0" brushRef="#br0" timeOffset="142">20859 12306 7578,'0'-7'-1306,"0"1"1827,0 1 0,0-1 355,0-7-946,0 6 35,0-3 0,0 3 95,0-6 0,0 5 0,0 0 1,1-2 314,3-1-262,-2 5 0,3-5 235,-5 2-155,0-1 1,4-3 434,1 1-161,-1 5 473,-4-4-250,0 10-401,0-5 1,0 8 64,0 2-150,0 3 0,0 10 1,-2 4 179,-2 2-290,3 7 1,-6 2 0,4 5 290,-1 0-307,0-1 0,3 7 1,-2 2-64,-1 3 0,-2-3 0,4 0 0,-2 0-88,1-1 0,-3-2 0,2-6 0,1-3-219,2-5 1,1-6-35,0-1 87,0-6 178,0-3 11,0-6 45,0-6 0,1 0-26,4 0 0,-4-6 269,3-2-110,-3-3-49,-1-1 0,5-1 0,-1 0 0,-2-4 59,0 4 0,-2-7 0,0 5-47,0-1 0,1-4 1,2 2-1,1-1 15,-1-3 0,-1-2 0,1 0-375,1-1 176,0-5 0,0 3 0,2-5-226,1 2 218,-5-4 0,8 5 0,-4-5-216,0 0 206,-3 1 0,4 9 1,-4 0 96,1 4 31,0 2 0,0 6 530,0-1-214,0 7 126,-4-5-178,0 9 27,0-3-80,0 5-222,0 5 0,0-2 196,0 5-239,0 0 1,0 5 0,-1 0 123,-3 4 1,2 2-1,-2 7 1,3 3-78,1 3 1,-4 5-1,0 3 1,0 2-113,-2 2 1,5-3 0,-5 4-208,1 2 238,3-5 0,-4-1 0,3-8-234,-1-4 178,0 2 1,0-6-35,-1-1-22,1-4 173,-1-8-90,3-5 103,-3-2 0,5-6-73,0-3-17,0 2 1,0-13 0,0 3-4,0-2 83,0-5 0,0 0 1,0-6 21,0 1 1,0-6 0,0-2 0,0-1 58,0 1 1,0-1-1,0-4 1,0-1 33,0-3 1,0 1 0,0-4-17,0 2-68,0 1 1,0 5-1,0 3 194,0 5-155,5 2 232,-3 7-113,3 1 89,-5 11 0,0 7 148,0 8-455,0 3 1,-1 7-1,-2 2 217,-1 4-36,0 6 0,3-2 1,-2 8 3,-1 2 1,0 7 0,2 1 0,0 0-91,-2-1 0,-2 2 1,3-5-1,-1 0-113,1 1 1,1-4-1,-1-6 1,-1-4-411,1-3 0,2-6-585,1 1 597,0-11 1,5 1-1215,3-11 1166,-2 0 0,4-6-753,-6-2 1,5-4 614,-1-5 1,-2 2 637,-2-5 0,8-28 0,2-11 0</inkml:trace>
  <inkml:trace contextRef="#ctx0" brushRef="#br0" timeOffset="143">20859 12663 7578,'-8'0'2554,"0"0"-1598,5 0 269,-3 0-495,6 0-567,6 0 0,2 0 1,7 0 220,2 0-249,4-5 0,-1 2 1,3-4-60,-3 2 0,4-4 1,-4 4-1,3-1 1,1 0-1,-3 0-37,0 1-342,-6-5 0,7 7 0,-6-3 0,-1 0-954,-1 3 674,-2-4 338,1 6 1,-5-6-341,0 3 1,0 1-214,5-5 0,-5 4 375,0-4 1,-5 4-271,1-4 1,-2 4 692,3-5 0,-4 7 0,4-9 0,-5 2 0,0-2 0,0 5 0,0-1 0,0 3 0,-4 1 0,0-5 0,0 0-521,4-5 534,0 1 1,0 0 0,0-1-14,0 1 0,0 0 0,0-2 839,0-2 1,0 2-402,0-2 0,0 2 127,0 2 0,-1-5-162,-3 1 0,2-2 318,-2 2 1,1 2-32,-1-2-430,3 2 0,-4 2 1,5-1 259,0 1-228,0 0 0,0 3 780,0 1-624,0 5 0,0 8 0,-2 8-161,-2 5 0,3 7 0,-3 5-137,2 1-87,2 2 0,0 9 0,0 2-82,0 0 36,0 4 0,0-5-238,0 7 0,0-5 128,0 0 1,0-5-57,0 1 0,4-4-47,0-5-14,1 4 1,-5-11 0,0-1-113,0-6-103,0-4 39,0-8 1,4-1 323,0-10 1,1-3-1,-2-7 1,1-1 49,-1 1 0,-2-3 1,-1 0-1,0-1-33,0-3 0,0 3 1,0-1-18,0-2 26,0-7 0,0 2 42,0-6 0,0 4-67,0-4 0,0-1 224,0-7 1,0-3-63,0-5 1,0 4 37,0 0 0,0 5 68,0-1-53,0 8 0,-1 3 13,-3 6 337,2 4-282,-3 8 1,5 12 0,0 10 0,-2 5-81,-2 5 0,3 4 0,-3 2 0,3 2 13,1 5 0,0 3 0,0 2-2,0 3-140,0 3 0,0-1 0,0 0 0,0-2-183,0 0 0,0-3 57,0-1 0,0-8-64,0 4 0,4-6-35,0-2 0,1-5-94,-1 1 91,-2-6 41,3-3-312,1-7 213,-5-5 115,4 0 1,-5-5 0,0-3 44,0-3 1,5-6-1,-1 0 1,-2-3 43,0-1 0,-2-3 1,0 0-1,0-2 115,0-3 1,0 2-1,0-6 1,0-1 41,0-2 0,0-1 0,0 0 371,0 0-326,0 0 1,0 6 0,0 4 519,0 5-233,0 9 194,0 3 1,0 10-192,0 0 1,0 10-16,0 11 0,0 9 79,0 7-402,0 0 1,0 11 0,0-5 298,0 1-516,0-1 1,0-8 0,0-1 194,0-1-812,0-5 1,0 2 0,0-7-882,0-3 1,1 0 0,2-5 1629,1 1 0,11-32 0,-1-13 0</inkml:trace>
  <inkml:trace contextRef="#ctx0" brushRef="#br0" timeOffset="144">22200 12097 7573,'0'-7'447,"0"0"1001,0 3-507,0 3-705,0-5 0,0 12 78,0 2 0,0 8 1,0 5-1,0 4 50,0 3 1,4 4-1,1 5 1,-3 0 31,0 0 1,2 5 0,0 3 177,-1 3-447,-2-4 1,0 3 0,2-4 192,1-3-177,0 1 1,-4-15-206,0 2 0,0-6 46,0-1 207,0-12-1153,0 8-980,0-16 1215,0 4 310,0-5 1,2 0-1,0-1 285,3-3 0,-1-3 0,-4-5 189,0 0-95,0-1 1,1 1 0,2 0 284,1-1 0,0-3 0,-4-2 0,0-1 74,0-3 0,0-1 0,0-2-59,0 1-197,0-6 0,0 2 0,0-5-210,0-1 69,0-7 0,0 3-33,0-3 0,0 3 105,0 1 0,0 1 114,0 3 0,-1-1-123,-4 5 0,4 1 0,-3 4 0,3 4-33,1 4 618,0 7 1,-2 4-12,-2 5-167,3 0 1,-5 7-269,6 5 0,0 2 1,0 6-1,0 2 41,0 1 0,0 3 0,0 3 0,0 4 8,0 2 0,0-2 0,0 0-80,0 1-75,6 2 0,-5 5 0,3 1-300,-2 2 191,-2-4 0,0 6-279,0-5 1,0 0 179,0-4 1,1-6 11,3-2 0,-3-8 65,4-5 442,-4-2-307,-1-2 122,0-5 0,0-3-64,0-8 1,0-3 0,0-5 0,0-2-229,0-2 0,0-3 1,0-6-1,1 0-215,3 1 0,-2-2 0,2-3-82,-3-4 376,-1-2 1,0-2 0,0-2 0,0-2 68,0-4 1,-4 0-1,0-3 3,1-2 40,2-2 1,-3 4 126,0 3 0,0 2-6,4 6 0,0 7-51,0 6-66,0 5 216,0 12 0,0 4-23,0 11 25,0 6 0,0 16 0,0 3 203,0 2-72,0 2 1,0-1 0,0-2-75,0-1 0,0 0 0,0 2 0,0-1 6,0-1 1,0-4 0,0 2-228,0-1-77,0 5 1,1-9-1,2 2 1,1-2-94,-1-1 0,-1 0 0,1-1-273,1 1 223,0-1 0,-4-4-47,0-4 1,0-2-105,0-2-747,0 0 527,0-5-1954,0-1 1367,6-6 89,1-6 1,-1-1 0,0-5-230,-1 0 1215,-3-1 0,25-48 0,-13 24 0,-1 0 0</inkml:trace>
  <inkml:trace contextRef="#ctx0" brushRef="#br0" timeOffset="145">22336 12417 7573,'-7'0'4183,"1"-6"-3689,6 5-50,0-4 0,0 3 346,0-2 1,6 3 239,2-3-730,3 2 0,-1 2-23,2 0 1,-2 0-87,6 0 1,-1 0-174,1 0 0,-1-1 1,6-2-202,1-1 192,1 0 1,0 3 0,-1-2-348,-1-1 0,-1-4 1,5 2-64,-1-1 60,-4 5 0,-3-5 1,-4 4-649,-1-1 1,-4 0 182,0 4 685,-5 0 0,1 1 0,-7 3 0,-2 3-105,-2 0 190,4 4-46,-2-10 312,-1 10 1,0-8 0,-7 4-59,1-2 0,0-1-20,-1-4-99,1 6 0,-2-5 0,-2 3 0,-3-2-40,0-2 1,-5 0 0,4 0 29,-3 0 482,4 0 0,-3 0 0,4 0 128,-1 0-7,4 0 1,-3-2 0,6 0 5,-1-3 1,5 1-462,0 4 0,7 0-195,1 0 0,5 0 1,7 0-1,2 0 64,2 0 0,-1 0 0,6 0-9,1 0-28,1 0 1,2 0 43,-1 0 0,5-4 24,0 0 0,-2-1-96,-6 1 0,1 1 133,-6-5-629,6 5 1,-9-4 130,4 3 70,-3 3 0,-8-6 0,0 4-245,-1-1-608,-3 0-898,3 4 832,-5 0 0,-4-6 702,0-2 0,0 1 0,4-1 304,0-1 0,0 2 0,0-2 545,0 0-253,0-2 1,-2-1 517,-2-1 0,3 1-268,-3 0 1,3-5 314,1 1 0,-5-2 25,1 2-395,0 2 0,0-8 1,0 4 276,1-1-465,2-1 1,0-1 0,-2 1 296,-1-2-268,0-1 0,4 3 0,0 4 235,0 2 1,0 2-1,0 0 94,0-1 0,0 8 0,-2 5-193,-2 7 1,3 9 0,-3 6-89,2 5-35,2 5 0,-1 6 0,-2 3 83,-1 4-154,0-2 1,4 3-344,0-5 1,0 6 160,0-2 0,4 3-425,0 1 0,2-5 59,-2-3 345,-3-3 1,6-4 0,-4-4-127,1-5 278,0-9 0,-3 1 0,2-8-190,1-1 131,0-5 0,-2 3-31,2-6 1,-3-6-1,5-2-107,-1-3 0,-4-1 1,3-2-437,-2-2 470,-2 2 0,0-5 0,0 4 1,0-3-55,0-1 1,0-2-1,0-5 274,0-2-18,0 2 1,0-6 254,0 4 1,0 0-229,0-5 0,0 1 0,0-5 1,0 0 131,0 0-94,0 5 1,0 0 0,0 6 279,0 2-189,0 8 0,0-2 856,0 6-612,0 5 1,-2 2-393,-2 5 1,2 5-108,-7 3 68,7 3 1,-4 1-1,5 2 1,-2 4-21,-1 7 0,-1 1 1,2 8 186,-1 4-98,0-1 0,2 11-249,-2-3 0,3 4 139,-3 4 1,2-2 0,2 1 0,0-4 201,0-3-546,0-5 1,0-3-1,0-10-142,0-5 405,0-4 0,2-8-249,2-1 300,3-4 0,1-5 0,-1-1 70,-2-3 0,1-3 1,-4-7-1,4-1 48,1-1 1,-5-5 0,2 3 0,-2-2-21,-2-6 0,0 1 0,0-5 3,0 0-40,0-1 0,0-8 0,0 0-137,0-2 82,0 0 0,0-2 0,0-2 0,0-3-45,0-1 1,-2 1 0,0 3 0,-2 4 94,1 3 0,2 6 1,1 5 181,0 5 0,-2 10 0,-1 9 0,-1 6 37,2 5 0,0 7 0,2 4 0,0 3 29,0 4 0,0 3 0,0-2 0,0 2-16,0-2 0,0 5 0,0-1 0,0 2-128,0 0 1,0 0 0,2 2 0,0-1-143,2-1 1,2 1 0,-3 6-1,1 0-95,-2-5 1,4 1 0,-2-8-1,-1 0-60,-2-2 1,-1-3 0,0-2-121,0-5 1,2-8 310,2-4 1,-3-8-1,3-4 1,-3-4 61,-1-5 0,0 2 0,0-5 0,0-2-39,0-1 0,0-3 0,0-2 0,0-2-45,0-1 1,0-2-1,0-4 1,0 0-25,0 0 0,-1-4 1,-2-1-1,-1-1-85,2 1 0,0-3 0,2 4 0,0 3 62,0 3 0,0 7 1,0 7-1,0 5 794,0 2-221,0 2 0,0 10-373,0 6 0,0 10 1,0 4-1,0 1-33,0 3 1,0 3-1,0 3 1,0 5 74,0 3 0,0 1 1,0 1-1,0 1-9,0 2 1,0 2 0,0-3 0,2 2-102,2 2 0,-3-5 0,3 1 0,-3-6-84,-1-5 0,0-3 1,0-3-1,2-2-555,2-5 421,-3-8 1,5-4 0,-6-8 0,0-4 34,0-3 0,0-3 1,0-2-1,0-5-48,0-2 1,0-7 0,0-3 0,0-4-8,0-4 1,0 3-1,0-3 1,0 3 98,0 1 0,0 0 0,0 1 0,0 4 212,0 3 54,0 8 0,0 20 0,0 16 0,0 12 70,0 10 0,0 8 0,0-1 0,0 1-197,0 0 0,0-5 0,0 0 0,0-5-760,0-2 1,0-7-1,0 0-1517,0-4 1,5-8-740,3-2 2956,-2-5 0,16-62 0,-12 21 0,0 0 0</inkml:trace>
  <inkml:trace contextRef="#ctx0" brushRef="#br0" timeOffset="146">5267 14694 7573,'-7'0'5200,"-4"0"-2586,4 0-1884,1 0-270,0 5-203,6-4 0,6 5 0,2-6 0,4 0-552,5 0 0,-2 0 0,5 0 1,1 0-766,-2 0 0,3 1 0,-6 2-2425,-1 1 2502,4 0 1,-9-4 982,2 0 0,-8 0 0,2 0 0</inkml:trace>
  <inkml:trace contextRef="#ctx0" brushRef="#br0" timeOffset="147">5366 14484 7574,'-13'0'0,"1"0"0,0 0 1959,-1 0 0,5 0-1106,0 0 0,5-1 0,2-3 1,6-3 754,8 0-1241,7-4-1,-1 4-762,11-5 0,-2 0 0,3 0 1,-1-1-1746,-2 1 0,-1 1 571,2 3 1570,-9-3 0,14 4 0,-8-5 0</inkml:trace>
  <inkml:trace contextRef="#ctx0" brushRef="#br0" timeOffset="148">6473 14374 7581,'8'0'1235,"0"0"287,-5 0-402,3 0-494,-6 0 1,0 1 0,0 3-1,0 4-242,0 3 0,-4 3 1,-2 4-306,-1 6 1,3 6 15,-4 7 97,5 0-172,-8 6 0,10-1 0,-3 3-128,2-4 0,2-7 1,0-2-126,0-2-784,0-7 375,0-5 310,0-6-474,0-5 1,6-3 0,1-8 0,1-6-719,0-5 0,-4-4 1524,4-5 0,-3-22 0,-1-10 0,2-4 0,0 0 0</inkml:trace>
  <inkml:trace contextRef="#ctx0" brushRef="#br0" timeOffset="149">6399 14447 7581,'-7'0'1122,"-9"0"-863,8 0 1123,-10 0-594,6 0-128,-1-5 799,7 4 1,-4-6-1062,6 3 1,5 2 0,7-2-1,5 3 161,3 1 0,3 0-220,6 0 0,5 0-453,3 0 0,2 0 0,2 0 1,-1 0-472,-3 0 0,2-1 413,-2-4-1202,-3 4 672,6-10 299,-16 10 0,8-9-1522,-12 6 0,0-1 1925,-3 0 0,-39 4 0,-10-4 0</inkml:trace>
  <inkml:trace contextRef="#ctx0" brushRef="#br0" timeOffset="150">6375 14792 7581,'-18'14'0,"-3"2"0,4-2 734,0 2 0,5-2 2300,4-2-2461,2-5 0,9 3-38,5-6 0,3 0 0,12-4 243,3 0-1208,7-6 1,3 0 0,6-8 24,2-3 0,-3 4 1,3-5-1,-1 2 405,1-1 0,12-16 0,-24 17 0,-1 0 0</inkml:trace>
  <inkml:trace contextRef="#ctx0" brushRef="#br0" timeOffset="151">7199 14657 7573,'-11'1'4443,"3"3"-2746,-3-2-1342,15 3 0,-1-5 0,13 0 309,5 0-502,8-5 1,1 2-1,4-4-381,-1 1 1,-6-3 0,3 2 0,-1-1-817,-1 0 1,1 1 0,-6-1-2495,-2 4 2088,-3-3 1441,-6 5 0,-16-9 0,-4 5 0</inkml:trace>
  <inkml:trace contextRef="#ctx0" brushRef="#br0" timeOffset="152">7888 14460 7573,'-8'7'908,"0"-3"1,4-3 890,-4-1-428,5 0-781,8-5-448,9-2 49,5-6-47,4 1 0,-8 4 62,6 0 0,-1 0 0,5-5 75,0 1 0,1 4-90,2 0 1,-2 3-92,3-3 0,-3 6-101,-1-3 1,-2 0 0,-3 1 0,-3 1-21,-4 2 23,-6 6 1,-1 2 0,-6 5 56,0 1-77,-11 4 0,-3 3 0,-10 6-125,-1 2 0,-4 4-66,1 5-498,-7-6 536,9 5 0,-4-6 0,7 3-16,3-5 1,2-3 0,7-3-48,3-2 178,2-5 0,6 3 1,1-6 92,4 1 1,1-6-21,7-3 0,-1 1-42,0-1 124,6 0 1,-4-4 0,4 0-1,-1-1 1,2-3-769,1-4 547,3 2 1,-4-5 0,6 3-1,-1-3 1,-1-1-365,-2-1 1,1 1-612,-6 0 1097,6 0 0,-8-28 0,4-7 0</inkml:trace>
  <inkml:trace contextRef="#ctx0" brushRef="#br0" timeOffset="153">8590 14374 7589,'4'-9'341,"0"1"0,0 0 0,0 0 652,0 0-457,6 5 1,-7-7 0,3 5 0,1-1 0,0 1 891,3 2 0,-1 5-906,-1 6-447,-2 5 1,-6 18 0,0 4 0,0 7 0,-1 9 0,-2 4 0,-3 4-592,-1 1 217,5-4 1,-4-3 0,6-8 0,0-4 0,0-4 0,0-5-687,0-8 0,6-10 1,2-10-1,3-4-234,1-4 0,0-4 1219,1-9 0,5-24 0,1-11 0</inkml:trace>
  <inkml:trace contextRef="#ctx0" brushRef="#br0" timeOffset="154">8688 14644 10234,'7'0'2005,"4"0"-1648,-3 0 0,3 0-234,1 0 1,6 0-1,3-1 1,2-3-280,2-4 0,-1 1-767,1-1 643,-1 5 1,-3-8 0,-1 4 0,1-1 0,-2 0-2453,-3-2 2512,-2 5 0,-2-5 0,1 5 0,-2-2 0,-2-1 0,-2-1 220,-1 1 0,3-11 0,-2-7 0</inkml:trace>
  <inkml:trace contextRef="#ctx0" brushRef="#br0" timeOffset="155">9082 14251 7589,'0'-13'700,"0"5"1531,0 0-709,0 5-296,0-2-1039,0 16 1,0-2 0,0 13 0,0 3 0,0 3 0,0 4-1,0 3-72,0 5-270,5-2 1,-2 6 0,4-3-1,0 3 1,-2 0 0,1-5-1,-2-3-1256,1-3 1,-3-6 213,2 2 766,3-9 0,-5-3 0,5-8 0,0-2-1415,0-2 1846,-4 0 0,2-11 0,1-17 0,0-10 0</inkml:trace>
  <inkml:trace contextRef="#ctx0" brushRef="#br0" timeOffset="156">9574 14607 7574,'8'0'4913,"1"0"1,-5 0-4736,4 0 0,-4-4 0,4 0 0,2 2-1167,1 0 774,-4-3 1,5 3 0,-1-3 0,4 1 0,0-2 0,-1 1 0,-2-1-1155,0 4 1,1-1 0,-1 0 0,0-1 13,0 1 1,-3 2 1354,-1 1 0,-11 0 0,2 0 0</inkml:trace>
  <inkml:trace contextRef="#ctx0" brushRef="#br0" timeOffset="157">9722 14472 7574,'-6'7'2971,"5"-2"-2337,-4-5 0,5 2-176,0 2 1,1-3 0,2 5 0,2-1 51,2 3 1,-4 3-39,1 2-470,-3-1 0,3 4 0,0 2 0,-1 1 0,-1 3 0,-2 0 0,1 0-1007,3-2 170,-3-5 1,6 7 0,-4-5 0,2-4 834,2-3 0,23-48 0,10-17 0</inkml:trace>
  <inkml:trace contextRef="#ctx0" brushRef="#br0" timeOffset="158">10300 14324 7113,'-8'-6'-1034,"0"1"1034,5 4 0,-2 0 0,5-3 0,0 2 0,-2-3 0,-2 5 0,3 0 0,-5 0 0,6 0 0,0 0 0,6 0 0,-5-6 1218,5 5 1,-5-4 0,2 3 3092,1-2-2898,0 3-1348,1-5 1,-3 12 0,2 2 0,-1 4-274,1 5 1,-3 2-230,3 5 1,-1 6 133,1 3 0,-3 4 0,4 3 0,-4 1-655,-1-2 0,1-4 511,3-3 1,-2-4-420,2 1 468,3-9 0,-6-6 0,5-7 0,-1-2-1091,3-2 1258,3-7 0,-4-5 231,-3-7 0,8-25 0,2-11 0</inkml:trace>
  <inkml:trace contextRef="#ctx0" brushRef="#br0" timeOffset="159">10362 14509 7573,'-7'0'3179,"2"0"-2733,5 0 1,1 4-57,3 0-501,3 0 1,6-4 0,3 0-1,1 0 1,1 0 0,0-1-1,-2-2-724,2-1 0,-4-1 384,2 1 142,3 2 1,-5-7-1,2 3 1,-2 1-1,-3-2 1,-1 1 308,-2 1 0,0-5 0,4-13 0,1-10 0</inkml:trace>
  <inkml:trace contextRef="#ctx0" brushRef="#br0" timeOffset="160">10645 14251 7573,'-7'5'901,"-3"2"196,6 5 1,0-2-409,4 2-337,0-2 0,0 13 0,0-3 0,2 4 1,0 2 859,2 2-1242,6-2 1,-5 14 0,5-4-1,-2-1 1,0-1 0,1-1 0,-2 0-425,-2 0 0,3-7-693,-4-2 436,0-5 1,0-6 0,2-2-2225,1-3 2270,-4-3 665,7-5 0,3-16 0,6-5 0</inkml:trace>
  <inkml:trace contextRef="#ctx0" brushRef="#br0" timeOffset="161">10916 14152 7573,'-13'0'1786,"1"0"-918,0 0 1,6 0-1,6-1 1,8-2-281,7-1 0,3-4-265,3 4-216,2-6 1,-4 5 0,4-5 0,-1 3-1,-3 2 1,1 1 0,-3 0-267,1-1 1,-1 1 0,-7 6-324,-1 2 0,0 3 1,-5 5-1,-1 0 14,-2 1 0,-5-1 1,-1 0-1,-1 0 262,1 1 1,-3-1 0,2 0 0,-1-1 759,-2-2 1,2 1-1,-1-1 679,-2 2 0,3-3-488,-1 0-486,5-5 1,-2 4-1,6-3 1,3 3-633,5-1 0,6 0 103,1-6 61,1 0 1,0 0 0,2 0-1,2 0 1,-1-2-1084,2-2 1,0 3 1291,-1-3 0,13-8 0,-1-2 0</inkml:trace>
  <inkml:trace contextRef="#ctx0" brushRef="#br0" timeOffset="162">11026 14484 8397,'-6'-1'1125,"1"-3"0,4 1 0,2-5-399,4-2-267,-4-6 1,10 1 0,-3-6-37,3 0 0,1-4 0,2-2 0,1-3 21,1-2 0,5 1-157,-5-2-871,1-3 1,-1 10 0,1-4 276,-2 0 307,-2 4 0,0-9 0,-1 3 0</inkml:trace>
  <inkml:trace contextRef="#ctx0" brushRef="#br0" timeOffset="163">12122 14694 7588,'-7'0'3416,"0"0"99,3 0-2870,2 0 0,-2 0-601,8 0 1,-1 0 0,7 0 192,3 0-556,0 0 1,10 0-1,-2 0 271,2 0-995,1 0 0,1 0 0,0 0-987,-1 0 1,5-4 2029,0-1 0,2-13 0,5-6 0,0 0 0,0 0 0</inkml:trace>
  <inkml:trace contextRef="#ctx0" brushRef="#br0" timeOffset="164">12392 14423 7588,'-17'0'0,"3"0"0,-8 4 0,6 0 0,5 0 0,15-5 1205,8-3 0,13 1 0,1-4 1,2 0-1024,2 0 0,5 3 0,-4-2-1382,1 0 0,-2 2 0,-6 4-169,1 0 1369,-1-6 0,1 11 0,0-4 0</inkml:trace>
  <inkml:trace contextRef="#ctx0" brushRef="#br0" timeOffset="165">13758 14288 9898,'-4'12'2588,"0"0"-2079,1 0 1,2 6 0,1 4-1,0 5 76,0 6-441,0 8 0,-4 3-224,0 5 1,0 0 0,4-1 0,0-3-881,0-4 650,0-2 1,1-12-576,3-2 0,-2-9 0,3-1-1218,0-5 1554,-3-5 0,9-6-176,-3-3 0,-3-7 725,0-6 0,7-32 0,2-4 0</inkml:trace>
  <inkml:trace contextRef="#ctx0" brushRef="#br0" timeOffset="166">13648 14312 7575,'-13'0'0,"1"6"0,0-5 1702,-1 3 0,1-1-1017,0 1 1,6-3 0,8 3-1,7-4-397,6-4 0,8 2 0,1-5-278,3 1-6,7 2 0,-6 0-195,4 0 1,1-4 210,4 4 4,0 0-419,0-2 1,0 5 0,-2-3 0,0 2-1294,-3 2 0,-6 0 910,-1 0 0,-7 6-443,-10 2 1221,-2 3 0,-34 14 0,-16 6 0,0 2 0,0 1 0</inkml:trace>
  <inkml:trace contextRef="#ctx0" brushRef="#br0" timeOffset="167">13598 14964 7575,'-17'7'0,"3"3"0,-3-6 1180,4-1 1,7-2-1,8-1 1,9-1 0,9-4-1,6-3-337,3-3 0,6-1 0,0 0 0,2-1-397,-2 1-607,-1 5 0,3-4 0,0 5 0,0-3 0,0 2 0,-2 2 0,0 2-4863,-3 2 4284,-4 1 1,2 0-1,-7 0 740,-2 0 0,-14 11 0,-9 3 0</inkml:trace>
  <inkml:trace contextRef="#ctx0" brushRef="#br0" timeOffset="168">14657 14620 7573,'-9'0'1324,"3"1"0,-1 2 1,1 2-555,1 2 0,4-4 0,7 1 0,8-3 0,4-1 1,4 0-791,1 0 1,2-1 0,-1-3 0,1-3-840,-1 0 0,1-2 0,0 3 0,-1 1-3257,1-1 4116,-6 2 0,4 4 0,-4 0 0</inkml:trace>
  <inkml:trace contextRef="#ctx0" brushRef="#br0" timeOffset="169">15457 14300 7573,'-9'5'465,"1"3"1,0 3 0,1 3 0,2 1 0,1 3-29,-1 1 1,1 6 0,4 5 0,2 3 0,0 5 0,4 4 0,-1 3 0,2 0-844,0 2 0,-3-3 1,3-1-1,-2-1-347,-2-7 0,-1-5 1,-2-9-1,0-5 237,0-2 0,0-5 0,0-5 0,0-8 516,0-5 0,0-4 0,0-4 0,0-2 0,0-1 0,5-47 0,-2 30 0,1 1 0</inkml:trace>
  <inkml:trace contextRef="#ctx0" brushRef="#br0" timeOffset="170">15469 14669 7573,'0'-8'944,"0"0"484,-6-1 1,6 3-1128,0 1 1,6 4-1,6 1 1,1 0-1,0 0 1,4 0-432,3 0 1,3 0 0,2 0 0,0 0-1,-1-1 1,1-2-1081,-1-1 0,1-6 0,-2 2 1,-1-3 829,-1-1 1,-6 0 0,1-1 0,-2 1 379,-2 0 0,-4-2 0,-1-1 0,-1-1 0,-8-17 0,-5 0 0</inkml:trace>
  <inkml:trace contextRef="#ctx0" brushRef="#br0" timeOffset="171">15863 14275 7573,'-13'2'2596,"1"2"-1970,5-3 0,2 10 0,5-3 0,0 4-43,0 5 0,0 3 0,1 9 0,2 5-256,1 6 1,6 5-1,-4 7 1,3 3-272,-1 1-201,-5-4 0,6 1 0,-5-6 0,0-5 0,0-4 1,1-6-1,-1-6-1102,1-6 1,-2-3-1,4-8 1247,-2-1 0,10-32 0,-1-5 0</inkml:trace>
  <inkml:trace contextRef="#ctx0" brushRef="#br0" timeOffset="172">11556 16453 7580,'-5'-12'747,"0"1"1,-1 2 0,1 0 0,1 1 553,-2 1 0,4 2 0,-6 5 0,-2 1-667,-1 3 1,-3 9 0,-2 9 0,-3 6-154,0 9 1,-5 7-1,4 9 1,-3 6-21,-2 5 0,6-1 0,4 3 0,5-3 82,6-2-1095,14-10 1,5 1 0,13-14 0,7-6-1,4-11 1,5-7 0,1-6 551,0-4 0,-12-25 0,1-11 0,5-2 0,-1 0 0</inkml:trace>
  <inkml:trace contextRef="#ctx0" brushRef="#br0" timeOffset="173">11949 16552 7580,'0'-6'1318,"0"6"0,0 7 0,0 7-465,0 6 0,2 6 0,0 13 1,3 2-1,-3 5 0,0 5-682,-2 2 0,0 0 0,1-5 0,2-4-693,1-7 1,0-6-1,-4-7 1,1-4-1132,3-3 1,-1-9 0,5-5 1652,2-6 0,1-48 0,1-16 0</inkml:trace>
  <inkml:trace contextRef="#ctx0" brushRef="#br0" timeOffset="174">11888 16773 7580,'-17'-12'179,"1"0"0,1-2 1612,1-2-1273,7 2 0,2-4 1,8 6-1,5 0 1,11-1-1,10 0 0,9-2-192,4-2 0,4-3 1,3 3-1,0 1 1,-1 1-1,-3 1-861,-4 3 1,-4 6 0,-6-2 0,-5 1-2232,-4 4 1,-12 2 2765,-2 4 0,-27 14 0,-8 8 0</inkml:trace>
  <inkml:trace contextRef="#ctx0" brushRef="#br0" timeOffset="175">11888 17155 7580,'-21'12'0,"2"-1"0,1-3 0,3-4 1449,7 3 1,5-7 0,12-1 0,10-10 0,11-8 0,11-4-830,5-2 1,-2 4-1,-3 2 1,-3 0-1567,-1 0 0,0 4 0,-1-1 0,-3 3-1972,-5 5 1,-7 3 2917,-5 5 0,-19 10 0,-5 4 0</inkml:trace>
  <inkml:trace contextRef="#ctx0" brushRef="#br0" timeOffset="176">12663 16847 7580,'-11'12'1865,"6"-1"-865,9-2 1,8-4 0,13-6 0,1-3 0,2-5 0,5-1-1901,3-3 1,-3 1 0,-2 1 0,-1 1 0,-3 2 899,-1-1 0,-12-2 0,-3-2 0</inkml:trace>
  <inkml:trace contextRef="#ctx0" brushRef="#br0" timeOffset="177">13229 16564 7580,'-7'8'330,"2"1"1,1 0-1,0 2 1,1 3 702,2 2 0,-4 3 0,1 7 1,2 3-1,0 4 0,2 4-1161,0 4 1,4-3 0,2 3 0,1-4-1,1-4 1,0-3-867,0 0 0,-1-10 0,3 1 0,-3-6-2365,-2-3 3359,5-5 0,-9-34 0,4-14 0</inkml:trace>
  <inkml:trace contextRef="#ctx0" brushRef="#br0" timeOffset="178">13254 16909 7580,'-8'0'4420,"-1"0"-4274,7 0 0,6-6 1,9-1-1,5-1 1,4 0-1116,1-2 1,3-2-1,2-3 1,0-1-400,0 1 0,-2 0 1368,-2-2 0,12-18 0,2-10 0</inkml:trace>
  <inkml:trace contextRef="#ctx0" brushRef="#br0" timeOffset="179">13586 16564 7580,'-11'8'0,"2"1"0,0 0 432,0 2 0,3 3 0,2 1 1,4 1-1,4 1 0,4 0 416,3 4 1,3 1-1,1 0 1,2 0-1,-1 2 1,0 5-1289,1 2 72,-1-3 0,-4 6 1,-1-4-1,-1 1 1,-3 4-1,0-1 1,-2-3 367,1-6 0,-2-17 0,-4-9 0</inkml:trace>
  <inkml:trace contextRef="#ctx0" brushRef="#br0" timeOffset="180">13955 16429 7578,'8'-8'283,"1"-1"0,-1 5 0,4-3 0,3 1 0,6 0 0,7 1 5323,7 2-4587,7 7 1,-4 8-1,3 10 1,-2 7-334,-2 8-730,-6 11 1,-2 4-638,-9 5 1,-2 5 723,-6 3-126,-5-5 1,-1-1-1,-8-7 257,-2-4-496,-3-10 0,-5-3 0,-2-5-295,-2 1 169,2-9 1,-8 5 0,6-10-1,1-2-919,1-2 0,-2-2-1198,-1-2 2035,1-4 1,9-10 0,3-4 529,3-2 0,-5-6 0,-1-3 0</inkml:trace>
  <inkml:trace contextRef="#ctx0" brushRef="#br0" timeOffset="181">14435 16306 7578,'-12'0'1479,"0"0"1,-1 0-1,2-2 1484,3-2-2416,3 3 0,11-14 0,8 1-29,9-4 1,7 2 0,9-3-566,2 1 0,-3 2 0,3 5 0,-4 1-765,-4 2 1,-4 5 0,-9 0 0,-5 6-1166,-5 5 1460,-5 9 1,-5 2 614,0 6 0,-7-5 0,-4 1 0,-5-1 862,-3-1-501,4-1-305,-3-6 222,6 1 1,3-2 0,1-2 0,0-1 905,1 2-730,2-5-360,5 6-202,0-9 0,0 5 1,1-5-174,3 2 0,3 5 69,5-5-267,6 5 1,-3-7 0,4 2-32,-1-3 1,4-1 0,-3 0 0,2 0 104,-1 0 0,-5 1 0,2 2 0,-4 1-302,0-1 1,-5 2 0,-1 1 608,-2 1 0,-1 17 0,-4 9 0</inkml:trace>
  <inkml:trace contextRef="#ctx0" brushRef="#br0" timeOffset="182">15321 16970 7578,'-5'0'3063,"6"0"1,9 0-2812,5 0 1,7 0 0,-2 0 0,5-1 0,2-2-1,2-1-252,-2 1 0,26-25 0,6-7 0</inkml:trace>
  <inkml:trace contextRef="#ctx0" brushRef="#br0" timeOffset="183">15506 16798 8457,'-8'0'5819,"-1"0"-5619,7 0 1,-2 0-1,8 0 1,5 0-1073,6 0 1,10-1 871,8-4 0,9-4 0,6-5 0,5-2 0,-1-1 0</inkml:trace>
  <inkml:trace contextRef="#ctx0" brushRef="#br0" timeOffset="184">16650 16663 7577,'-4'13'671,"0"2"0,0 2 0,0-1 0,0 3 266,1 6 0,2 1 0,1 7 1,0 0 235,0-2-1337,0 4 0,1-4 1,3 1-1,4-3 0,3-3 1,2-3-1,-1-2-2029,0-5 1,5-6-508,-1-2 1995,0-5 705,-3-3 0,-1-45 0,0-16 0</inkml:trace>
  <inkml:trace contextRef="#ctx0" brushRef="#br0" timeOffset="185">16576 16700 7577,'-12'0'0,"-4"-6"0,1-2 844,4-3 1,4 3-1,10-1 1,5 0 362,8-2 0,16-1 0,7-2 0,6-1-928,6-1 0,1-1 0,-3 5 0,0 0-767,1-1 0,-5 5 0,-4 1 0,-6 2-837,-7 2 1,-10 7-1,-3 4 1,-6 3-1132,-5 2 2456,-2 4 0,-20 12 0,-8 5 0,-1 6 0,-1 0 0</inkml:trace>
  <inkml:trace contextRef="#ctx0" brushRef="#br0" timeOffset="186">16650 17192 7577,'-17'12'983,"1"-1"574,-4-3 0,8-5 455,3-11 1,18-2-1525,19-10 1,5-2 0,12-4-1,2 0-2187,1 3 1,-5 6 224,-2 1 0,-1 2 1474,1 2 0,3 5 0,5 1 0</inkml:trace>
  <inkml:trace contextRef="#ctx0" brushRef="#br0" timeOffset="187">17499 16847 12703,'2'-7'609,"2"3"0,4 3 0,3 1-855,1 0 1,5 0 0,1 1-1,2 2-3031,6 1 2454,-1 0 0,5 0 823,-6 0 0,39-10 0,-27-1 0,1 0 0</inkml:trace>
  <inkml:trace contextRef="#ctx0" brushRef="#br0" timeOffset="188">18189 16503 7577,'0'13'0,"-2"4"0,-1 3 575,-1 3 0,-4 3 0,3 5 0,-2 4 1,-1 6-1,1 4 910,3 6 0,2-3-1625,2 1 0,0-3 1,0-7-1,2-4 1,2-2-1,4-6-791,3-6 0,1-7 1,1-6-169,-1-4 0,-1-4 0,-3-4 1099,-4-4 0,3-31 0,0-7 0</inkml:trace>
  <inkml:trace contextRef="#ctx0" brushRef="#br0" timeOffset="189">18250 16847 7577,'-12'0'0,"-1"-4"2696,1 0-1874,5 0 0,-1 0 0,10-2 0,8 1 287,12-1-1404,3 2 1,10 0 0,-3-1 0,1-1-1,-2-1 1,-1 2 0,-2-2-1358,-2 0 0,-3 0-285,-3-1 1556,4-3 0,-11 4 1,2-5 380,-5 0 0,1-39 0,-4-9 0</inkml:trace>
  <inkml:trace contextRef="#ctx0" brushRef="#br0" timeOffset="190">18619 16441 7577,'-5'8'0,"-3"0"0,-3 1 859,-2 3 0,5 4 2674,0 1-3037,5 5 0,-2-3 0,5 7 1,0 1-1,1 3-78,3 2 0,4 2 0,7 6 0,2 1-1102,-2-2 0,-1-1 493,-2-1 1,0-4-1106,1 0 714,-7 0 0,1 2 0,-4-2 0,1-4 1,-1-2-1846,-2 2 2427,-1-8 0,0-4 0,0-11 0</inkml:trace>
  <inkml:trace contextRef="#ctx0" brushRef="#br0" timeOffset="191">15481 9870 7577,'0'-9'3,"0"1"0,0 4 624,0-4 1,0 4 372,0-4-504,0 5 350,0-3-121,0 6-222,0 0 0,0 6-136,0 2-239,0-3 1,0 6 0,0-2 255,0 2-378,0 6 0,0-3 0,2 4 256,2 0-479,-3-5 1,5 9-1,-6-5-89,0-2 0,4-2 1,0 0-1,0-1 31,1 0 1,-2 0-1,5-1 168,2-2 0,-3 0-29,1-5 171,0 0 1,0-4-1,0 0 1,2 0 124,1 0 1,-3-1 0,0-2 159,2-1 1,-3-1 35,1 1-231,0 2 33,4-9 0,1 10 1,-1-5 215,0 1-272,1 4-4,-1-10 0,0 8-124,1-5 1,-1 4 0,0-3-8,1 1 1,-1-2 39,0 4 71,0 0-168,-5-2 0,4 5 0,-4-4 0,1 1-167,0-1 236,1-4 1,2 6 0,-2-4 0,-2 0 0,0 1-66,0-4-112,-5 5 83,9-6 0,-9 4 77,2-6-20,3 7 94,-6-5-137,5 9 478,-6-9-113,0 10-118,-6-10-115,5 10 1,-5-6 83,6 3-165,0 2 1,-1-3 0,-2 4-45,-1-4 23,0 4 0,4-6-57,0 3 85,0 3-156,0-5 124,0 1-134,0 4 98,0-5 0,0 5-5,0-3-6,0 2 292,0-3-11,-6-1-202,5 5 342,-4-5 0,3 1-29,-2-3 0,1 1 63,-5-1-183,0 0 1,0-1 7,0 1 358,-1 0-199,-3-4-125,0-1 1,-1 5 269,1 0 1,0 1 0,-2-3 432,-2 2-685,-3 6 0,-2-4 0,-1 6-124,-4 0 0,2 1-48,-5 4 0,7-3-31,2 6 137,-1 1 0,2-1-233,2 0 0,4-4-26,1 4-395,5-5 282,1 3 29,6-6-729,0 0 420,-5 0 389,-2 0-156,-5 0 0,3 4 0,1 1-566,-1 2 367,-2-4 59,4 8-1740,1-4 2155,6-1 0,44-17 0,11-9 0</inkml:trace>
  <inkml:trace contextRef="#ctx0" brushRef="#br0" timeOffset="192">19185 17389 7614,'-1'8'3929,"-3"0"0,1 0-3488,-5 5 0,5-5 0,-2 0 1,1 2 769,0 1-1262,-1 1 1,4 1-1,-2 3-275,-1 0 0,0 0 0,4-3-1557,0-1 1006,0 0 302,0 1-216,0-1 0,2-4 101,2 0 0,-2 0 134,7 5 442,-7-6 1,5 2 250,-3-5 0,-1 5 790,5-5 1,-4 0 596,4-4-931,-5 0-360,8 0 0,-9-2 0,3 0 63,0-2-214,-3-1 0,9 5-404,-3 0 186,-3 0 1,6 0-90,-2 0 0,-3 0-54,3 0 165,-1 0 2,4-5 1,5 4 0,-1-4-591,-1 4 365,-1 1 165,3 0 1,-3-4-148,3 0 0,-4 0 0,-1 4-233,1 0 509,-1 0-272,0 0 1297,1-6-805,-1 5 0,0-9 1252,1 6-602,-7 0 383,0 4-785,-1-5-353,-3 3 148,3-3-318,1 5-930,-5 0 541,5 0-532,-6 0 3231,0 0-1772,0-6-1180,0 5 464,0-10-229,0 10 0,0-10 1,0 3-289,0-3 641,0-2 0,0 1 1,0 0 374,0-1-129,0 1 0,0 0 496,0 0-339,0-1-104,0 1-26,0 0 0,0 3-317,0 1-6,0 5-190,0-7 37,0 8-103,0-3 153,0-1 102,0 5-268,0-5 71,0 6-249,0 0 918,0 6 0,-2-5-64,-2 3 472,3-2-329,-5-2-1,6 0-41,-5 0 0,-2 0 0,-5 0 257,-1 0-248,1 0-154,0 0 44,-1 0 1,-3 0 32,0 0 0,-6 0 0,1 0 118,-2 0 0,-2 0 1,1 0-1,-2 0 255,-3 0 1,7 0-443,-2 0 0,7 0-538,1 0 414,2 0-3629,2 0 2369,5 0-421,1 0 1,8 1 1635,2 3 0,25 3 0,10 5 0</inkml:trace>
  <inkml:trace contextRef="#ctx0" brushRef="#br0" timeOffset="193">16220 10030 7573,'0'-7'0,"0"0"1670,0 3-459,0 2 792,0-3-1142,-6 5-526,-1 0-107,0 5 1,-4 2-1,3 6-5,-3-1 1,0 2-1,2 1-63,1 1 1,-1 6-189,-3-2 93,5 4 0,-2 0-244,5 1 1,0-5 0,4 1-242,0 1 0,6-3 71,7 1 255,4-10-474,8 6 1,0-14 0,1 2-115,2-3 0,-2-8 0,3-4-165,-3-4 902,-7-6-124,-1 1-13,-6-4 0,-1-1 380,-3 1 0,-2-1 0,-6 0 584,0 1 0,-6-1-446,-2 0 0,-7 6-152,-1 3 1,-5 2-1,3 2 1,-1 1-360,-3 3 1,5 2-444,0 6 1,4 0-1526,0 0 1655,1 6 0,4 2-572,0 8 1,5-1-1,-1 5 960,2-3 0,41 27 0,8 3 0</inkml:trace>
  <inkml:trace contextRef="#ctx0" brushRef="#br0" timeOffset="194">16256 10177 7573,'-12'0'1343,"0"0"-924,0 0 1,-1 0 2127,1 0-893,5 0-1108,-4 0 1,10 2-1,-3 2-432,2 4 0,4 4 0,2 3 0,5 3-146,6 1-1560,-1-4 1156,9 3 1,-4-3-2452,6-3 2158,0 3 0,-2-9 0,-1 2-1106,-2-4 1835,-5-2 0,31-30 0,0-6 0</inkml:trace>
  <inkml:trace contextRef="#ctx0" brushRef="#br0" timeOffset="195">16453 10214 7573,'9'0'1304,"-1"0"1,-1-1-1218,1-3 0,3 1 0,-3-5 1,3-2 166,1-1-242,1-1 0,-5 0 1,0-1 193,2 1 1,-5 4-152,-1 0 80,-3-1 298,-1 3-374,0 0 1,-5 6 215,-3 0-482,-3 0 174,4 6 46,-4-5 0,8 6-480,-5-3-154,5-3 158,-8 10 313,10-9 20,-4 3 68,5-5 799,0 0 1280,0-5-753,0 3-854,0-3 0,0 6-277,0 3 1,0 3 79,0 5-21,0-5-547,0 10 1,1-9-1,2 10-1455,1-1 1365,5-3 1,-6 9 0,5-4-1041,2 1 956,1 3 0,-3-10-67,0 4-518,0-3 461,5-8 231,-6 0 422,-2-6 0,1 0 0,6-60 0,-3 22 0,1 0 0</inkml:trace>
  <inkml:trace contextRef="#ctx0" brushRef="#br0" timeOffset="196">16540 10103 7573,'0'-6'0,"0"-5"1361,0 4 1,0-1-622,0-1 0,1 3 392,3-3 1,3 2-141,5 3-620,0 3 0,6-10-538,1 10 0,5-9 0,-3 6 0,0 1 0,0 1-954,-2-3 48,-2 4 1,-4-4 0,-2 6-770,-3 3 0,-1-1 1841,-3 5 0,-19 11 0,0 7 0</inkml:trace>
  <inkml:trace contextRef="#ctx0" brushRef="#br0" timeOffset="197">16613 10202 7573,'-9'1'1187,"-4"3"231,4-2 1,-9 3-586,6-5-95,5 6 0,4-5-728,11 3 1,2-3-10,11-1 47,-1 0-792,5-5 1,-1 4 0,0-5-1,-3 2-1708,0 0 1466,-6 0 986,3 4 0,-11-11 0,-2-3 0</inkml:trace>
  <inkml:trace contextRef="#ctx0" brushRef="#br0" timeOffset="198">16613 10325 7573,'-12'7'900,"0"4"1,1-4-624,3 5 1628,2-5-1226,6-2 0,2-1-490,2 0 0,8 0-34,8-4 0,0 0-1434,0 0 1,1-1 211,3-3 19,1 3 1,-1-10 0,0 2 1047,-4-1 0,14-36 0,-1-7 0</inkml:trace>
  <inkml:trace contextRef="#ctx0" brushRef="#br0" timeOffset="199">16970 10079 7573,'-5'8'1517,"-3"0"0,1 0-708,-1 5 1,3-1-75,-3 0-521,5 1 0,-3 3 0,3 2-153,-1 1 0,0-3-19,4 5-803,0-1 1,4 0-1,1-4 1,1-2-1,1-3 1,-1-3 760,4-4 0,1-3 0,12-61 0,-10 22 0,0 1 0</inkml:trace>
  <inkml:trace contextRef="#ctx0" brushRef="#br0" timeOffset="200">16995 10066 7573,'-12'-5'1663,"5"4"-1060,-4-5 1,8 2 2318,-5 0-1478,5 0-1104,-2 4-196,10 5 0,2-2-295,5 5 0,6 0 0,3 3-255,2-2 0,6 3-165,-1 0 1,-3 1-1,-5 4-1265,2 1 918,-4 1 0,-6 6 428,-8-1 0,-2 7 499,-2 1-201,-6-2 168,-6 6 1,-7-10 0,-6 1 0,-1-3-237,-2-4 0,2-5-28,-3 2 288,3-9 0,-15-14 0,-4-7 0</inkml:trace>
  <inkml:trace contextRef="#ctx0" brushRef="#br0" timeOffset="201">19899 17770 7586,'-1'-8'57,"-2"0"1,-1-2-1,1-1 1,2-1 558,1 0-491,0-1 1,1-3-1,3 0 1,4 2 0,2 3-1,0 3 1,-4-2 0,1 1 2608,0 0-1389,-4-2-1122,2 10 0,-10-4 1,-3 5-1,-3 1 0,-2 3 1,0 4-1,-2 5 153,-2 3 0,-3 0-288,3 9-68,-4-3 0,7 9 0,-3-3 0,5 2 0,4 1 1,4 2-1,2 0-478,2 0 1,3-6 0,5 0-1,9-5-880,5-5 1,8-8 572,3-1 336,2-5 0,1-3 1,-2-8-1,-4-4 1,-3-5 51,-3-3 1,-9-4 0,-3 0 0,-7-2 179,-3-3 1,-4 3 197,-2-3 0,-4 8 517,-8 0 1,-4 2 0,-4-3-1,-1 3 396,1 1 1,3 2-416,1 3 0,3 5-680,-3 0-4,5 5 1,-2-1 0,9 8 0,4 4-1081,3 3 0,2 2-219,3-1 994,3 6 490,0-5 0,26 16 0,1-3 0</inkml:trace>
  <inkml:trace contextRef="#ctx0" brushRef="#br0" timeOffset="202">19911 17832 7583,'-12'0'1341,"0"0"1,0 4-135,-1 0-448,6 5 0,3-2 0,10 4 0,6-1-50,7-2 1,6-1-346,4 1-1112,2 3 1,0-6 0,-1 5 0,-2-2-1,-2 0-2373,-3-1 2529,-7 4 592,2-9 0,-11 3 0,-1-5 0</inkml:trace>
  <inkml:trace contextRef="#ctx0" brushRef="#br0" timeOffset="203">20207 17709 11170,'0'8'3372,"-2"0"-1261,-2 2-2281,3 1 0,-5 2 1,6 2-1,0 2 1,0-1-1,0 0 1,0 2-1,2 0 0,1 0-2523,1-3 1,1-1 1299,-1-2 672,-2 0 0,3-4 721,-5 1 0,6-18 0,0 1 0</inkml:trace>
  <inkml:trace contextRef="#ctx0" brushRef="#br0" timeOffset="204">20244 17709 7573,'-7'-9'482,"3"1"1,-2 4 232,2-4 0,0 4 0,4-4 0,1-2-325,4-1 1,1 3-1,8 0 1,2-2-428,5-1 0,2-1 0,0 1 0,-1 1-768,-1 2 1,-2 4 0,2-3-1,-5 2-382,-2 2 1,-8 3 67,-1 4 1119,-4 3 0,-23 38 0,-5 8 0</inkml:trace>
  <inkml:trace contextRef="#ctx0" brushRef="#br0" timeOffset="205">20256 17832 7573,'-18'0'0,"5"4"5167,-4 0-3959,3 5 0,10-7-977,8 2 1,10-3-415,15-1-379,2-5 0,2-2 0,0-4 0,0 1 1,-2 4-1747,-2 0 1,-4-2 660,-5 4 1236,3 0 411,-14 4 0,-20 5 0,-17 2 0</inkml:trace>
  <inkml:trace contextRef="#ctx0" brushRef="#br0" timeOffset="206">20244 17967 7573,'-17'10'992,"1"2"1,-1 3 154,5-3-732,5 1 1,3-2 0,8-3 0,6-4-66,5-3 1,8-1-641,6 0 0,5 0-1351,-1 0 1351,2-5 125,2 3 1,6-25 0,1 0 0</inkml:trace>
  <inkml:trace contextRef="#ctx0" brushRef="#br0" timeOffset="207">20625 17659 7573,'-1'9'18,"-2"-1"0,-2 1 106,-2 2 1,3 3 2238,-5 2-1960,7-2 1,-4 9 0,6-2-1,0 2 1,0 2 0,0-1 0,0 1-358,0 0 0,2-5-273,2 1-494,-3-6 1,9 2 0,-5-6 0,2-1-1,3-3 1,-1-3 720,-1-6 0,3 2 0,-4-43 0,5-5 0</inkml:trace>
  <inkml:trace contextRef="#ctx0" brushRef="#br0" timeOffset="208">20662 17696 7573,'-12'0'1304,"0"0"0,3 0 1167,1 0-1346,5 0-829,-2 0 1,6 0-1,5 0 1,6 2-1060,7 2 169,4 3 0,6 9 0,0 2 0,-2 1 0,-1 4-645,-1 5 1,-5-2 0,-1 4 0,-2-2 973,-6 1 1,-4 0 264,-7-5 0,-2 0 662,-2-4-350,-3 3 1,-6-10 0,-4 0-1,-3-4 1,-2-4 502,1-2 1,-1-2 0,6-1 0,1 0-153,1 0 1,2-4-472,0 0 0,5-6-821,3 2 142,-3 3 0,6-6 0,-5 3 487,1-3 0,9-7 0,-3-1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84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13549 8221 7773,'-8'-13'262,"1"1"1,2 0 615,2-1 1,2 1 0,1 0-1,0-1 185,0 1 1,1 1 0,2 2 0,2 0 523,2 0 1,-4 2 0,2 0 591,1 2-1904,-5 1 1,4 9 0,-3 3-1,1 3 1,1 3 0,-2 2 0,1 6 1345,1 5-1472,-2 5 1,3 5 0,-5 1 0,0 2 0,0 4 0,0 2-1,0 3-154,0-2 1,-1 6-1,-2-4 1,-1 3 0,1 0-1,2-1-442,1-3 1,-4-9 0,0-2 0,-1-5 0,1-5 0,-1-1-85,-2-3 1,4-10 0,-2-1 0,-1-3-658,-2-2 715,3-1 1,-2-6 0,3 0 0,-3-2 0,-1 0 0,1-4-2192,1-1 0,2-5 2664,4-4 0,0-34 0,0-3 0</inkml:trace>
  <inkml:trace contextRef="#ctx0" brushRef="#br0" timeOffset="1">13820 8171 7813,'0'-8'1127,"0"0"0,1-2 1346,3-1 0,-2 6-1616,2 5 0,-3 5 1,-1 9-1,0 2-212,0 5 0,0 8 0,0 4 1,0 3-197,0 5 1,0 3 0,0 5-1,-1 1-227,-3-1 0,2 1 1,-2 2-1,3 0-438,1-4 21,0 1 0,1-14 1,2 0-1,1-3 1,0-6-1,0-4 1,0-6-2110,-1-2 798,-2-8 1,-1 3-8,0-9 0,-1-3 0,-2-9 1513,-1-1 0,0-48 0,4 24 0,0 0 0</inkml:trace>
  <inkml:trace contextRef="#ctx0" brushRef="#br0" timeOffset="2">13672 8085 7802,'-12'0'972,"0"0"1,-1 0 173,1 0 1,6 0-1,8 0 1,9 0-1,8 0 1,6-1-405,3-3 0,4 1 0,7-4 0,6 0 0,9 0 0,6-3-736,6-6 1,-2 3-1,3-4 1,-3 4-361,-4 0 1,-12 2-1,-4 2 1,-10 2-1939,-9 2 1,-6-4 63,-7 5 1,-5-1 1177,-3 1 0,-8 2 0,-4-2 1050,-3 3 0,-40 23 0,-9 5 0</inkml:trace>
  <inkml:trace contextRef="#ctx0" brushRef="#br0" timeOffset="3">13844 8553 7813,'-12'0'2345,"1"-2"-784,3-2 0,4 3 0,9-3 0,6 3-1226,4 1 1,7 0 0,-1 0 0,2 0 0,2 0 0,-1 0-574,1 0 0,-2-2 0,-1-1 1,-2-1-624,2 2 1,0 0 0,-1 2-1,-5-1-1987,-2-3 0,-2 2 2848,0-2 0,-16-8 0,-4-2 0</inkml:trace>
  <inkml:trace contextRef="#ctx0" brushRef="#br0" timeOffset="4">13586 9020 7803,'-8'0'778,"0"0"0,-2 0 1343,-1 0 0,6 0-1482,5 0 0,6 2 0,10 1 0,3 1 0,3-2 1,5 0-110,3-2 0,3 0 1,5 0-1,6-2 401,9-2-847,9-8 1,-25 5-1,1-1 1,0-1 0,0-1-1,1 0 1,-1 1-1,-1 0 1,-1 0 0,28-9-1,-11 4 1,-13 5-704,-13 5 1,-13 4 0,-11 4 0,-6 4-1,-5 2-3090,-3-2 2904,-2 3 1,1-4 804,0 5 0,-17-5 0,-4-2 0</inkml:trace>
  <inkml:trace contextRef="#ctx0" brushRef="#br0" timeOffset="5">15186 8036 7740,'0'8'768,"0"0"260,0 2 1,-2-5 0,-2 0 0,-4-4-564,-3-1 0,-1 0 0,0 1 0,-1 2-189,1 1 0,-4 0 0,-2-4 1,-1 0-191,-3 0 0,-1 4 0,-1 2 0,2-1-140,2 1 0,1-1 1,-2-2-1,5 1-350,2-1 101,2-2 0,4 3 0,-1 0 158,0-1 1220,3 4-442,1-6 0,5 6-210,0-3 0,1-2 310,3 2 248,-2-3-491,3-1 0,-3 0 84,2 0-440,-3 0 1,6 0 0,-4 1 37,1 3 0,1-1-39,-1 5 0,-2-3 1,2 3-1,-1 0 48,1-1 1,-3 4-1,3-2 1,-2 5-110,-2 2 1,0 6 0,0-1-1,0 3-99,0 5 1,0 1-1,0 4 1,0-1-10,0 1 0,-5 2 0,1-1 0,0 0-63,-1-3 0,3-4 0,-2 1 0,2-4-16,-3 0 1,4 0-1,-3-1 1,3 1 11,1 0 0,-5-5 0,1-1 0,0 0 153,-1 0 0,2-2 1,-4 2-1,2-1 5,2-3 1,0-1-16,-1-2 62,3 0 1,-5-6 20,6-6 0,0-6 207,0-6 1,0 4 0,2 1 50,2 1 1,-1-2-1,5 3-164,1-2 0,2 3 0,2-3 0,-1 1-165,0 4 1,5-4 0,0 2 0,3 0-272,1-1 1,4 3-1,2-2 1,3 1 149,2-1 1,-1 3 0,4-3 0,-4 2 195,-1 2 0,-3 0 0,-5 0 0,-3 0-103,-1 0 0,-5 0-533,-5 0 0,-6 2-687,3 2 0,-5-3 0,-5 5-1525,-3-1 0,-3-3-1776,-1 2 4497,0 2 0,-12-10 0,-2 3 0</inkml:trace>
  <inkml:trace contextRef="#ctx0" brushRef="#br0" timeOffset="6">15604 8319 7232,'8'0'309,"1"0"0,0 0 1,1-1-1,-1-2 1035,0-1 0,-3-6 1,4 2-1,-3-3-576,-2-1 1,-1 4 0,-4-1-350,0 0 0,-1 2 0,-3 0 0,-4 2-255,-3 2 1,-7 2 0,-4 2 0,-4 3 0,-3 4 0,2 5-50,1 3 1,2-2-1,-1 3 1,2 0 31,2-1-151,-2 6 0,11-7 1,-2 4-1,6-1 1,2-2-1,4 1 1,0-1 50,2-1 0,6-5 1,2-3-1,4 0 1,3-2-1,2 0 179,-2-2 0,2 3 0,0-2 0,-2-1 0,-1-2 0,-2-1 399,0 0-531,0 0 0,-3 0 0,-1 0-364,1 0 115,-3 0 0,-6 0 0,-8 0 0,-3 0 0,-2 0 0,1 0-219,0 0 1,-2 4 0,-1 1 0,-3 2 285,-1 3 1,3 1 0,-3 1 0,1 0 28,3 1 1,1 3 0,2 2 0,0 1 117,-1 3 1,5 0-1,1 0 1,2-2 20,2 2 0,2-3 0,1 0 0,1-1 155,3-3 0,3-3 1,5-3-1,2-4 497,2 1 0,1-5 1,6 2-1,3-6-69,0-5 0,4-3 1,-1-1-1,-2-1-387,-1 1 0,-7 0 0,-2 1 1,-4 1-1335,0 2 1,-5 4-3421,0-4 1,0 4 4477,4-5 0,7-16 0,2-7 0,2-5 0,1 0 0</inkml:trace>
  <inkml:trace contextRef="#ctx0" brushRef="#br0" timeOffset="7">15961 8085 7763,'-12'0'267,"0"0"0,-1 0 0,2-1 0,2-2 2678,1-1 0,3 0-2120,-3 4 0,11 1 1,1 2-1,6 1-434,2-1 0,2-2 0,2-1 0,5 0-190,2 0 0,-3 0 1,1 0-1,1 0-62,1 0-56,2 0 1,-5-4-1,-1 0 1,-1 0 0,-3 0-1,-1-2 609,-2-1 0,-5 3 268,-3-4-784,-8 5 0,1-2 0,-5 5 0,-2 0 0,-1 0 0,-1 1 37,0 3 1,4-2-1,1 3 1,0-1-190,0 0 0,4 6 1,-1-2-1,3 3-27,1 1 0,0 1 0,0-1 0,0 2-12,0 2 1,0 3 0,0 7 0,1 2 32,3 0 1,-1 8 0,4-1 0,0 5-40,0 0 1,-1-2 0,4-2 0,-2-2-51,2-1 0,-1-2 0,1 2 0,-3-6 59,-2-5 0,5 0 1,-3-6-1,1-1 85,0-1 1,-5-2 0,2 1-1,-1-1 63,0 0 1,0-3-1,-2-3 1,1 1-192,1 0 1,0-3-444,-4 4 121,0-5 0,-2 3 152,-2-6 1,2-5 0,-8 1 42,-4 2 1,1 0 0,-8 2-1,-1 2 116,-1 2 1,-7 4-1,-3 7 1,-2 3 187,-2 1 1,0 1-1,3 4 1,3-4-405,7-3 0,7-5 0,2-3-1208,6 0 1,5-7-1,8 2 347,4-2 0,8-8 1,5-2-1,4-3 1143,3-1 0,26-22 0,-22 14 0,0 0 0</inkml:trace>
  <inkml:trace contextRef="#ctx0" brushRef="#br0" timeOffset="8">16823 8368 7734,'-13'0'352,"1"0"1,0 0 0,-1 0-1,1 0 2538,0 0 0,5 2 0,4 0-1824,6 2 0,9 1 1,9-5-1,2 0-53,2 0-1031,5-6 0,-3 3 0,6-5 0,1-1 0,0-2 0,0 0 0,-2 1-666,-2 2 1,1 1 0,-5-3 0,-4 2 0,-3 0 0,-4 1-4046,-1 3 3872,-7 3 0,-3 1 0,-9 1 0,-8 3 0,-6 4-2078,-4 3 2935,-2 2 0,-2 5 0,-3 3 0,-3 3 0,0-1 0</inkml:trace>
  <inkml:trace contextRef="#ctx0" brushRef="#br0" timeOffset="9">16823 8590 7734,'-13'7'0,"2"4"1184,3-3 1,4-3 0,8-1 0,6-2 0,5-4 0,5-2 3719,3-4-4713,2 3 1,0-5-1,-1 4 1,1 1-1,-2 0 1,-2 0 0,-4 1-1014,1 0 1,-4 0 0,2 4-1,-2 0 822,-2 0 0,-16-5 0,-4-2 0</inkml:trace>
  <inkml:trace contextRef="#ctx0" brushRef="#br0" timeOffset="10">18152 8344 7702,'12'-13'63,"-4"5"1,-1 0 0,0-2-1,-2-1 1,1-1 0,-3 0 488,-2-1 0,-5 1 0,-2 1 0,-1 2 0,-2 2 0,-2 1-5,-1 4 1,-2 0 0,-1 2 0,-3 2 0,0 2 0,-1 4 17,0 3 0,-1 1 0,-4 0 1,2 2 148,2 3-584,-1 2 0,-2 5 1,1 1-1,2 0 0,-1-1 1,2 2-1,3 3 745,2 4-739,7-3 0,-2 5 1,5-3-1,2 1 1,5-2-1,7-1 1,3-1 521,4 1-587,4-4 1,3-2-1,6-7 1,0-5 0,1-2-1,1-3 1,1-2 201,-2-2 0,9-3 0,-3-4 0,2-5-41,4-1 0,-4-3 1,5 1-1,-3-2-56,-5-2 1,-1 1 0,-6-4-1,-3 0 20,-4-1 0,0 4 0,-6-5 0,-1 1-236,-1 1 0,-2-3 0,0 4 0,1-1-215,-1-3 0,0 2 0,1-2 0,-2-1 16,-3 1 0,1 0 1,-5-1-1,-1 1 257,-1 1 1,-9 2 0,-4-2 0,-7 5 408,-5 2 0,-1 6 0,-8 1 0,-4 2 359,-4 2 1,1 2-1,-6 1 1,-3 0-586,-4 0 1,7 1 0,0 3 0,6 3-537,7 0 0,3 2 0,8-3-1276,5 1 1,8 1 0,5 4-1099,6 1 1,4-1 0,5 0 2708,0 1 0,17-7 0,4 0 0</inkml:trace>
  <inkml:trace contextRef="#ctx0" brushRef="#br0" timeOffset="11">10066 11014 7758,'-12'-5'581,"-4"2"1,-1-4 0,2 2 0,3 3 0,4 5 0,4 6-1,2 7 1303,2 4 1,0 5 0,2 3 0,0 7-1202,3 4 0,3 6 1,-3 7-1,1 3-195,-1 1 0,-1-3 1,-4 3-1,0-2 617,0-6-1011,0-10 1,0-8-1,-1-5 1,-2-2-1,-2-3-2350,-2-3-1127,4-9 0,-2-4 3383,5-8 0,22-47 0,-9 18 0,1-1 0</inkml:trace>
  <inkml:trace contextRef="#ctx0" brushRef="#br0" timeOffset="12">10337 11076 7784,'-1'-7'1444,"-3"3"-279,-4 2 1,1 4-1,0 3 1,1 7 0,2 9-1,0 6-324,0 6 1,-4 9-1,2 6 1,1 6 0,-1 2-1,2 1-452,-1-1 0,4-1 0,-4-9 1,4-5-240,1-8 0,0-11 0,0-5-617,0-4-1945,6-6 1,-4-8 2411,6-12 0,-5-21 0,3-11 0</inkml:trace>
  <inkml:trace contextRef="#ctx0" brushRef="#br0" timeOffset="13">10091 11137 7796,'-12'0'1352,"1"-1"1166,3-3-1853,2 2 1,6-5 0,2 5 0,3-2 0,7 0-1,9-1 1,6 0 0,7-2 295,6-2 0,5-4 0,8-2 0,4-1-688,-1 1 0,2-3 0,-4 2 0,-4 1-133,-3 1-840,-5 2 0,-16 5 0,-5 1 1,-6 2-6029,-3 0 6728,-5 0 0,-29 20 0,-12 5 0</inkml:trace>
  <inkml:trace contextRef="#ctx0" brushRef="#br0" timeOffset="14">10251 11432 7783,'-8'0'1871,"0"0"-364,-2 0 1,6 0 0,5 0 0,10 0-791,8 0 0,5 0 0,0 0 0,2 0-672,3 0 1,-2-1 0,5-3 0,-2-3-564,-3 0 1,-1-4-1,-3 5 1,-1-3-1091,-1 1 1,-10 5-1,1-1 1608,-1 3 0,-44 17 0,-9 5 0</inkml:trace>
  <inkml:trace contextRef="#ctx0" brushRef="#br0" timeOffset="15">10030 11777 10401,'0'8'4052,"1"0"-3387,3 2 0,3-5 0,7 1 1,3-2-1,8 0 0,9-1-132,10-2 0,8-1 0,13-1 1,4-3-200,-1-4 1,-33 4 0,0 1 0,26-4 0,-4 1-162,-6 4 0,-8 0 1,-6 2-1,-9 0-182,-6 0 0,-8 0-2320,-6 0 1593,-5 0 1,1 0 0,-7 2-1,-2 0 1,-2 3 735,-3-3 0,-28 5 0,-8 0 0</inkml:trace>
  <inkml:trace contextRef="#ctx0" brushRef="#br0" timeOffset="16">11605 10682 12750,'-2'8'2752,"-2"0"0,-4-1-2664,-8 1 0,-9 5 0,-9-3 0,-7 7 0,-8 1 0,-6-1-68,-1-2 0,1-1 0,7-2 1,3-1-1,7-2 0,8-5-369,9-3 0,6-1 359,3 0 1,7 0 281,5 0 1,5 0 55,7 0 0,-5 6 1,-1 2-1,-2 3 798,0 1-946,5 0 1,-6 1-1,4 0 1,0 2-1,-2 3 1,2 0 0,-1 1 464,-1 0-622,-1-4 0,2 8 0,0-2 1,1 2-1,-1 2 0,-2 1 0,1 3-12,2 3 0,-4 0 0,1 2 0,-3 3 21,-1 3 0,0 6 0,0-1 0,0 2-89,0-2 1,0 1 0,-1-3-1,-2-1-96,-1 0 0,-4-5 0,2-5 0,0-2-36,-4-3 0,3 1 0,-1-1 1,0 2-221,1-2 0,-4-7 0,4-3 1,-1-3-604,0-2 968,5 0 0,-2-6 254,5-6 1,1-2 0,3-5 0,4 1 201,3-1 0,3 3 0,2-5 1,6 1 82,6 1 1,0-2 0,8 3 0,2 1-207,0-1 0,5-2 0,-2 4 1,-3 1-346,-4 2 0,-5 1 1,-9 0-1,-3 0-1154,-3 0 0,-8 1-763,-2 3 0,-4 3-2625,-4 6 4578,3-7 0,-15 0 0,2-6 0</inkml:trace>
  <inkml:trace contextRef="#ctx0" brushRef="#br0" timeOffset="17">12245 10731 7770,'-13'-5'694,"1"-4"0,0 0 258,-1 1 1,1 2 0,0 7 0,0 4 0,-1 4-1,0 6 744,-4 6-1518,3 7 0,-13 5 1,3 8-1,-2 4 0,0 5 1,2 3-1,2 6 700,2 5-752,5-1 1,6-28-1,1 1 1,0 31 0,4-1-1,4-2 1,4-7 0,6-5 178,5-8 0,5-11 0,8-7 0,2-6 0,0-2 0,0-4 788,-3-5-1037,-6 2 0,1-9 0,-6 3 0,-2 1 0,-3 0 0,-4 3-692,-2-1 0,-1-4 0,-4 4-2433,0 2 1,-1-5 3068,-3-1 0,-3-30 0,-5-8 0</inkml:trace>
  <inkml:trace contextRef="#ctx0" brushRef="#br0" timeOffset="18">12552 11039 7755,'-8'-2'393,"0"0"1075,-2-3 1,4-3 0,-1 6-294,1 3 1,2 4 0,4 9 0,0 2-390,0 5 0,0 4 1,1 5-1,2 5 856,1 5-1416,0 6 1,-4 4 0,0 7 0,0 2 0,0-3 0,0-7 0,0-8 450,0-7-1175,-5-4 0,4-6 0,-4-4 0,3-5-4794,-2-5 4401,2-5 891,-3-5 0,27-38 0,5-10 0</inkml:trace>
  <inkml:trace contextRef="#ctx0" brushRef="#br0" timeOffset="19">12983 11346 7743,'-8'0'2047,"2"0"0,5 0-993,6 0 0,6 0 1,6 0-1,3 0 1,4 0-1,0-1-395,1-3 1,-1 2 0,0-2-1,-2 3-425,-2 1 1,-5-4 0,1 0 0,-2 1-387,-2 2 0,1 1-921,-1 0-6849,-5 0 7922,-2 0 0,1-17 0,1-3 0</inkml:trace>
  <inkml:trace contextRef="#ctx0" brushRef="#br0" timeOffset="20">13623 10965 7737,'-7'-12'1707,"2"5"1,3 1-756,-2 6 0,3 7 1,-3 5-1,2 8 1,2 3-1,0 4-103,0 6 1,0 0 0,0 9 0,0-1-292,0 0 0,0 6 0,0-4 0,0 1-288,0-3 1,0-4-1,0-5 1,0-6-477,0-5-1616,0-6 1,0-1-7573,0-6 9394,6-10 0,1-16 0,5-15 0</inkml:trace>
  <inkml:trace contextRef="#ctx0" brushRef="#br0" timeOffset="21">13598 11260 7728,'-5'-7'3076,"9"2"1,1 4-2709,12-4 0,5 4 0,-2-3 0,3 3-125,2 1 1,0-5-1,-1 0 1,2 0 0,2-1-1,-1 2 9,-4-2-679,-4 5 1,-4-6 0,-1 5-1,-3-3 1,-1 4-3413,-4 4 3355,0-2 1,-7 9 0,-4-6 0,-1 0 483,-1 1 0,-21-14 0,1 1 0</inkml:trace>
  <inkml:trace contextRef="#ctx0" brushRef="#br0" timeOffset="22">13955 10940 7726,'-8'0'3982,"0"0"1,5 2-3511,-1 2 1,8 3-1,3 6 1,1 5 0,0 7-1,2 6 238,1 5 0,-3 6 1,-1 3-1,-2 3 0,-2 1 1,-2 0-256,-1 1 1,0-11 0,0-2 0,0-3-506,0-2 0,0-6 0,0-7 0,0-1-787,0-3 0,0-6-1632,0 0 1,2-7-1483,2 2 2950,-3-2 1,6-5-1,-4-4 1001,1-5 0,6-31 0,-4-3 0</inkml:trace>
  <inkml:trace contextRef="#ctx0" brushRef="#br0" timeOffset="23">14226 10633 7710,'-12'0'673,"-1"0"1,1-2 0,0-1 2054,-1-1 1,7-1-1156,2 1 1,2 1-672,2-5 0,2 5 1,2-1-312,4 3 1,3 1 0,1 0 0,0 0 576,1 0-1054,-1 5 0,0 2 1,1 5-1,-1 1 1,2-1-1,1 2 0,2 2 268,3 4-432,-5 4 1,8 2-1,-3 4 1,4 7 0,0 6-1,1 5 1,-1 2-1558,1-1 1345,0 0 0,-2-1 0,-3-2 0,-3-2 0,-4-2 0,0-2 0,-2-2-43,-3-1 0,-3 0 1,-5 0-1,0 1 322,0 3 1,-5-4 0,-5 2 0,-5-5 91,-5 0 1,-3 0-1,-1-1 1,2-4 132,2-3 0,4-6 1,-4-1-1,3-2-116,2-6 1,1 0-785,2-7 0,3-1 0,3-8 0,0-3-2827,3-3 0,3-1 3485,4 0 0,9-44 0,6-11 0</inkml:trace>
  <inkml:trace contextRef="#ctx0" brushRef="#br0" timeOffset="24">15161 10965 7686,'8'-12'177,"-1"-1"1,0 1 0,-1 0-1,-1-1 1081,-2 1 0,-2 0 0,-1-1 57,0 1 1,-1 1-1013,-3 3 0,-3 2 0,-5 6 0,-2 2-145,-3 2 0,-2 3 1,-5 6-1,-1 2 78,0 2 0,1 5 0,1-2 0,1 5 577,1 4-705,1-3 1,2 0 0,4-6 0,6 2 0,3 0 0,2-2 0,3-3-61,4-4 0,4-6 1,9-3-1,3-2-183,3-2 1,2 0-1,0 0 1,-2 0 12,-3 0 1,2 0-1,-5 0 1,-4-2 228,-3-2 156,-5 3 0,-10-9 0,-3 6 1,-3 1-185,-2 2 0,0 1 1,-2 0-1,-3 0-274,-1 0 0,2 1 1,-2 4-1,0 3-35,0 3 1,3 2-1,-4 2 1,3 3 112,2 1 1,1 2 0,3 2 0,1-1 220,2-1 0,5-2 0,-1 3 0,4-3 305,4-2 0,5 3 1,7-7-1,5-3 184,2-3 0,3-3 1,3-4-1,2 0-111,0 0 1,4-4 0,-7-2 0,0-1-554,-2-2 1,-7 2 0,-3 0-1,-2 2-924,-2 2 0,-4-3 1,1 2-1,-1 0-1150,-1-1 1,4-1-1,-3-5 2145,3-1 0,1-30 0,0-17 0</inkml:trace>
  <inkml:trace contextRef="#ctx0" brushRef="#br0" timeOffset="25">15457 10546 7686,'-9'-1'442,"1"-2"0,-1-1 1,-1 0-1,0 0 2110,2 0 1,4 0-1795,-4 4 0,11 4 0,1 0 0,7 0-396,5 2 1,-1-5 0,7 3 0,3-3-210,2-1 1,3 0-1,-3 0 1,2-1 106,-1-3-314,-3-3 0,-1 0 0,-2 2 0,-3 1 0,-3-2 1,-4 1-667,-2-1 896,-7 2 1,1 4-1,-8 0 1,-4 0-1,-3 2 1,-2 2 1443,1 4-1464,0-3 1,4 6 0,-1-3-1,1 3 1,0 2 0,1-1 0,2 2-30,2 2 0,1-1 0,2 4 0,0 0-231,0 1 0,6 0 0,2 6 0,3 1-21,1 2 0,1 7 0,-1-1 0,0 6 138,1 3 1,-2-3 0,-2 4-1,-2 3 22,-2 4 0,0-6 1,-5 4-1,0-2-61,0-1 0,0-1 1,0-3-1,0 0-181,0-4 1,4-7 0,0-6 0,0-6-109,1-2 0,-2-2 471,5-3-17,-5-1 0,4-5 8,-3-3 40,-3-3-112,5-1 1,-8 0 0,-2 0 0,-4 0-59,-3 0 0,-3 0 1,-2 2-1,-4 2 126,-4 4 0,-2-1 0,-1 1 1,-2 2 19,2 1 1,1 1 0,3 0 0,2-1-1149,5-3-756,2 3 1,9-9 0,5 2-3360,6-3 5100,11-6 0,29-30 0,-16 12 0,-1 0 0</inkml:trace>
  <inkml:trace contextRef="#ctx0" brushRef="#br0" timeOffset="26">17056 11051 7772,'-8'0'1019,"0"0"0,0-1 2929,1-3-3329,1 2 0,12-3 1,4 5-1,5 0 0,5 0 1,3-2 243,2-2 1,5 1 0,3-3 0,2-1 238,2 0-1255,0-1 0,-1-5 0,-2 1 0,-3 1 0,-1 2 0,-4 0 0,-2 1-2979,-4 1-2103,-10-4 5235,6 10 0,-58 34 0,-7 15 0</inkml:trace>
  <inkml:trace contextRef="#ctx0" brushRef="#br0" timeOffset="27">17204 11236 7795,'-8'0'2413,"0"0"-1518,5 0 0,0 0 0,11 0-120,9 0 1,5-6-1,4-1 1,1-1-1,3 0 1,0 0-1019,0 1 1,-1-3 0,-4 6-1,-1 1 243,1 2 0,21-4 0,6-2 0</inkml:trace>
  <inkml:trace contextRef="#ctx0" brushRef="#br0" timeOffset="28">18509 10989 7797,'0'-8'511,"-2"1"1,-1 1 0,-2 0 0,-2-1 165,-2 0 1,2 5 0,-1-2 0,-2 2-1,-1 2 1,-1 0-262,-1 0 1,0 2 0,-4 3 0,-5 6 0,-4 5 0,-4 4 161,-1 1 0,2 3 1,-2 2-1,-1 1-185,1 2 0,5 4 0,1-3 0,7 0-155,5 0 1,2 4 0,3-1 0,4 1-80,2-1 0,8 1 1,3-4-1,5 0-160,2 0 0,6-2 0,0-8 0,4-4-83,3-2 0,6-2 1,1 1-1,4-2 27,-1-3 0,-1 1 0,-1-4 0,0-3 41,0 0 1,-5-2 0,-2-2 0,-2-3 27,1-7 0,1-1 0,-1-5 0,4 1-230,2-4 1,-2-2-1,0-2 1,1 1-162,2-1 0,-3-4 0,-2-1 0,-2 0 257,-6 0 0,0-4 0,-6 2 1,-4 1 272,-3 2 1,-1 5 0,-4 2 0,-3 1 273,0-1 0,-4 3 1,-2 0-1,-5 1 133,-6 3 0,-5 2 0,-6 2 0,-2 1 56,-5 2 1,-4 5 0,-3-2-1,-2 1-290,-2 0 0,5-1 0,-3 5 1,6 2-625,3 2 1,3 1-1,6 5 1,4-2-662,4 2 0,3 1 0,4 1 1,2 0-351,1 1 0,2-1 0,4 0-1221,0 1 0,2-1 2532,2 0 0,30-21 0,12-6 0</inkml:trace>
  <inkml:trace contextRef="#ctx0" brushRef="#br0" timeOffset="29">12319 13968 7753,'-13'-6'594,"1"-1"0,1-5 1,1 1-1,4 1 0,-1 4 1044,0 0 0,4 5 1,-1 9-1,4 8 0,4 8 1,3 6 2438,0 7-3647,4 5 0,-10 11 1,3 2-1,-2 1 0,-2 4 1,-2 3-1,-2 1 598,-4-3-1028,-3 0 0,3-12 0,0 2 0,-2-7 0,0-6 0,2-8 0,3-8-1988,-1-10 0,5-2 0,-3-10-2928,2-6 1,8-5 4874,2-5 0,5-15 0,1-6 0,3-6 1,-1-1-1</inkml:trace>
  <inkml:trace contextRef="#ctx0" brushRef="#br0" timeOffset="30">12602 13943 7757,'-13'0'3446,"1"0"-2600,0 0 1,5 7 0,3 4 0,2 5 0,2 3-165,0 3 1,0 8 0,0 7 0,-1 7 0,-2 4 0,-2 1 116,-2 0 1,-1-1 0,-3-3 0,1-4-635,2-3 0,5-6 1,-1-5-1,3-5-581,1-5 82,0-9 1,1 1 0,2-3 0,2-1 0,2 1-3077,3-4 0,-3 0 3410,1-2 0,0-22 0,4-5 0</inkml:trace>
  <inkml:trace contextRef="#ctx0" brushRef="#br0" timeOffset="31">12442 13931 7743,'-13'0'398,"1"-2"0,0 0 0,-1-3 0,2 1 1872,3-1 1,1 2-1,6-4-1127,1 2 1,8-1-1,13 4 1,3-2-409,5 1 1,2-3 0,6 1 0,2-2-384,2-3 0,-2-1 1,5-1-1,1-2-335,3-2 0,-3 1 1,4-4-1,-8 1-580,-6 3-572,-5 7 1,-7-2 0,-4 5 0,-8-1-2832,-10 1 2582,-6 6 1,-9 2 0,-1 7 1383,-1 3 0,-39 27 0,25-14 0,0 0 0</inkml:trace>
  <inkml:trace contextRef="#ctx0" brushRef="#br0" timeOffset="32">12577 14263 7742,'-8'0'0,"0"0"0,-2-1 2412,-1-4 1,1 4-1,6-3-1279,8 3 0,6 1 1,4 0-1,2-2-388,5-2 0,2 1 0,1-3 0,1-1-517,0 0 0,-5 0 0,1-3 0,1 4-805,1 0 1,-3-2 0,-1 4 0,-1 0-1492,-3-2-1598,-6 5 3666,1-5 0,-46 34 0,-7 6 0</inkml:trace>
  <inkml:trace contextRef="#ctx0" brushRef="#br0" timeOffset="33">12319 14644 7742,'-7'6'644,"-4"-5"0,5 6 1,-3-4-1,0 1 389,0-1 0,3-1 0,4 1 0,4 1 0,7-1-189,2-2 1,8-1 0,4 0 0,7 0-17,6 0 0,3-5 1,10-3-1,1-3-212,-1-2 1,2 2 0,0 2 0,3 1-404,-2-2 1,-3 5-1,-4 1 1,-4 2-644,-3 2 166,-6 0 1,-3 2-1,-9 0 1,-5 4-1531,-5 1 832,-5-5 0,-6 4 0,-3-6 0,-4 0 0,-3 0 962,-2 0 0,-26-17 0,-8-3 0</inkml:trace>
  <inkml:trace contextRef="#ctx0" brushRef="#br0" timeOffset="34">13709 13721 8085,'7'0'6960,"-3"0"-6586,-8 0 0,-3 2 0,-5 1 1,-2 2-1,-2 2 0,-5 1 581,-2-1-1009,-7 4 1,3-6-1,-6 3 1,0-3-1,0-4 1,2-1-1,1 0-227,2 0 1,4 0-1,2 0-52,1 0 0,6 0 618,-1 0 160,8 0 0,3 0 1,10 0-1,3 0 260,3 0 1,-3 4-1,0 0 1,2-1-390,1-2 0,-3 3 1,0 2-1,0 1-185,-1 2 1,3-2-1,-5 1 1,1 2-83,-1 1 0,3-2 0,-4 2 0,0 3-25,2 0 1,-5 3 0,3 1-1,-2 3-24,-2 5 0,0 0 0,0 6 0,0 3 43,0 0 0,0 2 0,0 0 0,0 1 32,0 3 0,0-6 1,0 0-1,0-2-22,0-2 0,-4-2 0,0 3 0,-1-1-25,0 0 1,4-3 0,-5 0 0,1 0-112,-4 1 0,0-5 0,-1 2 0,3-5-47,2-4 1,-3 0 0,2-6 330,0-3-43,3-3 1,-1-5 0,8-1-1,4-2 264,3-1 1,7-5-1,4 0 1,5-1 147,6-3 0,4-3 0,2-1 0,4 1-458,0-2 1,-7 5 0,-2-2 0,-5 4-1570,-6 2 23,-6 7 0,-5-2 1,-9 6-525,-6 2 0,0 0 1958,-5-4 0,-11-16 0,-7-4 0</inkml:trace>
  <inkml:trace contextRef="#ctx0" brushRef="#br0" timeOffset="35">13918 14312 7728,'-12'-7'4124,"4"-2"-60,0 5-2995,5 0 1,-1 4 0,8 0 0,4 0-65,3 0 0,5 0 1,2 0-1,0 0-697,0 0 0,4 0 0,-3 0 0,1-2-272,1-2-160,-1 3 1,1-9 0,-2 5 0,-1-2 0,-2-3 0,1 1 0,-2-1 0,-3 2 0,-3-2-2134,1-1 2020,-4-1 1,-1-4 0,-5-1-1,-1 2 1,-5 2 0,-5 0-213,-4 1 1,-7 5 0,2 3 0,-3 3 58,-2 1 0,-5 6 1,-2 5-1,0 6 179,-1 2 1,4 6 0,-2 5 0,-1 2 167,1 7 0,7-6 0,1 3 1,5 0 149,7 0 0,5 0 0,6 0 1,0-3 471,0-4 1,6-5 0,7-3 0,6-5 390,4-2 1,3-7 0,3-6 0,4-6 23,2-8 0,4-7 0,2 1 0,1-2-642,-2 1 0,-1 0 0,-10 0 0,-3 3-1527,-4 4 0,-4 5 0,-6 1 0,-1 0-985,-3 0 0,3 3 2160,-3-4 0,-2-17 0,-1-8 0</inkml:trace>
  <inkml:trace contextRef="#ctx0" brushRef="#br0" timeOffset="36">14411 13734 7711,'-13'0'808,"1"0"0,0 0 1,-1-2 4746,1-2-4472,5 3 0,-1-5 0,8 6 0,5 2 58,5 2 0,2-3 0,2 3 0,2-2-24,5-2-1055,2 0 1,2 0 0,-1 0 0,1-2 0,0 0 0,-1-4 0,1 1 49,-1-1 0,-4-2 1,-4 3-1,-2-1 1,-3-1-1,-2 2 405,-1-1-13,-5 2 1,1 6-424,-8 2 1,1 2 0,-3 7 0,-1-1-82,0 0 0,4 5 0,-2 1 0,1 1 0,-1 3 0,1 1 0,4 3 0,0 1 0,0 2 0,0 5 0,0-1 0,0 4 0,0 4 0,2-3 0,0 3 0,4-3-19,1-1 1,-3 0 0,4 0 0,0-1 7,-1-3 0,3-2 0,-5-4 0,1 2-94,-1-2 0,3-1 0,-2-2 1,-1-2-86,1-2 0,3-5 0,-2 1-43,0-2 0,0-7 574,-3-3 0,-3-4 72,3-4 0,-2 1-653,-2-5 1,-2 1 0,-2-1-290,-4 4 0,-3 4 0,-1 4 0,-2 4 223,-2 3 0,-3 1 0,-6 1 1,0-2 351,1-3 1,-1 3 0,1-3 0,-1 2-586,0-2 0,6 1 1,3-4-863,2-3 0,7-6 0,3-4 1401,3-3 0,18-21 0,10-8 0,0-4 0,0 0 0</inkml:trace>
  <inkml:trace contextRef="#ctx0" brushRef="#br0" timeOffset="37">15444 14017 6476,'-8'7'4253,"0"-3"-2218,-2-3 0,5 0 1,2 2-1178,6 1 1,5 0 0,8-4 0,6 0-628,6 0 1,3-4-1,6-1 1,1-2-237,3-3-524,-2 5 0,2-5 0,-9 6 0,-4 2 0,-6 0 0,-6 2 0,-2 0-994,-2 0 1,-5 6-1,-4 2 1,-6 3 0,-5 2 1522,-3 4 0,-16 2 0,-8 3 0,-2 4 0,0 0 0</inkml:trace>
  <inkml:trace contextRef="#ctx0" brushRef="#br0" timeOffset="38">15457 14312 7877,'-13'0'1312,"5"4"242,0 0 0,7 0 0,1-4 1,8 0-1,7-1-861,5-3 1,5 1-1,4-4 1,3 1 0,4 0-1,2 1-1345,3 2-823,-2 2 1,7 1-1,-5 0 1,-1 0 1474,-2 0 0,-5-7 0,4-3 0,2 0 0,0 0 0</inkml:trace>
  <inkml:trace contextRef="#ctx0" brushRef="#br0" timeOffset="39">16293 14041 7723,'0'-12'74,"0"0"1,0-1-1,-1 1 465,-3 0 0,1 4 0,-5-1 0,-2 1 0,-1 1 0,-1 3 2616,0 3-2743,0 1 1,-6 3 0,-3 3 0,-1 8 0,1 5-1,0 6 1,-1 4 1908,-1 2-2052,4 2 0,-3 5 1,5 2-1,4 1 1,3-1-1,6-2 1,3-1 1566,1 0-1736,5-6 1,9-1-1,11-7 1,6-2-1,5-5 1,2-2-1,1-3 9,2-3-135,0-2 0,-4-6 1,0 0-1,-1-2 1,-3-3-1,-5-6 1,-2-7-56,-1-5 0,0 0 0,-1-9 0,-1 1 63,-2-1 0,1-1 1,-6-2-1,-1-1-90,-1-1 0,-7 7 1,-3-7-1,-5 2 125,-8-1 0,-6-2 0,-13 0 1,-5 1 218,-3 5 0,1 6 1,0 7-1,3 6-3,-3 3 0,4 7 1,-2 1-1,-1 4-422,-2 6 0,4 5 1,0 2-1,4 1-663,4-1 1,1 0 0,7 0 0,1 3 851,1 1 0,2 7 0,-1 6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88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14607 8122 7768,'-12'-5'3,"0"-1"3196,0-2 2289,-1-3-5207,6 10 1,7 1 0,9 8 0,2 4-1,1 5 1,2 3 0,1 3 0,1 2 0,-1 0 287,-1-1 0,-2 2 0,0 1 0,1 4-329,-1 0 0,0-2 0,1 4 1,-1 1 9,0 1 1,0 2 0,-1 0 0,-1 0-198,-2 0 0,-5 0 0,1 0 0,-1-2-79,1-2 0,-3 1-611,3-5 413,-2 0 0,-2-6 0,1-2 1,2-5-1,1-2-194,-1-2 0,-1-5 964,2-3-397,-2-3 150,3-1 1,-5-1 0,0-3 0,2-6 0,0-3-1,4-5 534,1-1 0,-3-6-826,4-4 1,0-6-590,5-2 424,-1 0 0,0-12 0,2-1 1,2-6-1,5-5-440,2-5 1,-8 28 0,0-2 301,1-2 0,1-2 207,3-3 0,1 0 0,0 1 0,0 2 1,2-1-1,-1 1 0,-2 5 0,-1 1 1,-3 6-1,-1 1-78,10-19 1,-10 17 154,-3 12 228,-5 6 0,-7 10-3523,0 5 1457,0 5 0,4 8 1850,0-1 0,0 27 0,-4 8 0</inkml:trace>
  <inkml:trace contextRef="#ctx0" brushRef="#br0" timeOffset="1">15383 8614 7823,'12'0'333,"-4"0"0,0 0 1694,2 0-1536,-4 0 1,0-4-1,-3-1 1,1-2-1,-1-3 1984,-2-1-2219,-1 5 0,0-5 0,0 2 1,-1 0-1,-2-1 103,-1 2 1,-5 4 0,0-3-1,-2 2-149,-1 2 0,0 2 1,-1 1-1,1 1-105,0 3 1,-5 7 0,1 7 0,0 1-75,-2 3 1,4 1 0,-2 3 0,2 3-115,2 4 1,1-2 0,3 2-1,4 0 17,2-2 0,2-1 1,2-5-1,2-2 137,4-2 0,4-5 353,5-8-265,-4-2 1,9-2 0,-4-2 0,1-3 0,2-7 0,-1-6 0,-1-4 602,-1-1 0,2-5-585,-3-5 0,-1 0 1,-3 6-1,-2 2 413,-3 5-609,3 2 40,-4 8-36,5 11 1,-5 5-1,-3 10 1,-3 2-1,-1 1-907,0 2 307,0-1 0,0 1 0,0-2 0,0-2 0,1-5-1509,4-2 1,-3-6 341,7 0 1782,-1-5 0,31-52 0,-15 15 0,-1-1 0</inkml:trace>
  <inkml:trace contextRef="#ctx0" brushRef="#br0" timeOffset="2">15764 8700 7828,'-7'0'1364,"2"0"1101,5 0-1122,0 0-982,0 6 0,0 1 1,1 6-1,2 3 1,1 1-1,0 1 327,2 0 1,-5 0 0,3-3 0,-1 1-122,1-1 1,-3-1-241,3-2 46,-2-5 1,-4-3-1,0-9 1,-2-8 119,1-6 1,2-10-166,1-3-190,0 1 1,1-3 0,3 4-1,4 0 1,3 0 0,3 4-1,2 3 571,5 2 0,-2 6-30,1-1-791,1 8 1,2 2-1,-1 6 1,-3 0-1,0 2-1383,0 2 0,-3-2 320,0 7 1,-7-1 0,0 4 1174,0 0 0,-25-10 0,-6-4 0</inkml:trace>
  <inkml:trace contextRef="#ctx0" brushRef="#br0" timeOffset="3">16823 7827 7744,'6'1'757,"0"2"1357,-1 1-1320,-3 0 0,5-4 1,-5 1-1,1 2 305,-4 1 0,-5 0-779,-6-4-244,-6 6 1,-1-5 0,-7 3 0,-3-2 0,-4-2-1,-1 1 1,0 2 228,1 1-320,0 0 0,2-4 0,1 0 0,3 0 0,1 0 0,4 1 219,3 3 321,2-2 1,6 5-212,3-3 1,7-2 0,6 5 0,1 0 181,-1 0 0,5-3-93,-2 4-255,-3 1 0,5-1 1,-5 0-1,2 3 0,1 3 1,1 2-1,-3 0 66,0 2 1,2 0-130,-4 2 1,4 5-49,-3 0-78,4-1 0,-8 8 1,5-5-1,-2 3 1,0 2-70,-1 2 0,-2 1 1,-1 2-1,0-1 77,0-3 1,0 2 75,0-2 0,-1 1-65,-3-1 16,2 3 1,-4-9 0,1 6 0,-1-1 0,-3 1-147,1 0 0,5-6-149,-1 2 216,-2-8 1,4 1-1,-2-6 1,1-2-1,1-3-611,-3-3 812,1-5 299,4 2 83,0-5 1,2 0-179,2 0 43,3 0 0,5 0 0,2-1 1,2-2-1,6-1 872,5 1-1047,-1-4 1,11 4-1,-1-5 1,3 0 0,1 0 170,-2 0 0,-6 5-95,-3-1-911,-9-3 1,2 6-1,-6-3-2968,-1 2 0,-6 4-1900,-5 2 5515,-3-3 0,-12-17 0,-3-12 0</inkml:trace>
  <inkml:trace contextRef="#ctx0" brushRef="#br0" timeOffset="4">17241 8171 7790,'0'-8'831,"0"0"875,0-2-1015,0 5 1,0-6 0,0 3-1,-1-2 189,-3 2 0,-3 2-653,-6 6-159,1 0 0,0 0 1,-2 2-1,-1 2 1,-3 4-1,1 4 1,-3 5 532,1 3-479,4 4 0,-7 0 0,7-1 0,3-1 0,4-1 0,1 1 0,1 0 1244,1-2-1226,1-2 1,9-6-1,5 1 1,4-3-1,3-1 1,3-5-1,1-3 268,3-1 0,-4 0 0,-1 0 0,0-1 89,1-3-169,-5 2-340,2-9 0,-6 9-141,-2-7-87,-9 7 0,-3-8 0,-5 6 0,-2 1 0,-1 2-292,-1 1 0,-5 0 1,1 1-1,0 2 17,-2 1 1,3 10 377,-6-2 0,5 5 338,-5-1-160,6 3 1,-7 6-1,6-1 1,1 1-1,1 1 265,2 3 1,5-8-1,3 4 1,3-3 368,1-3 0,1-1-258,3-6 0,4-1 544,9-3-622,-4-2 0,9-2 0,-4 0 0,1-3 0,3-2 1494,1-3-1683,2-6 1,0 8 0,-1-5 0,-1 0 0,-2 1-606,-5 1 1,-2 1-454,-2 4 1,1 0 0,-1 0 0,0 0-2494,1 0 0,-1 0 1975,0 0 1426,6 0 0,-4-27 0,3-8 0</inkml:trace>
  <inkml:trace contextRef="#ctx0" brushRef="#br0" timeOffset="5">17586 7888 7793,'0'-12'42,"0"0"1,0-1 0,0 1 1083,0 0-142,0-1 0,0 8 0,0 5 0,0 7 1219,0 4 1,0 7-1617,0 2-200,5 9 0,-4 2 0,4 7 1,-3 4-1,1 5 0,1 7 1,-1 6 239,-2 3 0,-2-3 0,-2 6 0,-1-4-352,1 0 0,-2-7 0,1-7 0,1-10-428,2-8 1,1-10 257,0-3-1412,0-4 0,0-7 0,0-6 0,0-8 1307,0-7 0,16-15 0,4-9 0</inkml:trace>
  <inkml:trace contextRef="#ctx0" brushRef="#br0" timeOffset="6">17893 8061 7799,'-5'-7'1315,"2"0"2426,-5 3-1269,5 2-2092,-2-3 1,6 10-1,3 5 1,4 5 0,3 6-1,3 3 1,1 5 1226,1 4 1,2 6-409,-1 2-969,-4 6 1,5-7 0,-4 5 0,1 0 0,0-3 0,-3-4 0,-4-5-58,-2-3 0,2-5 0,-4-6 1,-1 0-465,-2 0 1,-1-8 0,0 2-1105,0-2 1,-1-2-1924,-3-1 679,2-2 1708,-3-12 0,3-5 1,0-6-1,-2-3 931,1-1 0,-3-20 0,0-7 0,-1-6 0,0 1 0</inkml:trace>
  <inkml:trace contextRef="#ctx0" brushRef="#br0" timeOffset="7">18152 7876 8286,'6'0'2568,"0"1"-1760,-6 3 1,-1 9-224,-4 7-262,4 9 1,-10 4 0,2 9 0,-6 9 0,-6 8 2430,-2 5-2552,11-29 1,-1 1 0,1-2 0,0-1-1,-1 1 1,1 0 0,-13 26 0,2-9-1,3-10 1,5-8 705,5-8-1599,-1-6 0,15-13 0,0-1 0,6-5-1563,2-5 0,5-3 1,0-8 2253,2-5 0,13-7 0,6-5 0,5-3 0,0-1 0</inkml:trace>
  <inkml:trace contextRef="#ctx0" brushRef="#br0" timeOffset="8">18435 8270 7925,'-6'7'1493,"5"4"1,-5-9 49,6 6-833,6-5 0,2 3 1,7-6-1,2 0-18,-2 0 1,2 0-1000,0 0 80,5-6 0,-9 3 0,5-3 0,-2 0 0,1 2 1,-2 0-1,-1 0-4067,-2 1 3093,0 2 1,-1 2 1200,-3 3 0,-24 19 0,-11 10 0</inkml:trace>
  <inkml:trace contextRef="#ctx0" brushRef="#br0" timeOffset="9">18484 8442 7784,'-8'8'0,"0"0"0,3-3 1812,-3 3 0,5-4-755,-1 4 1,4-5-1,4 1 1,5-3 139,2-1 1,1 0-857,0 0-738,6 0 1,-3 0 0,4 0 0,0 0 0,-1 0 396,0 0 0,26-16 0,2-5 0</inkml:trace>
  <inkml:trace contextRef="#ctx0" brushRef="#br0" timeOffset="10">18853 8294 7784,'-8'0'1654,"0"0"1,4 0-431,-5 0 1,7 2-296,-2 2 1,4-1-1,5 6 1,6 3 491,4 4 1,7 5-1176,-2 0 0,0-2 0,0 2 0,2-1-105,1-1 0,-2 0-282,-1-2 1,-5-5 0,2 2-177,-4-5-671,0 0-866,-7-3-1293,0 0-2583,-6-6 4223,0 0 1507,0-6 0,-6-39 0,0-15 0</inkml:trace>
  <inkml:trace contextRef="#ctx0" brushRef="#br0" timeOffset="11">19075 8270 7784,'-18'18'0,"3"-2"456,-6 9 0,1-2 0,-6 10 0,-3 2 749,-4 5 0,3-2-294,1 3 1,5-3-282,3-1-583,4-5 1,6-3-1,2-9 1,7-5-907,4-5 164,11-5 1,2-6 0,4-5 694,-1-6 0,12-26 0,5-13 0,2-6 0,0 1 0</inkml:trace>
  <inkml:trace contextRef="#ctx0" brushRef="#br0" timeOffset="12">19235 7888 7784,'-9'0'1057,"1"-1"-18,-1-3 0,2 2 0,-1-3 1833,-2 0-2221,5 3-179,-1-3 0,13 5 1,5 0-1,7 0 1,6 1-1,4 2 1,3 1-438,4-1 0,-3-2 0,0-1 0,-1 0-264,0 0 1,-1-1 0,-5-3 0,0-5 117,-2-2 1,-9-1 0,-2 0 0,-4-1 666,-4 1 0,-1 0 0,-4 0 309,0-1 1,-1 6 40,-3 3-702,2 3 0,-7 2 1,3 3-1,1 5 1,-1 3-1,2 3 215,-1 1 0,3 6-291,-2-1 1,3-1 0,1 3-1,0 3-34,0 0 0,1 5-82,3-3 1,-2 12-53,2 1 27,3 5 0,-6 5 1,3 1-1,-3 3 0,-1 1-19,0 3 1,5-9 0,-1-2 0,0-4-104,1-5 0,-3 0-77,2-2 1,1-6 100,-1-2 0,2-9 1,-4-3 129,3-4 143,4 0 439,-7-7-439,3 0 0,-4-6-155,3 0 1,-2 1-218,2 3 1,-3-1 0,-1 5-1,-1 2-130,-3 1 1,1-2 151,-5 4 0,0-8-195,-5 8 350,-4-4 1,2-1-1,-5-1 1,1-1-1,2-4-252,-1 0 1,1-2 197,5 0-671,0 0 0,-1-6 1,2-2-1,3-3 0,3-1-3755,-1-1 4513,5 1 0,2-27 0,3-11 0,3-4 0,0 0 0</inkml:trace>
  <inkml:trace contextRef="#ctx0" brushRef="#br0" timeOffset="13">20650 8417 7787,'-2'-10'843,"0"0"0,-2 2 1,1-2 367,2-1 0,6 3 1,3 1-1,4 0 1,5 2-1,5-2 36,5 0 1,0 3-1295,6-4-378,0 5 0,4-4 0,0 5 1,-2-3-1,-2 3 0,-4 0 1,-4 2-1759,-5 0 0,-8 2 0,-9 2-124,-6 4 2307,-9-2 0,-29 11 0,-14 4 0,-5-1 0,0 1 0</inkml:trace>
  <inkml:trace contextRef="#ctx0" brushRef="#br0" timeOffset="14">20601 8577 7787,'0'7'7065,"2"-1"-5748,7-6 0,0 0 0,12-2 0,0 0-1221,3-2 0,0-5 0,1 4 0,1-1-609,3 1 1,-3 1 0,2 4 512,-2 0 0,-7 0 0,-1 0 0</inkml:trace>
  <inkml:trace contextRef="#ctx0" brushRef="#br0" timeOffset="15">21696 8282 7808,'0'-12'211,"-4"4"0,-2 1 0,1 0 0,-2 1 1,0 1 1895,-2 2-1883,-2 2 1,-2 2 0,1 3 0,-2 6 0,-1 5 0,-1 4 0,1 2 0,1 0 0,2 4 586,0 2 0,-1 8-474,1-3-159,5 4 1,2-3-1,5 0 1,2-1 0,5 0-1,7-3 1,4-5 164,4-3 0,2-5 0,3-8 0,2-4-69,-1-2 0,0-4 0,-2 0 0,-3-5-3,1-4 1,-1 1-1,0-6 1,-2 1-25,-5-2 0,2 4 77,-2-4-227,1-2 1,-6 6-1,-2-5 1,-2 1-1,0 1 1,-2 0-1,1-1 68,-3 1 1,-2-2-508,-1 2 292,0 2 0,-4-5 0,-2 4 0,0-2 0,-4 2-685,-1 2 568,-1 0 0,-1 2 0,0 2 0,-4 1 0,-2-1-139,0 3 0,-4-1 0,4 4 0,-2-1 119,1 1 0,5-2 186,-2 1 1,-1-1 43,2 5 0,4 0 0,4 0 223,-2 0 1,3 0-37,-1 0 187,5 6-217,-2-5 0,5 6 1,1-4-1,3 1 301,4-1 1,5-2 0,2-1-1,2 0 365,3 0 1,0-5-199,5-4 1,3-2-269,1-1-322,0 0 1,-9 0 0,0-1 0,-3 2-1,-3 2-196,-4 1-1628,-5 5 1,-6-7-1954,-3 6 1,1 0 3698,-5 4 0,-6-11 0,-5-3 0</inkml:trace>
  <inkml:trace contextRef="#ctx0" brushRef="#br0" timeOffset="16">22139 7888 7808,'-6'-7'2815,"5"1"-1864,-3 2 0,3 1 0,1-5-161,0-2 1,0 3 307,0-1-882,5 0 0,2-5 0,5 1 0,0 1 0,2 2 0,1 0 0,3-2 0,0-1 0,1-2 95,0 4 1,-4 1 0,1 0-1,-2 2-319,-2 1 0,1 2 0,-1 4-174,0 0 1,-5 2 0,-3 3-79,-2 8 0,-2-1 1,0 6-1,0-2 134,0 0 0,-6 5 1,-1-3-1,-1-1 170,0 1 0,1 4 0,-2-3 0,0 2 212,0-1 0,2-3 0,-1 2 1,0 0 203,1 0 1,-3-4 84,6 2-317,-6 2 1,9-6-1,-3 4 1,3-4-1,1 0 1,0-1 691,0 0 1,5-1-597,3-2-55,3 1 0,6-8 1,0 2-1,3-4 1,3-4 459,4-4 1,0 1-461,6-1 0,-4-1 0,2-3 0,0 0 193,-4-1 1,-1 5-226,-2 0-364,-4 5 0,-3-2-1472,-4 5-58,-6 0-1194,-2 5 1291,-5 2 1,-1 1 0,-3 1-1233,-5 0 1,3-3 1254,-3-2 488,1-3 0,0-1 1049,0 0 0,-22-22 0,-10-5 0</inkml:trace>
  <inkml:trace contextRef="#ctx0" brushRef="#br0" timeOffset="17">23025 8627 7726,'-7'0'2975,"-4"0"0,11 0-2309,0 0 1,6 1 0,6 3 0,0 6 0,1 5 0,-3 5 0,0 3 0,-3 2-34,-2 0 0,-1 1 0,-5 1 0,-3 2 0,-4-1 0,-5 0-928,-3-4 0,-3 4 0,-6-8 0,1 1-588,-1-5 0,2-1 1,1-11-1,3-1-3782,1-2 4665,2-1 0,31-49 0,7-12 0</inkml:trace>
  <inkml:trace contextRef="#ctx0" brushRef="#br0" timeOffset="18">24477 8134 7773,'6'-12'281,"-5"0"1,4 1 0,-1 1-1,1 2 1,-1-1 0,0-2 1232,0-2 1,0 5 0,-3 0-340,3-2 0,-2 3-855,2-1 0,-8 6 0,-4-1-277,-3 6 1,-2-1 0,1 6 0,0 2-1,-1 1 1,0 1-124,-4 1 1,2 3 0,-4 2 0,0 1 0,1 1 0,0 1-535,3-1 627,-4 1 0,6 2 0,-2-1 0,4-3 0,4-1 0,1-3 0,4 0 87,0 1 1,2-6 0,2 2-1,2-2 141,4-3-51,3-2 1,3-3 0,1 0-1,1 2 1,0-1 0,1-1 0,-1-2 116,-1 0 1,3-2-1,-2-1 1,-1-2 52,-1-2-301,-2 4 0,1-6 1,-1 5-1,-1 0 1,-1 0-114,-2-1 1,-7 1 6,-1 4 0,-5 0 0,-8 0 0,1 0-181,0 0 0,-2 0 0,-1 0 0,-3 2 59,-1 2 0,0 3 0,-3 4 0,2-2 40,-2-1 1,-2 5 0,0 3 0,-1 0 71,1 2 1,3-3-1,2 6 1,0-1 132,0-1 1,5 3 0,2-5 0,6-2 244,5-2 0,2 0 0,5-2 0,6-3 312,7-4 0,8-3 0,4-1 1,0 0 35,3 0 1,0-1 0,-1-3 0,-4-3-370,-3 0 1,-3-2-1,-2 5 1,-5 1-2357,-2 1 0,-6 2-1809,0 0 1,-4 0 3864,4 0 0,-5-5 0,3-2 0</inkml:trace>
  <inkml:trace contextRef="#ctx0" brushRef="#br0" timeOffset="19">25757 8356 7745,'11'-8'-10,"-3"0"0,-3-2 1,0-1-1,-1-1 1538,-2-1 1,0 1 0,-4 0-1040,-2-1 1,2 7 0,-7 2-1,-2 2-351,-4 2 1,0 4 0,-5 2 0,-2 1-51,-1 2 0,-2 2 0,2 3 0,1 2 0,1 3 1,1 2 100,1-1 1,1-1-1,7 2 1,3-3 0,4-2-1,4-1 280,4-4 0,8-4 1,10-7-1,5-1 171,6-3-382,3-9 1,2-6-1,0-6 1,1 1-1,-5 1 1,-3 2-1,-5 5 1888,-4 2-2873,-10 7 1,-6 3 0,-6 8 0,0 4 0,0 5 0,0 2 0,1 1 726,3-1 0,14-7 0,8-2 0</inkml:trace>
  <inkml:trace contextRef="#ctx0" brushRef="#br0" timeOffset="20">26028 8417 7745,'-11'-8'373,"1"0"0,3-2 728,2 0 1,1-3-1,4 0 1,0-4 0,1-3-1,3-2-79,4 1 0,3-2 0,3 4 0,1 0-839,1 2 1,5 9 0,-3 4 0,-1 3-774,1 1 1,3 1 0,-3 3 0,1 4-1,1 3 1,1 2-2567,-1-1 3156,1 0 0,14-5 0,4-2 0</inkml:trace>
  <inkml:trace contextRef="#ctx0" brushRef="#br0" timeOffset="21">26384 8307 8314,'-6'-2'2671,"2"-2"1,8 1-2190,4-5 1,4-1 0,3-6 0,3-3-382,1-1 1,-4 2-1,2-2 1,-4 1 0,0 3-1,-3 2-195,-1 0 1,-5 7-1,-8 1 1,-6 7 0,-5 6-1015,-5 8 1194,-9 12 1,2 3 0,-5 6 0,2 0 0,4 0 0,5-1 0,9-2 1598,7-1-1038,3-12 0,9 7 1,7-13-1,9-4 0,9-7 1,3-7-1,2-5 4721,0-3-5116,0-1 0,-2-6 0,0-1 1,-5 0-1,-3 1 0,-5 3 0,-3 1-1907,-4 3 0,-1 7 0,-2 0 1655,0 3 0,-10 6 0,-4 2 0</inkml:trace>
  <inkml:trace contextRef="#ctx0" brushRef="#br0" timeOffset="22">27910 8233 7774,'-12'0'132,"0"0"1,0 0 0,-1 0 0,1 0 0,1 1 785,3 3 1,2 3 0,6 7 0,0 2 0,0 3-1,2 2-149,2-1 0,3 1 0,5 2 0,0-1-25,1-1 1,4-8 0,2 0-1,2-8-146,-1-4 1,1-2 0,4-3-1,-2-6 1,-1-5 0,-4-5 1672,-5-3-2336,2-2 0,-9 0 0,2 1 0,-4-1 0,-3 2 0,-1 2 0,0 5-4235,0 2 619,0 2 0,0 6 3681,0 6 0,11 22 0,3 11 0</inkml:trace>
  <inkml:trace contextRef="#ctx0" brushRef="#br0" timeOffset="23">28218 8344 7774,'-5'6'0,"-2"4"0,-5-5 0,-1 1 1408,1-1 0,4 1 0,1-5 2737,1-1-3837,2-2 1,11-12-1,4-3 1,5-3 0,4-3-1,3-1 1,3 3 1240,3 0-1379,5 6 0,-8-3 0,4 7 0,-1 3 0,-1 4 0,0 3 0,-4 3-111,-3 7 0,-4 0 0,-6 12 1,-1-1-1137,-2-1 1,-5 5 0,1-5 0,-1 0-1906,1-3 1,-1-2 2981,5-2 0,-5-27 0,2-7 0</inkml:trace>
  <inkml:trace contextRef="#ctx0" brushRef="#br0" timeOffset="24">28698 8257 7774,'-8'-8'0,"0"1"1080,-2 2 1,3 1 0,-1 4-342,-2 0 0,0 7 1,-1 4-1,1 5-243,2 3 0,5-2 0,-1 2 1,3 0 191,1 0 0,0-4 0,0 1 0,1-3 1101,3-5-1619,3 3 1,9-10-1,2 3 1,1-2 0,3-2-1,0-2 1,0 0-722,-2-2 0,-3-2 0,2 3 0,-1-2-1377,-3-2 1,0 4 0,0-1 1927,1 3 0,1-5 0,-5 0 0</inkml:trace>
  <inkml:trace contextRef="#ctx0" brushRef="#br0" timeOffset="25">28956 8319 7774,'-24'0'217,"-1"1"1,2 2 0,1 3 672,2 0 1,5-1-1,0 3 1,4 1-1,4 2 1,1 2-96,4-1 1,6 0 0,4-1 0,4-1-380,5-2 0,6-5 0,7 1 1,1-3 154,4-1-483,-5-5 0,0-4 0,-6-6 0,0-1 0,-3 1 0,-1 0 0,-4 0 258,-5-2-433,-4 1 1,-7 4 0,-3-1-1,-5 2 1,-9 3 0,-6 4-1,-4 3-954,-2 1 1,0 1-1,5 2 1,1 2-864,2 2 1,5 1-1,7 5 878,5-1 1,4-5 0,6-3 1025,6-3 0,39-6 0,14-2 0</inkml:trace>
  <inkml:trace contextRef="#ctx0" brushRef="#br0" timeOffset="26">29166 8368 7774,'-9'8'-81,"1"-1"581,-1-1 0,2 2 0,-1-4 1214,-2-1 1,5-3-1,1-4-902,2-5 0,2-3 0,2-3 0,2-3-161,4-1 1,1-1 0,1-4 0,-2 3 177,2 0-882,1 6 0,1-1 1,0 6-1,1 3 0,-1 2 1,0 2-1,1 2-1673,-1 1 0,0 5 1,0 3-1,1 3 1726,-1 2 0,28 10 0,6 3 0</inkml:trace>
  <inkml:trace contextRef="#ctx0" brushRef="#br0" timeOffset="27">29387 8356 7774,'0'12'-60,"-1"-1"1,-2-1 194,-1-2 1,-1-1 0,0 2 699,-3 0 0,1-7 1,1 4-1,-1-2 645,0 0 0,3-1 0,-3-7 358,1-5-1401,2-7 1,6 1-1,2-6 1,3 0-1,1-3 1,0 0 0,2 0 19,1 4 0,1-2 1,0 6-1,1 2-1575,-1 4 1,0 1-1,2 5-1392,2 1 1,-2 3-1,4 3 2510,-1 1 0,19 22 0,9 1 0</inkml:trace>
  <inkml:trace contextRef="#ctx0" brushRef="#br0" timeOffset="28">29609 8331 15531,'20'-13'708,"-1"-2"0,1-3-721,-1-1 0,-4 2 0,1-2 0,-2 1-381,-2 3 1,-4 2-1,-2 2-44,-5 2 0,-5 5 0,-11 10 0,-3 6 383,-1 7 0,0 5 0,-3 0 1,3 1 1499,1-1-787,7 1 0,2-2 0,5-2 0,1-3 0,3-2 0,5-1 260,8-4 0,0-4 0,8-7 0,1-2-1287,1-2-119,1-3 0,0-6 1,-2-2-1,-2-3 1,1 0-1,-1 0 1,-1 3-4288,-1 2 0,-2 0 4775,-3 1 0,15-28 0,5-6 0</inkml:trace>
  <inkml:trace contextRef="#ctx0" brushRef="#br0" timeOffset="29">30052 7851 7774,'-6'-12'0,"1"0"0,-5 1 0,2 1 2142,-2 2 0,4 5-268,-3-1 1,7 14 0,-2 6 0,2 7-741,2 6 1,0 3 0,0 6 0,0 3 1967,0 4-2974,0 3 1,0 1 0,0 0 0,0-1-1,0-3 1,0-5 0,0-6-653,0-5 1,0-5-1,0-3-4819,0-5 933,0-7 0,2-8 4410,2-5 0,24-22 0,12-1 0</inkml:trace>
  <inkml:trace contextRef="#ctx0" brushRef="#br0" timeOffset="30">30261 8221 7774,'-6'-7'99,"4"-3"1,-5 5 0,0-1 1341,0 1-921,-1 1 1,-4 5 0,-1 3 0,0 6 0,-2 3 0,-2 5 0,2 1 282,2 3 1,0 0 0,2 0 0,3-3 0,4-1-1,3-3 2330,1-1-2808,0-8 0,9 0 0,5-6 0,2 0 0,3 0 0,1-2 0,0-2 1127,-1-4-1651,5 3 0,-11-2 1,4 4-1,-4-1 1,0 1-1,-1 2-2658,0 1 1,-5-1 0,-2-2-2401,1-1 5257,1-6 0,8-19 0,4-9 0,1-6 0,0 1 0</inkml:trace>
  <inkml:trace contextRef="#ctx0" brushRef="#br0" timeOffset="31">30642 7888 7774,'0'-12'1364,"-1"4"0,-3 1 1009,-4 1-1458,2 2 1,-3 7 0,3 5 0,-1 9 0,-1 5 0,0 4 0,1 2 2961,2 5-3732,-5 8 1,9-3-1,-3 5 1,2-4 0,2 0-1,2-5 1,2-3-1059,4-3 1,-1-6-1,0-3 1,-2-1-498,-2-3 0,-2-6 0,-1-1 1,0 3-362,0 4 0,0-5 0,0 2 1771,0-1 0,-5-22 0,-2-4 0</inkml:trace>
  <inkml:trace contextRef="#ctx0" brushRef="#br0" timeOffset="32">30458 8208 7774,'-12'0'926,"-1"0"0,1 0 5285,0 0-4568,5 0 1,3 0-1,8 0 1,5 0-1644,6 0 0,5 4 0,4 0 0,1-1-1392,-1-1 0,2 2 1,2 0 1391,0-2 0,39-17 0,-30 5 0,-1 0 0</inkml:trace>
  <inkml:trace contextRef="#ctx0" brushRef="#br0" timeOffset="33">30741 8282 7774,'-8'0'0,"-1"0"1584,0 0 1,3-1-1,2-3 1,4-5-531,4-2 1,5-1 0,7 0 0,5 0-890,2-1 0,1-3 0,1-1 0,-2 2-694,-2 2 0,-3 2 0,-6 1-116,0 2 1,-6 5-1,-8 2 1,-9 6 104,-8 8 1,-4 7 0,0 1 0,1 2 1070,1 2 1,6-2-1,-1-1 1,2-2 65,2 2 1,1-4 0,3-2-1,4-2-231,2-2 1,4-5-1,2-3 1,4-2-773,3-2 0,5-2 0,2-1 1,1-2-1800,3-2 1,1-1 0,1-3 2204,-4 3 0,36-20 0,4 1 0</inkml:trace>
  <inkml:trace contextRef="#ctx0" brushRef="#br0" timeOffset="34">31061 8270 7774,'-25'5'0,"1"-2"0,0 5 0,3 2 966,0 1 1,2-3 0,0 0 0,5 3 741,4 4 1,8-1-1,-2 2-1024,2-2 1,9-7 0,5-3-1,8-3-327,3-1 1,6-1-1,1-5 1,0-5-237,0-4 0,4-2 0,-3 2 0,1-3 76,-3-1 0,-3 2 0,-2-2 0,1 0 24,-1 0 0,-4-2 1,-4-3-1,-2-1-320,-2 0 0,-4-1 0,-1-2 1,-2-5-189,-2-3 1,-1 5-1,-2 4 1,-2 5-163,-2 5 1,-3 12 0,-5 9 335,0 11 1,-1 8 0,1 7-1,0 6 1083,-1 3 0,5 4 1,1-3-1,2 2-188,2 2 0,3-6 1,3 0-1,2-5-620,2-3 1,5-5 0,5-7-1,-2-3-615,-1-5 1,2-5 0,0-3 0,1-4-2622,1-7 0,-6 3 3074,0-3 0,1-32 0,-7-12 0</inkml:trace>
  <inkml:trace contextRef="#ctx0" brushRef="#br0" timeOffset="35">24588 9328 7757,'0'-12'163,"1"4"0,2-1 0,1 0 0,0-1 0,0 1 1218,0 0 1,-1 3 0,-7-3 0,-4 5 843,-3 3-1960,-7 1 1,0 7 0,-4 5-1,2 7 1,-2 4 0,0 2 0,0 0-52,2-1 0,3 5 0,-2 0 0,3-2 0,5-1 0,5-3 127,5-2-229,1-3 0,1-7 1,5-3-1,6-7 1,9-8-1,5-10 1,5-9 1024,5-7-928,-2 3 1,4-5 0,-6 8 0,-2 2 0,-3 6 0,-2 6 0,-5 6-82,-4 4 1,-7 13 0,-5 5 0,-3 5 0,-2 6 0,-2 0-1023,-1 0 1,0-3-1,4-1 1,0-3 0,1-2-1,3-6-5902,5-6 6121,1-3 1,8-2 674,3 0 0,3-21 0,2-8 0,4-1 0,-1-1 0</inkml:trace>
  <inkml:trace contextRef="#ctx0" brushRef="#br0" timeOffset="36">25019 9365 7757,'4'-12'865,"0"-1"0,-2 1 0,0 0-162,-2-1 0,-6 7 1,-2 2-1,-3 2 0,-1 2 1,0 2-1,-1 2-483,1 4 0,0 4 0,-1 3 0,1 3 0,0 0 0,1 1 201,3 0 0,1-3 1,4 4-1,-1-1-2,1 0 1,7-5 0,6-1 0,5-5-109,5-2 0,5-2 1,4-4-1,4-1-610,2-3-75,2 2 1,-6-9-1,0 3 1,-4-3-1,-2-1 1,-6 1-1,-4 1-3753,-3 2 1792,-5 5 2335,-2-2 0,-16 16 0,-2 2 0</inkml:trace>
  <inkml:trace contextRef="#ctx0" brushRef="#br0" timeOffset="37">25363 9402 6997,'-8'5'1265,"1"4"1,2 2 1138,2 1 0,0-4-1153,-1 0 0,3-6 0,-2-4-403,6-9 0,3-8 1,7-10-1,-1-2-168,0 0 1,1 0 0,-1 7 0,0-1-615,1 1 0,-1 5 1,0 2-1,2 5-281,2 4-1485,-2 2 0,8 6 1,-4 1-1,1 4 1700,3 3 0,28 14 0,9 4 0</inkml:trace>
  <inkml:trace contextRef="#ctx0" brushRef="#br0" timeOffset="38">25720 9279 7757,'-18'4'318,"-1"1"1,0 1 619,2-1 0,0 5 0,0 0 0,2 3 0,3 5 0,4 1-68,4 3 1,2-4 0,2-2 0,2-2 0,3-3 0,6-3 700,4-4-1370,12-3 0,-6-2 0,8-4 1,-3-8-1,-3-6 0,-3-4 1,-3 0 341,-4 2 1,-6-2 0,-3 4 0,-2 0-462,-2 2 1,-6 4 0,-3 2 0,-6 2-1011,-6 5 0,2 3 0,0 2 0,1 3-49,3 5 1,3 6 0,4 2 0,5 1-279,6 0 1255,3-7 0,30-10 0,12-8 0,2 1 0,1-1 0</inkml:trace>
  <inkml:trace contextRef="#ctx0" brushRef="#br0" timeOffset="39">25991 9217 7757,'-19'13'17,"2"-1"1,3-1 1230,2-3 1,4 3 0,1-3 483,2 3 1,3 1-1,9-1-322,5-2-1263,9-4 1,-6-5-1,5 0 1,2 0-1,2 0 1,-1 0-1,-3 0 577,-3 0-569,-4 0 0,-4 1 1,-4 4-1,-4 3 0,-7 3 1,-8 1-233,-7 0 0,-2 1 1,-1-1-1,-1 0-822,0 1 1,6-5 0,3-1 0,4-1-840,3 1 0,5-4 0,8 1-1285,5-3 3023,1-1 0,47-32 0,-24 11 0,1 1 0</inkml:trace>
  <inkml:trace contextRef="#ctx0" brushRef="#br0" timeOffset="40">26274 9205 7757,'0'-8'4073,"0"0"-3268,-6 5 1,-1-1 0,-5 8-1,0 4 235,0 3 1,3 5 0,2 1-1,2-1-632,2 2 0,2-4 0,2 2 0,3-2-237,5-2 0,7-5 1,5-3-1,2-3 30,1-1 0,1 0 1,0 0-1,-2 0-34,-3 0 1,-2 0-1,-7 2-124,-3 2 0,-5 3 1,-11 5-1,-10 2-307,-8 2 1,-5-2 0,-6 2 0,1-2-871,3-2 1,-1 0-1,7-1 1,2-1-594,3-2 1,9-4-1,-1 3 1727,4-1 0,40-46 0,6-15 0</inkml:trace>
  <inkml:trace contextRef="#ctx0" brushRef="#br0" timeOffset="41">28083 9205 7710,'-8'0'519,"-1"0"0,0 0 0,-4 0 0,-2 1 0,-1 5 291,1 6 0,0 6 0,0 8 0,-2 3 0,2 2 1,3 2-329,4 0 1,2-6 0,6 2 0,3-5-64,5-3 1,6-9 0,12-8 0,1-4 24,2-4 0,4-8 1,-3-9-1,0-3-198,0-5 0,-1-2 1,-6-6-1,-2-2 27,-5-2-210,-8 9 0,-4-5 0,-9 11 0,-9 1 0,-9 5 0,-8 3 1,-5 5-668,-1 5-23,0 4 1,0 5 0,0 2 0,3 5 0,4 5 0,8 2 0,7-1-3095,8-1 0,7-3 3721,8-3 0,24-14 0,10-10 0,8-1 0,0 0 0</inkml:trace>
  <inkml:trace contextRef="#ctx0" brushRef="#br0" timeOffset="42">28218 8934 7714,'0'-12'2852,"0"0"0,6 5-2247,2 3 0,-1 2 0,1 4 0,1 3 182,2 8 1,2 4 0,-1 9 0,0 4-268,1 7 1,-5 2-1,-1 6 1,-2 1-97,-2 2 1,2 1 0,-1-1 0,-1-4 511,-2-7-825,-1-6 1,-5-8-1,-2-2 1,-1-6-1,1-7 1,0-8 294,0-7-365,5-4 1,-8-6-1,6-4 1,1-2 0,2-3-1,2-1 1,3-3-294,5-2 0,3 6 0,3 0 1,3 6 54,1 2 0,1 1 0,5 6 1,0 3-52,-1 4 1,2 3-1,2 2 1,0 5 12,0 6 1,-8 2-1,-3 6 1,-5 2 118,-4 1 1,-2 2 0,-8-1 0,-3 1 209,-8 0 1,-6-5 0,-9-1 0,-5-2-224,-3-6 0,-1-3 1,2-5-1,1 1-494,1-2 0,7 0 0,1-2 0,7 0-1097,5 0 1,9 0 0,8 0-663,11 0 1,8 0 2381,6 0 0,22-16 0,11-6 0,-15 6 0,-1 0 0,1 0 0</inkml:trace>
  <inkml:trace contextRef="#ctx0" brushRef="#br0" timeOffset="43">28944 9156 7714,'6'-12'997,"-5"3"0,2 2 460,-6 2 0,-5 1 0,-9 4 0,-3 1-323,-3 3 0,-2 3 0,0 6 1,1 0 1273,-1 4-2102,1 2 0,4 1 0,5-1 0,6-1 0,5-3 1,4-2-1,5-4 721,8-1-1044,4-5 1,17 2 0,5-5 0,2 0 0,0 0-1,-6 0 1,-5 0-1085,-4 0 746,-6 0 0,-4 2 1,-9 2-1,-9 4 0,-10 4 1,-12 5-1,-11 3-509,-4 4 0,-6-4 1,5-1-1,4-1-1965,6-3 1,6-5 2828,3-2 0,74-27 0,-14 8 0,-1 0 0</inkml:trace>
  <inkml:trace contextRef="#ctx0" brushRef="#br0" timeOffset="44">29203 9365 7714,'-9'1'3937,"1"2"1,-1 1-1481,-2-1 1,-2 2-1,1 1 1,0-1-2230,-1 1-1,1 3 1,1 0-4253,3 2 0,3-3 4025,5 0 0,10 0 0,4 4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3.930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16293 10596 7645,'0'-13'233,"0"6"0,0 1-34,0 2 0,2 1 0,2-4 0,4 0 285,3 0 1,3-1-174,2-4 0,3-5-97,6 1 0,6-6 0,5 0 0,5-5-28,3-6 0,6-2 112,8-2-340,-4 0 1,-22 19 0,-1 0 0,25-16 122,-5 1 1,-2 10-1,-8-2 1,0 3 0,2 3 0,-5 1 0,4 6 1,-1 0-80,0 0 0,6-5 49,-2 1 0,-3-1 1,-2 4-1,-6-2 191,-5-2-931,-3 1 1,-3 5-1,-4 1 190,-6 2 0,-1 5 983,-4-1-270,-3 3-125,1 1 306,-6 0 0,0-1 0,-1-4 642,-4-3-1553,4-3 412,-10 4 1,8-2-273,-5 5 1,4-4 175,-4 3 1,0 1 14,-5 4 0,1 0-99,0 0 381,0 0 0,-1 0 1,1 0 549,0 0-531,5 0 0,0 2 109,3 2-113,2-3 0,-2 5 66,8-6 0,7 0-75,6 0 1,5 0 147,-2 0-190,3 0 1,3 4 118,3 0 0,-3 5 1,3 0 21,-3 2 0,-3 1 212,-2 0-228,-4 0 1,-10 5-35,-3-1 0,-2 6 0,-4-3-377,-2 0 0,1-1 0,-5-7 0,0-1-3617,1-2 3841,2-5 0,21-20 0,5-10 0</inkml:trace>
  <inkml:trace contextRef="#ctx0" brushRef="#br0" timeOffset="1">18582 9562 7670,'-6'-12'0,"-4"-1"799,6 1 1,-2 5-321,2 3 1,3 8 0,-3 6-270,2 5 0,2 5 0,0 9 194,0 4-368,0 8-664,0 3 829,0-1-111,0 5 1,0-8 0,0 2 0,0-2 151,0-5 0,0-7 11,0-4-293,0-4 1,0-16-151,0-8 1,0-10 0,0-16-1,3-8-421,5-10 448,1-7 0,12-7 1,-3 2 7,1 3 1,3 2 0,7 6 0,4 1 279,2 3 0,-3 9 125,-3 12-323,-4 10 463,-5 14 1,-3 14 0,-6 10 565,-2 8 1,-5 13 0,-7 6 33,-1 3-1386,-6-2-818,3 8 1271,-5-9-697,5 4 1,2-13 0,5-5 0,0-8-274,0-7 1,5-10 0,5-9 912,5-6 0,0-1 0,5-9 0,1-2 0</inkml:trace>
  <inkml:trace contextRef="#ctx0" brushRef="#br0" timeOffset="2">19185 9574 7670,'-17'22'0,"-4"3"0,-1 9 0,2 3 0,2 0-1138,6 5 1138,-1-5 0,6-1 1718,3-4 1,3 1 0,2-8-499,3-6-1023,9-9 0,2-5 1,7-5-279,4 0 1,0-5 117,6-4 32,-4-7-79,7-9 0,-3-2 1,3-6-1,-2 0-195,-4 2 103,-9-5 1,-3 10 421,-9-2 0,2-1 1,-8 3-311,-3 3 1,-6 10 39,-9 1 117,-3 3-762,-12 2 0,6 1 1,-4 6-1,3 0-1263,1 0 1,2 0 1857,2 0 0,4 6 0,4 1 0</inkml:trace>
  <inkml:trace contextRef="#ctx0" brushRef="#br0" timeOffset="3">19579 9463 7670,'0'-12'0,"0"0"0,0 0 688,0-1 0,0 1-137,0 0 1294,0-1-975,0 6-765,6 2 97,-5 16-51,4 3 0,-5 16 68,0 3 1,0 6 0,0 4 48,0 0 1,0 7-68,0 3 1,-4 0-859,0-4 1,0-1 341,4-3 1,0-4-2645,0-8 2959,0-3 0,0-32 0,0-8 0</inkml:trace>
  <inkml:trace contextRef="#ctx0" brushRef="#br0" timeOffset="4">19481 9857 7670,'-7'0'1706,"1"0"1,12-4-686,2 0 1,4-6-153,5 2-526,7-3-304,8-1 0,1 4 1,-1 0-1,4-1 167,4 3-189,-2-5 0,4 8 0,-5-4 0,-1 0 0,-3 0 0,-5-2-218,-2-2 92,-1-1 0,-6-2-546,-2-2 477,-4 2 1,-2-8 0,-3 4-17,-4-1 1,-4 4 0,-4 0 811,-4 5 0,-3 6-65,-1 8-182,-6 9 0,3 7 1,-4 8-1,3 2 1353,5 1-1254,-2 2 0,12 4-141,-3 0 1,5-6 0,6-2-1,7-4-440,3-5 0,8-4 28,4-7-1917,5-4 577,3-5 862,1-11 1,6-7 0,-4-12 0,-1-3 560,-3-5 0,3 0 0,-6-7 0,-3-2 0,-2-1 0</inkml:trace>
  <inkml:trace contextRef="#ctx0" brushRef="#br0" timeOffset="5">21204 9414 7643,'0'-12'0,"0"0"0,0-1 916,0 1-358,0 5-180,0 2-108,0 5 1,0 7 0,0 3 0,1 8-181,3 6 0,-3-1 0,4 10 1,-4 1-4,-1 1 0,0 8 114,0 2-255,0-3 1,0 6-1,0-3 1,0 3-591,0 1 0,0-6 0,0-6-1406,0-7 2050,0-10 0,-11-29 0,-3-13 0</inkml:trace>
  <inkml:trace contextRef="#ctx0" brushRef="#br0" timeOffset="6">21068 9734 7643,'0'8'1435,"0"1"1,3-7-872,5 2 1,2 2-1,9-2 1,1 0 490,4 2-2172,-2-5 658,19 4-329,-9-5 272,11-5 1,-1 2-1,2-6 1,1-4 541,0-2 1,-16-19 0,-2-8 0,5-2-1,-1 0 1</inkml:trace>
  <inkml:trace contextRef="#ctx0" brushRef="#br0" timeOffset="7">21659 9390 7643,'-12'0'1357,"-1"0"1,2 6-606,3 7 0,-1 5 1,3 8-1,-1 4 851,-2 7-1450,3 5 0,-3 7 0,5-1-272,1-3 0,-3-2 0,2-8 0,2-3-71,0-8 1,8-6 228,2-10 31,3-8-716,7-12 0,1-13 0,5-8 103,1-2 0,1-6 0,1 1-181,2 5 553,0-2 20,-5 5 0,0 6 139,-4 6 0,2 6-34,-6 6 1,-1 4 629,-6 8-440,-4 14 1,-6 9-1,-3 14 73,-5 4 0,-2-1-384,-1 1 0,1-1-340,3 1 1,3-8 0,5-10-1577,0-5 2083,5-4 0,21-35 0,10-14 0,4-1 0,0 1 0</inkml:trace>
  <inkml:trace contextRef="#ctx0" brushRef="#br0" timeOffset="8">22200 9587 7643,'-12'0'0,"-6"0"0,5 5 0,-9 3 1528,5 9 1,-3-2-710,3 5 1,-3 1-238,4 3 1,0 1 0,8-2 0,4-2-305,3-5 1,8-8-219,5-4-305,0-2 0,11-4 0,-2-3 0,2-7-40,2-8 222,-1-3 0,0 4 0,-4 3 1,-3 3-421,-4 5 1,4 3-1548,-1 5 1152,1 0 534,-5 5 409,-5 2 1,2 7-1,-5 2-200,-1 5 39,-2-4 0,4 1-81,-1-6-937,5-5 1,-2-1 1113,5-6 0,23-55 0,-16 21 0,1 0 0</inkml:trace>
  <inkml:trace contextRef="#ctx0" brushRef="#br0" timeOffset="9">22766 9316 7643,'-8'0'1510,"0"0"1,5-2-647,-1-2 1,1 3-37,-1-3 144,3 2 0,-4 8 0,5 2 240,0 3-890,5 1-123,-4 6-50,10 1 0,-5 10-723,2 0 1,-1 9 0,-4 0-471,1 5 0,0-2 0,-4 4 1,-2 1-1223,-2 2 1,2-5 2265,-7-6 0,-15-17 0,-9-9 0</inkml:trace>
  <inkml:trace contextRef="#ctx0" brushRef="#br0" timeOffset="10">22619 9710 7643,'18'0'1760,"2"-2"-1656,9-2-103,2-3 0,12-5 0,2-2-1,3-2 0,-7 4 0,5-1 0,3-2 0,-1-1 0</inkml:trace>
  <inkml:trace contextRef="#ctx0" brushRef="#br0" timeOffset="11">23763 9180 7628,'-7'-12'877,"3"0"756,-2 5-1113,4 12 1,-3 10-142,5 14 1,1 9-1,2 10 1,1 6-146,-1 2 0,-1 1 1,1 5-106,1-1 0,0-5-739,-4-2 808,0-9-127,6-3 0,-5-12 1,5-5-1,-1-9 30,3-6 1,3-12-126,2-10 165,4-11 1,-2-14 0,7-10 0,3-4-81,2-7 0,-10 27 0,-1-1 1,13-31-201,-2 3 84,-1 1 0,-3-1 0,-1 3 0,-4 5 1,-4 8-1047,-8 11 798,-3 20 0,-4 21 0,-3 18 1,-5 11-1,-1 10 0,-3 8 303,1 1 0,6-16 0,0 2 0,-1 0 0,1 0 0</inkml:trace>
  <inkml:trace contextRef="#ctx0" brushRef="#br0" timeOffset="12">24452 9439 7629,'0'-18'0,"-1"3"0,-3-5 334,-3 4 0,-5 0 1,-2 8-1,-1 4 1,-3 4-1,-1 5 1,-3 8 1285,-1 6 0,-2 9-914,1 5-583,5 3 0,1-1 1,7 0-1,3-4 1,4-1-1,2-4 1,2-4-155,0-6 0,10-7 0,4-5 1,3-3-84,5-1 1,1-11-1255,2-5 1018,0-6 1,1-8 0,1-2 0,2 1 0,-2 2 0,-2 3 0,-5 3-140,-3 2 1,-4 9-1,-2 11 1088,-3 7 1,-3 15-527,-10 16 372,-7 0 0,-2 9 0,-1-5 0,4-1 0,5-2 214,0-1 1,2-5-1201,4-4 0,1-4 0,5-9-1239,6-11 1,6-15 1779,7-14 0,9-18 0,5-10 0,-10 14 0,0-1 0,0 1 0</inkml:trace>
  <inkml:trace contextRef="#ctx0" brushRef="#br0" timeOffset="13">24822 9439 7629,'-6'12'0,"-1"3"1122,-5 6 1,0 2-48,-1 14-490,1-3 1,0 14 0,1-4 0,3-1 0,4-2 338,2-2 1,2-9-645,0-6-146,0-10 1,6-8-1,2-9 1,4-7-1,3-12 234,2-12 0,4-4-354,0-7-158,2 0 1,0-3 0,-1 1 0,-3 5-1,1 2-775,-1 5 1,1 6 0,4 2 0,-3 5-1326,0 5 0,-5 9 965,5 4 1279,-6 3 0,14 28 0,-3 7 0</inkml:trace>
  <inkml:trace contextRef="#ctx0" brushRef="#br0" timeOffset="14">25745 9082 7644,'-39'0'54,"0"-1"1,-2-2 0,2-1 0,5 1 288,5 2 0,3 2 0,3 2 0,3 2 0,3 2 0,5 3 586,4 1 1,-2 1-330,6 0-631,0 6 0,4-4 1,0 3-1,0 0 0,0 1 1,0-1-1,0 1-84,0-3 1,4-1 92,0-2 114,0 6 0,-4 1 1,-1 6-1,-2 1 1,-2 4-1,-2 5 1,-3 6 1096,-1 3-1115,-1 1 1,0 3 0,1-3 0,1-2 0,3-2 0,2 0 0,2-3-60,2-4 1,2-8 0,5-7 0,5-1 148,4-3 0,5-1-132,-3-2 1,4-1 0,1-1 0,4-4-109,3 0 1,0 2-324,-5-4 0,1 0 151,0-4-471,-1 0 1,-1 0-1,-2 0 1,-5 0-1,-3-1-2569,-5-3 3288,-3-3 0,-27-33 0,-5-6 0</inkml:trace>
  <inkml:trace contextRef="#ctx0" brushRef="#br0" timeOffset="15">25978 9427 7644,'6'-18'207,"-3"3"1,3-4 0,1-1-1,-1 3 1,-1-1 497,-2 3 0,-2 1 0,-2 3 0,-3 2 523,-4 0-1066,-3 7 0,-3-4 1,-2 8-1,-5 3 1,-2 7-1,-3 8 1,-1 3 311,-2 1 1,-1 2-177,1 3-289,9-3 1,-8 4 0,13-5 0,3-1 0,4 0 0,2-4 0,5-3-336,4-4 233,9-6 0,8-1 0,8-6 0,2-2 1,0-3-1,1-6 0,-1-4-827,0 0 668,-6 1 1,-2 2 0,-6 1 0,-1 3-1,-3 5-404,-3 6 0,-9 9 580,-9 8 42,-2 4 1,-5 0 0,0-1 0,1-1 0,1-3 252,2-1 0,5-1 1,3-5 139,2 0 0,4-1-30,2-3 0,3-2-23,5-6-197,6 0 1,1 0-1,5 0 1,1 0 0,0 0-405,-1 0 1,2 4 0,2 0 0,0-1-1367,0-2 0,-2-1 953,-2 0 0,-1-5 708,-2-3 0,-9-42 0,-6-10 0</inkml:trace>
  <inkml:trace contextRef="#ctx0" brushRef="#br0" timeOffset="16">26311 9082 7644,'-13'0'298,"1"-4"1,0 0-1,1 0 527,3-2 1,8 5-1,11-3 1,6 4 502,8 4-1197,8-3 1,-6 6-1,6-4 1,0 2-1,0 1 1,-2 1-1,-1-2-246,-3 0 1,-1 4-23,-1-5 0,-2 5 1,-2-2-1,-5 1 0,-4 2 1,-3 4-241,-5 5 1,-4 4 0,-4 3 0,-5 1 143,-1 2 1,-3 5-1,2-2 1,3 1 456,4-1 1,3-4 58,1 0-280,0-2 0,9-2 0,3-2 0,2-3 0,0 0 0,-2 0 0,2 3-110,2 1 0,-6-2-154,2-1 214,-2-5 0,-3 8 0,-3-3 0,-3 0 0,-1-1 162,0-1 0,-1-2 102,-3-3 39,-3-7 1,-6 5-1,0-4 1,-4 0-1,-3-3 165,-3-2 1,-3-1 0,-2 2-1,-1 1-161,2-1 1,1-1-241,2 2 0,-1-2-607,0 2 515,6-3 0,3-2-4219,8-3 4291,8-3 0,45-27 0,-15 14 0,0 0 0</inkml:trace>
  <inkml:trace contextRef="#ctx0" brushRef="#br0" timeOffset="17">27221 9439 7644,'0'-7'0,"10"2"235,2 5 1,10 0 0,3 0 0,5 0 4579,1 0-3723,5 5-1270,-5-4 1,12 16-1,0-4 1</inkml:trace>
  <inkml:trace contextRef="#ctx0" brushRef="#br0" timeOffset="18">27234 9550 7644,'-7'0'2448,"3"0"-2023,8 0 1,9 0 0,12 0-1,7 0-436,3 0 0,6 0-1528,0 0 1131,6-6 130,-9 5 0,15-10 1,-2 4-1</inkml:trace>
  <inkml:trace contextRef="#ctx0" brushRef="#br0" timeOffset="19">28280 9476 7642,'0'-18'607,"-4"-1"1,-1-4-1,3 2 2977,0 5-3314,2 7 0,2 5 0,2 8 0,4 6 0,3 5 0,1 6 1,1 3-1,-1 4 37,0 0 0,0 6-121,1-1-193,-1-3 1,-4 5 0,-1-5 0,-1 0 0,-2-2 0,0-3 0,0-3-92,-1 0 1,-3-4-1,-4-3 106,-5-6-473,-2-3 1,-1-8 0,-2-3 0,-1-6 0,-1-6 0,1-3 0,0-5-1419,-2-2 0,4-3 1428,-4 1 372,-2-2 0,4-2 1,-5 0-1,-1 0 1,1 2 33,-1 2 35,6-2 1,-7 6 0,6-1 0,1 6 1586,1 2-347,2 1 1,6 11-518,6 1 1,7 4-87,10 1-398,2 6 0,7-5 0,2 3 1,5-3-1,4-1 39,4 0 0,3 0-185,5 0-99,0 0 0,-1 0 0,-3 0 0,-5 0 0,-6 0-2278,-5 0 0,-6 2 2298,-6 2 0,-6 3 0</inkml:trace>
  <inkml:trace contextRef="#ctx0" brushRef="#br0" timeOffset="20">29018 9156 7642,'12'-12'320,"1"1"0,-1 1 0,2 2 0,2-2 0,3 1 0,0 0 571,-2 5 1,0 3 0,0 2 0,-2 5-288,-1 6-724,-8 6 1,0 8 0,-6 3-1,-3 3 1,-4 4 0,-5 0 0,-3-4-360,-3-3 1,-1-4 0,-4-5 0,1-3 265,1-4 0,6-6 0,-1-3 0,2-4 388,2-4 0,5-3 0,4-5 0,6-2 68,5-2 0,5 2 0,3-2 0,6 3-114,5 5 1,1-1 0,4 5 0,3 1-441,0 1 1,2 2-1952,0 0 1466,0 6 0,-1-1 796,-4 4 0,-2 13 0,-5-2 0</inkml:trace>
  <inkml:trace contextRef="#ctx0" brushRef="#br0" timeOffset="21">10940 12749 7647,'0'-12'307,"-4"0"0,-1-1 0,-1 1 0,-1 1 1689,1 3-1551,3-3 0,-1 11 1,6 0-1,4 8 1,1 6-1,2 4 482,2 1 1,2 5-629,-1 5-205,0 5 0,0-2 0,-1 3 0,-1-1 1,-3-1-1,0 1 0,-2 2-11,1 1 1,-2-7-1,-4-4 1,0-6-171,0-2 0,0-5 0,-2-7 1,0-2-375,-3-5 1,-4-6-1,2-11 1,-1-6-413,0-8 0,-1-7 0,-3-2 1,0 0 186,0-2 1,-6 5 0,-4-3 0,-4 4 347,-3 4 1,-1 3 38,1 6 627,3 4 1,-6 4-1,7 6 1,6 4 1206,4 0 1,15 2-1037,8 4 1,10 0 0,10 0-1,5 0 88,3 0 0,1 4-546,0 0 1,0 4 257,0-3-656,-1 4 0,1-7 1,-1 2-1,-3-2 1,-5 1-506,-2 1 0,-1 0 1,0-5 861,-1-3 0,-10-14 0,-3-8 0</inkml:trace>
  <inkml:trace contextRef="#ctx0" brushRef="#br0" timeOffset="22">11592 12417 7639,'0'-12'273,"2"-1"0,1 1 0,1 0 0,0-1 0,1 1 0,3 0 0,2 0 310,-2-1 0,3 5 0,-3 1 0,3 2 1,2 2-1,-1 2-431,0 1 1,-1 9 0,-3 5 0,-4 5-286,-2 7 1,-4 0 0,-2 5 0,-4 1-245,-3-1 1,-5-3 0,-1-1 0,4-5-408,3-6 1,-1-2 451,3-2 429,-3-5 0,4-3 1,4-7-1,6-2 0,5-2 1,3-2-1,3-1 1,1 0-1,3 4-117,1 0 1,2 2 0,2 4 0,-1 0 0,-2 0 0,2 1-3114,1 3 3133,2-2 0,16-2 0,4-7 0</inkml:trace>
  <inkml:trace contextRef="#ctx0" brushRef="#br0" timeOffset="23">12798 12306 7659,'0'-8'1142,"-1"1"399,-3 2-1400,-3 1 0,-5 10 0,0 8 1,-1 12-1,1 14 0,0 12 1,-1 9 263,7-26 1,0 0-354,-1-1 0,2 2 1,1 6-1,1 2 1,0-2-1,2 1 1,0 0-1,0 1 1,2-2-1,0 0 1,0-5-1,2-1 1,6 27-167,6-8 0,5-14 0,4-7 0,1-8-534,-1-11 1,7-7-1,1-8 1,4 0 647,1 0 0,6-15 0,5-8 0,5-1 0,0 0 0</inkml:trace>
  <inkml:trace contextRef="#ctx0" brushRef="#br0" timeOffset="24">13475 12552 7659,'0'-16'293,"0"-2"1,0 0 509,0 1 1,0 8 0,0 13 0,0 13-314,0 9 0,4 5-449,0 6 0,2 2 0,-3 0 1,1 4 153,-1 0 0,-2-3-106,-1 1-256,0-3 1,0-2 0,0-3 0,0-5 0,0-3 0,0-5-2116,0-3 1968,0-9 314,0-2 0,-6-56 0,0-11 0</inkml:trace>
  <inkml:trace contextRef="#ctx0" brushRef="#br0" timeOffset="25">13229 12503 7659,'8'0'480,"1"-1"0,0-2 327,2-1 0,7-2 356,2 2-1022,9 3 1,9-5 0,12 6 0,6 0 0,2 0-1,0 0 1,-5 2-417,-2 2 1,-7 4-1,-5 7 1,-6 3 274,-8 1 0,-28 34 0,-12 13 0</inkml:trace>
  <inkml:trace contextRef="#ctx0" brushRef="#br0" timeOffset="26">13303 13069 7659,'5'-7'1711,"9"-4"0,11 3 1,9-3-486,10-1 1,8-6-601,13-2-814,-2 2 1,3 0 0,-10 6 0,-7 1 0,-7 3 187,-3 4 0,-19 8 0,-3 3 0</inkml:trace>
  <inkml:trace contextRef="#ctx0" brushRef="#br0" timeOffset="27">14054 12811 7659,'-11'1'759,"1"2"311,2 1 0,8 0 1,3-4 612,8 0-1886,9-5 0,3 2 0,6-4 0,0 2 0,0 0 0,-1 1 0,0 0-3671,-2 2 3874,-7 0 0,9-3 0,-2-2 0</inkml:trace>
  <inkml:trace contextRef="#ctx0" brushRef="#br0" timeOffset="28">14755 12454 7348,'0'12'474,"0"6"0,0 5 1,0 9-1,0 9 0,0 7-296,0 5 0,0-1 0,0 4 0,0-1-434,0-3-522,0-7 0,0-6 1,0-9 777,0-5 0,11-63 0,3-13 0</inkml:trace>
  <inkml:trace contextRef="#ctx0" brushRef="#br0" timeOffset="29">15014 12466 7659,'1'15'2050,"2"4"0,1 7-1345,-1 4 0,-2 5 0,-1 6 0,0 4-686,0 3 0,0-3 0,-1-2 1,-4 0-645,-3-3 0,1-2 0,-1-3 0,-1-3 625,-2-8 0,-29-26 0,-6-13 0</inkml:trace>
  <inkml:trace contextRef="#ctx0" brushRef="#br0" timeOffset="30">14731 12848 7657,'-13'0'2883,"8"0"-2396,5 0 1,11 0 0,11-2 0,6 0-646,9-3 1,1 1 0,8 3 0,1-2 157,5-1 0,-7-3 0,5-1 0,4 1 0,1 0 0</inkml:trace>
  <inkml:trace contextRef="#ctx0" brushRef="#br0" timeOffset="31">15297 12208 7655,'8'4'388,"0"0"0,2 0 1,2 3-1,4 4 2945,5 4-3037,8 12 1,-2-1 0,4 14 0,-1 5 0,-2 8-1,-2 6 1,-4 3 0,-5-2 0,-6-1-734,-4-2 1,-3 0-1694,-4 5 1538,-11 0 1,-4-6 0,-12-3-1,-3-3 1,-2-2 0,0-4-1,0-8 592,3-10 0,9-24 0,2-10 0</inkml:trace>
  <inkml:trace contextRef="#ctx0" brushRef="#br0" timeOffset="32">16244 12331 7691,'-12'-7'98,"0"3"1,-1 3 0,0 1 0,-2 1 0,-3 4 0,0 9 82,0 9 1,-2 14 0,3 14 0,2 10-1,9-26 1,0 1 0,1 2 0,2 1-143,0-1 0,2 1 1,0 0-1,2 1 1,1-1-1,1 0 1,2-1-1,2-1-389,2-1 1,2-1-1,16 25 1,3-11-1,1-7-582,4-8 0,-4-6 932,2-7 0,22-14 0,9-9 0</inkml:trace>
  <inkml:trace contextRef="#ctx0" brushRef="#br0" timeOffset="33">16761 12503 7688,'0'-19'214,"1"3"0,4 9 0,1 8 0,3 11-111,-1 12 1,-6 6-1,3 8 1,-4 3 0,-1 3-1,0 1-201,0 0 0,0-1 0,1 1 0,2-4-186,1-3 1,0-2 0,-4-3-1057,0-5 1340,6-7 0,-5-42 0,5-14 0</inkml:trace>
  <inkml:trace contextRef="#ctx0" brushRef="#br0" timeOffset="34">16503 12429 8049,'8'-7'421,"0"3"1,3 2 0,4-1 0,7-3-136,5 0 1,7 3-1,10-1 1,5 2 0,2 2-1,0 2-537,-2 2 0,-4 4 0,-1 8 0,-3 6 0,-6 4 0,-6 4-2610,-7 2 2861,-4-5 0,-28 36 0,-5 3 0</inkml:trace>
  <inkml:trace contextRef="#ctx0" brushRef="#br0" timeOffset="35">16650 13008 8758,'-4'0'1732,"8"0"-1379,11 0 1,9 0 0,4 0 0,6 0 0,6 0 0,5 0-139,3 0-655,1 0 0,-4 0 1,-1 0-1,-1-2 0,-2 0 1,-2-4 439,-2-1 0,-8-1 0,-11-4 0</inkml:trace>
  <inkml:trace contextRef="#ctx0" brushRef="#br0" timeOffset="36">17573 12811 9317,'14'0'148,"2"0"1,8 0 0,6 0 0,8 1 0,4 2 0,5 2-149,1 2 0,-6-5 0,3-1 0,4 2 0,-1-1 0</inkml:trace>
  <inkml:trace contextRef="#ctx0" brushRef="#br0" timeOffset="37">18225 12515 7688,'7'-12'350,"-3"4"1,-2 7 89,-2 9 0,0 16 0,0 6 1,0 9-1,0 6 0,-2 4-483,-2 4 1,3-1 0,-3 6 0,1-1 0,0-1 0,-1-2-490,2-4 1,0-9 0,2-7 531,0-8 0,11-48 0,3-8 0</inkml:trace>
  <inkml:trace contextRef="#ctx0" brushRef="#br0" timeOffset="38">18521 12552 7688,'-7'6'339,"2"2"0,0 3 76,1 1 1,0 7-1,4 6 1,0 6 0,0 5-1,0 2-267,0 3 1,2 4 0,0 7 0,2 0-747,-1-4 1,-1 0 0,-2-8-1,0-5 598,0-5 0,-22-36 0,-6-11 0</inkml:trace>
  <inkml:trace contextRef="#ctx0" brushRef="#br0" timeOffset="39">18287 12860 7684,'-5'0'2286,"5"0"1,12 0-2305,12 0 0,7 0 0,5 0 18,1 0 0,4-5 0,5-1 0,3-1 0,0 0 0</inkml:trace>
  <inkml:trace contextRef="#ctx0" brushRef="#br0" timeOffset="40">18792 12269 7681,'8'-1'55,"0"-2"1,3-1 0,3 1-1,5 2 874,4 1-690,-1 0 0,15 11 0,-2 8 0,5 11 0,1 13 0,0 7 0,-21-21 1,0 1 243,-2 2 1,-1 0-397,0 2 1,-2 1 0,-3-1-1,-1 0 1,8 33 0,-7-3-1,-6-2 1,-6-6 0,-6-3-7,-6 0 0,-6-6 1,-5 1-1,1-6-357,2-6 1,3-5 0,-2-6 0,1-2-1067,3-2 1342,7-4 0,-14-32 0,2-7 0</inkml:trace>
  <inkml:trace contextRef="#ctx0" brushRef="#br0" timeOffset="41">21684 10411 7653,'-13'-5'86,"0"2"1,-2-4-1,-3 3 1,-1 5 0,-5 6 259,-3 4 1,1 11 0,-3 5 0,3 6 0,3 5 0,1 2-4,2 2 0,10 1-240,2 2-122,5-3 0,3-6 1,2-5-1,3-6 0,6-7 1,4-6-1,1-4-69,2-4 1,-3-13-1,6-8 1,1-6 9,1-6 0,1-6 0,1-6 0,0 0 22,-1-2 0,0 5 1,-3-2-1,-1 5-180,-3 2 0,0 10 1,-5 1 255,0 7 1,-5 12 0,-4 17-1,-4 10 762,-4 12 0,-3 2-100,4 7-652,0-5 1,0 7 0,0-6-1,1-2 1,2-2 0,1-4 0,1-4-734,3-3 0,3-9 529,5-4 174,6-6 0,12-57 0,-11 20 0,1-1 0</inkml:trace>
  <inkml:trace contextRef="#ctx0" brushRef="#br0" timeOffset="42">22003 10559 7654,'-12'5'0,"1"-1"348,3 9 0,-3-1 0,3 11 0,-3 4 981,-1 4 0,5-3-813,3 5 1,2-6-1100,2 2 251,0-3 1,2-8-1,2-6 1,4-6-390,3-5 1,5-12 521,1-5 0,5-10 0,-3-4 0,1-2-115,1-2 1,-1 0 582,5 1 1,-5 4-141,1 9 1,-5-2 0,4 6 0,-3 2 409,-2 4 1,-6 6-82,-5 8 0,-3 13-333,-1 7 1,0 9 0,-1 0 0,-3 2-277,-5 2 0,4 0-558,1 0 0,2-7-1137,2-5 1846,0 0 0,33-61 0,8-8 0</inkml:trace>
  <inkml:trace contextRef="#ctx0" brushRef="#br0" timeOffset="43">22459 10669 7654,'-18'6'0,"-1"2"410,-6 9 1,6-4-1,3 4 1,3-4 877,5 0 1,-1-1-741,5 0 1,2-5-317,10-3-463,6-2 0,12-4 0,3-3 0,4-8 0,2-6-2930,2-4 2808,0-2 0,3-5 0,-2-3 0,-4-2 1,-2-2-228,-5 0 1,-3 0 776,-3 0 1,-7 6 0,-7 3 0,-2 7 913,-2 4 1,-7 9-384,-5 4 1,-2 15-7,-1 9 1,1 9 0,2 8 0,2 1-161,1 3 0,1-2-1092,1 2 0,2-5 196,-2-3 1,8 1-1,5-5 1,2-3-588,1-4 921,0-4 0,33-17 0,9-2 0</inkml:trace>
  <inkml:trace contextRef="#ctx0" brushRef="#br0" timeOffset="44">23739 10399 7669,'-2'-13'33,"0"1"0,-3 0 0,1 1 0,-1 4 227,-3 7 1,-3 11-1,-2 11 1,0 7-1,-2 7 1,-2 10-89,2 6 1,2 0-1,2 6 1,2 5-193,5 6 0,3 0 0,2-34 0,1 0 0,6 32 0,8-9 0,6-11-1292,3-10 1031,5-11 0,-4-5 1,3-9-1,-3-5 1,-3-6 280,-3-5 0,15-25 0,-3-10 0</inkml:trace>
  <inkml:trace contextRef="#ctx0" brushRef="#br0" timeOffset="45">24219 10583 7669,'-4'9'-15,"-1"-1"0,3 1 0,0 4 1,2 4 153,0 8 1,0 1-1,2 8 1,0 4-1,3 5 1,-3 2 107,0 0 1,2-5 0,0-1 0,-1-4-1290,-2-7 25,-1-2 1017,0-1 0,0-33 0,0-9 0</inkml:trace>
  <inkml:trace contextRef="#ctx0" brushRef="#br0" timeOffset="46">23911 10620 7669,'5'-7'95,"4"2"0,3 1 325,4 0 1,9 0 0,9 4 0,6 0-127,5 0 1,3 0-1,1 0 1,0 0-544,0 0 1,-5 5-1,-6 3 1,-6 3-413,-7 2 661,-15-1 0,-4 6 0,-13 1 0</inkml:trace>
  <inkml:trace contextRef="#ctx0" brushRef="#br0" timeOffset="47">24120 11076 7669,'21'-9'300,"-1"3"1,2-1 121,1 0 0,7 3 1,2-3-1,1 1-538,-1 4 1,0 0 0,1 2 0,-5 0-544,-2 0 659,-1 0 0,5 6 0,2 1 0</inkml:trace>
  <inkml:trace contextRef="#ctx0" brushRef="#br0" timeOffset="48">24920 10817 7669,'12'-11'195,"2"3"0,1 4 1,3 3-1,1 2 0,3 2-1404,1 1 0,2 4 1209,-1-4 0,45 0 0,-30-4 0,1 0 0</inkml:trace>
  <inkml:trace contextRef="#ctx0" brushRef="#br0" timeOffset="49">25388 10633 7669,'-4'12'1144,"-1"0"1,3 0-655,0 1 0,1 6 1,-2 6-1,-1 6-803,1 5 0,2 0 1,1 1-1,0-1-510,0-3 0,0-3 0,0-7 823,0-2 0,11-20 0,3-9 0</inkml:trace>
  <inkml:trace contextRef="#ctx0" brushRef="#br0" timeOffset="50">25658 10559 7669,'-8'0'503,"1"1"-12,2 3 0,-1 0 0,4 9 0,-2 4 1,0 7-1,-1 4-63,1 5 0,0 4 0,4 4 0,0 4-813,0 3 0,-1-4 0,-2-5 0,-1-3-748,1-3 0,-2-11 1,-1-3 1132,-1-8 0,-12-39 0,-7-13 0</inkml:trace>
  <inkml:trace contextRef="#ctx0" brushRef="#br0" timeOffset="51">25375 10891 7669,'2'-7'818,"2"3"1,5 1-34,6-1 1,6 3-1,6-3 1,5 2-1148,3 2 362,-6 0 0,34 6 0,-4 1 0</inkml:trace>
  <inkml:trace contextRef="#ctx0" brushRef="#br0" timeOffset="52">25831 10411 7669,'-6'0'1557,"6"0"1,7 6-1329,9 2 0,4 4 1,4 4-1,1 5 0,-1 4 1,1 5-54,0 7 0,-1 6 0,-2 9 0,-5 3 0,-9 2 0,-5 4-137,-3-1 0,-6 3 0,-2-11 0,-4-6-512,-5-8 1,3-8-1,-2-9 1,2-5-973,2-2 0,0-7 1445,-1-3 0,12-63 0,2 22 0,-1-1 0</inkml:trace>
  <inkml:trace contextRef="#ctx0" brushRef="#br0" timeOffset="53">26360 10374 7669,'-8'0'691,"-1"0"1,0 0-56,-2 0 1,4 6-1,3 2 1,3 4 0,1 5-1,1 4-473,3 7 1,3-2-1,4 4 1,-2-1-452,0-1 1,-5 5 0,3-6 0,-1-2-1212,1-3 0,-4-7-1311,1 1 2810,-3-7 0,-1-48 0,0-15 0</inkml:trace>
  <inkml:trace contextRef="#ctx0" brushRef="#br0" timeOffset="54">26151 10386 7669,'-4'-8'763,"-1"0"0,7 5-130,6-1 1,10 3 0,5 1 0,7 0-647,6 0 1,-2 4-1,7 1 1,-1 1-1,-1 1 1,1-2-2201,-5 1 1,-3-1 2212,-8-1 0,23-13 0,5 0 0</inkml:trace>
  <inkml:trace contextRef="#ctx0" brushRef="#br0" timeOffset="55">26914 10793 7660,'12'-5'766,"0"1"1,1 2 0,-1 0 0,2 2-367,2 0 0,3 0 0,6 0 1,-1 0-3066,1 0 1443,0 0 1222,-6 0 0,-2 6 0,-4 1 0</inkml:trace>
  <inkml:trace contextRef="#ctx0" brushRef="#br0" timeOffset="56">26889 10965 7660,'8'7'347,"0"-3"1,1-3-142,3-1 0,6 0 0,4 0 1,6 0 142,9 0 1,2 0 0,6-1-350,1-3 0,-2-2 0,4-1 0,4-2 0,0-1 0</inkml:trace>
  <inkml:trace contextRef="#ctx0" brushRef="#br0" timeOffset="57">27910 10300 7660,'-17'0'378,"-4"0"0,-2 2 0,-2 3 0,1 9 1356,-1 9-1579,0 7 1,2 14 0,3 6-1,5 9 1,5 7 0,6 1-1,4 0 1,4-3 0,6-1 42,5-1 1,5-8 0,8-4 0,2-11-736,1-9 1,-2-2 0,2-12 0,1-1-1113,-1-1 0,-3-3 1649,0-3 0,-7-14 0,-3-7 0</inkml:trace>
  <inkml:trace contextRef="#ctx0" brushRef="#br0" timeOffset="58">28464 10620 7657,'-12'0'279,"4"-4"1,0 0 1318,-2 1-1364,4 2 1,2 1-1,7 3 1,3 4 0,-1 6-1,2 6 843,0 7-1045,-5-1 0,5 15 1,-4-4-1,1 3 1,-1-1-27,-2-1-647,-1 0 1,4-6-1,0-3 1,1-6-1,-1-6 641,0-2 0,0-29 0,-4-7 0</inkml:trace>
  <inkml:trace contextRef="#ctx0" brushRef="#br0" timeOffset="59">28317 10571 7657,'12'0'422,"0"0"727,0 0-1004,1 0-208,5 5 1,-3-3 0,5 3 0,3-1-1,3 1 1,4-1 0,2 1-843,2 3 839,-4 3 66,6-4 0,6 26 0,9 1 0</inkml:trace>
  <inkml:trace contextRef="#ctx0" brushRef="#br0" timeOffset="60">28255 11076 7663,'19'-9'0,"-1"3"0,1 0 293,6 3 1,6-3-1,10-1 1,4-2 449,3 1 1,-4 4 0,-3-3 0,-1 2-936,1 2 0,-9 2 1,1 1-1,-7 0 192,-5 0 0,-9 0 0,-6 0 0</inkml:trace>
  <inkml:trace contextRef="#ctx0" brushRef="#br0" timeOffset="61">28993 10866 7663,'6'-6'1589,"2"1"-1611,3 4 1,3 1-1,2 0 1,5 0 0,0 0-1,1 0-1419,-1 0 1441,-1 0 0,16 0 0,2 0 0</inkml:trace>
  <inkml:trace contextRef="#ctx0" brushRef="#br0" timeOffset="62">29584 10620 7663,'0'-8'2211,"0"0"1,0 6-1951,0 2 1,0 11-1,0 11 1,0 6-288,0 4 0,0 8 0,0 2 0,0 2-779,0 3 0,-1-5 0,-2-1 0,-1-4-1082,1-4 1887,2-3 0,12-38 0,2-9 0</inkml:trace>
  <inkml:trace contextRef="#ctx0" brushRef="#br0" timeOffset="63">29879 10608 7663,'-12'5'0,"0"-2"309,0 5 1,-1 1 0,1 3 0,1 2 0,3 2 0,4 6 580,2 5 0,2 1 0,0 4 0,2 3-1005,2 0 1,3 2 0,4-1 0,-3-4-735,-4-3 0,-3-3 1,-1-1-1,0-2-420,0-3 1,-5-2 1268,-3-5 0,-14-34 0,-4-8 0</inkml:trace>
  <inkml:trace contextRef="#ctx0" brushRef="#br0" timeOffset="64">29560 10854 7663,'-9'-4'1020,"1"0"1,7-2-321,1 2 1,11 3 0,11-3 0,5 2-382,6 2 0,4 0 0,4 0 1,4 0-3283,3 0 2963,1 0 0,-2-2 0,4-1 0,5 0 0,-1-1 0</inkml:trace>
  <inkml:trace contextRef="#ctx0" brushRef="#br0" timeOffset="65">29978 10473 7663,'12'0'349,"6"1"1,3 3-1,2 4 1,3 3-1,1 1 492,2 1 0,4 6 0,-5 4 0,0 6-735,-2 2 1,-7 4 0,-4 6-1,-6 5-199,-4 6 1,-4 0-1,-1 4 1,-1-1-73,-4-3 0,-3-2 1,-7-2-1,-1-4-381,1-7 0,0-7 0,0-10 0,-2-2-268,2 0 1,2-10 813,0 0 0,-5-21 0,-1-8 0</inkml:trace>
  <inkml:trace contextRef="#ctx0" brushRef="#br0" timeOffset="66">9611 14521 8593,'-5'0'828,"5"-1"1,8-2 1368,7-1-2033,10 0 1,11 4-1,11 0 1,4 0 0,2 0-1,-1 0 1,-2 0-1353,0 0 419,-12 0 0,-4 1 0,-13 3 769,-5 5 0,-24 7 0,-7 3 0</inkml:trace>
  <inkml:trace contextRef="#ctx0" brushRef="#br0" timeOffset="67">9857 14804 7902,'14'0'353,"2"-1"1,6-3-400,6-4 0,-1-3 0,6-2 0,1 1-515,1 0 0,-2-3 561,0 2 0,11-2 0,6 9 0</inkml:trace>
  <inkml:trace contextRef="#ctx0" brushRef="#br0" timeOffset="68">11186 14484 7642,'-5'-12'3071,"4"7"-2751,-4 5 1,5 12-1,5 11 1,3 6 124,3 2-364,1 2 1,3 4 0,-1 0 0,-3 0 0,0 0 631,-1 0-675,-3 0 0,-1-5 0,-6 0 0,0-2 0,0-4 0,-2-4-170,-2-6 1,2-8 0,-7-3 0,1-7-189,1-6 0,-4-2 0,3-10 0,-3-2-1,-1-1 1,-2-3 0,-1-2 0,-3-2-107,-1-1 0,4-2 1,-2-4-1,0 2-132,1 2 0,-1-1 261,5 5 171,0 0 1,-3 2 0,2 1 0,5 4 0,3 3-178,1 4 489,-1 1 0,5 6 0,2 1 0,2 2 0,4 2 1800,3 2-1538,7 1 1,-4 1 0,3 2 0,1 2 0,3 2 1218,2 3-1642,1 0 0,1-1 0,1-1 1,3 0-1,2 0-480,1 1 1,7-7-191,-2 2 1,4-2-17,0-2 662,-8 0 0,14-22 0,-9-6 0</inkml:trace>
  <inkml:trace contextRef="#ctx0" brushRef="#br0" timeOffset="69">11999 14164 7716,'0'-17'72,"5"2"1,2-5 0,1 3 0,0 2 0,2 1 369,1 2 1,1-1 0,2 2-1,1 3 1,1 6 0,-1 6-148,-1 8 0,-2 6 0,-1 8 0,-3 2-349,-4 5 1,-2 3 250,-2 1-351,-6 0 1,0-2-1,-7-2 1,1-4-1,0-5 1,-1-3-1,1-3-517,0-1 0,-1-8 273,1-1 472,5-6 1,-2-3 0,5-3 0,1-4 0,1-3 0,4-1 0,3-1 582,8 1 1,-1 0-11,4-1-643,3 1 1,-3 5 0,4 3 0,2 3-1,1 2-683,2 3 518,-1 3 0,5 5 1,1 1 160,2-1 0,1 4 0,5 2 0,4 2 0,0 0 0</inkml:trace>
  <inkml:trace contextRef="#ctx0" brushRef="#br0" timeOffset="70">13106 14164 7712,'-14'-4'78,"-1"-1"0,-2-1 265,-3 1-246,5 1 0,-4 9 0,4 5 0,-1 6 0,1 9 0,2 8 0,4 6 61,1 6 0,5 5 0,-1 4 0,3 7-289,1 3 1,0 6 108,0-5-21,2-29 0,1-1 1,2 27-1,6-2 1,0-9-1,3-10 1,1-7-1,3-5-910,2-4 0,4-5 953,0-4 0,17-13 0,4-5 0</inkml:trace>
  <inkml:trace contextRef="#ctx0" brushRef="#br0" timeOffset="71">13721 14374 7693,'-6'0'5330,"0"5"-5250,6 3 0,1 10 1,2 8-1,1 10-87,-1 7-67,-2 5 0,-1 7 0,0 1 1,0 1-1,0-2 0,0-3 0,0-5-1816,0-4 1,0-13 1889,0-9 0,6-50 0,1-13 0</inkml:trace>
  <inkml:trace contextRef="#ctx0" brushRef="#br0" timeOffset="72">13537 14324 7687,'22'0'0,"2"0"0,4 0 244,2 0 1,-4 0 0,4 0 0,-1 0 0,-1 0-1,1 2 18,1 2 1,-3 3 0,5 4 0,-1-2-472,1-1 0,1 1 209,3 3 0,7 11 0,1 3 0</inkml:trace>
  <inkml:trace contextRef="#ctx0" brushRef="#br0" timeOffset="73">13561 14927 7687,'18'0'0,"-3"0"0,6-1 0,1-2 377,1-1 0,7-5 0,1 0 0,2 0-104,0 1 1,0-2 0,5 5 0,2-1-1524,1 1 1,0-4 1249,-4 5 0,-4 2 0,4 0 0,1 2 0,1 0 0</inkml:trace>
  <inkml:trace contextRef="#ctx0" brushRef="#br0" timeOffset="74">14620 14644 7687,'-19'0'947,"1"0"1,7-1 0,4-2 1066,7-1-2137,11 0 1,12 4 0,7 0 0,2 0-1,3 0 1,2 0 0,2 0-3288,-4 0 3410,-6 0 0,23 6 0,0 0 0</inkml:trace>
  <inkml:trace contextRef="#ctx0" brushRef="#br0" timeOffset="75">15272 14300 9110,'-7'13'445,"3"4"1,3 5 0,1 6 0,0 9 85,0 7-623,0 9 1,0 2 0,0 4 0,0-3 0,0-3-1,0-5 1,0-7 0,0-8 91,0-8 0,5-34 0,2-12 0</inkml:trace>
  <inkml:trace contextRef="#ctx0" brushRef="#br0" timeOffset="76">15481 14349 7672,'0'12'670,"0"1"1,0-1-135,0 0 1,0 6 0,0 4-1,0 5-319,0 6 1,0 4 0,0 3 0,0 1-538,0-2 0,0 0 1,0-2-1,0-1-2249,0 1 2569,0-5 0,-22-13 0,-5-8 0</inkml:trace>
  <inkml:trace contextRef="#ctx0" brushRef="#br0" timeOffset="77">15260 14694 8688,'13'-2'-510,"4"0"1,5-3 400,5 3 1,2-5 108,8-1 0,-3 0 0,4-1 0,7 0 0,0-1 0</inkml:trace>
  <inkml:trace contextRef="#ctx0" brushRef="#br0" timeOffset="78">15740 14066 7663,'8'-7'289,"0"2"1,2 1-1,2-1 1,3 3 1855,1 0-1949,6 8 1,-3 5 0,6 8 0,1 3-1,1 7 1,2 5 0,-2 9 365,-1 8-559,-6 11 1,-13-28-1,-2 1 1,-2 4-1,-2 2 1,0 0-1,-1 1 1,-1 1-1,0-1 1,-2-2-1,-1-1 1,-2-3-1,-2-1-354,-10 27 1,-2-6 0,-5-8 0,2-5-388,2-6 0,4-7 0,4-10 738,1-8 0,0-22 0,-1-10 0</inkml:trace>
  <inkml:trace contextRef="#ctx0" brushRef="#br0" timeOffset="79">18053 14694 7631,'0'-37'192,"-5"-3"0,-3 2 0,-3 4 1,-2 3-1,1 10 0,0 7 0,-2 8 417,-2 5 0,1 13 1,-6 12-1,-1 14 1,0 15-1,0 12-537,12-29 0,0 1 0,0 1 1,1 0-1,-2 2 0,0 0 0,1 0 1,1 0-44,-1-2 1,2 0-1,1-1 1,2 0-1,-2 31 1,1-5 253,4-4-238,0-12 0,13-6 1,7-18-1,7-8 1,6-7-1,2-3 1,2-2-38,0-1 1,-1-8-1,3-2 1,0-4-248,0-5-118,-1 4 0,-3-9 0,-1 4 0,-2-1 0,-3-3 0,-2 0 0,-6 0-650,-7 2 0,-5 5 0,-10-2 0,-5 2 675,-8-1 0,-8 6 0,-4-2 0,-5 2 463,-3 3 0,4-2 0,0 5 0,2 0 663,3-2 0,6 5 7,5-3 0,10 2 1,12 1-1,14-3-523,14-4 0,10-3 0,8-2 0,3 0-621,1-4 1,1 4 0,3-5 0,-3 1-1366,-8 1 1,-11 0 1707,-9 3 0,-31 7 0,-7 0 0</inkml:trace>
  <inkml:trace contextRef="#ctx0" brushRef="#br0" timeOffset="80">18644 14866 7631,'-8'0'183,"1"1"0,0 2 605,0 1 1,3 7 0,-3 3 0,2 9-164,2 8 1,2 17 0,1 8 0,1 7-591,3 1 1,-2-6-1,3-6 1,-1-7-1042,0-8 1003,0-6 1,-4-18 0,0-9 0,0-12 228,0-12 0,0-3 0,0-12 0,2-6 90,2-6 1,4 1 0,7-9 0,3 2-600,1-1 1,1 5 0,5 5 0,0 3-582,-1 6 0,2 5 1,2 11-1,0 5-494,0 4 0,-4 9 1358,-3 1 0,-9 44 0,-6 16 0</inkml:trace>
  <inkml:trace contextRef="#ctx0" brushRef="#br0" timeOffset="81">19075 15137 7631,'-13'-6'1004,"5"3"1,1-5 0,2-3-97,2-4 0,2-4 0,3-6 0,5 0-837,6-4 0,3 3 1,-1-4-1,1 2-304,-1 4 1,-1-2 0,-3 9 239,-3 2 1,-2 9 0,-8 7 0,-2 10 424,-4 8 0,-7 11 0,-3 6 0,0 6 67,1 6 1,0-2 0,6 6-1,3-5-577,4-6 0,3-4 1,1-4-1,1-6-403,3-5 1,8-6-1,9-9 1,4-8-1163,3-10 1,0-7 0,4-8 1642,3-3 0,-10-1 0,2-4 0,1-5 0,1 0 0</inkml:trace>
  <inkml:trace contextRef="#ctx0" brushRef="#br0" timeOffset="82">19739 14780 7631,'-14'0'0,"-1"0"0,-1 0 804,1 0 1,-4 5 0,-2 5 0,-2 6 38,-2 9 1,5 5 0,1 7-1,1 0-400,3 0 0,7 0 0,4-2 0,4-3-363,4-8 1,4-10 0,8-10-1,6-4-300,6-4 0,-2-6 0,2-9 0,0-7-268,0-4 1,-2-3 0,2-2 0,-6 1-39,-6 1 1,-2 4-1,-3-2 1,-2 0 600,-1 4 1,-6 8 0,-2 7 0,-7 6 237,-4 5 1,-3 6 0,1 5-1,-1 5 203,3 5 0,7 8 0,0 2 0,4 3-228,4 5 0,3 0 0,6 9 0,2 3-168,2 6 0,5 5 0,-3 0 1,0 1-43,-3-1 0,-6 1 0,-3-1 0,-3 1 20,-5-1 1,-5-10 0,-8-6-1,-2-7-302,-4-5 0,0-4 1,0-9-1,-1-5-988,2-5 0,-3-6 1,5-8-1,-3-4 1192,-1-3 0,-19-40 0,17 21 0,1 0 0</inkml:trace>
  <inkml:trace contextRef="#ctx0" brushRef="#br0" timeOffset="83">20145 15247 7631,'-18'0'0,"5"2"0,-4 0 1329,4 3 1,6-3 4086,3-6-5183,8 3 1,3-10 0,5 4 0,2-1-234,2 0 0,25-1 0,11-3 0</inkml:trace>
  <inkml:trace contextRef="#ctx0" brushRef="#br0" timeOffset="84">14497 8085 7828,'-13'-5'1099,"1"-2"1,0-4-1,-1 1 1,3 2 556,1-1 0,9 3 0,9 2 1,3 4 1865,4 4-3075,-2 3 0,9 11 0,-2 4 0,2 5 1,2 6-1,-1 4 0,-1 2 2170,-2 2-2539,2 6 1,-5 1 0,2 6-1,-3 2 1,-3 2 0,-4-1 0,0 1-79,-2 1 0,-5-5 0,2-5 0,-5-8 0,0-4 0,0-4 0,-1-5 0,-3-7 0,3-3 0,-5-12 0,6-6 0,0-9 0,0-6 0,0-5 0,0-10 0,0-8 0,0-10 0,0-8 0,2-14-20,-1 33 1,2 0-1,-1-5 1,2-1 0,3-1-1,0-1 1,1-3 0,1-2-517,0-2 1,2 0-1,2 2 1,1 0 372,0 1 1,1 0 0,1 3 0,1 2-5,-2 4 0,-1 2-147,9-24 0,-11 25 0,-8 17 0,-2 5-1355,-2 2 75,0 6 1,1 2-1,3 5-2220,4 0 2580,3 0 1234,2 0 0,4 0 0,2 0 0</inkml:trace>
  <inkml:trace contextRef="#ctx0" brushRef="#br0" timeOffset="85">15407 8282 7761,'4'-8'175,"1"0"0,-3-2 0,0-1 2040,-2-1-1741,0 5 1,0-4 0,-2 4-1,-2 0 1,-4 3 1697,-3 3-1966,-1 6 0,-1 2 0,0 7 0,-2 2 1,-3 5-1,0 3 0,-1 5 207,0 4 0,-2 3 1,-2 0-1,3 1-173,3 0 1,4 4 0,2 0 0,2-2 3,5-5 1,4-10 0,6-9 0,5-5 165,4-6 0,7-9 0,-2-8 0,3-7 299,2-8 1,0-3-101,-1-6-342,1 6 0,-6-2 0,-3 7 0,-2 4 0,-2 4 0,1 7 57,-1 6 0,-5 10-211,-3 8 1,-3 0 0,-1 6 0,0 1-328,0-1 1,4-4-1550,0 1 0,6-6-5327,-2-2 5186,-2-5 1904,5 2 0,9-28 0,5-14 0,5-1 0,0 1 0</inkml:trace>
  <inkml:trace contextRef="#ctx0" brushRef="#br0" timeOffset="86">15703 8442 7762,'-8'8'0,"-1"0"0,5-3 1041,-4 3 0,4-4 728,-4 4 0,4-1 1036,-5 1-2110,7-2 1,-4-8 0,6-3-29,0-8 0,0-4-254,0-8 1,4 0 0,2 1 0,1-1 375,2 1 1,6-1-320,2 0 0,-1 5-173,-4-1 1,2 10-1,1-1 1,1 3-557,-1 2 1,3 1-1377,-1 6 0,-1 0 593,-4 0 0,5 2 0,-1 0 1042,-1 2 0,4 6 0,1-3 0</inkml:trace>
  <inkml:trace contextRef="#ctx0" brushRef="#br0" timeOffset="87">16429 7642 9654,'-8'0'6591,"-1"0"-5942,7 0 0,-5 0 0,3 0 114,-5 0-735,-1 0 1,-3 2-1,0 0 1,-4 4-1,-5 1-55,-5 2 18,-5-3 1,0 3 0,-1-3 0,0 0 0,0 4 0,2 0 0,2-1-192,6-1 1,4-1 0,6 3 1085,1-2 292,5-5-759,2 8 1,6-10-1,3 3 1,3-1-1,1 0 688,0 1 1,-1 1-515,2-1-446,1-2 1,-4 9 0,3-3 0,0 3 0,-1 1 297,-1 0-356,4 1 0,-9 0 0,5 2 1,0 3-1,0 1-24,2 3 0,-2 1 0,0 2 0,-1 1-89,-4 3 1,4-1 113,-2 9 1,1-2-35,0 6 1,-4 1 0,3 0-1,-3 1 11,-1-1 0,0-1-153,0-4 0,0-5 73,0-4 0,0-2 0,0-3 0,0-2 71,0-5 1,0-2 504,0-2-116,0-5-447,0-1 0,0-6 0,2 0 0,2 0 0,-1 0 0,5-2 0,3 0 0,4-3 0,0 1 0,5 4 0,-3-1 0,3-3 0,1 3 0,2-4 0,-1 4 0,-2 1 0,-5-4 0,2 0 0,-4 0 0,0 4 0,-1 0 0,0 0-2101,1 0 131,-6 5 1,-2-2 1969,-5 5 0,-16-38 0,-5-5 0</inkml:trace>
  <inkml:trace contextRef="#ctx0" brushRef="#br0" timeOffset="88">16921 7851 10182,'7'-5'1329,"0"2"0,-5-5 215,3-2 0,3 4-214,-4-3-624,0 1 1,0 0-102,0 0-544,-5 5 1,-6-2 0,-5 6-1,-1 3 1,1 4 0,-2 3-1,-2 3 53,-5 2 0,2-1 1,0 6-1,0 1 21,0 1 1,4 3-1,-2 0 1,4 0 200,0-3 0,7-2 1,1-1-1,5-2-103,5 0 1,3-9-1,7 2 1,3-4 51,1-4 0,-3-2 33,5-1-347,-1 0 1,-1-4 0,-2 0 0,-4 0 0,0 0 0,-2-2-907,-3-1 792,3 5 0,-11-4 116,0 6 0,-2 0-36,-6 0 1,0 0 16,-4 0 1,-2 0 0,-1 0 0,-1 0-41,1 0 1,-3 4-122,1 0 1,-3 6-84,3-2 258,-4 3 0,3 3 0,-4 2 0,3 5 0,0 2 40,-1 2 49,5-1 0,-2-1 0,6-1 0,3-1 1,3-1 333,4-1 1,1 3-245,0-5 79,6-1 0,0-4 0,8-1 0,2-1 0,5-3 569,2-2 0,3-1-45,3-4 0,-2-1-338,6-3 0,-6-2 0,2-3 0,-3-1-167,-1-3 0,-2 4-245,-3-3 0,-2 3-1030,-5-4 0,-5 6-2232,0 3-1437,-5-3 2406,8 6 2293,-10-4 0,21-23 0,-2-6 0</inkml:trace>
  <inkml:trace contextRef="#ctx0" brushRef="#br0" timeOffset="89">17352 7667 7725,'-11'-2'316,"3"-2"1,-3 2 425,2-7 1,4 5 0,0-3 0,0 1 0,1-1 2942,2-3-3251,0 5 1,4-1-1,2 9 1,4 4 0,3 8-1,1 7 1,0 8-1,1 5 976,-1 6 0,2 4 325,2 9-1563,-8-4 1,7 5 0,-9-4 0,-1 1 0,1 1 0,-3-2 0,-2-6-291,-1-8 0,-1-6 0,-2-8 0,-1-2-1875,1-5 0,2-9 484,1-7 1,0-5-1,0-8 1,0 0 1508,0-4 0,16-35 0,5-13 0</inkml:trace>
  <inkml:trace contextRef="#ctx0" brushRef="#br0" timeOffset="90">17598 7679 7775,'-7'-5'7756,"2"9"-6879,5 0 1,11 7 1457,5 5-1780,6 9 1,8 2-1,3 6 1,2 1-1,2 3 1302,0 4-1526,0-3 1,-1 3 0,-4-8 0,-4-5-1,-6-5-200,-6-3-1007,-2-5 0,-3-1 0,-5-7-1751,-6-2 0,-1-1 1,-7-5 814,-2-3 1,1-3 1811,1-5 0,-14-33 0,1-9 0</inkml:trace>
  <inkml:trace contextRef="#ctx0" brushRef="#br0" timeOffset="91">17967 7593 7752,'0'-12'0,"-4"-1"1123,0 1 1,-2 5 0,2 3 586,-4 3 1,1 12-1017,-1 5 0,-2 13 256,-6 8-679,2 5 0,-5 9 0,3 2 0,-5 3 0,-2 1 726,-2 1-966,1-6 1,1-2 0,1-6 0,4-3-1,3-7 1,5-8-1311,4-8 1,3-6-19,7-3 1,4-4-1852,8-5 2487,4 0 1,8-1 0,2-5 660,2-6 0,6-17 0,6-9 0</inkml:trace>
  <inkml:trace contextRef="#ctx0" brushRef="#br0" timeOffset="92">18213 7913 11341,'-7'0'2764,"3"0"-1703,8 0 1,3-4-672,5 0 0,6-5 1,3 4-1,2-2 21,2-2 1,-1-2-573,1-2-131,-6 7 0,4-5 0,-4 4 1,2-1-1,-2 1 0,-3 0 1,-3 1-4070,-4 1 2566,0 1 1280,-3 4 0,0 1 1,-6 3-1,-2 4 515,-2 3 0,-30 24 0,-12 4 0</inkml:trace>
  <inkml:trace contextRef="#ctx0" brushRef="#br0" timeOffset="93">18349 8024 7752,'0'12'0,"-2"0"0,-2 1 2529,3-1-1677,-5-5 1,8 2-1,2-5 1,4-1 920,3-2 0,5-5-1544,1 0-708,5-5 1,-5 3 0,5-3-1,-3 2 1,0 0 478,1 0 0,11-23 0,7-10 0</inkml:trace>
  <inkml:trace contextRef="#ctx0" brushRef="#br0" timeOffset="94">18841 7790 7752,'-13'0'4915,"7"0"0,2 5-3816,8 3 1,7 3 502,5 2-1393,6-1 0,-3 4 0,6 1 1,-1-2-1,1-1 0,-1-2 1,1-1-132,0-3 1,-6 2-1,-3-5 1,-2 1-1177,-2-1 1,-4-1-1560,1-4 1,-8 4 348,-1 0 0,0-1 0,-5-6 2308,-1-1 0,-6-33 0,-7-4 0</inkml:trace>
  <inkml:trace contextRef="#ctx0" brushRef="#br0" timeOffset="95">19050 7741 7752,'-12'4'0,"-1"0"0,-3 9 697,0 0 1,-6 9 0,1 2-1,-3 8 771,-5 3 0,3 4-434,-3 2-916,3-3 0,7 3 0,3-8 0,3-6 0,5-5 0,5-7-1380,6-5 0,5-6 418,9-8-16,-4-9 0,11-3 0,-5-7 860,0-3 0,15-24 0,-1-2 0</inkml:trace>
  <inkml:trace contextRef="#ctx0" brushRef="#br0" timeOffset="96">19185 7248 7752,'0'-12'0,"0"4"0,-1 1 3504,-3 2-1914,3-5 382,-5 9 1,7-4 0,5 8-222,6 1 0,3 2-884,10-2-690,-3-3 1,13 5 0,-2-6 0,3 0-1,1-2 1,-1 0 0,0-4 59,-3-1 1,-4-1-1,-9-3 1,-5 2-40,-5 0 1,-1 5-77,-5-4-110,0 5 1,-5-2-1,-3 6-95,-4 3 1,2 3 134,2 6 0,-1-1 34,1 0 6,0 0 0,4 2 0,0 1 0,0 2 0,0-1 86,0 2 79,0-5 0,0 9 1,0-4-1,0 1 1,1 4 161,3 5 0,-1-1-419,5 6 0,-1 0 0,2 4 0,0 1 0,0 3 0,-2-7 0,1 3 0,-4-3 0,4 3 0,-5 0 0,3-1 0,-2-3-13,0-5 1,0-3-122,-4-5 0,4 2-384,0-5 1,2-1-307,-2-4 400,-3-5-75,5-1 151,-6-6 749,0 0-377,0 5 1,-2-4-304,-2 4 1,1 0-104,-5-1 69,0 6 1,-4-3 0,-1 5 0,1 0 0,0 2-273,-1 2 1,1-2 74,0 2 198,0-2 1,1-2-1,1 1 1,2-2-1708,-2-3-165,5-3 1259,-1-5 0,2-5 0,0-3 1,1-5 924,2-3 0,7-24 0,4-10 0,1-7 0,-1 0 0</inkml:trace>
  <inkml:trace contextRef="#ctx0" brushRef="#br0" timeOffset="97">20170 7519 7746,'1'-7'619,"3"2"0,6-1 1,6-2 210,9-3 1,5-5-1,8-2 1,3 0-1,4-1 1,3 1-656,2 1 1,-8 0-211,-5 5-215,-11-1 0,-8 7 0,-6 2 0,-3 2-3232,-4 2 3482,-1 6 0,-37 11 0,-1 9 0</inkml:trace>
  <inkml:trace contextRef="#ctx0" brushRef="#br0" timeOffset="98">20268 7679 7760,'-8'0'1795,"1"-1"-567,2-3 0,1 1 0,5-5 0,5-1-608,6 3 0,7-5 0,10 2 1,4-1-1057,2-3 1,6 1 0,1 1-1,2 1-3627,3 2 4063,-5 0 0,-8-5 0,2-3 0,-1 0 0,1-1 0</inkml:trace>
  <inkml:trace contextRef="#ctx0" brushRef="#br0" timeOffset="99">21216 7273 7735,'0'-12'969,"-1"1"90,-4 3 0,-1 2 799,-7 6-1442,1 0 0,0 1 0,-1 4 0,1 4 0,0 6 1,-1 6-1,1 2 237,0 1 0,0 1 0,1 0 0,2-1-221,5 1 1,3 0 0,1-1-1,0 1-75,0-1 1,7 0 0,4-4 0,5-3-164,3-4 0,2-2 1,3-3-1,1-4-112,0-2 0,-1-2 1,2 0-1,2-2 11,0-2 1,1-4-1,-6-8 1,0-5-241,2-2 1,-9-2-22,5 1 25,-6-1 0,-3 1 0,1-1 0,-2 0 0,-3 2-770,-4 3 702,-3-4 0,-6 11 0,-5-5 0,-5 1 0,-7 0-1712,-5-2 1640,1 4 0,-8-5 1,4 5-1,0-1 1,1 2-102,6 5 1,-1-1 379,8 6 1,0 0 0,5 5-97,2 3 1,0 3 181,5 6 1,0-1 822,4 0-406,0 0 1,1-3-1,3-3 1,4 0-1,3-3 778,2-2 0,4-1 1,4-3-1,2-4 121,2-5 0,5-8-1205,3-1 1,-3 2-559,-2-2 211,-2 6 1,-6-2 0,-4 4 0,-2 2-5890,-2 3 3560,-5 3 2483,-2 10 0,-27 8 0,-5 6 0</inkml:trace>
  <inkml:trace contextRef="#ctx0" brushRef="#br0" timeOffset="100">21659 6793 7723,'-11'-12'2188,"3"-1"1,2 5-1087,6 0 0,0 0 0,0-5 1118,0 1-1858,6 0 1,1 0 0,6-1 0,2 1 0,3 0 1011,1-1-1301,2 1 1,-1 0 0,1-1 0,-1 1 0,1 1 0,-2 3 0,-1 4-192,-3 3 1,-7 2 0,-4 4 0,-3 8-312,-1 6 1,-1 8-189,-3 2 511,-8 5 0,-2-4 0,-2 4 0,2-1 0,2 0 0,-1-2 0,2-1 403,3 1 0,3-5 0,5 1 0,0-5 389,0-6 0,7-4-184,5-3 0,6-4 1,8-5-1,2-1 603,5-3 0,4-7-711,4-6 0,-7 0-480,3 0 1,-10 5-1,-2-2 1,-8 5-3758,-8-1 2202,2 5 0,-10-2-1769,3 3 3410,3 2 0,-33-25 0,-2 0 0</inkml:trace>
  <inkml:trace contextRef="#ctx0" brushRef="#br0" timeOffset="101">24120 6965 7737,'-7'-1'2517,"5"-2"1423,4-1-3571,11 0 0,7 9 0,7 5 1,2 5-1,0 7 0,0 5 0,-2 6 1,-5 3-1,-8 2 859,-9 3 0,-6 4-943,-8 8-486,-4-2 0,-23-2 0,-5-8 0,-4-4 0,-1-4 0,2-6 1,1-6-1084,4-9 1,7-5 0,8-8-1,6-5 1284,4-6 0,28-31 0,15-14 0,-1-7 0,0 1 0</inkml:trace>
  <inkml:trace contextRef="#ctx0" brushRef="#br0" timeOffset="102">24945 6362 7745,'7'-8'569,"-3"0"716,-3-2 321,-1 5 1,-1-1-287,-3 6 0,-3 4-686,-6 1-449,7 4 0,-7 2 0,2 7 0,-4 0 1,0 1-1,0 0 0,0 3 1123,-1 1-1198,-1 2 0,6-2 0,3-1 0,4-3 1,3-1-1,1-3 0,1-2 70,3 0-228,3-6 1,7-2-1,2-6 1,3-3 0,2-3-1,-2-1 1,-1-1-705,-3 0 500,-2-2 1,-2 3-1,-4 1-35,-7 1 0,-7 8 226,-9 6 1,1 7 0,-6 3 0,-1 2-59,-1 6 0,-1-1 97,-1 4 1,2 1 0,1 0 0,3 0 28,1 0 0,2 0 89,3-1 0,6-3-48,3 2 207,3-7 1,2 1-1,5-6 1,5-1 0,5-1 1864,3-2-1716,7-5 0,2-2 0,4-6 0,3-3 0,-1-6 1019,-1-5 0,2 0-704,-2-5-610,-3-1 0,3-2 0,-9 3 0,-4 3 0,-5 3-942,-3 2 1,-5 4-3974,-3 0 1824,-3 5 0,1-4 2982,2 3 0,35-30 0,-12 11 0,0-1 0</inkml:trace>
  <inkml:trace contextRef="#ctx0" brushRef="#br0" timeOffset="103">25954 6412 7733,'-8'-7'3951,"1"1"-2884,1 1 0,2 5 0,4 0 0,0 7 0,0 4 227,0 1 1,6 6-488,2 2-584,-3 3 1,6 2-1,-3 0 1,3-2-1,3-3 1,1-3 0,2-4 1058,-2 0-1066,4-6 1,-4-3-1,5-10 1,2-6-1,0-7 1,-1-6 0,-5-2 717,-2-2-1132,-2-5 1,-5 8-1,-3-3 1,-3 3-1,-2 3 1,-3 2-1,-4 6-1618,-3 6 15,-7-2 1,4 10 0,-2-2-1,3 6 1801,5 5 0,14 8 0,7 3 0</inkml:trace>
  <inkml:trace contextRef="#ctx0" brushRef="#br0" timeOffset="104">26335 6412 7733,'-5'6'1738,"3"5"594,-9-4-1595,10 5 87,-4 1 1,1-5-1,-1 0 1396,3 2-1685,0-5 1,2-1 0,0-8 0,2-5 0,2-6 157,4-6 1,8-4 0,4-2 0,0-2-108,1 2 0,-1 1-291,5 1 0,-2 6 0,-1 3 0,-3 4-50,-1 3 1,2 4-457,-3 5 0,-1 7 1,-4 5-1,-1 6-991,-2 1 1,0 4 582,-5-2 1,0 1-1262,-4-2 1,0-2 0,0-6-3747,0 1 5626,0-7 0,17-49 0,3-19 0</inkml:trace>
  <inkml:trace contextRef="#ctx0" brushRef="#br0" timeOffset="105">26926 6165 7714,'0'-12'0,"-5"4"0,-4 0 863,4-1 0,-6 3 0,3 2 0,-3 2 0,-2 4 2587,1 2-3061,0 2 1,1 12-1,1 3 1,2 2-1,-1 3 1689,-2 3-1701,-2 2 0,6 1 0,3-4 0,3-2 1,4-2 372,5-4 1,2-2 0,10-7 0,3-3 24,5-4 1,-2-3-246,2-1 1,-2 0-1039,-1 0 167,0-5 0,-2 0 0,-1-5 0,-3 2 0,-1 0-1748,-3 1 0,-2-3-3413,0 6 2858,-1 0 1220,0-2 1424,-5 0 0,15-29 0,-2-4 0</inkml:trace>
  <inkml:trace contextRef="#ctx0" brushRef="#br0" timeOffset="106">27221 6227 8258,'-17'0'1253,"3"4"-740,-3 0 1,4 6-1,2-2 1,1 3 877,2 1 0,5 5-11,-1-1 1,4 2 510,4-2-1528,3-2 0,11 2 0,2-8 1,5-3-1,4-4 231,4-1 1,-2-1-1,1-4 1,-2-4-185,-3-6 0,-2 0-237,-5-6 0,-4 1-10,-7-5-143,-4 6 0,-16-3 0,-5 6 0,-7 1 0,-6 1-534,-4 2 1,-3 5 0,1 3 0,1 2-1576,1 2 1,11 2 326,2 2 1,6-1 730,6 5 1,2-4-1,9 3 1,5-2-622,9-2 1,0-2 374,4-1 1277,-1-5 0,38-18 0,-25 6 0,-1 1 0</inkml:trace>
  <inkml:trace contextRef="#ctx0" brushRef="#br0" timeOffset="107">27554 6190 7701,'1'11'-623,"3"-3"1823,-3 3 1,5-8-57,-6 5 1607,0-5 0,-1 6 1393,-4-5-3661,-1 1 0,-3-5 0,1 0 1,0-2-1,0-2 1888,0-4-2181,5-3 1,-3-7 0,6-2 0,0-4 0,2 0-97,2-1 1,3 1-81,5-1-116,0 0 0,1 5 1,-1 1-1,0 1 1,2 3-1212,2 1 1,-1 7-2171,6 3 2404,-6 3 0,7 2 0,-4 3 0,-1 5 1,2 2-2002,1 1 1,-4 0 1436,5 0 1643,-6-5 0,2-1 0,-4-6 0</inkml:trace>
  <inkml:trace contextRef="#ctx0" brushRef="#br0" timeOffset="108">27837 6104 7701,'0'12'184,"0"0"0,-2 1 320,-2-1 0,3-4 180,-3 1 1,2-1 0,2 4 1136,0 0-1327,0-5 1,0 0 723,0-3-304,0-3 1,0 4 61,0-10 0,2-3 31,2-8-733,3-3 0,1-7 0,0-3 0,2-2 0,2-2 726,4 0-884,-2 6 1,4-8 0,-5 7-1,2 0 1,2 4 218,-2 3 1,-1 3-1432,-2 6 220,0 5 0,1 2 1,-1 6-1,0 3 1,-1 5-3901,-3 1 4776,3 3 0,2 15 0,6 5 0</inkml:trace>
  <inkml:trace contextRef="#ctx0" brushRef="#br0" timeOffset="109">28317 6190 7701,'-6'12'0,"5"-3"3276,-3-1 1,1-6 0,-1 3 4074,-4-4-6291,2-1 1,-3-1-1646,4-4-200,1 4 1,3-8-1,-2 3 785,-1-1 0,11-6 0,7-7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6:35:04.040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14091 8282 7862,'6'0'766,"0"0"1,-5 0 271,3 0 0,-2-1 0,3-3 221,1-5 1,1-2-1,3-1 46,-1 0 0,0 4 0,-3 1 1,-1 0-871,1 0 0,-2 3 0,-6-3-456,-2 2 1,-4 1 0,-7 4-1,-3 0 94,-1 0-91,-1 5 0,-9 2 0,-1 7 0,0 1 1,0 2-1,2 1 0,2 1 286,2 0-255,-1 2 0,2 4 0,2-2 0,5-1 0,4-2 0,2 1 0,3-1-227,2 1 0,2-8 0,7 1 0,6-4 152,5-1 1,0-3 0,5-2 0,4-3 99,3-1 1,0 0 0,6 0-1,1-1 222,2-3 0,-5-2 0,-2-3 0,-4 0 121,-5 0 1,-2 2 0,-7-1 226,-3-2 1,-4 5-595,-8 1 1,-3 2 0,-7 2-1,-1 0-252,-1 0 0,-6 0 0,2 2 0,-2 2 33,1 4 1,-2 3 0,2 0 0,-2 0 6,-1 1 0,-1-2 0,0 6 0,1-1 177,-1 2 1,1 2-1,0 5 1,2 1 129,2 0 0,5-1 1,-2 1-1,4 1 1,0 2 1,7-2 0,2 3 0,2-3 43,2-1 0,2-5 0,2-1 0,5-1 332,6-3 1,4-7 0,6-3 0,1-4 93,3-1 0,-2 0 0,6-1 0,0-4-580,-2-3 0,-1 1 0,-7-1 0,-2 0 0,-5 1 0,-2-2 0,-2 4-1188,1 3 0,-1 0 0,0 2 0,1 0-4361,-1 0 5549,0 0 0,6-16 0,1-5 0</inkml:trace>
  <inkml:trace contextRef="#ctx0" brushRef="#br0" timeOffset="1">14718 8651 7881,'-12'7'-97,"4"3"0,0-6 0,-2 0 1,-1 1-34,-1 4 5274,5-4-1400,-4 0-3376,10-5 0,-1-5 0,8-2 1,0-1-1,4 0 1660,1-2-1770,-4-1 0,4-1 0,-3 0 0,3-1 0,1 1 0,1 0 0,0-1 427,4 1 0,-4 0-651,4 0-6,-4-1 1,4-3-1,1-1 1,-1 4-1,1 2 1,-3 3 0,0-1-215,2 3 80,-4 0 1,5 6 0,-10 1 0,0 4 0,1 3 1,-3 3 188,-1 1 16,-4 0 0,-1 5 1,0 0-1,0 1 1,1 0 74,3-3 0,-2 3 0,3-2 0,-1-1-25,0-1 1,6 1-80,-2-3 1,3 3-4,1-6-10,1 1 1,3 1-1,2-2 1,1-4-1,2-1 191,-2 0 1,4 0 0,-2-5 0,0-3 405,0-4 0,1-3-280,-6-2 0,1 0-245,-5-4 1,0 4 0,-1-4-1,-1 2-488,-2-1 0,-5 6-1196,1-2-239,-3 2 1,-1 2 1792,0 0 0,6 11 0,0-2 0</inkml:trace>
  <inkml:trace contextRef="#ctx0" brushRef="#br0" timeOffset="2">15715 9156 7857,'-12'0'623,"-1"0"1,1 0 659,0 0 0,5-7 0,3-5 0,2-7 0,2-5 0,2-2 507,2-2 1,7-4-1073,5-5-673,6 0 0,-4-8 0,4-1 1,-3-1-1,0-2 0,-1 0 1,1-3 20,0 0 1,-4 11-229,2 0 195,-4 3 1,-4 12-1,-3-3 1,1 4-1,-1 5 1543,-1 3-1332,-1 9 0,-4 4 0,0 8 0,0 4 0,0 5 0,0 3 21,0 5-253,6 2 0,-5 7 0,3 1 0,-1 2 0,0 1-889,1 5 734,0-3 0,0 6 0,0-8 0,-1-1 1,0 1 62,1 1 1,1 1 0,5-3 0,-4-6 130,0-5 0,2 0 1,-4-6 0,4 1 72,-3-5-66,-1-5 1,1-2-1,2-6 255,0-3 1,0-5 705,-3-7-764,3 2 0,1-13 0,0 1 0,0-3 0,0-3 445,1-4-752,-1 2 1,5-18 0,3 3 0,1-2 0,2-2-394,3-5 0,3-2-90,-11 24 0,1-2 381,0 3 0,1-1 0,2-5 0,1-1 0,-1 2 0,1 2 0,-1 0 0,1 1 0,0 0 0,0 1-336,2 0 0,-1 2 0,14-19-919,3 4 1325,-8 13 1,5 2 0,-4 5 0,-1 3 0,-2 5-607,-3 4 0,-4 3-2,1 2 0,-2 0 0,-4 1 1,1 1-1054,-1 2 0,-1 5-32,-2-1 1,0-1 1825,1 1 1,-6 0 0,-2 4 0</inkml:trace>
  <inkml:trace contextRef="#ctx0" brushRef="#br0" timeOffset="3">17229 7864 7857,'-13'0'159,"1"-2"0,0 0 0,-1-3 0,0 3 1,-4 0-1,-2 4 962,0 2 0,-4 4 0,2 8 0,-2 6 828,-2 6-1756,1 9 0,-1 13 0,1 12 1,11-28-1,1 1 0,0 3 1,-1 1 499,0 2 0,2 0-369,3-1 1,2-1 0,-2-2 0,1-1 0,3 25 0,3-9 0,3-8 0,8-10-1,4-6 696,2-9 0,5-8 19,-5-3-585,0-5 1,-3 2 0,-1-5 0,0 0-1640,1 0 0,-5 0-1160,0 0 0,-4 0-2947,4 0 3830,-5 0 1462,2 6 0,1-11 0,1 4 0</inkml:trace>
  <inkml:trace contextRef="#ctx0" brushRef="#br0" timeOffset="4">17573 8344 7765,'-12'-13'284,"0"2"1,-1 2 0,1 1-1,0-1 2501,-1 3-2402,1-5 1,4 9 0,0-2-1,-2 4 1,-1 6 0,-1 5-1,1 6 1727,3 7-1823,-3-3 1,5 15-1,-3-3 1,2 2 0,1 2-1,5-1 1,4-2 203,5-1 1,4-6-1,5 1 1,5-7-254,5-4 1,4-9-1,8-4 1,0-5-86,2-7 1,6-6 0,-3-12-1,1-3-78,0-4 0,-11-6 0,-1-4 0,-9 1-179,-7 0 1,-6-1-7,-11 2 55,-11 3 1,-10-3-1,-14 8 1,-6 6-1,-3 5 1,-1 5-1,0 5-791,0 4 1,9 4 145,-1 8 0,10 4 0,2 8 0,7 5-1088,5 2 0,6 6 107,3 0 0,3 1-875,1-2 2556,5-2 0,24 10 0,10-5 0</inkml:trace>
  <inkml:trace contextRef="#ctx0" brushRef="#br0" timeOffset="5">18066 8627 7810,'0'8'497,"1"-1"0,2 0 1178,1-1-1226,0-3 0,1 8 1,3-3-1,2 3 0,0 1 1,-2 1 2286,1-1-2317,-3 6 0,-1-3 1,-5 5-1,0 1 1,0 1 1053,0 2-1434,-11-7 0,-1 12 0,-11-10 1,0 1-1,-5-1 0,0-1 1,-3-4-711,4-5 1,-2-3-1,3-6 1,5-2-939,1-2 1,5-4 0,7-7 0,7-3-1308,8-1 2916,1-1 0,23-14 0,10-6 0,0-3 0,-1 0 0</inkml:trace>
  <inkml:trace contextRef="#ctx0" brushRef="#br0" timeOffset="6">18558 8344 7810,'0'-13'252,"0"1"565,0 0 0,0 3 0,-2 3 0,-2 0 961,-4 3 0,1 2-1044,-1 1-507,0 0 1,-4 10 0,-2 3 0,-1 5 0,-2 5 0,2 3-1,0 4 313,-1 2 1,4 1 0,-2 2-1,6-1-308,2-1 1,2-5 0,6-1 0,2-4-143,4-2 0,4-8 0,5 0 0,2-8-23,0-4 1,4-1-1,-2-1 1,2-3-150,1-4 0,-3-4 213,-1-5-167,1-2 0,2-6 1,-1 1-1,-3-1 1,-1 1-1,-4-1 1,-3 0-675,-3 1 1,-5 3 233,1 1 197,-3 5 1,-6-3 0,-4 6 0,-3 1-1,-4 2-962,-5 5 1092,-2-3 0,2 6 0,2-3 0,1 3 1,3 1-66,2 0 0,0 1 417,1 3 2062,5-3-430,-4 5 1,14-7-1219,-3-4 1,10 4 0,1-4 0,4 1 178,0-1 0,4-3-446,1 4-1,-1 0-495,2 4 1,-5 0-1,4 0 1,-3 0-804,-2 0 0,-1 0 403,-2 0-3773,1 0 2698,-1 0 1,-4 4 1620,0 0 0,1-22 0,3-9 0</inkml:trace>
  <inkml:trace contextRef="#ctx0" brushRef="#br0" timeOffset="7">19025 8011 7810,'-8'-4'1101,"1"-1"68,2-2 0,-3 3 1,4-4-1,1-2-41,1-1 0,2 3-246,0 0-655,0 5 1,6-7-1,2 5 1,3-1-1,1 0 615,1-1-761,-1 4 1,0-2-1,1 5 1,-1 0-1,0 0 1,1 0 14,-1 0-162,0 0 0,-5 1 0,-2 3 0,0 4 0,-1 3 0,-2 3 0,0 1-611,-2 1 681,-6 6 1,1-7-1,-5 6 1,2 1-1,0 0 1,0-1-1,-1 0 805,0 1 1,3-3 1427,2 1-1872,3-5 1,1 3 0,0-5 0,1-1 0,3-1-1,5-3 691,2-4 0,6-3-537,4-1 0,-1-1 169,5-3-711,-9 3 0,12-9 0,-11 5 0,1-1 0,0-1-744,-3 0 1,-1 5-3233,-2-2 704,0 2 1543,1 2 1,-5 0-190,0 0 1,-1 2-1441,1 2 1944,-2-3 1437,-6 5 0,-28-12 0,-6-1 0</inkml:trace>
  <inkml:trace contextRef="#ctx0" brushRef="#br0" timeOffset="8">19616 7864 7797,'-7'-9'696,"2"3"1,1-1 0,-2 1 2125,-1 1 1,5-1-602,-2 2-1792,2 3 1,4-2 0,2 10 0,4 7 0,4 3 659,5 5 0,-2 11 178,5 4-1024,-5 8 1,7 9 0,-7 7 0,-3 3 0,-3 3 0,-5 2 0,-6-1 299,-5-2 0,-9-9 1,-4-5-1,-4-5 18,0-6 1,-5-7-349,0-1-281,1-12 0,8 7 1,4-12-1,2-1 1,3-1-4999,3-2 3259,3-5 1,6 3-1,3-6-777,4-2 0,3 0-899,2-2 3483,-1-6 0,6-22 0,1-12 0</inkml:trace>
  <inkml:trace contextRef="#ctx0" brushRef="#br0" timeOffset="9">20059 8725 7781,'0'-12'911,"-1"-1"0,-2 1 1,0 1-1,3 4 0,6 7 696,5 7 1,-2 10-1,8 5 1,-2 4 428,1 2-1902,-2 6 0,2-2 0,-6 3 0,-3 0 1,-2-4-1,-2 0 0,-2 0-1185,-1-1 0,-1-2-1896,-3-3 1932,-3-6 1015,-5 4 0,-23-14 0,-4 2 0</inkml:trace>
  <inkml:trace contextRef="#ctx0" brushRef="#br0" timeOffset="10">22250 8257 7806,'-13'0'562,"1"-4"1,0 0 0,-1 2-1,1 0 3433,0 2-3651,5 6 1,0 2-1,4 7 1,-1 3 0,2 1-1,0 3 1,2 2 0,0 4-1,2 0 780,2 0 1,-3-4-1179,3-3-262,-3 2 0,4-5 1,0 2-1,1-3-3438,-1-4 1866,-1-6 936,-4-7 952,0-12 0,2-21 0,2-8 0,-1-5 0,0-1 0</inkml:trace>
  <inkml:trace contextRef="#ctx0" brushRef="#br0" timeOffset="11">22163 7974 7851,'-4'-13'0,"0"-4"0,-5 4 710,0-4 0,4 4 2238,1 0-1572,3 1 0,1 4-1873,0 0-199,5 5 1,2-3-1,7 8 696,2 2 0,19 19 0,11 10 0</inkml:trace>
  <inkml:trace contextRef="#ctx0" brushRef="#br0" timeOffset="12">22496 8196 7851,'0'12'0,"-2"2"0,-2 2 331,3 3 1,-9 2 0,5-2 0,-2 0 0,-1 0 2414,1 3-2104,-4 2 0,4-1 1,-4-1-1,2-3 716,0-1 0,12-10-641,1-12-507,11-9 1,6-17 0,8-4 0,3-4 0,5-3 746,4 1-851,-2 2 1,3 2-1,-6 5 1,-4 6-1,-3 9-183,-3 6 0,-5 5 0,-4 8 0,-2 5-642,-4 8 0,-7 6-585,1 3 1,-3 1 69,2 2 600,-2-7 1,5 6 0,-3-12 633,4-4 0,30-20 0,9-12 0</inkml:trace>
  <inkml:trace contextRef="#ctx0" brushRef="#br0" timeOffset="13">23099 8270 7847,'-18'1'0,"-3"3"0,2-2 570,-1 2 1,5 1-1,-2 1 1,4 0 962,0 4 1,5-3-651,0 1 0,5 0 1,-1 5-1,3-1 170,1 0 0,5-1-513,3-3-344,3 3 1,2-9-1,0 2 1,4-3-1,5-1 1,5-1-1,4-5 465,1-6 1,2-6-580,-5-6-73,5-6 0,-8-2 0,3-3 0,-3 0 0,-3 1-1024,-3-4 480,-2 1 0,-3-10 0,-2 5 1,-7 0-1,-3-1-368,-3 4 1,-5-5 83,-4-1 676,-2 2 1,-5 5 0,-2 8 0,1 4 0,-1 7 113,3 4 0,-3 9 389,2 6 0,-5 9 0,3 11 1,0 9 598,1 5 1,-2 4-344,6 3 0,0 2 3,8 2 1,1 3 0,4-5-1,0 1 204,0-3 0,7-3 367,5-1 0,2-4-810,7 0 0,-1-7 1,3 0-1,-1-5-695,-1-4 0,-2 0-938,1-5 1,2-1 927,-5-3-3205,-1-2 0,-4-2 3530,1 0 0,16-6 0,3-4 0</inkml:trace>
  <inkml:trace contextRef="#ctx0" brushRef="#br0" timeOffset="14">23542 8319 7803,'-7'-5'0,"1"2"2245,6-5 1,2 1-1242,2-1 0,5-5 0,11 2 0,4-5-385,2-3 0,4-2-725,-1-3 1,0-1 0,-5 0 0,0 1-294,-4-1 0,-3 2 26,-9 2 1,-4 5 0,-8 8 0,-6 4-554,-5 2 1,-9 5 669,-9 5 1,-3 11-1,-1 14 1,0 3 389,0 1 0,7 0 631,6 0 0,5-1 0,8 1 0,2-1 713,5-3 0,10-5-985,6-7 0,6-3 54,6-6 0,7-5 0,1-3 0,3-3 140,-3-1 1,3-5-884,-7-3 0,2-3-578,-1-2 1,-7 1 0,1 0 0,-2 1-6628,-2 3 7401,-10-3 0,8-2 0,-10-6 0</inkml:trace>
  <inkml:trace contextRef="#ctx0" brushRef="#br0" timeOffset="15">23985 8257 7783,'-8'0'0,"-1"0"0,5 0 980,-4 0 1,5 2 3046,-1 2-3438,3 3 1,1 5 0,0 2 0,0 2 0,0 6 0,1 4 0,2 5 1157,1 5 0,4-3-1195,-4 4-492,0 0 1,-4-7 0,0 3 0,0-6-1,-1-5 1,-3-7-43,-4-6 1,1-9-103,-1-8 0,5-10 1,-2-8-1,0-8-212,1-5 0,0-13 123,4-2 1,6 0-1,3-2 1,6 1-157,6 3 0,3 3 442,5 4 0,1 9-115,3 11 1,0 12 0,-7 10 0,-4 7 26,-3 8 0,-8 12-12,-7 8 0,-11 9 72,-9 5 0,-9-3 0,-13 2 0,-2-1-215,-1-4 1,1 0-315,8-12 0,-3 0-473,7-8 1,3-3-1,7-11-1072,5-6 0,3-5 1449,10-7 1,7-2 539,5-2 0,28-20 0,12-9 0</inkml:trace>
  <inkml:trace contextRef="#ctx0" brushRef="#br0" timeOffset="16">24268 8294 7783,'0'13'0,"-4"-5"1558,0 0 0,-5 0 0,5 5 921,2-1 1,3-5-1775,7-3 1,3-6-1,12-4 1,3-8-109,0-4 0,6-6-671,1-5 1,1-5 0,0 1 0,-4-1-876,-4 1 1,-4 0 165,-10 8 0,-5-1 343,-3 10 1,-13 5-1,-9 8 1,-8 7 97,-7 9 0,-4 6 783,-4 10 1,8 2-160,0 6 1,7 0 0,6 0 0,4 0 713,2 0 0,7-6 8,3-2 1,5-9-864,7-3 0,2-5 0,11-4 0,-1-4-999,-1-2 1,6-4-449,-1-2 0,1-7-214,4-5 1,-3-5 0,-2 4 0,0-4 1519,-4-5 0,2-3 0,1-5 0,0-5 0,1 0 0</inkml:trace>
  <inkml:trace contextRef="#ctx0" brushRef="#br0" timeOffset="17">24662 8233 7783,'-13'20'825,"1"1"1,1-6 218,3 1 1,-3-2 0,4-2 0,-1 1 1894,0-1 1,4-5-2086,-5-3 0,8-4 1,1-6 37,7-6 0,5-7-643,5-10 0,2-1 1,5-4-1,2 1-187,3-1 0,-3 5 36,3 5 0,-3 0-54,-2 8-261,-5 5 1,3 6 0,-5 5 0,-2 2 0,-2 7-1654,0 7 0,-5 6 0,-1 2 0,0 1-208,-1 0 1,-1-8 2077,3-4 0,5-28 0,7-13 0</inkml:trace>
  <inkml:trace contextRef="#ctx0" brushRef="#br0" timeOffset="18">25166 8122 7783,'-12'0'1176,"0"0"-667,-1 0 1,-3 1 0,-1 2 0,2 3 714,2 1 0,-4 2 461,1 7-1176,0 4 0,3 4 0,1 2 1,0 2-1,1 0 0,2 0 0,7-4 210,4-3 1,5-3 0,7-8 0,2-1-203,5-5 0,2-8-466,2-5-96,5-7 1,0-4-1,4-8 1,-2-2-1,-2-1 1,-3-5-1,-1-2-345,-1-3 1,-2-6 117,-3 2-103,4-3 0,-15-2 0,3-5 1,-2-4-1,-3-1-2390,-3 4 2408,-3 10 0,-5 10 1,-3 11-1,-2 9 1,-5 8 170,0 8 1,-5 15 0,-1 11-1,-3 5 628,-2 8 1,6-1 56,2 7 1,0-4 1597,0 4-1587,6 0 0,0 3 0,4-1 1,1-4-1,2 0 3769,2-4-3740,8 0 1,2 0 0,8-3-1,3-9 1,2-8-124,-1-5 1,1-7-1084,4-3 0,-1-4 0,1-4 0,-1-6-3004,1-5 1,1-5 1568,3-9 2102,-9 3 0,9-26 0,-10 0 0</inkml:trace>
  <inkml:trace contextRef="#ctx0" brushRef="#br0" timeOffset="19">25535 8171 7768,'-12'6'5252,"5"-5"-3220,2 5 1,5-8-404,0-2-1424,11-3 0,2-9 1,12-2-1,1-1 1,1-3-1,3-1 1,-1-2-520,-3 1 1,0 0-328,-10 4 1,-5 2 0,-9 7-645,-9 3 0,-12 9 1335,-14 12 1,2 6 0,-1 10-1,2 3 1387,3 4 1,2 1-462,5 0 1,3 0 678,9 0-1409,2-6 1,8-5 0,2-8 0,5-5 0,7-6-308,4-4 0,5-4-1381,3-3 224,4-9 0,1-11 0,-1-9 0,3-1 0,-1-1-2498,-1 3 0,1 4 3716,-5 0 0,-6 2 0,-5 1 0</inkml:trace>
  <inkml:trace contextRef="#ctx0" brushRef="#br0" timeOffset="20">25917 8085 7768,'0'12'0,"-6"5"487,-2-1 1,1 5 0,-1-3 0,-1 1 1505,-2 3 1,-2-5 435,1 0 0,1-4-1118,3 0 1,1-6 0,6-5-348,1-4 0,2-15-717,11-7 1,4-8-229,4 3 1,2-3 0,0 3-1,-1 2-43,-1 1 1,-1 6 181,5 4 0,-4 4 366,-1 4-398,-5 2 1,3 13 0,-7 7 0,-2 7-1,-2 8-1243,-1 3 1,-2-1 161,-4 2 81,0-3 1,0-7 0,1-4 0,3-6-6212,4-8 7085,-2-14 0,11-34 0,4-16 0,-7 15 0,0-1 0,-1 0 0</inkml:trace>
  <inkml:trace contextRef="#ctx0" brushRef="#br0" timeOffset="21">26458 7568 7768,'-8'2'1997,"0"2"1,4 3 473,-4 5 1,5 7-1145,-1 6 1,-2 10 0,1 12-1,-1 6 1773,1 9 0,1-1-2645,4 5-455,0-3 0,1-7 0,2-3 0,2-5 0,1-7-286,-1-8 0,1-13 0,-3-6-3340,1-5-1090,0-6 1244,-4-3 1,-2-1 3471,-2-3 0,-14-14 0,-8-3 0</inkml:trace>
  <inkml:trace contextRef="#ctx0" brushRef="#br0" timeOffset="22">26200 7987 7768,'0'-7'0,"0"0"2511,0 3 1,1 3-1232,3-4 1,9 0 0,9 1-1,4 0 1736,2-2 1,6 5-244,-1-3-2566,3-3 0,-5 6 0,-3-3 1,-5 2-1,-4 2-131,-1 0-2184,-2 0 0,-8 0 2108,1 0 0,-29-11 0,-1-2 0</inkml:trace>
  <inkml:trace contextRef="#ctx0" brushRef="#br0" timeOffset="23">27603 7531 7690,'0'-8'2092,"0"0"104,0-2-1789,-6 5 0,0-1 1,-7 8-1,0 2 0,-4 6 1,-5 5-1,-4 5 1538,-2 3-1673,-7 7 0,5 5 0,-1 3 0,6-3 0,9 0 0,6-5 0,6-4 196,3-4 0,12-9 1,6 0-1,8-8-219,4-4 0,5-6 0,-3-3 1,0-3-315,-7-2 1,-1 1 0,-6 0 0,-4 0-1264,-3-1 985,-4 1-19,-12 5 1,-2 2 0,-10 6 0,-7 3-1,-6 6 1,-6 5 0,-4 7-352,-4 5 1,-4 0 474,-5 6 319,9 0 0,-1 4 0,14 0 0,8-2 1,7-1 576,8-1 0,10-5 1,11 0-1,10-3 1093,10-5 1,7-2-347,15-5 0,-4-7-960,4-2 1,-4-2 0,-2-4 0,-3-2-121,-4-4 1,-13 1-438,-8-1 0,-5 1-901,-3-1 0,-3-1 1,-3 3-4659,0-1 5671,4 4 0,-9-7 0,4 3 0</inkml:trace>
  <inkml:trace contextRef="#ctx0" brushRef="#br0" timeOffset="24">8036 11888 9357,'-7'0'6572,"2"0"-6018,5 0 1,0-6 0,1-2 537,3-3-948,-3-1 1,10 0-1,-2-2 1,2-3 0,1-3-1,0-5 1,0-3 70,1-5 0,5-4 0,1-4 0,1-4-286,1-3 1,-1-1 0,5-1 0,-2 4 5,-2 5 1,-4 5 0,-6 13 0,-2 3 915,-5 3-705,2 9 1,-4 4-173,2 8 0,-3-1 1,-1 5-564,0 2 291,0 0 222,0 3 0,4 3 1,1 2-1,-1 0 1,0 1-1,1 0 1,1 2 144,-1-2 1,3 4-56,-4-3 2,6 4 1,-7 0 0,4 1 0,-1 0 0,0 1-106,-1 2 0,4-2 0,-5 3 0,0-3 141,1-1 0,-2-4 23,5 4 0,-5-7-40,1 6 1,-3-7 0,1-1 0,0-1 206,3 2 1,0-8 165,-1 4-165,-2-9 1,4 1 0,-3-6 0,1-3 497,-1-5 1,0-7-282,1-4 0,-2-9-242,7-4 1,-1-8 0,4-7-1,2-8-70,2-10 0,-4 26 1,2-2-170,4-2 0,1-2 0,5-2 0,1-1-1615,5-2 1,2-1 1515,1 2 1,1 1-1,0-2 1,-1 0-1,-2 6 1,-1 0 0,-3 5-1,-2 2 1,-3 6-1,-3 1-1691,10-14 618,-8 17 788,-14 15 0,-1 8 0,-2 5 1,5-2-3885,2-2 4289,1 3 0,22-26 0,6-1 0</inkml:trace>
  <inkml:trace contextRef="#ctx0" brushRef="#br0" timeOffset="25">9771 10743 7838,'0'-8'528,"0"0"0,-1 0 1,-2-1 661,-1 1 0,-2 6 0,2-3 1,-4 5-520,-3 5 1,-5 1 0,-2 9 0,-1 5-266,-3 4 1,-3 13-1,-2 3 1,-3 5-142,-1 5 1,2 13 0,13-30-1,0 0 1,1 3 0,0 0 259,1 3 0,1 0-466,-1-1 0,2 0 0,2 3 0,2 1 0,1-3 0,2 0 0,1-2 0,2 0 0,2 28 0,4-13 0,6-12 56,5-10-200,4-4 0,2-7 1,-2-4-1,0-4 1,-1-4-1,0-1 0,-3-2-455,-2 1 286,0-4 0,-5 6 1,0-4-1,0 3 0,0-1-1476,1 0 1,-5 0 1729,4-5 0,-5-22 0,2-6 0</inkml:trace>
  <inkml:trace contextRef="#ctx0" brushRef="#br0" timeOffset="26">10226 11199 7901,'6'-7'288,"-5"0"0,2 4 0,-4-2 0,-5-1 1,-1 1 394,-2 2 0,-2 2 0,-1 1 0,-1 0 0,1 1 1,-2 3-174,-2 4 1,2 7-1,-2 3 1,1 1-1,0 3 1,-2 1-175,2 2 0,3 5 0,4 3 0,2 3 1,2 2-1,0 1-115,1 3 0,6-6 1,4-3-1,2 0 1,6-3-1,3-5 469,4-7-696,1-10 1,7-3 0,5-6 0,3-5 0,4-6 0,2-8 0,1-8 184,-1-5-80,-2-2 0,-6-6 1,-5-2-1,-6 1 1,-9-2-1,-6 2 1,-6-2 918,-3 0-893,-12 5 0,-4 0 0,-15 8 1,-7 2-1,-6 6 0,-4 7 0,1 6-243,1 6 1,6 3 0,2 2-1,7 4-792,4 8 0,9 3 1,4 6-1,8-1-1813,3 0 0,8 1 2723,2-1 0,47 8 0,-22-17 0,1 1 0</inkml:trace>
  <inkml:trace contextRef="#ctx0" brushRef="#br0" timeOffset="27">10940 11531 7871,'13'14'928,"-1"1"-165,0 1 1,-1 6 0,-3 0 0,-4 5 0,-2 6-1,-4 4 234,-2 4 0,-8 3 0,-10 5 0,-5-1-340,-6-3 1,-1-3 0,0-6-1,1-3-1462,-1-5 628,3-7 0,1-9 1,7-8 176,3-2 0,2-35 0,6-8 0</inkml:trace>
  <inkml:trace contextRef="#ctx0" brushRef="#br0" timeOffset="28">11752 11236 8026,'-6'-6'647,"-5"5"1,4-5 0,-1 2 0,-1 0 0,0 1 135,-2 2 0,-1 2 1,-1 3-1,2 5 1,2 2-349,1 1 1,1 2 0,-1 2 0,2 4-186,1 4 1,3 0-1,-2 1 1,3 0 39,1-1 1,5 5-1,3-2 1,3-2-68,2-3 0,0-3 0,4 0 1,2-5 303,0-5-505,4-6 0,-4 2 0,7-5 1,2-1-1,0-3 0,0-4 1,-2-3-33,-2-1 126,-4-1 0,-3 1 0,-6 0 0,-1 1 0,-3 0 0,-2-2 1066,-2-4-1140,-2 0 0,-6-1 0,-3 5 1,-3-2-1,-2-3 0,1 0 0,-2 0-248,-2 3 1,1 2-1,-4 0 1,1 1 12,3 0 1,-3 4 0,0 1 0,1 1 116,-1 4 1,1-4 0,5 2-1,0 1 478,0 2 1,3 1 343,1 0-651,0 0 1,2-4 0,6-2 32,7-1 1,6 3-1,3-4 1,4-1 465,4-2 1,6-2-1,3 1 1,4-2 49,4-2 1,-3 2 0,3-2 0,-3 2-715,-1 2 0,-7 0 0,-5 1 1,-7 2-4869,-5 5-441,-6 3 5379,-1 1 0,-28-5 0,-6-2 0</inkml:trace>
  <inkml:trace contextRef="#ctx0" brushRef="#br0" timeOffset="29">12331 10731 7868,'-12'-5'728,"-1"-2"0,2-2 883,3 1 1,3 4-1,6-4 1,3-2-1,6 1-562,5 1 0,4-3 0,7 2 0,1-1-843,2-3 1,0 2 0,-5 2 0,1 2-212,-1 1 1,-4 2 0,-4 6-230,-2 2 0,-8 4 0,-3 8 1,-6 5-136,-5 2 1,-8 7-1,-3 3 1,-2 3-630,1 1 1073,5-1 1,-3 1 0,6-1 0,1-3 0,2-5 0,5-2 0,3-2 648,1-4 0,11-2 1,5-7-1,6-3-200,3-4 0,1-2 0,1-4 0,2-2-890,-2-4 0,-1-3 0,-1-1 0,-2 1-4505,-2 3 4871,-4-3 0,-15-13 0,-4-8 0</inkml:trace>
  <inkml:trace contextRef="#ctx0" brushRef="#br0" timeOffset="30">13291 10706 8384,'-2'-11'1120,"-2"3"1,-4 4-1,-3 3 1,-1 2-140,-1 3 1,-4 10-1,-5 12 1,-6 9-1,-3 11 1,-2 6-687,0 5 1,16-25-1,-1 2 1,-1 1-1,1 1 1,2 1-1,0 1-63,2 1 1,1 0 0,3-3 0,2 0 0,-4 29 0,9-8 1033,10-8-1104,7-10 0,12-7 1,1-8-1,3-9 1,0-9-1,2-4 1,-2-2 68,0 0-926,-1 0 1,-9-2-1,-1 0 1,-1-4-1,-3 1 1,-3-2 694,-3 0 0,-4-34 0,-5-12 0</inkml:trace>
  <inkml:trace contextRef="#ctx0" brushRef="#br0" timeOffset="31">13488 10977 7840,'0'-8'186,"0"0"1,0-2 3885,0-1-2515,0-1 1,1 8 0,2 7-701,1 7 1,0 12 0,-4 2 0,0 6 1074,0 5-1708,0-1 1,0 14-1,-1-3 1,-4 2 0,-3-1-1,-1-2 1,-1 0 610,2 0-1709,0-5 0,-3-2 0,1-8 1,3-4-1,0-5 0,2-4 874,0-2 0,6-40 0,6-9 0</inkml:trace>
  <inkml:trace contextRef="#ctx0" brushRef="#br0" timeOffset="32">13832 11199 12199,'2'6'2285,"2"0"1,4-2-1341,3 0 1,1 0 0,2-4 0,2 0 0,5-1 0,2-2-1440,2-1 1,3-1-1,1 2 1,-3-1-1,-4 0 1,-6 0-4132,-2-1 0,-2 1 4625,1 4 0,-29 0 0,-5 0 0</inkml:trace>
  <inkml:trace contextRef="#ctx0" brushRef="#br0" timeOffset="33">14288 10953 7794,'0'-9'4375,"0"1"1,0 7-3705,0 1 0,0 11 1,0 9-1,0 3 0,0 3 1,1 3-81,3 4 0,-3 3 0,3 0 0,-1 1 0,0 0 0,1 0-953,-1 0 1,-2-1 0,-1-4-1,0-3 1,0-3 0,-1-1-2680,-3-1-2212,2-4 5253,-3-3 0,10-65 0,2-14 0</inkml:trace>
  <inkml:trace contextRef="#ctx0" brushRef="#br0" timeOffset="34">14312 11248 15167,'12'-6'555,"2"4"0,3-7 0,3 1-255,3 1 0,3-8 0,2 3 0,0 0 0,0 1 1,-2 4-364,-2 2 1,-3-4 0,-2 5-575,-1 1 58,-2 2 1,-9 2-1,-3 4 1,-3 3-1,-1 3 1,-1 0-1277,-3-3 0,1-1 1855,-5-3 0,-6-19 0,-5 0 0</inkml:trace>
  <inkml:trace contextRef="#ctx0" brushRef="#br0" timeOffset="35">14706 10940 7779,'-8'-7'2142,"0"3"1,3 4-1600,-3 4 0,5 5 0,-1 7 1,3 5 129,1 2 0,0 3 0,0 2 0,0 5-32,0 3 0,0 1 0,0 0 1,0 0-379,0-1 0,0 0 0,0-3 0,0-6 0,0-5 0,0-6-744,0-2 0,-4-2 0,-2-1-874,0-2 1,3-5-1,-1-8-3487,2-5 4842,2-2 0,5-20 0,1-10 0,1-3 0,0 0 0</inkml:trace>
  <inkml:trace contextRef="#ctx0" brushRef="#br0" timeOffset="36">14891 10583 7779,'-9'-4'716,"1"-1"1,-1-1 0,-1-1 0,0 2 4641,2 0-4137,5-5 1,-3 9 0,4-4-1,2 5 1,6 5-232,3 3 0,9 8 0,4 5 0,5 3-741,6 5 0,3 4 0,-1 9 1,-1 7 181,-1 8-655,-5 3 1,-5 5-1,-12 2 1,-11 0-1,-13 0 1,-11-4-1,-10-5-381,-6-9 571,-7 0 0,5-12 0,-3 1 0,5-6 0,6-5 0,7-6 0,5-5-634,6-5 1,2-1 0,3 2-1973,3 0 1,4-1 2639,8-3 0,19-19 0,10-9 0</inkml:trace>
  <inkml:trace contextRef="#ctx0" brushRef="#br0" timeOffset="37">15346 10362 7753,'-6'-11'694,"0"1"1,-3 3 0,2 1 1522,2-1 1,2 5 0,7 2-1203,5 7 1,3 11 0,6 7 0,5 7 876,4 8-1809,13 4 1,-3 11 0,-14-26 0,0 0 0,0 4 0,-2 0 0,0 3 0,-1 2 0,-1 2 0,-2 1 0,-3 1 0,-1 2-77,-3 1 1,-2 0-1,-5-6 1,-3-2-1,-7 1 1,-3-2-1,-3-3 1,-3-1-1,-2-3 1,-3-1-1,-3 0 1,0-1-106,-2 1 1,0-2 64,-22 20 1,6 0 0,6-13 0,5-3-1,6-1 1,7-2 0,6-2-607,4-4 235,2-5 1,8 1-1,0-4 1,5-1-1,3-1 404,3-3 0,14-22 0,5-10 0,2-4 0,-1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customXml" Target="../ink/ink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customXml" Target="../ink/ink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customXml" Target="../ink/ink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customXml" Target="../ink/ink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ustomXml" Target="../ink/ink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5.png"/><Relationship Id="rId18" Type="http://schemas.openxmlformats.org/officeDocument/2006/relationships/customXml" Target="../ink/ink20.xml"/><Relationship Id="rId26" Type="http://schemas.openxmlformats.org/officeDocument/2006/relationships/customXml" Target="../ink/ink24.xml"/><Relationship Id="rId39" Type="http://schemas.openxmlformats.org/officeDocument/2006/relationships/image" Target="../media/image58.png"/><Relationship Id="rId21" Type="http://schemas.openxmlformats.org/officeDocument/2006/relationships/image" Target="../media/image49.png"/><Relationship Id="rId34" Type="http://schemas.openxmlformats.org/officeDocument/2006/relationships/customXml" Target="../ink/ink28.xml"/><Relationship Id="rId42" Type="http://schemas.openxmlformats.org/officeDocument/2006/relationships/customXml" Target="../ink/ink32.xml"/><Relationship Id="rId7" Type="http://schemas.openxmlformats.org/officeDocument/2006/relationships/image" Target="../media/image42.png"/><Relationship Id="rId2" Type="http://schemas.openxmlformats.org/officeDocument/2006/relationships/image" Target="../media/image25.png"/><Relationship Id="rId16" Type="http://schemas.openxmlformats.org/officeDocument/2006/relationships/customXml" Target="../ink/ink19.xml"/><Relationship Id="rId20" Type="http://schemas.openxmlformats.org/officeDocument/2006/relationships/customXml" Target="../ink/ink21.xml"/><Relationship Id="rId29" Type="http://schemas.openxmlformats.org/officeDocument/2006/relationships/image" Target="../media/image53.png"/><Relationship Id="rId41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4.xml"/><Relationship Id="rId11" Type="http://schemas.openxmlformats.org/officeDocument/2006/relationships/image" Target="../media/image44.png"/><Relationship Id="rId24" Type="http://schemas.openxmlformats.org/officeDocument/2006/relationships/customXml" Target="../ink/ink23.xml"/><Relationship Id="rId32" Type="http://schemas.openxmlformats.org/officeDocument/2006/relationships/customXml" Target="../ink/ink27.xml"/><Relationship Id="rId37" Type="http://schemas.openxmlformats.org/officeDocument/2006/relationships/image" Target="../media/image57.png"/><Relationship Id="rId40" Type="http://schemas.openxmlformats.org/officeDocument/2006/relationships/customXml" Target="../ink/ink31.xml"/><Relationship Id="rId5" Type="http://schemas.openxmlformats.org/officeDocument/2006/relationships/image" Target="../media/image41.png"/><Relationship Id="rId15" Type="http://schemas.openxmlformats.org/officeDocument/2006/relationships/image" Target="../media/image46.png"/><Relationship Id="rId23" Type="http://schemas.openxmlformats.org/officeDocument/2006/relationships/image" Target="../media/image50.png"/><Relationship Id="rId28" Type="http://schemas.openxmlformats.org/officeDocument/2006/relationships/customXml" Target="../ink/ink25.xml"/><Relationship Id="rId36" Type="http://schemas.openxmlformats.org/officeDocument/2006/relationships/customXml" Target="../ink/ink29.xml"/><Relationship Id="rId10" Type="http://schemas.openxmlformats.org/officeDocument/2006/relationships/customXml" Target="../ink/ink16.xml"/><Relationship Id="rId19" Type="http://schemas.openxmlformats.org/officeDocument/2006/relationships/image" Target="../media/image48.png"/><Relationship Id="rId31" Type="http://schemas.openxmlformats.org/officeDocument/2006/relationships/image" Target="../media/image54.png"/><Relationship Id="rId4" Type="http://schemas.openxmlformats.org/officeDocument/2006/relationships/customXml" Target="../ink/ink13.xml"/><Relationship Id="rId9" Type="http://schemas.openxmlformats.org/officeDocument/2006/relationships/image" Target="../media/image43.png"/><Relationship Id="rId14" Type="http://schemas.openxmlformats.org/officeDocument/2006/relationships/customXml" Target="../ink/ink18.xml"/><Relationship Id="rId22" Type="http://schemas.openxmlformats.org/officeDocument/2006/relationships/customXml" Target="../ink/ink22.xml"/><Relationship Id="rId27" Type="http://schemas.openxmlformats.org/officeDocument/2006/relationships/image" Target="../media/image52.png"/><Relationship Id="rId30" Type="http://schemas.openxmlformats.org/officeDocument/2006/relationships/customXml" Target="../ink/ink26.xml"/><Relationship Id="rId35" Type="http://schemas.openxmlformats.org/officeDocument/2006/relationships/image" Target="../media/image56.png"/><Relationship Id="rId43" Type="http://schemas.openxmlformats.org/officeDocument/2006/relationships/image" Target="../media/image60.png"/><Relationship Id="rId8" Type="http://schemas.openxmlformats.org/officeDocument/2006/relationships/customXml" Target="../ink/ink15.xml"/><Relationship Id="rId3" Type="http://schemas.openxmlformats.org/officeDocument/2006/relationships/image" Target="../media/image40.png"/><Relationship Id="rId12" Type="http://schemas.openxmlformats.org/officeDocument/2006/relationships/customXml" Target="../ink/ink17.xml"/><Relationship Id="rId17" Type="http://schemas.openxmlformats.org/officeDocument/2006/relationships/image" Target="../media/image47.png"/><Relationship Id="rId25" Type="http://schemas.openxmlformats.org/officeDocument/2006/relationships/image" Target="../media/image51.png"/><Relationship Id="rId33" Type="http://schemas.openxmlformats.org/officeDocument/2006/relationships/image" Target="../media/image55.png"/><Relationship Id="rId38" Type="http://schemas.openxmlformats.org/officeDocument/2006/relationships/customXml" Target="../ink/ink3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customXml" Target="../ink/ink3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35.xml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6.xm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7.xml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8.xm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customXml" Target="../ink/ink39.xml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7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.xml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.xml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5.xml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MLR Continued: Truth + Error Representation and Residual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C5642-180B-7B79-5F68-BE1092B57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Re-Cage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162AE2-3AFC-A0AA-2BF9-D011874184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cs typeface="Courier New" panose="02070309020205020404" pitchFamily="49" charset="0"/>
              </a:rPr>
              <a:t>Setting expectations</a:t>
            </a:r>
          </a:p>
          <a:p>
            <a:r>
              <a:rPr lang="en-US">
                <a:cs typeface="Courier New" panose="02070309020205020404" pitchFamily="49" charset="0"/>
              </a:rPr>
              <a:t>We are not in a hurry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D52BD-FF89-9586-E94E-8955036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3291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CB53A-D5B7-0B1C-0422-C9E8891D9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 to R and Python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F6AC9-E232-C413-05D4-6572DD5C8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28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80261-4A93-49CC-2AF7-8CD02AA73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FF70D5-55D0-94C2-34FE-782147418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Why we are diving back into theory here: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Understanding the theoretical behavior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 allows us to analyze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=[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],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∈1…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/>
                  <a:t>, so we can make meaningful </a:t>
                </a:r>
                <a:r>
                  <a:rPr lang="en-US" i="1"/>
                  <a:t>inference</a:t>
                </a:r>
                <a:r>
                  <a:rPr lang="en-US"/>
                  <a:t> about what the data may or may not be telling us. </a:t>
                </a:r>
              </a:p>
              <a:p>
                <a:endParaRPr lang="en-US"/>
              </a:p>
              <a:p>
                <a:r>
                  <a:rPr lang="en-US"/>
                  <a:t>Up until now, we have vaguely referred to assumptions about the data. We want a way to be able to verify (</a:t>
                </a:r>
                <a:r>
                  <a:rPr lang="en-US" i="1"/>
                  <a:t>test hypotheses)</a:t>
                </a:r>
                <a:r>
                  <a:rPr lang="en-US"/>
                  <a:t> what is true with some level of confidence.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FF70D5-55D0-94C2-34FE-782147418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070A7-B081-0653-6AAA-562BEA11A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391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8E86E-FAF3-E681-4856-C0B60B6A1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6E1DFA-D0E4-77C0-19D6-1CB06B28944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If we </a:t>
                </a:r>
                <a:r>
                  <a:rPr lang="en-US" i="1"/>
                  <a:t>fix</a:t>
                </a:r>
                <a:r>
                  <a:rPr lang="en-US"/>
                  <a:t> the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let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vary randomly,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Where does the randomness come from?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6E1DFA-D0E4-77C0-19D6-1CB06B289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43CF7-68B0-7B68-F4E5-990E40827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0225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8B85F-F128-8638-00B5-A955FDFFB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89CC8-D71D-FE7A-B4A4-7F6592263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63D229-A251-A35D-61D6-6E81260D48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If we </a:t>
                </a:r>
                <a:r>
                  <a:rPr lang="en-US" i="1"/>
                  <a:t>fix</a:t>
                </a:r>
                <a:r>
                  <a:rPr lang="en-US"/>
                  <a:t> the design matrix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and let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𝒀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vary randomly,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Where does the randomness come from?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 b="1"/>
                  <a:t>Yes. </a:t>
                </a:r>
                <a:r>
                  <a:rPr lang="en-US"/>
                  <a:t>From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, where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1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random  vector of noise terms.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63D229-A251-A35D-61D6-6E81260D48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75C550-B60C-D9C0-2B8F-01096D0CE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732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B98C0-336F-5F3F-7471-DB2D7111E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9880C-89FE-1213-55FC-3452A7D3E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9DE3FB-96FF-0FEE-81AC-BA381DA68E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First, let’s look at the behavior of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𝜷</m:t>
                    </m:r>
                  </m:oMath>
                </a14:m>
                <a:r>
                  <a:rPr lang="en-US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D9DE3FB-96FF-0FEE-81AC-BA381DA68E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A3C9FE-E314-BAD4-537C-20C701CF9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086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73605-D105-AEFE-63A9-D5E0F6519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1DEF7-BA46-A424-CD33-2C09F8C7A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279404-BCCF-0834-EB5F-BB98809DD0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1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random  vector of noise terms, and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Then we can rewrite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 as…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D279404-BCCF-0834-EB5F-BB98809DD0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2E0368-3FC7-F95A-F5FA-99A3A4707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08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63F38-0452-99A0-1144-C1ACA83AD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CFD1E-4601-65EB-1EFF-1F299DC7A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77ED26-5E45-B766-3DFB-4D9CE72EB8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1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random  vector of noise terms, and</a:t>
                </a:r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Then we can rewrite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 as…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77ED26-5E45-B766-3DFB-4D9CE72EB8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D8C39F-54B1-05AF-A75C-6EF7E3784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30F9FA4-1FED-6D74-2031-FE1710CDA2AC}"/>
                  </a:ext>
                </a:extLst>
              </p14:cNvPr>
              <p14:cNvContentPartPr/>
              <p14:nvPr/>
            </p14:nvContentPartPr>
            <p14:xfrm>
              <a:off x="5878800" y="2228400"/>
              <a:ext cx="2618640" cy="2485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30F9FA4-1FED-6D74-2031-FE1710CDA2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862600" y="2212200"/>
                <a:ext cx="2651040" cy="2518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638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C22D1-402E-D870-1398-13A3F6099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7E7A4-0185-49C0-F60B-3603FE36D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92EE22-6439-62EA-931F-C334F6A46B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Then we can rewrite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 as…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When we distribute, we get: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892EE22-6439-62EA-931F-C334F6A46B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B7C436-318B-70F4-C86C-A20174384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EF35347-0ED9-3039-99DB-B6897939EE1A}"/>
                  </a:ext>
                </a:extLst>
              </p14:cNvPr>
              <p14:cNvContentPartPr/>
              <p14:nvPr/>
            </p14:nvContentPartPr>
            <p14:xfrm>
              <a:off x="4944240" y="3260520"/>
              <a:ext cx="2815920" cy="5677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EF35347-0ED9-3039-99DB-B6897939EE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8040" y="3244320"/>
                <a:ext cx="2848320" cy="600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9011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A072B-3E80-FE57-205E-8D2CD7576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A5E48-CE4D-FE0F-1955-62639FACD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5FE63-D5C4-DCFA-5017-324FA6E7DEC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Then we can rewrite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 as…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When we distribute, we get: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6F5FE63-D5C4-DCFA-5017-324FA6E7DEC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6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78A44-28CE-2A4D-EC1F-22E6CA9E2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668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C912F-106C-E500-7AC8-5C64E43FB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25713-CD70-F537-465E-2E1B6860E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CFDFF2-DE6A-CB2C-56EF-E506794A32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And this simplifies to: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ACFDFF2-DE6A-CB2C-56EF-E506794A32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E161B3-6700-921E-6344-8DC2C5CE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84E2BEF-9B84-B847-7EC9-0A12C133DC15}"/>
                  </a:ext>
                </a:extLst>
              </p14:cNvPr>
              <p14:cNvContentPartPr/>
              <p14:nvPr/>
            </p14:nvContentPartPr>
            <p14:xfrm>
              <a:off x="4440960" y="1816560"/>
              <a:ext cx="1788480" cy="601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84E2BEF-9B84-B847-7EC9-0A12C133DC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24760" y="1800360"/>
                <a:ext cx="1820880" cy="633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1873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DBA2F-2A74-F0B2-72D0-0514DD1C3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31D58-98F7-E21D-E7A4-B51FDB938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1739AA-8897-423C-354C-DDB0F8259E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And this simplifies to: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u="sng"/>
                  <a:t>Question 1</a:t>
                </a:r>
                <a:r>
                  <a:rPr lang="en-US"/>
                  <a:t>: What does this equation </a:t>
                </a:r>
                <a:r>
                  <a:rPr lang="en-US" i="1"/>
                  <a:t>say</a:t>
                </a:r>
                <a:r>
                  <a:rPr lang="en-US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1739AA-8897-423C-354C-DDB0F8259E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0092B-5704-BE97-4080-05C7DB444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8850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3A5AE-793C-85F6-AAD3-A9B85C2B71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9371C-C040-37D3-3A94-8A63B0201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9C0D4B-CDA0-354D-4D02-BDAFE3AF76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And this simplifies to: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u="sng"/>
                  <a:t>Question 1</a:t>
                </a:r>
                <a:r>
                  <a:rPr lang="en-US"/>
                  <a:t>: What does this equation </a:t>
                </a:r>
                <a:r>
                  <a:rPr lang="en-US" i="1"/>
                  <a:t>say</a:t>
                </a:r>
                <a:r>
                  <a:rPr lang="en-US"/>
                  <a:t>?</a:t>
                </a:r>
              </a:p>
              <a:p>
                <a:pPr marL="0" indent="0" algn="ctr">
                  <a:buNone/>
                </a:pPr>
                <a:br>
                  <a:rPr lang="en-US"/>
                </a:br>
                <a:r>
                  <a:rPr lang="en-US" i="1">
                    <a:solidFill>
                      <a:srgbClr val="0432FF"/>
                    </a:solidFill>
                  </a:rPr>
                  <a:t>Each coefficient has its own associated error.</a:t>
                </a:r>
                <a:endParaRPr lang="en-US">
                  <a:solidFill>
                    <a:srgbClr val="0432FF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29C0D4B-CDA0-354D-4D02-BDAFE3AF76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9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DA084-2237-F1FC-B2C0-22D3861E2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018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F5587-E4E6-BA52-6965-763EF124A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27789-0AE1-2752-EA3C-D19FA7D9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04488C-6371-2DD4-5007-B8193B6285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And this simplifies to: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u="sng"/>
                  <a:t>Question 1</a:t>
                </a:r>
                <a:r>
                  <a:rPr lang="en-US"/>
                  <a:t>: What does this equation </a:t>
                </a:r>
                <a:r>
                  <a:rPr lang="en-US" i="1"/>
                  <a:t>say</a:t>
                </a:r>
                <a:r>
                  <a:rPr lang="en-US"/>
                  <a:t>?</a:t>
                </a:r>
              </a:p>
              <a:p>
                <a:pPr marL="0" indent="0" algn="ctr">
                  <a:buNone/>
                </a:pPr>
                <a:br>
                  <a:rPr lang="en-US"/>
                </a:br>
                <a:r>
                  <a:rPr lang="en-US" i="1"/>
                  <a:t>This is the Truth + Error Representation.</a:t>
                </a: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C04488C-6371-2DD4-5007-B8193B6285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b="-9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FD3CE-8F45-B099-24E5-531DB728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8220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FD119-C535-BA36-E0F7-6AB977697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9F505-60E6-5834-AB42-142A69DD9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80D09-0142-8880-6DF1-55CA1776E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/>
              <a:t>The Truth + Error Representation is convenient for us.</a:t>
            </a:r>
          </a:p>
          <a:p>
            <a:pPr marL="0" indent="0">
              <a:buNone/>
            </a:pPr>
            <a:endParaRPr lang="en-US"/>
          </a:p>
          <a:p>
            <a:r>
              <a:rPr lang="en-US"/>
              <a:t>For example, we can ask our next question: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36D34-FA6C-21AA-D71E-5297D34E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992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5FD7B-611B-D856-0C0E-431416400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19EA9-520B-4882-6C55-E36D68EEB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CFEDA-51EE-CE14-7937-38F8FE0122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The Truth + Error Representation is convenient for us.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For example, we can ask our next question: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2CFEDA-51EE-CE14-7937-38F8FE012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5624D-66AE-E68C-DAAE-BFFC1888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6419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501BB-75E8-F4F2-4443-A3D037B2A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6B854-B397-E3BB-7B5D-C25FA1344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DF3245-6646-DD67-34BA-4D8FC79183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Take the Expectation of both sides: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DF3245-6646-DD67-34BA-4D8FC79183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78D5D4-F882-F3E7-F2EA-12C67EDD1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402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B9812-4127-A3C1-D1E3-1E6EE23B0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465DE-9D4B-B6B2-F095-4F51C1A70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79F4DB-4DA9-66F2-3F46-30C0916FAF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Take the Expectation of both sides: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When can we make this the sum of expectations? 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879F4DB-4DA9-66F2-3F46-30C0916FAF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 b="-6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E348D-822D-E0C0-9588-792B80D6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CE50276-38AF-3FA1-1B87-06CF9D1D0009}"/>
                  </a:ext>
                </a:extLst>
              </p14:cNvPr>
              <p14:cNvContentPartPr/>
              <p14:nvPr/>
            </p14:nvContentPartPr>
            <p14:xfrm>
              <a:off x="8608320" y="5768640"/>
              <a:ext cx="1388520" cy="651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CE50276-38AF-3FA1-1B87-06CF9D1D00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92120" y="5752440"/>
                <a:ext cx="1420920" cy="68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61534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C6C232F-59DD-3416-2F4C-5AC92217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B42EE-DA32-1A6C-12AC-C9E033AF7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283D92-59DE-4222-7C11-FDA5F83C6B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Take the Expectation of both sides: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When can we make this the sum of expectations? </a:t>
                </a:r>
                <a:r>
                  <a:rPr lang="en-US" b="1"/>
                  <a:t>Always.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283D92-59DE-4222-7C11-FDA5F83C6B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 b="-67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A02A1-5B14-C72D-31E2-D8A948BB9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404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0E128-1784-BC2B-C6FD-74FEA6C69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75758-4D10-DE44-0966-AE6F328C0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E354F6-C36D-82B0-A15E-D7C6796082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So we get: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E354F6-C36D-82B0-A15E-D7C6796082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DCB67-8A6B-F1AB-3756-BD3CDC1A5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9736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C279C-1DEA-F672-3C21-61109D73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Recall our “Big Three”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D7D11-ACF3-3C6E-5134-ABBB2E965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In order of preference / strength: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1.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2. 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A77331-F221-5AF8-A853-2C074F50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3C6A0B8-7246-DAD6-DA54-1352A6246F56}"/>
                  </a:ext>
                </a:extLst>
              </p14:cNvPr>
              <p14:cNvContentPartPr/>
              <p14:nvPr/>
            </p14:nvContentPartPr>
            <p14:xfrm>
              <a:off x="1470960" y="2139840"/>
              <a:ext cx="10026000" cy="3221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3C6A0B8-7246-DAD6-DA54-1352A6246F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4760" y="2123640"/>
                <a:ext cx="10058400" cy="325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873632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C9D71-2D2B-333F-F689-79948F9E1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544C8-5D31-6080-D9D6-5985DAF44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1943C4-A64A-79AC-F601-AA069DD113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So we get: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E1943C4-A64A-79AC-F601-AA069DD113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FD0E9D-D305-76B5-4255-F7A534654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72C8632-3EBA-D613-883A-4680C96213FA}"/>
                  </a:ext>
                </a:extLst>
              </p14:cNvPr>
              <p14:cNvContentPartPr/>
              <p14:nvPr/>
            </p14:nvContentPartPr>
            <p14:xfrm>
              <a:off x="3712680" y="4634640"/>
              <a:ext cx="2388240" cy="12801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72C8632-3EBA-D613-883A-4680C96213F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96480" y="4618440"/>
                <a:ext cx="2420640" cy="131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061946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7B8F8C1-E6DB-29CD-58C5-11098ADF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12EEBE-7D0E-F8B0-AD3B-599A5A1A3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Truth + Error Representation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4A3988-9004-DA8A-AADA-CCC350AC64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u="sng"/>
                  <a:t>Question 2</a:t>
                </a:r>
                <a:r>
                  <a:rPr lang="en-US"/>
                  <a:t>: What is the expectation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So we get: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</m:acc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4A3988-9004-DA8A-AADA-CCC350AC64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993047-37A9-3FA2-9F08-EFBDC4272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997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7E270A9-CB49-8C2D-B315-5B1C53031E8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07E270A9-CB49-8C2D-B315-5B1C53031E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AFD68F-B6CB-FF7E-A3BE-D9A5564109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We conclude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is </a:t>
                </a:r>
                <a:r>
                  <a:rPr lang="en-US" b="1" i="1"/>
                  <a:t>unbiased.</a:t>
                </a:r>
              </a:p>
              <a:p>
                <a:r>
                  <a:rPr lang="en-US"/>
                  <a:t>Next we look at the 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:</a:t>
                </a:r>
              </a:p>
              <a:p>
                <a:endParaRPr lang="en-US"/>
              </a:p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r>
                  <a:rPr lang="en-US"/>
                  <a:t>We use the 2</a:t>
                </a:r>
                <a:r>
                  <a:rPr lang="en-US" baseline="30000"/>
                  <a:t>nd</a:t>
                </a:r>
                <a:r>
                  <a:rPr lang="en-US"/>
                  <a:t> assumption.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AFD68F-B6CB-FF7E-A3BE-D9A5564109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A87057-1435-C45C-04B0-CE16991E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B39503B-231E-09F1-892C-42EBA72EF969}"/>
                  </a:ext>
                </a:extLst>
              </p14:cNvPr>
              <p14:cNvContentPartPr/>
              <p14:nvPr/>
            </p14:nvContentPartPr>
            <p14:xfrm>
              <a:off x="6276600" y="3452760"/>
              <a:ext cx="5051880" cy="2475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B39503B-231E-09F1-892C-42EBA72EF9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60400" y="3436560"/>
                <a:ext cx="5084280" cy="250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992181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F3EA0-2740-6E06-E335-B8CD31762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0A2F13D-BC2D-F737-488F-6F740F2ADF4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C0A2F13D-BC2D-F737-488F-6F740F2ADF4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EEA29B-D7EC-D533-508C-6B5CEDE308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EEA29B-D7EC-D533-508C-6B5CEDE308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6EB64-5857-A969-C91F-9F05790D8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1955B92-AB18-D8CB-B57A-7753A7B065FE}"/>
                  </a:ext>
                </a:extLst>
              </p14:cNvPr>
              <p14:cNvContentPartPr/>
              <p14:nvPr/>
            </p14:nvContentPartPr>
            <p14:xfrm>
              <a:off x="5648040" y="3483000"/>
              <a:ext cx="1019160" cy="938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1955B92-AB18-D8CB-B57A-7753A7B065F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31840" y="3466800"/>
                <a:ext cx="1051560" cy="97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9356390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BD951-4FD7-8092-DAA5-09ED7570D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BCB87-2672-D1F5-AB7C-4DD793180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Variance of a Linear Transformation</a:t>
            </a:r>
            <a:endParaRPr lang="en-US" b="1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930127-4BE6-C882-A250-9D825726D8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Recall: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𝑎𝑌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                </m:t>
                      </m:r>
                    </m:oMath>
                  </m:oMathPara>
                </a14:m>
                <a:endParaRPr lang="en-US"/>
              </a:p>
              <a:p>
                <a:endParaRPr lang="en-US"/>
              </a:p>
              <a:p>
                <a:r>
                  <a:rPr lang="en-US"/>
                  <a:t>An extension of this in matrix – vector form is: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𝐴𝑌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  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1</m:t>
                    </m:r>
                  </m:oMath>
                </a14:m>
                <a:r>
                  <a:rPr lang="en-US"/>
                  <a:t> 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×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930127-4BE6-C882-A250-9D825726D8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2CEC01-0F89-CC70-698D-A58D79B33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A70C22D-0F20-BE2F-67AE-4060A3A1EE40}"/>
                  </a:ext>
                </a:extLst>
              </p14:cNvPr>
              <p14:cNvContentPartPr/>
              <p14:nvPr/>
            </p14:nvContentPartPr>
            <p14:xfrm>
              <a:off x="6343920" y="2197440"/>
              <a:ext cx="1400040" cy="376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A70C22D-0F20-BE2F-67AE-4060A3A1EE4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27720" y="2181240"/>
                <a:ext cx="1432440" cy="40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3373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EE9B4-1ED4-9588-0580-303EBC78B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ABCC1C-B78C-CD93-F5BC-FCFA679C8F6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EABCC1C-B78C-CD93-F5BC-FCFA679C8F6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76FC0-5774-320E-3062-67ACBE832A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B76FC0-5774-320E-3062-67ACBE832A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CE7D6-9C52-3759-BC53-039CE460D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967E683-42F7-9EF7-4160-86EB2A2C2533}"/>
                  </a:ext>
                </a:extLst>
              </p14:cNvPr>
              <p14:cNvContentPartPr/>
              <p14:nvPr/>
            </p14:nvContentPartPr>
            <p14:xfrm>
              <a:off x="2937240" y="2228400"/>
              <a:ext cx="3081960" cy="4009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967E683-42F7-9EF7-4160-86EB2A2C253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21040" y="2212200"/>
                <a:ext cx="3114360" cy="4042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20935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118FA-B289-2746-23F0-9525447D9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E9FAE7-F667-FA9F-2AF1-5D4E37571077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1E9FAE7-F667-FA9F-2AF1-5D4E375710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F4811-4625-A162-2B7A-E52D50AC81A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7F4811-4625-A162-2B7A-E52D50AC81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5B3DBF-3ADB-13D5-B1E4-D8A98E342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198ED4C-7F17-B97A-063F-44CB7AAE2C82}"/>
                  </a:ext>
                </a:extLst>
              </p14:cNvPr>
              <p14:cNvContentPartPr/>
              <p14:nvPr/>
            </p14:nvContentPartPr>
            <p14:xfrm>
              <a:off x="3848760" y="4622760"/>
              <a:ext cx="1982520" cy="494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198ED4C-7F17-B97A-063F-44CB7AAE2C8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2560" y="4606560"/>
                <a:ext cx="2014920" cy="527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156034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E9D9D7-0C63-1EA4-0FED-15B9E01FA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9F9CA13-C0ED-F2A4-1D25-3448955C771B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9F9CA13-C0ED-F2A4-1D25-3448955C77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B907-8149-19B6-E9ED-6755FFF48F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𝑿</m:t>
                                          </m:r>
                                        </m:e>
                                        <m:sup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𝑻</m:t>
                                          </m:r>
                                        </m:sup>
                                      </m:s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102B907-8149-19B6-E9ED-6755FFF48F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64E65-8B74-59BE-C705-974BAE0D1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5893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805AA-83EC-9572-1B6A-86278E638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9E31E9D-6CF2-580D-8BE7-FD717517FA7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9E31E9D-6CF2-580D-8BE7-FD717517FA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8B6702-A42E-2763-35DC-F9EDFF2CDB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</m:e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8B6702-A42E-2763-35DC-F9EDFF2CDB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C70156-8340-1E51-28E7-8A43CF40DF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3A0E767-A182-22F5-839B-FC7E14072000}"/>
                  </a:ext>
                </a:extLst>
              </p14:cNvPr>
              <p14:cNvContentPartPr/>
              <p14:nvPr/>
            </p14:nvContentPartPr>
            <p14:xfrm>
              <a:off x="5954760" y="4776840"/>
              <a:ext cx="2321280" cy="1434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3A0E767-A182-22F5-839B-FC7E1407200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938560" y="4760640"/>
                <a:ext cx="2353680" cy="1467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26398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84D0D-C5B2-D242-3684-A07609E46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997506-DF0D-DDEC-8562-FD2BD969EAF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7997506-DF0D-DDEC-8562-FD2BD969EA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52F9E7-1629-B78D-761D-17E795C8D6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252F9E7-1629-B78D-761D-17E795C8D6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E39694-1CBB-C0FB-4388-59B4314CF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889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70F71-808D-C46C-62FC-4681F9282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15A55C8-EA27-999A-A6E9-0D9ED7A9D2C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Variance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415A55C8-EA27-999A-A6E9-0D9ED7A9D2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B89A6D-EF37-B032-226A-747B97E1C4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ln>
                <a:noFill/>
              </a:ln>
            </p:spPr>
            <p:txBody>
              <a:bodyPr>
                <a:noAutofit/>
              </a:bodyPr>
              <a:lstStyle/>
              <a:p>
                <a:r>
                  <a:rPr lang="en-US"/>
                  <a:t>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/>
                  <a:t>.</a:t>
                </a:r>
              </a:p>
              <a:p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so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Var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What does this mean?</a:t>
                </a:r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7B89A6D-EF37-B032-226A-747B97E1C4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241" b="-110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E5CA0-A8BA-71A6-3360-913071E0F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8E24092-405B-802D-0DDA-741411B27D93}"/>
                  </a:ext>
                </a:extLst>
              </p14:cNvPr>
              <p14:cNvContentPartPr/>
              <p14:nvPr/>
            </p14:nvContentPartPr>
            <p14:xfrm>
              <a:off x="3952440" y="4988520"/>
              <a:ext cx="974160" cy="485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8E24092-405B-802D-0DDA-741411B27D9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36240" y="4972320"/>
                <a:ext cx="1006560" cy="51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4887FA57-0584-B8F1-E8C3-D67C2DAEDAC7}"/>
                  </a:ext>
                </a:extLst>
              </p14:cNvPr>
              <p14:cNvContentPartPr/>
              <p14:nvPr/>
            </p14:nvContentPartPr>
            <p14:xfrm>
              <a:off x="4651801" y="5842407"/>
              <a:ext cx="1053360" cy="516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4887FA57-0584-B8F1-E8C3-D67C2DAEDAC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36321" y="5826927"/>
                <a:ext cx="1083960" cy="54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680947E-4E59-7FB4-6681-40F9DD0CAE0C}"/>
                  </a:ext>
                </a:extLst>
              </p14:cNvPr>
              <p14:cNvContentPartPr/>
              <p14:nvPr/>
            </p14:nvContentPartPr>
            <p14:xfrm>
              <a:off x="6419401" y="6097287"/>
              <a:ext cx="134640" cy="1378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680947E-4E59-7FB4-6681-40F9DD0CAE0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03921" y="6081807"/>
                <a:ext cx="16524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1AA5825-F02F-1273-9BCA-A2CC50037B69}"/>
                  </a:ext>
                </a:extLst>
              </p14:cNvPr>
              <p14:cNvContentPartPr/>
              <p14:nvPr/>
            </p14:nvContentPartPr>
            <p14:xfrm>
              <a:off x="5916121" y="5990007"/>
              <a:ext cx="215280" cy="2538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1AA5825-F02F-1273-9BCA-A2CC50037B6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00615" y="5974527"/>
                <a:ext cx="245931" cy="28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EE62EB4-3367-03B0-55F9-091F58853BEF}"/>
                  </a:ext>
                </a:extLst>
              </p14:cNvPr>
              <p14:cNvContentPartPr/>
              <p14:nvPr/>
            </p14:nvContentPartPr>
            <p14:xfrm>
              <a:off x="7918801" y="5839167"/>
              <a:ext cx="225000" cy="3322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EE62EB4-3367-03B0-55F9-091F58853BEF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903321" y="5823704"/>
                <a:ext cx="255600" cy="3628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667C2B76-75B1-F04C-75E7-3D18B1D845A0}"/>
                  </a:ext>
                </a:extLst>
              </p14:cNvPr>
              <p14:cNvContentPartPr/>
              <p14:nvPr/>
            </p14:nvContentPartPr>
            <p14:xfrm>
              <a:off x="6744841" y="5872647"/>
              <a:ext cx="992880" cy="5101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667C2B76-75B1-F04C-75E7-3D18B1D845A0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29361" y="5857167"/>
                <a:ext cx="1023480" cy="54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402086BD-6096-4CDB-2EA2-87D425C8726A}"/>
                  </a:ext>
                </a:extLst>
              </p14:cNvPr>
              <p14:cNvContentPartPr/>
              <p14:nvPr/>
            </p14:nvContentPartPr>
            <p14:xfrm>
              <a:off x="8347921" y="5755287"/>
              <a:ext cx="1420920" cy="4093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402086BD-6096-4CDB-2EA2-87D425C8726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332441" y="5739793"/>
                <a:ext cx="1451520" cy="4399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38B2D659-3248-BCE9-4065-34DC6A24DFC5}"/>
                  </a:ext>
                </a:extLst>
              </p14:cNvPr>
              <p14:cNvContentPartPr/>
              <p14:nvPr/>
            </p14:nvContentPartPr>
            <p14:xfrm>
              <a:off x="10092308" y="5736960"/>
              <a:ext cx="704160" cy="35748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38B2D659-3248-BCE9-4065-34DC6A24DFC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0076820" y="5721464"/>
                <a:ext cx="734776" cy="3881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2271E1BA-4083-F678-DC03-0FA895EB8D4C}"/>
                  </a:ext>
                </a:extLst>
              </p14:cNvPr>
              <p14:cNvContentPartPr/>
              <p14:nvPr/>
            </p14:nvContentPartPr>
            <p14:xfrm>
              <a:off x="5872899" y="6312659"/>
              <a:ext cx="458280" cy="32112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2271E1BA-4083-F678-DC03-0FA895EB8D4C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5857419" y="6297179"/>
                <a:ext cx="488880" cy="35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E534830-73CB-DBEE-1C87-3E19222C2B7F}"/>
                  </a:ext>
                </a:extLst>
              </p14:cNvPr>
              <p14:cNvContentPartPr/>
              <p14:nvPr/>
            </p14:nvContentPartPr>
            <p14:xfrm>
              <a:off x="6840219" y="6240659"/>
              <a:ext cx="664200" cy="41040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E534830-73CB-DBEE-1C87-3E19222C2B7F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824739" y="6225165"/>
                <a:ext cx="694800" cy="44102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61D3883-4EC8-021E-D10D-EE19FE9085E6}"/>
                  </a:ext>
                </a:extLst>
              </p14:cNvPr>
              <p14:cNvContentPartPr/>
              <p14:nvPr/>
            </p14:nvContentPartPr>
            <p14:xfrm>
              <a:off x="7478859" y="6599579"/>
              <a:ext cx="17280" cy="576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61D3883-4EC8-021E-D10D-EE19FE9085E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463695" y="6584099"/>
                <a:ext cx="47256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8A95BB12-625F-9E53-32DC-10E25BDA5BFE}"/>
                  </a:ext>
                </a:extLst>
              </p14:cNvPr>
              <p14:cNvContentPartPr/>
              <p14:nvPr/>
            </p14:nvContentPartPr>
            <p14:xfrm>
              <a:off x="11110556" y="6179459"/>
              <a:ext cx="150840" cy="27288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8A95BB12-625F-9E53-32DC-10E25BDA5BF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1095039" y="6163979"/>
                <a:ext cx="181513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790DBBC2-EBF9-B569-912D-076C7D74895E}"/>
                  </a:ext>
                </a:extLst>
              </p14:cNvPr>
              <p14:cNvContentPartPr/>
              <p14:nvPr/>
            </p14:nvContentPartPr>
            <p14:xfrm>
              <a:off x="10622036" y="6216899"/>
              <a:ext cx="235800" cy="24156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790DBBC2-EBF9-B569-912D-076C7D74895E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606556" y="6201419"/>
                <a:ext cx="26640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47A9ECAF-9168-1B88-2B08-42E0E270EF6A}"/>
                  </a:ext>
                </a:extLst>
              </p14:cNvPr>
              <p14:cNvContentPartPr/>
              <p14:nvPr/>
            </p14:nvContentPartPr>
            <p14:xfrm>
              <a:off x="9855236" y="6291779"/>
              <a:ext cx="552240" cy="20880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47A9ECAF-9168-1B88-2B08-42E0E270EF6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839746" y="6276299"/>
                <a:ext cx="582860" cy="23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95F8DE09-FD5F-DB3F-F32B-45A23DE89F4B}"/>
                  </a:ext>
                </a:extLst>
              </p14:cNvPr>
              <p14:cNvContentPartPr/>
              <p14:nvPr/>
            </p14:nvContentPartPr>
            <p14:xfrm>
              <a:off x="9432956" y="6394379"/>
              <a:ext cx="236520" cy="13716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95F8DE09-FD5F-DB3F-F32B-45A23DE89F4B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417452" y="6378858"/>
                <a:ext cx="267167" cy="1678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558B6ACA-E654-CEEF-89F6-05102AA8BB2C}"/>
                  </a:ext>
                </a:extLst>
              </p14:cNvPr>
              <p14:cNvContentPartPr/>
              <p14:nvPr/>
            </p14:nvContentPartPr>
            <p14:xfrm>
              <a:off x="8616476" y="6302219"/>
              <a:ext cx="601200" cy="27036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558B6ACA-E654-CEEF-89F6-05102AA8BB2C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600996" y="6286739"/>
                <a:ext cx="631800" cy="30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064BCDC5-EAE7-70AE-2F91-73FD1AF24E9E}"/>
                  </a:ext>
                </a:extLst>
              </p14:cNvPr>
              <p14:cNvContentPartPr/>
              <p14:nvPr/>
            </p14:nvContentPartPr>
            <p14:xfrm>
              <a:off x="7680836" y="6339659"/>
              <a:ext cx="696960" cy="2358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064BCDC5-EAE7-70AE-2F91-73FD1AF24E9E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665356" y="6324179"/>
                <a:ext cx="727560" cy="26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6F24B5CB-3E97-77D4-5226-BF3F294D668F}"/>
                  </a:ext>
                </a:extLst>
              </p14:cNvPr>
              <p14:cNvContentPartPr/>
              <p14:nvPr/>
            </p14:nvContentPartPr>
            <p14:xfrm>
              <a:off x="5947619" y="6569483"/>
              <a:ext cx="668880" cy="2757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6F24B5CB-3E97-77D4-5226-BF3F294D668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932139" y="6554003"/>
                <a:ext cx="699480" cy="30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F0B40041-D6FC-AA66-15E0-3EA8CD4E3687}"/>
                  </a:ext>
                </a:extLst>
              </p14:cNvPr>
              <p14:cNvContentPartPr/>
              <p14:nvPr/>
            </p14:nvContentPartPr>
            <p14:xfrm>
              <a:off x="7884419" y="6548243"/>
              <a:ext cx="799200" cy="2743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F0B40041-D6FC-AA66-15E0-3EA8CD4E3687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868939" y="6532763"/>
                <a:ext cx="82980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B4F323B5-95F5-6A06-9BBE-1A20E5E08C1B}"/>
                  </a:ext>
                </a:extLst>
              </p14:cNvPr>
              <p14:cNvContentPartPr/>
              <p14:nvPr/>
            </p14:nvContentPartPr>
            <p14:xfrm>
              <a:off x="7078739" y="6620963"/>
              <a:ext cx="338040" cy="22608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B4F323B5-95F5-6A06-9BBE-1A20E5E08C1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7063242" y="6605483"/>
                <a:ext cx="368673" cy="25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89775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19FF7F-056D-7A89-CB73-BA11FDDFCCA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Takeaways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continued</a:t>
                </a:r>
                <a:endParaRPr lang="en-US" b="1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C19FF7F-056D-7A89-CB73-BA11FDDFCC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240B17-4BAE-5E18-48FE-15B5CF2AC6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We conclude that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  <a:r>
                  <a:rPr lang="en-US"/>
                  <a:t>is </a:t>
                </a:r>
                <a:r>
                  <a:rPr lang="en-US" b="1" i="1"/>
                  <a:t>unbiased.</a:t>
                </a:r>
              </a:p>
              <a:p>
                <a:r>
                  <a:rPr lang="en-US"/>
                  <a:t>We have the proportion 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Var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[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r>
                  <a:rPr lang="en-US"/>
                  <a:t>What about the distribution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240B17-4BAE-5E18-48FE-15B5CF2AC6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1D813C-AD2C-7CCD-990A-7F191D561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06499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4050A-695F-01D9-457D-31D5A3FBF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0ACD49-DEBD-4EB2-6EA1-370A4ED8CAA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/>
                  <a:t>Distribution of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 b="1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20ACD49-DEBD-4EB2-6EA1-370A4ED8CA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2C6EC8-38D3-44E7-7256-61F4815F87A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Third assumption: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Then, since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𝜷</m:t>
                        </m:r>
                      </m:e>
                    </m:acc>
                  </m:oMath>
                </a14:m>
                <a:r>
                  <a:rPr lang="en-US"/>
                  <a:t> is a linear transformation of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𝝐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		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12C6EC8-38D3-44E7-7256-61F4815F87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EBAA8-D620-6249-4C6E-D558BE042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F80A0F3-EA14-C629-F194-835B53B60F3B}"/>
                  </a:ext>
                </a:extLst>
              </p14:cNvPr>
              <p14:cNvContentPartPr/>
              <p14:nvPr/>
            </p14:nvContentPartPr>
            <p14:xfrm>
              <a:off x="4044960" y="2295000"/>
              <a:ext cx="7269840" cy="31723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F80A0F3-EA14-C629-F194-835B53B60F3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28760" y="2278800"/>
                <a:ext cx="7302240" cy="3204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84242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59755-0FFE-0FA7-11E0-B1454BB06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D7FCE-A5FC-52D7-476C-E51D17603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 </a:t>
            </a:r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63DB02-11D6-95B5-BFE0-A3641FF7C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0E7B2D1-F808-03EE-DEC7-C1BC54975CE6}"/>
                  </a:ext>
                </a:extLst>
              </p14:cNvPr>
              <p14:cNvContentPartPr/>
              <p14:nvPr/>
            </p14:nvContentPartPr>
            <p14:xfrm>
              <a:off x="1546200" y="1508400"/>
              <a:ext cx="4025880" cy="3808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0E7B2D1-F808-03EE-DEC7-C1BC54975CE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30000" y="1492200"/>
                <a:ext cx="4058280" cy="384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729851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29588-D836-3561-F44C-94424C739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C676B-8DD1-6B9F-CAE2-A4ADFFBE10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5973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/>
                  <a:t>Let’s establish similar properties for the </a:t>
                </a:r>
                <a:br>
                  <a:rPr lang="en-US"/>
                </a:br>
                <a:r>
                  <a:rPr lang="en-US"/>
                  <a:t>residual vector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𝒀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400" b="1" i="1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1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400" i="1">
                                <a:latin typeface="Cambria Math" panose="02040503050406030204" pitchFamily="18" charset="0"/>
                              </a:rPr>
                              <m:t>,…,</m:t>
                            </m:r>
                            <m:sSub>
                              <m:sSubPr>
                                <m:ctrlPr>
                                  <a:rPr lang="en-US" sz="1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1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400" b="1"/>
                  <a:t> </a:t>
                </a:r>
                <a:r>
                  <a:rPr lang="en-US" sz="1400"/>
                  <a:t>is a compact way of writing </a:t>
                </a:r>
                <a14:m>
                  <m:oMath xmlns:m="http://schemas.openxmlformats.org/officeDocument/2006/math"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sz="1400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b>
                                  <m:r>
                                    <a:rPr lang="en-US" sz="1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endParaRPr lang="en-US" sz="140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0C676B-8DD1-6B9F-CAE2-A4ADFFBE10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59733"/>
              </a:xfrm>
              <a:blipFill>
                <a:blip r:embed="rId2"/>
                <a:stretch>
                  <a:fillRect l="-1217" t="-20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09C14-1B25-33F0-3F33-3E0D190EE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D6873D4-A033-6871-9779-5D26AB374B8F}"/>
                  </a:ext>
                </a:extLst>
              </p14:cNvPr>
              <p14:cNvContentPartPr/>
              <p14:nvPr/>
            </p14:nvContentPartPr>
            <p14:xfrm>
              <a:off x="4731480" y="2693520"/>
              <a:ext cx="3061800" cy="1329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D6873D4-A033-6871-9779-5D26AB374B8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15280" y="2677320"/>
                <a:ext cx="3094200" cy="136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26155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B789-0D67-3FF5-7B0B-27567B769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249590-C569-C9B3-38CB-B483A5642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414145-035E-65A7-F8BD-725A058AD9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0414145-035E-65A7-F8BD-725A058AD9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10FA7-BCBE-6B7C-2802-B8C37961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5240F4D-EED5-5A4A-449C-9145E0313466}"/>
                  </a:ext>
                </a:extLst>
              </p14:cNvPr>
              <p14:cNvContentPartPr/>
              <p14:nvPr/>
            </p14:nvContentPartPr>
            <p14:xfrm>
              <a:off x="4833360" y="2055960"/>
              <a:ext cx="2844720" cy="2583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5240F4D-EED5-5A4A-449C-9145E031346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17160" y="2039760"/>
                <a:ext cx="2877120" cy="2615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75573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20968-480D-6150-F01C-9A3F15BCD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FF397-6D30-EBEC-1C3B-B01D99A8E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C21330-F82D-66F4-FB75-D4605AE309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C21330-F82D-66F4-FB75-D4605AE309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14160-4CFB-5E58-EFDD-0E95292C0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BE3694-3BA8-BD13-632D-81EB3C5C2ED1}"/>
                  </a:ext>
                </a:extLst>
              </p14:cNvPr>
              <p14:cNvContentPartPr/>
              <p14:nvPr/>
            </p14:nvContentPartPr>
            <p14:xfrm>
              <a:off x="3947760" y="4609080"/>
              <a:ext cx="4501080" cy="1252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BE3694-3BA8-BD13-632D-81EB3C5C2ED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31560" y="4592880"/>
                <a:ext cx="4533480" cy="128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21003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B2195-C968-0D4D-803F-B827E940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9FAD9-5EAD-48EC-0D1E-FF2A27F8E5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490D81-1534-30D1-B25B-6CAE8107DFC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6490D81-1534-30D1-B25B-6CAE8107DF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2AA80-55F4-18B1-4B1A-DD985057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3C90ADE-2FE2-6939-820F-DA1965BB61EA}"/>
                  </a:ext>
                </a:extLst>
              </p14:cNvPr>
              <p14:cNvContentPartPr/>
              <p14:nvPr/>
            </p14:nvContentPartPr>
            <p14:xfrm>
              <a:off x="5418720" y="5271840"/>
              <a:ext cx="1856160" cy="576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3C90ADE-2FE2-6939-820F-DA1965BB61E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402520" y="5255640"/>
                <a:ext cx="1888560" cy="60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221782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872B2-2389-2097-7AD9-054BBCE91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A0899-B9CF-1F5E-55D1-17452C7F6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EE87F6-4A7F-1397-C29F-692518BBA0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DEE87F6-4A7F-1397-C29F-692518BBA0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147F3-B5BB-1F26-D140-22D65D2F2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7873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BFACF-B2CF-8D30-68A0-D16FA4930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D785-C33E-0BC7-E212-466E36A55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1225A6-F7BB-1153-1202-CAFF678A6D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/>
                  <a:t>Using the </a:t>
                </a:r>
                <a:r>
                  <a:rPr lang="en-US" i="1"/>
                  <a:t>truth + error</a:t>
                </a:r>
                <a:r>
                  <a:rPr lang="en-US"/>
                  <a:t> representation: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acc>
                        <m:accPr>
                          <m:chr m:val="̂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𝑿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𝑿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𝜷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𝑿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 panose="02040503050406030204" pitchFamily="18" charset="0"/>
                                        </a:rPr>
                                        <m:t>𝑻</m:t>
                                      </m:r>
                                    </m:sup>
                                  </m:sSup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  <m:sup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𝑻</m:t>
                              </m:r>
                            </m:sup>
                          </m:sSup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 b="1"/>
              </a:p>
              <a:p>
                <a:pPr marL="0" indent="0">
                  <a:buNone/>
                </a:pPr>
                <a:endParaRPr lang="en-US" b="1"/>
              </a:p>
              <a:p>
                <a:pPr marL="0" indent="0">
                  <a:buNone/>
                </a:pPr>
                <a:r>
                  <a:rPr lang="en-US"/>
                  <a:t>* You can’t stop me from multiplying a vector by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1225A6-F7BB-1153-1202-CAFF678A6D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b="-5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F740D-C13B-79F8-5F63-1FDE1381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42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E6FDFE8-989D-7561-5E22-A69901FB95F2}"/>
                  </a:ext>
                </a:extLst>
              </p14:cNvPr>
              <p14:cNvContentPartPr/>
              <p14:nvPr/>
            </p14:nvContentPartPr>
            <p14:xfrm>
              <a:off x="5357160" y="5214240"/>
              <a:ext cx="1634040" cy="3682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E6FDFE8-989D-7561-5E22-A69901FB95F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40960" y="5198040"/>
                <a:ext cx="1666440" cy="40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910521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C11D3-F237-5FCF-A8DA-056DE6DFB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B2C9E-21D6-C0AF-3CB5-E55D02307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DBAAC-5FCD-1A84-E005-92EE4E5573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So we have: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Another fact: If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an orthogonal projection (______________  and     </a:t>
                </a:r>
                <a:br>
                  <a:rPr lang="en-US"/>
                </a:br>
                <a:r>
                  <a:rPr lang="en-US"/>
                  <a:t>	_____________), then so is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8FDBAAC-5FCD-1A84-E005-92EE4E5573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9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630AF-716B-E6B1-A5FC-25CAC4AA5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7DA8336-BF6C-CCC8-A6A5-223A404C753E}"/>
                  </a:ext>
                </a:extLst>
              </p14:cNvPr>
              <p14:cNvContentPartPr/>
              <p14:nvPr/>
            </p14:nvContentPartPr>
            <p14:xfrm>
              <a:off x="1798560" y="3571920"/>
              <a:ext cx="8037000" cy="1055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7DA8336-BF6C-CCC8-A6A5-223A404C75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82360" y="3555720"/>
                <a:ext cx="8069400" cy="108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191630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5BF5B-289D-E1FE-2F4B-2F8C1B90A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Quick Tangent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7B9468-AD14-AC8D-EA87-1B12DCE07F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/>
                  <a:t>Let’s show that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𝑯</m:t>
                    </m:r>
                  </m:oMath>
                </a14:m>
                <a:r>
                  <a:rPr lang="en-US" b="1"/>
                  <a:t> </a:t>
                </a:r>
                <a:r>
                  <a:rPr lang="en-US"/>
                  <a:t>is an orthogonal projection.</a:t>
                </a:r>
                <a:endParaRPr lang="en-US" b="1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7B9468-AD14-AC8D-EA87-1B12DCE07F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21A031-1F4F-D50C-4594-FDD173B5F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44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95D0BA9-99FB-B37D-C27D-85BB8937ACAF}"/>
                  </a:ext>
                </a:extLst>
              </p14:cNvPr>
              <p14:cNvContentPartPr/>
              <p14:nvPr/>
            </p14:nvContentPartPr>
            <p14:xfrm>
              <a:off x="168480" y="2480760"/>
              <a:ext cx="8768160" cy="40320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95D0BA9-99FB-B37D-C27D-85BB8937AC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2280" y="2464560"/>
                <a:ext cx="8800560" cy="406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57455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352C0-CE03-95FA-62C5-1707BDAF4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DEDD5-8C26-000B-6784-87F62BE8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4B8804-A818-972C-6A2E-38E616D315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First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B4B8804-A818-972C-6A2E-38E616D315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BF986-9B31-D455-856A-29C17660E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45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1BCAC1E-FD69-909E-59DF-E6662C66EDBF}"/>
                  </a:ext>
                </a:extLst>
              </p14:cNvPr>
              <p14:cNvContentPartPr/>
              <p14:nvPr/>
            </p14:nvContentPartPr>
            <p14:xfrm>
              <a:off x="3592800" y="2848680"/>
              <a:ext cx="3274560" cy="24778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1BCAC1E-FD69-909E-59DF-E6662C66EDB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76600" y="2832480"/>
                <a:ext cx="3306960" cy="251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421032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85D63-FAE0-DD7E-303E-1C9E1FF62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CED75-28DF-A12B-85BF-AE655D346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050B3-7B49-BC5B-D1A0-4D564694D9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Second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	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18050B3-7B49-BC5B-D1A0-4D564694D9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8DA5A-0E4B-1DC8-47BD-BAD15D9BA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46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3DE42B6-23E5-19A9-BFD2-F208490AA39B}"/>
                  </a:ext>
                </a:extLst>
              </p14:cNvPr>
              <p14:cNvContentPartPr/>
              <p14:nvPr/>
            </p14:nvContentPartPr>
            <p14:xfrm>
              <a:off x="5238360" y="2768760"/>
              <a:ext cx="6081120" cy="6768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3DE42B6-23E5-19A9-BFD2-F208490AA3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222160" y="2752560"/>
                <a:ext cx="6113520" cy="70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75642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2E4A8-99B5-720E-FE4D-5B43CF931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DC2F8-7EC1-8ADE-D76F-8CDCC2485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9FB906-B1A3-5D76-F3D3-53B69B609B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Second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</m:d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𝑰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</m:d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𝑻</m:t>
                        </m:r>
                      </m:sup>
                    </m:sSup>
                  </m:oMath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		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9FB906-B1A3-5D76-F3D3-53B69B609B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589A17-56AE-9F01-2D60-D14120C62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47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B7EF9E9-1561-C90E-71B5-9B6D4CD14703}"/>
                  </a:ext>
                </a:extLst>
              </p14:cNvPr>
              <p14:cNvContentPartPr/>
              <p14:nvPr/>
            </p14:nvContentPartPr>
            <p14:xfrm>
              <a:off x="3458160" y="2095560"/>
              <a:ext cx="7449480" cy="3610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B7EF9E9-1561-C90E-71B5-9B6D4CD1470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41960" y="2079360"/>
                <a:ext cx="7481880" cy="3642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3602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1B1C9-E69C-DD31-4080-13BBEE2B0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65853-0EC0-0EEA-2972-DE25C0F4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4DB29-95A9-E7EA-235B-A027D9FDBD0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𝒆</m:t>
                      </m:r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𝑰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𝑯</m:t>
                          </m:r>
                        </m:e>
                      </m:d>
                      <m:r>
                        <a:rPr lang="en-US" b="1" i="1">
                          <a:latin typeface="Cambria Math" panose="02040503050406030204" pitchFamily="18" charset="0"/>
                        </a:rPr>
                        <m:t>𝝐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r>
                  <a:rPr lang="en-US"/>
                  <a:t>Therefore:</a:t>
                </a:r>
              </a:p>
              <a:p>
                <a:r>
                  <a:rPr lang="en-US"/>
                  <a:t>Third assumption on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𝝐</m:t>
                    </m:r>
                  </m:oMath>
                </a14:m>
                <a:r>
                  <a:rPr lang="en-US"/>
                  <a:t>:</a:t>
                </a:r>
              </a:p>
              <a:p>
                <a:pPr marL="0" indent="0">
                  <a:buNone/>
                </a:pPr>
                <a:endParaRPr lang="en-US"/>
              </a:p>
              <a:p>
                <a:pPr marL="0" indent="0">
                  <a:buNone/>
                </a:pPr>
                <a:r>
                  <a:rPr lang="en-US"/>
                  <a:t>	So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A4DB29-95A9-E7EA-235B-A027D9FDBD0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08C8CE-DD51-CA9A-AF27-AEF9AC355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1F57111-090A-E082-DDEE-47449A64B992}"/>
                  </a:ext>
                </a:extLst>
              </p14:cNvPr>
              <p14:cNvContentPartPr/>
              <p14:nvPr/>
            </p14:nvContentPartPr>
            <p14:xfrm>
              <a:off x="2888640" y="2697840"/>
              <a:ext cx="7070760" cy="1666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1F57111-090A-E082-DDEE-47449A64B99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872440" y="2681640"/>
                <a:ext cx="7103160" cy="169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51851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3E6C1-3802-FBC0-1BE9-C44EA137E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15A36-9238-2519-3FFA-C4EA0FEA3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Residual Vector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EEF21-CD80-DE5A-BEDC-FD973E4BBE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/>
                  <a:t>These results suggest that we can </a:t>
                </a:r>
                <a:r>
                  <a:rPr lang="en-US" b="1">
                    <a:solidFill>
                      <a:srgbClr val="00B050"/>
                    </a:solidFill>
                  </a:rPr>
                  <a:t>verify modeling assumptions </a:t>
                </a:r>
                <a:r>
                  <a:rPr lang="en-US"/>
                  <a:t>by </a:t>
                </a:r>
                <a:r>
                  <a:rPr lang="en-US" b="1">
                    <a:solidFill>
                      <a:srgbClr val="0432FF"/>
                    </a:solidFill>
                  </a:rPr>
                  <a:t>looking at properties of the residuals</a:t>
                </a:r>
                <a:r>
                  <a:rPr lang="en-US"/>
                  <a:t>.</a:t>
                </a:r>
              </a:p>
              <a:p>
                <a:pPr marL="0" indent="0">
                  <a:buNone/>
                </a:pPr>
                <a:endParaRPr lang="en-US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has mean zero 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/>
                  <a:t> </a:t>
                </a:r>
                <a:r>
                  <a:rPr lang="en-US" i="1"/>
                  <a:t>suggests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/>
                  <a:t> has mean zero.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is </a:t>
                </a:r>
                <a:r>
                  <a:rPr lang="en-US" err="1"/>
                  <a:t>homoskedastic</a:t>
                </a:r>
                <a:r>
                  <a:rPr lang="en-US"/>
                  <a:t> </a:t>
                </a:r>
                <a:r>
                  <a:rPr lang="en-US" i="1"/>
                  <a:t>suggests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/>
                  <a:t> has constant variance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is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approx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/>
                  <a:t> normally distributed </a:t>
                </a:r>
                <a:r>
                  <a:rPr lang="en-US" i="1"/>
                  <a:t>suggests</a:t>
                </a:r>
                <a:r>
                  <a:rPr lang="en-US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7BEEF21-CD80-DE5A-BEDC-FD973E4BBE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796E99-A171-6FC8-B53F-F9971226E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5591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23EAB-636E-D7A3-75F9-7B6E93355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6A8E9-373A-F995-3D84-51B29EE216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/>
                  <a:t>We can look at the behavior of the coefficients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</m:acc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They are unbiased estimators of the true (unknown)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/>
                  <a:t>.</a:t>
                </a:r>
              </a:p>
              <a:p>
                <a:pPr lvl="1"/>
                <a:r>
                  <a:rPr lang="en-US"/>
                  <a:t>We can use the residuals to estimate the variance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/>
              </a:p>
              <a:p>
                <a:pPr lvl="2"/>
                <a:r>
                  <a:rPr lang="en-US" sz="2400"/>
                  <a:t>This means: We can meaningfully estimate how far off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sz="2400"/>
                  <a:t> we are.</a:t>
                </a:r>
              </a:p>
              <a:p>
                <a:endParaRPr lang="en-US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lang="en-US"/>
                  <a:t>We can look at the </a:t>
                </a:r>
                <a:r>
                  <a:rPr lang="en-US" i="1"/>
                  <a:t>residuals</a:t>
                </a:r>
                <a:r>
                  <a:rPr lang="en-US"/>
                  <a:t> and it will tell us whether we truly meet the assumptions we’ve made.</a:t>
                </a:r>
              </a:p>
              <a:p>
                <a:pPr lvl="1"/>
                <a:r>
                  <a:rPr lang="en-US"/>
                  <a:t>These are called </a:t>
                </a:r>
                <a:r>
                  <a:rPr lang="en-US" i="1"/>
                  <a:t>diagnostics</a:t>
                </a:r>
                <a:r>
                  <a:rPr lang="en-US"/>
                  <a:t>. We are doing a “health check” of the assumptions by looking at the residuals.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656A8E9-373A-F995-3D84-51B29EE216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E8992B-CD37-01E7-FD9F-26B0E153E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9665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aph with dots and numbers&#10;&#10;AI-generated content may be incorrect.">
            <a:extLst>
              <a:ext uri="{FF2B5EF4-FFF2-40B4-BE49-F238E27FC236}">
                <a16:creationId xmlns:a16="http://schemas.microsoft.com/office/drawing/2014/main" id="{FBC54390-0C79-DF03-A756-876CC2701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191078"/>
            <a:ext cx="7772400" cy="50532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18A95B-6607-9062-AFDE-BB5038192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4345-ECD1-D037-4460-21B685E1E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250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32DC9-158B-553E-670F-18D3884A8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blue dots&#10;&#10;AI-generated content may be incorrect.">
            <a:extLst>
              <a:ext uri="{FF2B5EF4-FFF2-40B4-BE49-F238E27FC236}">
                <a16:creationId xmlns:a16="http://schemas.microsoft.com/office/drawing/2014/main" id="{3AE7A2F5-3B03-2746-511E-2AF85D7EF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649" y="1262743"/>
            <a:ext cx="8787493" cy="51099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73DDCFA-AB8F-C373-87C3-265BC6C40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78C22-6479-942B-667B-1A510B5C4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23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58BC304-DC2C-4F92-97A0-4E7A9C735621}">
  <ds:schemaRefs>
    <ds:schemaRef ds:uri="0e81aeba-3fbe-492c-aacc-230c0d93479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E443BDF-FDF7-4AF7-AE5B-91E2340493AF}">
  <ds:schemaRefs>
    <ds:schemaRef ds:uri="0e81aeba-3fbe-492c-aacc-230c0d93479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1711</Words>
  <Application>Microsoft Office PowerPoint</Application>
  <PresentationFormat>Widescreen</PresentationFormat>
  <Paragraphs>411</Paragraphs>
  <Slides>52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8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Let’s Re-Cage</vt:lpstr>
      <vt:lpstr>Back to R and Python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Truth + Error Representation</vt:lpstr>
      <vt:lpstr>Recall our “Big Three” Assumptions</vt:lpstr>
      <vt:lpstr>Truth + Error Representation</vt:lpstr>
      <vt:lpstr>Truth + Error Representation</vt:lpstr>
      <vt:lpstr>Variance of β ̂</vt:lpstr>
      <vt:lpstr>Variance of β ̂</vt:lpstr>
      <vt:lpstr>Variance of a Linear Transformation</vt:lpstr>
      <vt:lpstr>Variance of β ̂</vt:lpstr>
      <vt:lpstr>Variance of β ̂</vt:lpstr>
      <vt:lpstr>Variance of β ̂</vt:lpstr>
      <vt:lpstr>Variance of β ̂</vt:lpstr>
      <vt:lpstr>Variance of β ̂</vt:lpstr>
      <vt:lpstr>Variance of β ̂</vt:lpstr>
      <vt:lpstr>Takeaways for β ̂ continued</vt:lpstr>
      <vt:lpstr>Distribution of β ̂ </vt:lpstr>
      <vt:lpstr>Takeaways</vt:lpstr>
      <vt:lpstr>The Residual Vector</vt:lpstr>
      <vt:lpstr>The Residual Vector</vt:lpstr>
      <vt:lpstr>The Residual Vector</vt:lpstr>
      <vt:lpstr>The Residual Vector</vt:lpstr>
      <vt:lpstr>The Residual Vector</vt:lpstr>
      <vt:lpstr>The Residual Vector</vt:lpstr>
      <vt:lpstr>The Residual Vector</vt:lpstr>
      <vt:lpstr>Quick Tangent </vt:lpstr>
      <vt:lpstr>The Residual Vector</vt:lpstr>
      <vt:lpstr>The Residual Vector</vt:lpstr>
      <vt:lpstr>The Residual Vector</vt:lpstr>
      <vt:lpstr>The Residual Vector</vt:lpstr>
      <vt:lpstr>The Residual Vector</vt:lpstr>
      <vt:lpstr>The Takeaways</vt:lpstr>
      <vt:lpstr>Examples</vt:lpstr>
      <vt:lpstr>Examples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/>
  <cp:lastModifiedBy>christopher posadas</cp:lastModifiedBy>
  <cp:revision>1</cp:revision>
  <dcterms:created xsi:type="dcterms:W3CDTF">2026-04-07T19:55:26Z</dcterms:created>
  <dcterms:modified xsi:type="dcterms:W3CDTF">2026-04-22T18:33:47Z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