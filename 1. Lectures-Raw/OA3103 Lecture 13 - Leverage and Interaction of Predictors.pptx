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2"/>
  </p:notesMasterIdLst>
  <p:sldIdLst>
    <p:sldId id="256" r:id="rId5"/>
    <p:sldId id="572" r:id="rId6"/>
    <p:sldId id="258" r:id="rId7"/>
    <p:sldId id="435" r:id="rId8"/>
    <p:sldId id="623" r:id="rId9"/>
    <p:sldId id="624" r:id="rId10"/>
    <p:sldId id="551" r:id="rId11"/>
    <p:sldId id="550" r:id="rId12"/>
    <p:sldId id="553" r:id="rId13"/>
    <p:sldId id="586" r:id="rId14"/>
    <p:sldId id="587" r:id="rId15"/>
    <p:sldId id="585" r:id="rId16"/>
    <p:sldId id="588" r:id="rId17"/>
    <p:sldId id="589" r:id="rId18"/>
    <p:sldId id="590" r:id="rId19"/>
    <p:sldId id="593" r:id="rId20"/>
    <p:sldId id="591" r:id="rId21"/>
    <p:sldId id="592" r:id="rId22"/>
    <p:sldId id="596" r:id="rId23"/>
    <p:sldId id="597" r:id="rId24"/>
    <p:sldId id="598" r:id="rId25"/>
    <p:sldId id="599" r:id="rId26"/>
    <p:sldId id="600" r:id="rId27"/>
    <p:sldId id="601" r:id="rId28"/>
    <p:sldId id="602" r:id="rId29"/>
    <p:sldId id="594" r:id="rId30"/>
    <p:sldId id="603" r:id="rId31"/>
    <p:sldId id="604" r:id="rId32"/>
    <p:sldId id="530" r:id="rId33"/>
    <p:sldId id="605" r:id="rId34"/>
    <p:sldId id="606" r:id="rId35"/>
    <p:sldId id="607" r:id="rId36"/>
    <p:sldId id="608" r:id="rId37"/>
    <p:sldId id="609" r:id="rId38"/>
    <p:sldId id="610" r:id="rId39"/>
    <p:sldId id="611" r:id="rId40"/>
    <p:sldId id="612" r:id="rId41"/>
    <p:sldId id="613" r:id="rId42"/>
    <p:sldId id="614" r:id="rId43"/>
    <p:sldId id="615" r:id="rId44"/>
    <p:sldId id="616" r:id="rId45"/>
    <p:sldId id="618" r:id="rId46"/>
    <p:sldId id="617" r:id="rId47"/>
    <p:sldId id="619" r:id="rId48"/>
    <p:sldId id="620" r:id="rId49"/>
    <p:sldId id="621" r:id="rId50"/>
    <p:sldId id="62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93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09335-E3D0-43EB-83EE-9324A57996FA}" v="2118" dt="2026-04-29T06:46:21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5948" autoAdjust="0"/>
  </p:normalViewPr>
  <p:slideViewPr>
    <p:cSldViewPr snapToGrid="0">
      <p:cViewPr varScale="1">
        <p:scale>
          <a:sx n="122" d="100"/>
          <a:sy n="122" d="100"/>
        </p:scale>
        <p:origin x="17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29T15:45:33.675" v="11224"/>
      <pc:docMkLst>
        <pc:docMk/>
      </pc:docMkLst>
      <pc:sldChg chg="modSp mod">
        <pc:chgData name="Singh, Paolo (CDR)" userId="8e74c7fb-7789-4b96-b003-a5a4a4a70b15" providerId="ADAL" clId="{204F7FE5-E4AF-4463-BC8A-3828B0C3341E}" dt="2026-04-24T15:31:58.280" v="4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24T15:31:58.280" v="4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del">
        <pc:chgData name="Singh, Paolo (CDR)" userId="8e74c7fb-7789-4b96-b003-a5a4a4a70b15" providerId="ADAL" clId="{204F7FE5-E4AF-4463-BC8A-3828B0C3341E}" dt="2026-04-28T23:07:05.769" v="165" actId="47"/>
        <pc:sldMkLst>
          <pc:docMk/>
          <pc:sldMk cId="1800689887" sldId="571"/>
        </pc:sldMkLst>
      </pc:sldChg>
      <pc:sldChg chg="modSp mod">
        <pc:chgData name="Singh, Paolo (CDR)" userId="8e74c7fb-7789-4b96-b003-a5a4a4a70b15" providerId="ADAL" clId="{204F7FE5-E4AF-4463-BC8A-3828B0C3341E}" dt="2026-04-29T05:19:10.150" v="5571" actId="20577"/>
        <pc:sldMkLst>
          <pc:docMk/>
          <pc:sldMk cId="121976375" sldId="572"/>
        </pc:sldMkLst>
        <pc:spChg chg="mod">
          <ac:chgData name="Singh, Paolo (CDR)" userId="8e74c7fb-7789-4b96-b003-a5a4a4a70b15" providerId="ADAL" clId="{204F7FE5-E4AF-4463-BC8A-3828B0C3341E}" dt="2026-04-29T05:19:10.150" v="5571" actId="20577"/>
          <ac:spMkLst>
            <pc:docMk/>
            <pc:sldMk cId="121976375" sldId="572"/>
            <ac:spMk id="3" creationId="{248F0709-AE14-12BC-8E08-17220344F618}"/>
          </ac:spMkLst>
        </pc:spChg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807045232" sldId="578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229421411" sldId="579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1260427971" sldId="580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3042155497" sldId="582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1545940302" sldId="583"/>
        </pc:sldMkLst>
      </pc:sldChg>
      <pc:sldChg chg="del">
        <pc:chgData name="Singh, Paolo (CDR)" userId="8e74c7fb-7789-4b96-b003-a5a4a4a70b15" providerId="ADAL" clId="{204F7FE5-E4AF-4463-BC8A-3828B0C3341E}" dt="2026-04-29T03:52:45.530" v="2781" actId="47"/>
        <pc:sldMkLst>
          <pc:docMk/>
          <pc:sldMk cId="3484878504" sldId="584"/>
        </pc:sldMkLst>
      </pc:sldChg>
      <pc:sldChg chg="modSp add mod">
        <pc:chgData name="Singh, Paolo (CDR)" userId="8e74c7fb-7789-4b96-b003-a5a4a4a70b15" providerId="ADAL" clId="{204F7FE5-E4AF-4463-BC8A-3828B0C3341E}" dt="2026-04-28T23:06:45.781" v="161" actId="114"/>
        <pc:sldMkLst>
          <pc:docMk/>
          <pc:sldMk cId="2497360750" sldId="585"/>
        </pc:sldMkLst>
        <pc:spChg chg="mod">
          <ac:chgData name="Singh, Paolo (CDR)" userId="8e74c7fb-7789-4b96-b003-a5a4a4a70b15" providerId="ADAL" clId="{204F7FE5-E4AF-4463-BC8A-3828B0C3341E}" dt="2026-04-28T23:06:45.781" v="161" actId="114"/>
          <ac:spMkLst>
            <pc:docMk/>
            <pc:sldMk cId="2497360750" sldId="585"/>
            <ac:spMk id="3" creationId="{170A07F8-F530-BB1D-BF6C-AAEF153644FF}"/>
          </ac:spMkLst>
        </pc:spChg>
      </pc:sldChg>
      <pc:sldChg chg="modSp add mod ord">
        <pc:chgData name="Singh, Paolo (CDR)" userId="8e74c7fb-7789-4b96-b003-a5a4a4a70b15" providerId="ADAL" clId="{204F7FE5-E4AF-4463-BC8A-3828B0C3341E}" dt="2026-04-28T23:13:05.093" v="466" actId="27636"/>
        <pc:sldMkLst>
          <pc:docMk/>
          <pc:sldMk cId="1514489158" sldId="586"/>
        </pc:sldMkLst>
        <pc:spChg chg="mod">
          <ac:chgData name="Singh, Paolo (CDR)" userId="8e74c7fb-7789-4b96-b003-a5a4a4a70b15" providerId="ADAL" clId="{204F7FE5-E4AF-4463-BC8A-3828B0C3341E}" dt="2026-04-28T23:13:05.093" v="466" actId="27636"/>
          <ac:spMkLst>
            <pc:docMk/>
            <pc:sldMk cId="1514489158" sldId="586"/>
            <ac:spMk id="3" creationId="{4CDBC445-B421-B658-43D1-36DADBFB8D16}"/>
          </ac:spMkLst>
        </pc:spChg>
      </pc:sldChg>
      <pc:sldChg chg="add del">
        <pc:chgData name="Singh, Paolo (CDR)" userId="8e74c7fb-7789-4b96-b003-a5a4a4a70b15" providerId="ADAL" clId="{204F7FE5-E4AF-4463-BC8A-3828B0C3341E}" dt="2026-04-28T23:15:30.140" v="468"/>
        <pc:sldMkLst>
          <pc:docMk/>
          <pc:sldMk cId="818103550" sldId="587"/>
        </pc:sldMkLst>
      </pc:sldChg>
      <pc:sldChg chg="modSp add mod ord">
        <pc:chgData name="Singh, Paolo (CDR)" userId="8e74c7fb-7789-4b96-b003-a5a4a4a70b15" providerId="ADAL" clId="{204F7FE5-E4AF-4463-BC8A-3828B0C3341E}" dt="2026-04-29T15:45:33.675" v="11224"/>
        <pc:sldMkLst>
          <pc:docMk/>
          <pc:sldMk cId="2568727056" sldId="587"/>
        </pc:sldMkLst>
        <pc:spChg chg="mod">
          <ac:chgData name="Singh, Paolo (CDR)" userId="8e74c7fb-7789-4b96-b003-a5a4a4a70b15" providerId="ADAL" clId="{204F7FE5-E4AF-4463-BC8A-3828B0C3341E}" dt="2026-04-28T23:16:00.675" v="499" actId="20577"/>
          <ac:spMkLst>
            <pc:docMk/>
            <pc:sldMk cId="2568727056" sldId="587"/>
            <ac:spMk id="3" creationId="{99B7E0B4-7E33-F688-7759-25764DA0DDB1}"/>
          </ac:spMkLst>
        </pc:spChg>
      </pc:sldChg>
      <pc:sldChg chg="addSp delSp modSp add mod ord">
        <pc:chgData name="Singh, Paolo (CDR)" userId="8e74c7fb-7789-4b96-b003-a5a4a4a70b15" providerId="ADAL" clId="{204F7FE5-E4AF-4463-BC8A-3828B0C3341E}" dt="2026-04-29T02:29:47.065" v="1410"/>
        <pc:sldMkLst>
          <pc:docMk/>
          <pc:sldMk cId="3288062262" sldId="588"/>
        </pc:sldMkLst>
        <pc:spChg chg="mod">
          <ac:chgData name="Singh, Paolo (CDR)" userId="8e74c7fb-7789-4b96-b003-a5a4a4a70b15" providerId="ADAL" clId="{204F7FE5-E4AF-4463-BC8A-3828B0C3341E}" dt="2026-04-28T23:46:15.645" v="822" actId="20577"/>
          <ac:spMkLst>
            <pc:docMk/>
            <pc:sldMk cId="3288062262" sldId="588"/>
            <ac:spMk id="3" creationId="{2F7BF945-59B9-6010-8AA9-EC3AA4A07AF2}"/>
          </ac:spMkLst>
        </pc:spChg>
        <pc:picChg chg="add del mod">
          <ac:chgData name="Singh, Paolo (CDR)" userId="8e74c7fb-7789-4b96-b003-a5a4a4a70b15" providerId="ADAL" clId="{204F7FE5-E4AF-4463-BC8A-3828B0C3341E}" dt="2026-04-28T23:37:36.986" v="658" actId="478"/>
          <ac:picMkLst>
            <pc:docMk/>
            <pc:sldMk cId="3288062262" sldId="588"/>
            <ac:picMk id="5" creationId="{74840A89-C700-2709-45B2-E585882A2281}"/>
          </ac:picMkLst>
        </pc:picChg>
      </pc:sldChg>
      <pc:sldChg chg="addSp modSp add mod">
        <pc:chgData name="Singh, Paolo (CDR)" userId="8e74c7fb-7789-4b96-b003-a5a4a4a70b15" providerId="ADAL" clId="{204F7FE5-E4AF-4463-BC8A-3828B0C3341E}" dt="2026-04-28T23:52:16.705" v="971" actId="20577"/>
        <pc:sldMkLst>
          <pc:docMk/>
          <pc:sldMk cId="2763353382" sldId="589"/>
        </pc:sldMkLst>
        <pc:spChg chg="mod">
          <ac:chgData name="Singh, Paolo (CDR)" userId="8e74c7fb-7789-4b96-b003-a5a4a4a70b15" providerId="ADAL" clId="{204F7FE5-E4AF-4463-BC8A-3828B0C3341E}" dt="2026-04-28T23:52:16.705" v="971" actId="20577"/>
          <ac:spMkLst>
            <pc:docMk/>
            <pc:sldMk cId="2763353382" sldId="589"/>
            <ac:spMk id="3" creationId="{D96411B6-3AC8-9775-0AEC-91D60308E07B}"/>
          </ac:spMkLst>
        </pc:spChg>
        <pc:picChg chg="add mod">
          <ac:chgData name="Singh, Paolo (CDR)" userId="8e74c7fb-7789-4b96-b003-a5a4a4a70b15" providerId="ADAL" clId="{204F7FE5-E4AF-4463-BC8A-3828B0C3341E}" dt="2026-04-28T23:42:37.181" v="673" actId="14100"/>
          <ac:picMkLst>
            <pc:docMk/>
            <pc:sldMk cId="2763353382" sldId="589"/>
            <ac:picMk id="5" creationId="{B17E1C42-CAA3-7B43-C502-21BC8A14EA07}"/>
          </ac:picMkLst>
        </pc:picChg>
      </pc:sldChg>
      <pc:sldChg chg="addSp delSp modSp new mod">
        <pc:chgData name="Singh, Paolo (CDR)" userId="8e74c7fb-7789-4b96-b003-a5a4a4a70b15" providerId="ADAL" clId="{204F7FE5-E4AF-4463-BC8A-3828B0C3341E}" dt="2026-04-29T02:12:42.279" v="995" actId="167"/>
        <pc:sldMkLst>
          <pc:docMk/>
          <pc:sldMk cId="394375979" sldId="590"/>
        </pc:sldMkLst>
        <pc:spChg chg="mod">
          <ac:chgData name="Singh, Paolo (CDR)" userId="8e74c7fb-7789-4b96-b003-a5a4a4a70b15" providerId="ADAL" clId="{204F7FE5-E4AF-4463-BC8A-3828B0C3341E}" dt="2026-04-29T02:02:05.249" v="983" actId="20577"/>
          <ac:spMkLst>
            <pc:docMk/>
            <pc:sldMk cId="394375979" sldId="590"/>
            <ac:spMk id="2" creationId="{8DFDCB10-9DA1-E621-ABB1-77D4B30BB31F}"/>
          </ac:spMkLst>
        </pc:spChg>
        <pc:spChg chg="del">
          <ac:chgData name="Singh, Paolo (CDR)" userId="8e74c7fb-7789-4b96-b003-a5a4a4a70b15" providerId="ADAL" clId="{204F7FE5-E4AF-4463-BC8A-3828B0C3341E}" dt="2026-04-29T02:10:39.149" v="987" actId="478"/>
          <ac:spMkLst>
            <pc:docMk/>
            <pc:sldMk cId="394375979" sldId="590"/>
            <ac:spMk id="3" creationId="{9D788F76-1E23-0A43-08BF-0EAACB4AABA4}"/>
          </ac:spMkLst>
        </pc:spChg>
        <pc:picChg chg="add mod ord">
          <ac:chgData name="Singh, Paolo (CDR)" userId="8e74c7fb-7789-4b96-b003-a5a4a4a70b15" providerId="ADAL" clId="{204F7FE5-E4AF-4463-BC8A-3828B0C3341E}" dt="2026-04-29T02:12:29.360" v="993" actId="1076"/>
          <ac:picMkLst>
            <pc:docMk/>
            <pc:sldMk cId="394375979" sldId="590"/>
            <ac:picMk id="6" creationId="{BBA3A948-E8F2-FC9F-35C2-4F70CBF32EE4}"/>
          </ac:picMkLst>
        </pc:picChg>
        <pc:picChg chg="add mod ord">
          <ac:chgData name="Singh, Paolo (CDR)" userId="8e74c7fb-7789-4b96-b003-a5a4a4a70b15" providerId="ADAL" clId="{204F7FE5-E4AF-4463-BC8A-3828B0C3341E}" dt="2026-04-29T02:12:42.279" v="995" actId="167"/>
          <ac:picMkLst>
            <pc:docMk/>
            <pc:sldMk cId="394375979" sldId="590"/>
            <ac:picMk id="8" creationId="{D82A8F01-75A6-692B-2B4A-6E1D0496D656}"/>
          </ac:picMkLst>
        </pc:picChg>
      </pc:sldChg>
      <pc:sldChg chg="modSp add mod ord">
        <pc:chgData name="Singh, Paolo (CDR)" userId="8e74c7fb-7789-4b96-b003-a5a4a4a70b15" providerId="ADAL" clId="{204F7FE5-E4AF-4463-BC8A-3828B0C3341E}" dt="2026-04-29T02:14:31.276" v="1093" actId="20577"/>
        <pc:sldMkLst>
          <pc:docMk/>
          <pc:sldMk cId="1215041598" sldId="591"/>
        </pc:sldMkLst>
        <pc:spChg chg="mod">
          <ac:chgData name="Singh, Paolo (CDR)" userId="8e74c7fb-7789-4b96-b003-a5a4a4a70b15" providerId="ADAL" clId="{204F7FE5-E4AF-4463-BC8A-3828B0C3341E}" dt="2026-04-29T02:14:31.276" v="1093" actId="20577"/>
          <ac:spMkLst>
            <pc:docMk/>
            <pc:sldMk cId="1215041598" sldId="591"/>
            <ac:spMk id="2" creationId="{0737720D-6024-AF2E-2A13-0C8FDEDD781D}"/>
          </ac:spMkLst>
        </pc:spChg>
        <pc:spChg chg="mod">
          <ac:chgData name="Singh, Paolo (CDR)" userId="8e74c7fb-7789-4b96-b003-a5a4a4a70b15" providerId="ADAL" clId="{204F7FE5-E4AF-4463-BC8A-3828B0C3341E}" dt="2026-04-29T02:13:41.337" v="1086" actId="313"/>
          <ac:spMkLst>
            <pc:docMk/>
            <pc:sldMk cId="1215041598" sldId="591"/>
            <ac:spMk id="3" creationId="{715496F1-21FF-F233-BB4D-225F50859DBC}"/>
          </ac:spMkLst>
        </pc:spChg>
      </pc:sldChg>
      <pc:sldChg chg="modSp new mod ord">
        <pc:chgData name="Singh, Paolo (CDR)" userId="8e74c7fb-7789-4b96-b003-a5a4a4a70b15" providerId="ADAL" clId="{204F7FE5-E4AF-4463-BC8A-3828B0C3341E}" dt="2026-04-29T03:33:43.361" v="1946"/>
        <pc:sldMkLst>
          <pc:docMk/>
          <pc:sldMk cId="3978862862" sldId="592"/>
        </pc:sldMkLst>
        <pc:spChg chg="mod">
          <ac:chgData name="Singh, Paolo (CDR)" userId="8e74c7fb-7789-4b96-b003-a5a4a4a70b15" providerId="ADAL" clId="{204F7FE5-E4AF-4463-BC8A-3828B0C3341E}" dt="2026-04-29T02:30:27.002" v="1433" actId="20577"/>
          <ac:spMkLst>
            <pc:docMk/>
            <pc:sldMk cId="3978862862" sldId="592"/>
            <ac:spMk id="2" creationId="{C20E573B-B67D-3C44-9FB6-1A3384636D46}"/>
          </ac:spMkLst>
        </pc:spChg>
        <pc:spChg chg="mod">
          <ac:chgData name="Singh, Paolo (CDR)" userId="8e74c7fb-7789-4b96-b003-a5a4a4a70b15" providerId="ADAL" clId="{204F7FE5-E4AF-4463-BC8A-3828B0C3341E}" dt="2026-04-29T03:33:23.456" v="1943" actId="113"/>
          <ac:spMkLst>
            <pc:docMk/>
            <pc:sldMk cId="3978862862" sldId="592"/>
            <ac:spMk id="3" creationId="{84F32AA5-34C5-9B5A-F31A-02C46F0401A4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2:25:53.620" v="1408" actId="20577"/>
        <pc:sldMkLst>
          <pc:docMk/>
          <pc:sldMk cId="2707280690" sldId="593"/>
        </pc:sldMkLst>
        <pc:spChg chg="mod">
          <ac:chgData name="Singh, Paolo (CDR)" userId="8e74c7fb-7789-4b96-b003-a5a4a4a70b15" providerId="ADAL" clId="{204F7FE5-E4AF-4463-BC8A-3828B0C3341E}" dt="2026-04-29T02:14:38.305" v="1106" actId="20577"/>
          <ac:spMkLst>
            <pc:docMk/>
            <pc:sldMk cId="2707280690" sldId="593"/>
            <ac:spMk id="2" creationId="{A193967A-8DDC-1D1B-4BAA-16D40555709C}"/>
          </ac:spMkLst>
        </pc:spChg>
        <pc:spChg chg="mod">
          <ac:chgData name="Singh, Paolo (CDR)" userId="8e74c7fb-7789-4b96-b003-a5a4a4a70b15" providerId="ADAL" clId="{204F7FE5-E4AF-4463-BC8A-3828B0C3341E}" dt="2026-04-29T02:25:53.620" v="1408" actId="20577"/>
          <ac:spMkLst>
            <pc:docMk/>
            <pc:sldMk cId="2707280690" sldId="593"/>
            <ac:spMk id="3" creationId="{57D82CB6-FF63-7E87-4C5C-BD58D734659B}"/>
          </ac:spMkLst>
        </pc:spChg>
        <pc:picChg chg="add mod">
          <ac:chgData name="Singh, Paolo (CDR)" userId="8e74c7fb-7789-4b96-b003-a5a4a4a70b15" providerId="ADAL" clId="{204F7FE5-E4AF-4463-BC8A-3828B0C3341E}" dt="2026-04-29T02:23:49.080" v="1268" actId="1076"/>
          <ac:picMkLst>
            <pc:docMk/>
            <pc:sldMk cId="2707280690" sldId="593"/>
            <ac:picMk id="5" creationId="{1BBE7299-98B1-54C5-D734-E0C6CA93CD92}"/>
          </ac:picMkLst>
        </pc:picChg>
      </pc:sldChg>
      <pc:sldChg chg="modSp new mod modNotesTx">
        <pc:chgData name="Singh, Paolo (CDR)" userId="8e74c7fb-7789-4b96-b003-a5a4a4a70b15" providerId="ADAL" clId="{204F7FE5-E4AF-4463-BC8A-3828B0C3341E}" dt="2026-04-29T04:53:35.622" v="4535" actId="20577"/>
        <pc:sldMkLst>
          <pc:docMk/>
          <pc:sldMk cId="3249764193" sldId="594"/>
        </pc:sldMkLst>
        <pc:spChg chg="mod">
          <ac:chgData name="Singh, Paolo (CDR)" userId="8e74c7fb-7789-4b96-b003-a5a4a4a70b15" providerId="ADAL" clId="{204F7FE5-E4AF-4463-BC8A-3828B0C3341E}" dt="2026-04-29T04:43:04.760" v="3822" actId="14100"/>
          <ac:spMkLst>
            <pc:docMk/>
            <pc:sldMk cId="3249764193" sldId="594"/>
            <ac:spMk id="2" creationId="{31A5943E-CFE8-AE0F-9A8F-D8A60D619D3C}"/>
          </ac:spMkLst>
        </pc:spChg>
        <pc:spChg chg="mod">
          <ac:chgData name="Singh, Paolo (CDR)" userId="8e74c7fb-7789-4b96-b003-a5a4a4a70b15" providerId="ADAL" clId="{204F7FE5-E4AF-4463-BC8A-3828B0C3341E}" dt="2026-04-29T04:53:35.622" v="4535" actId="20577"/>
          <ac:spMkLst>
            <pc:docMk/>
            <pc:sldMk cId="3249764193" sldId="594"/>
            <ac:spMk id="3" creationId="{924F85C8-0A46-CF4C-4634-D40BA28C5AB5}"/>
          </ac:spMkLst>
        </pc:spChg>
      </pc:sldChg>
      <pc:sldChg chg="new del">
        <pc:chgData name="Singh, Paolo (CDR)" userId="8e74c7fb-7789-4b96-b003-a5a4a4a70b15" providerId="ADAL" clId="{204F7FE5-E4AF-4463-BC8A-3828B0C3341E}" dt="2026-04-29T03:33:50.935" v="1948" actId="47"/>
        <pc:sldMkLst>
          <pc:docMk/>
          <pc:sldMk cId="1239843914" sldId="595"/>
        </pc:sldMkLst>
      </pc:sldChg>
      <pc:sldChg chg="modSp add mod">
        <pc:chgData name="Singh, Paolo (CDR)" userId="8e74c7fb-7789-4b96-b003-a5a4a4a70b15" providerId="ADAL" clId="{204F7FE5-E4AF-4463-BC8A-3828B0C3341E}" dt="2026-04-29T03:58:06.238" v="3016" actId="113"/>
        <pc:sldMkLst>
          <pc:docMk/>
          <pc:sldMk cId="749050287" sldId="596"/>
        </pc:sldMkLst>
        <pc:spChg chg="mod">
          <ac:chgData name="Singh, Paolo (CDR)" userId="8e74c7fb-7789-4b96-b003-a5a4a4a70b15" providerId="ADAL" clId="{204F7FE5-E4AF-4463-BC8A-3828B0C3341E}" dt="2026-04-29T03:58:06.238" v="3016" actId="113"/>
          <ac:spMkLst>
            <pc:docMk/>
            <pc:sldMk cId="749050287" sldId="596"/>
            <ac:spMk id="3" creationId="{632165F3-B698-888C-0133-419F493BABDC}"/>
          </ac:spMkLst>
        </pc:spChg>
      </pc:sldChg>
      <pc:sldChg chg="modSp add mod">
        <pc:chgData name="Singh, Paolo (CDR)" userId="8e74c7fb-7789-4b96-b003-a5a4a4a70b15" providerId="ADAL" clId="{204F7FE5-E4AF-4463-BC8A-3828B0C3341E}" dt="2026-04-29T03:48:50.518" v="2746" actId="20577"/>
        <pc:sldMkLst>
          <pc:docMk/>
          <pc:sldMk cId="580018707" sldId="597"/>
        </pc:sldMkLst>
        <pc:spChg chg="mod">
          <ac:chgData name="Singh, Paolo (CDR)" userId="8e74c7fb-7789-4b96-b003-a5a4a4a70b15" providerId="ADAL" clId="{204F7FE5-E4AF-4463-BC8A-3828B0C3341E}" dt="2026-04-29T03:48:50.518" v="2746" actId="20577"/>
          <ac:spMkLst>
            <pc:docMk/>
            <pc:sldMk cId="580018707" sldId="597"/>
            <ac:spMk id="3" creationId="{CB18945E-437B-DEC0-6ABA-294A64C945E7}"/>
          </ac:spMkLst>
        </pc:spChg>
      </pc:sldChg>
      <pc:sldChg chg="addSp delSp modSp new mod">
        <pc:chgData name="Singh, Paolo (CDR)" userId="8e74c7fb-7789-4b96-b003-a5a4a4a70b15" providerId="ADAL" clId="{204F7FE5-E4AF-4463-BC8A-3828B0C3341E}" dt="2026-04-29T03:50:32.638" v="2780" actId="1076"/>
        <pc:sldMkLst>
          <pc:docMk/>
          <pc:sldMk cId="1936578986" sldId="598"/>
        </pc:sldMkLst>
        <pc:spChg chg="mod">
          <ac:chgData name="Singh, Paolo (CDR)" userId="8e74c7fb-7789-4b96-b003-a5a4a4a70b15" providerId="ADAL" clId="{204F7FE5-E4AF-4463-BC8A-3828B0C3341E}" dt="2026-04-29T03:49:17.589" v="2774" actId="2711"/>
          <ac:spMkLst>
            <pc:docMk/>
            <pc:sldMk cId="1936578986" sldId="598"/>
            <ac:spMk id="2" creationId="{EBD2E3B4-C86A-B2BA-9346-F9CD301AF659}"/>
          </ac:spMkLst>
        </pc:spChg>
        <pc:spChg chg="del">
          <ac:chgData name="Singh, Paolo (CDR)" userId="8e74c7fb-7789-4b96-b003-a5a4a4a70b15" providerId="ADAL" clId="{204F7FE5-E4AF-4463-BC8A-3828B0C3341E}" dt="2026-04-29T03:50:19.441" v="2779" actId="478"/>
          <ac:spMkLst>
            <pc:docMk/>
            <pc:sldMk cId="1936578986" sldId="598"/>
            <ac:spMk id="3" creationId="{3A9C3130-83C2-4A0A-9E26-E67D1BBB1A65}"/>
          </ac:spMkLst>
        </pc:spChg>
        <pc:picChg chg="add mod ord">
          <ac:chgData name="Singh, Paolo (CDR)" userId="8e74c7fb-7789-4b96-b003-a5a4a4a70b15" providerId="ADAL" clId="{204F7FE5-E4AF-4463-BC8A-3828B0C3341E}" dt="2026-04-29T03:50:32.638" v="2780" actId="1076"/>
          <ac:picMkLst>
            <pc:docMk/>
            <pc:sldMk cId="1936578986" sldId="598"/>
            <ac:picMk id="5" creationId="{5231FE41-1485-70C7-3988-CEBE17792DA8}"/>
          </ac:picMkLst>
        </pc:picChg>
      </pc:sldChg>
      <pc:sldChg chg="modSp add mod">
        <pc:chgData name="Singh, Paolo (CDR)" userId="8e74c7fb-7789-4b96-b003-a5a4a4a70b15" providerId="ADAL" clId="{204F7FE5-E4AF-4463-BC8A-3828B0C3341E}" dt="2026-04-29T03:53:20.937" v="2800" actId="20577"/>
        <pc:sldMkLst>
          <pc:docMk/>
          <pc:sldMk cId="1155464435" sldId="599"/>
        </pc:sldMkLst>
        <pc:spChg chg="mod">
          <ac:chgData name="Singh, Paolo (CDR)" userId="8e74c7fb-7789-4b96-b003-a5a4a4a70b15" providerId="ADAL" clId="{204F7FE5-E4AF-4463-BC8A-3828B0C3341E}" dt="2026-04-29T03:53:20.937" v="2800" actId="20577"/>
          <ac:spMkLst>
            <pc:docMk/>
            <pc:sldMk cId="1155464435" sldId="599"/>
            <ac:spMk id="2" creationId="{C551B176-BD68-6547-FEB4-0DDC4E192D3A}"/>
          </ac:spMkLst>
        </pc:spChg>
        <pc:spChg chg="mod">
          <ac:chgData name="Singh, Paolo (CDR)" userId="8e74c7fb-7789-4b96-b003-a5a4a4a70b15" providerId="ADAL" clId="{204F7FE5-E4AF-4463-BC8A-3828B0C3341E}" dt="2026-04-29T03:52:59.355" v="2782" actId="20577"/>
          <ac:spMkLst>
            <pc:docMk/>
            <pc:sldMk cId="1155464435" sldId="599"/>
            <ac:spMk id="3" creationId="{2CA8F0F8-0BB7-5505-2CFE-CC92583DE834}"/>
          </ac:spMkLst>
        </pc:spChg>
      </pc:sldChg>
      <pc:sldChg chg="modSp new mod">
        <pc:chgData name="Singh, Paolo (CDR)" userId="8e74c7fb-7789-4b96-b003-a5a4a4a70b15" providerId="ADAL" clId="{204F7FE5-E4AF-4463-BC8A-3828B0C3341E}" dt="2026-04-29T04:26:01.723" v="3370" actId="27636"/>
        <pc:sldMkLst>
          <pc:docMk/>
          <pc:sldMk cId="2874679536" sldId="600"/>
        </pc:sldMkLst>
        <pc:spChg chg="mod">
          <ac:chgData name="Singh, Paolo (CDR)" userId="8e74c7fb-7789-4b96-b003-a5a4a4a70b15" providerId="ADAL" clId="{204F7FE5-E4AF-4463-BC8A-3828B0C3341E}" dt="2026-04-29T03:53:44.094" v="2827" actId="20577"/>
          <ac:spMkLst>
            <pc:docMk/>
            <pc:sldMk cId="2874679536" sldId="600"/>
            <ac:spMk id="2" creationId="{3914A167-F983-7EB5-C32D-10911ED46FBB}"/>
          </ac:spMkLst>
        </pc:spChg>
        <pc:spChg chg="mod">
          <ac:chgData name="Singh, Paolo (CDR)" userId="8e74c7fb-7789-4b96-b003-a5a4a4a70b15" providerId="ADAL" clId="{204F7FE5-E4AF-4463-BC8A-3828B0C3341E}" dt="2026-04-29T04:26:01.723" v="3370" actId="27636"/>
          <ac:spMkLst>
            <pc:docMk/>
            <pc:sldMk cId="2874679536" sldId="600"/>
            <ac:spMk id="3" creationId="{49670D9C-50AF-E56A-260B-CDAD2F37763F}"/>
          </ac:spMkLst>
        </pc:spChg>
      </pc:sldChg>
      <pc:sldChg chg="modSp add mod">
        <pc:chgData name="Singh, Paolo (CDR)" userId="8e74c7fb-7789-4b96-b003-a5a4a4a70b15" providerId="ADAL" clId="{204F7FE5-E4AF-4463-BC8A-3828B0C3341E}" dt="2026-04-29T04:31:08.500" v="3574" actId="20577"/>
        <pc:sldMkLst>
          <pc:docMk/>
          <pc:sldMk cId="444187048" sldId="601"/>
        </pc:sldMkLst>
        <pc:spChg chg="mod">
          <ac:chgData name="Singh, Paolo (CDR)" userId="8e74c7fb-7789-4b96-b003-a5a4a4a70b15" providerId="ADAL" clId="{204F7FE5-E4AF-4463-BC8A-3828B0C3341E}" dt="2026-04-29T04:31:08.500" v="3574" actId="20577"/>
          <ac:spMkLst>
            <pc:docMk/>
            <pc:sldMk cId="444187048" sldId="601"/>
            <ac:spMk id="3" creationId="{0486E64D-000E-2A1D-6F7D-B1F06DB6DCD5}"/>
          </ac:spMkLst>
        </pc:spChg>
      </pc:sldChg>
      <pc:sldChg chg="add">
        <pc:chgData name="Singh, Paolo (CDR)" userId="8e74c7fb-7789-4b96-b003-a5a4a4a70b15" providerId="ADAL" clId="{204F7FE5-E4AF-4463-BC8A-3828B0C3341E}" dt="2026-04-29T04:33:53.674" v="3575"/>
        <pc:sldMkLst>
          <pc:docMk/>
          <pc:sldMk cId="231039612" sldId="602"/>
        </pc:sldMkLst>
      </pc:sldChg>
      <pc:sldChg chg="modSp new mod">
        <pc:chgData name="Singh, Paolo (CDR)" userId="8e74c7fb-7789-4b96-b003-a5a4a4a70b15" providerId="ADAL" clId="{204F7FE5-E4AF-4463-BC8A-3828B0C3341E}" dt="2026-04-29T04:58:07.057" v="4762" actId="20577"/>
        <pc:sldMkLst>
          <pc:docMk/>
          <pc:sldMk cId="4121078887" sldId="603"/>
        </pc:sldMkLst>
        <pc:spChg chg="mod">
          <ac:chgData name="Singh, Paolo (CDR)" userId="8e74c7fb-7789-4b96-b003-a5a4a4a70b15" providerId="ADAL" clId="{204F7FE5-E4AF-4463-BC8A-3828B0C3341E}" dt="2026-04-29T04:47:40.548" v="4206" actId="20577"/>
          <ac:spMkLst>
            <pc:docMk/>
            <pc:sldMk cId="4121078887" sldId="603"/>
            <ac:spMk id="2" creationId="{78DEC4E3-B9D4-8C75-339B-4764BA4B1DD9}"/>
          </ac:spMkLst>
        </pc:spChg>
        <pc:spChg chg="mod">
          <ac:chgData name="Singh, Paolo (CDR)" userId="8e74c7fb-7789-4b96-b003-a5a4a4a70b15" providerId="ADAL" clId="{204F7FE5-E4AF-4463-BC8A-3828B0C3341E}" dt="2026-04-29T04:58:07.057" v="4762" actId="20577"/>
          <ac:spMkLst>
            <pc:docMk/>
            <pc:sldMk cId="4121078887" sldId="603"/>
            <ac:spMk id="3" creationId="{23B9FB82-17E5-7964-8A16-F41E8DB33961}"/>
          </ac:spMkLst>
        </pc:spChg>
      </pc:sldChg>
      <pc:sldChg chg="modSp add mod modNotesTx">
        <pc:chgData name="Singh, Paolo (CDR)" userId="8e74c7fb-7789-4b96-b003-a5a4a4a70b15" providerId="ADAL" clId="{204F7FE5-E4AF-4463-BC8A-3828B0C3341E}" dt="2026-04-29T04:59:41.605" v="4922" actId="20577"/>
        <pc:sldMkLst>
          <pc:docMk/>
          <pc:sldMk cId="1946426970" sldId="604"/>
        </pc:sldMkLst>
        <pc:spChg chg="mod">
          <ac:chgData name="Singh, Paolo (CDR)" userId="8e74c7fb-7789-4b96-b003-a5a4a4a70b15" providerId="ADAL" clId="{204F7FE5-E4AF-4463-BC8A-3828B0C3341E}" dt="2026-04-29T04:59:23.951" v="4921" actId="20577"/>
          <ac:spMkLst>
            <pc:docMk/>
            <pc:sldMk cId="1946426970" sldId="604"/>
            <ac:spMk id="3" creationId="{CC6B2EA1-40D3-3AD5-1EFE-CFC86CAD03BC}"/>
          </ac:spMkLst>
        </pc:spChg>
      </pc:sldChg>
      <pc:sldChg chg="modSp new mod">
        <pc:chgData name="Singh, Paolo (CDR)" userId="8e74c7fb-7789-4b96-b003-a5a4a4a70b15" providerId="ADAL" clId="{204F7FE5-E4AF-4463-BC8A-3828B0C3341E}" dt="2026-04-29T05:12:00.090" v="5481" actId="207"/>
        <pc:sldMkLst>
          <pc:docMk/>
          <pc:sldMk cId="3018533183" sldId="605"/>
        </pc:sldMkLst>
        <pc:spChg chg="mod">
          <ac:chgData name="Singh, Paolo (CDR)" userId="8e74c7fb-7789-4b96-b003-a5a4a4a70b15" providerId="ADAL" clId="{204F7FE5-E4AF-4463-BC8A-3828B0C3341E}" dt="2026-04-29T05:00:28.405" v="4940" actId="20577"/>
          <ac:spMkLst>
            <pc:docMk/>
            <pc:sldMk cId="3018533183" sldId="605"/>
            <ac:spMk id="2" creationId="{96370BF9-EAAD-18BC-D48C-598CFE344651}"/>
          </ac:spMkLst>
        </pc:spChg>
        <pc:spChg chg="mod">
          <ac:chgData name="Singh, Paolo (CDR)" userId="8e74c7fb-7789-4b96-b003-a5a4a4a70b15" providerId="ADAL" clId="{204F7FE5-E4AF-4463-BC8A-3828B0C3341E}" dt="2026-04-29T05:12:00.090" v="5481" actId="207"/>
          <ac:spMkLst>
            <pc:docMk/>
            <pc:sldMk cId="3018533183" sldId="605"/>
            <ac:spMk id="3" creationId="{6E292B14-75C7-EA6B-30F3-C236FA3E6991}"/>
          </ac:spMkLst>
        </pc:spChg>
      </pc:sldChg>
      <pc:sldChg chg="modSp new mod">
        <pc:chgData name="Singh, Paolo (CDR)" userId="8e74c7fb-7789-4b96-b003-a5a4a4a70b15" providerId="ADAL" clId="{204F7FE5-E4AF-4463-BC8A-3828B0C3341E}" dt="2026-04-29T05:28:05.831" v="6076" actId="114"/>
        <pc:sldMkLst>
          <pc:docMk/>
          <pc:sldMk cId="1028112863" sldId="606"/>
        </pc:sldMkLst>
        <pc:spChg chg="mod">
          <ac:chgData name="Singh, Paolo (CDR)" userId="8e74c7fb-7789-4b96-b003-a5a4a4a70b15" providerId="ADAL" clId="{204F7FE5-E4AF-4463-BC8A-3828B0C3341E}" dt="2026-04-29T05:19:54.478" v="5581" actId="20577"/>
          <ac:spMkLst>
            <pc:docMk/>
            <pc:sldMk cId="1028112863" sldId="606"/>
            <ac:spMk id="2" creationId="{DFF51FF1-0109-82D7-4198-C98CB572F98A}"/>
          </ac:spMkLst>
        </pc:spChg>
        <pc:spChg chg="mod">
          <ac:chgData name="Singh, Paolo (CDR)" userId="8e74c7fb-7789-4b96-b003-a5a4a4a70b15" providerId="ADAL" clId="{204F7FE5-E4AF-4463-BC8A-3828B0C3341E}" dt="2026-04-29T05:28:05.831" v="6076" actId="114"/>
          <ac:spMkLst>
            <pc:docMk/>
            <pc:sldMk cId="1028112863" sldId="606"/>
            <ac:spMk id="3" creationId="{B906FA7B-A700-4373-5EB9-245CD92C98C6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5:38:04.937" v="6176" actId="403"/>
        <pc:sldMkLst>
          <pc:docMk/>
          <pc:sldMk cId="1078911630" sldId="607"/>
        </pc:sldMkLst>
        <pc:spChg chg="mod">
          <ac:chgData name="Singh, Paolo (CDR)" userId="8e74c7fb-7789-4b96-b003-a5a4a4a70b15" providerId="ADAL" clId="{204F7FE5-E4AF-4463-BC8A-3828B0C3341E}" dt="2026-04-29T05:32:55.526" v="6100" actId="20577"/>
          <ac:spMkLst>
            <pc:docMk/>
            <pc:sldMk cId="1078911630" sldId="607"/>
            <ac:spMk id="2" creationId="{9F573588-782F-2F05-F348-FF277225A0C6}"/>
          </ac:spMkLst>
        </pc:spChg>
        <pc:spChg chg="mod">
          <ac:chgData name="Singh, Paolo (CDR)" userId="8e74c7fb-7789-4b96-b003-a5a4a4a70b15" providerId="ADAL" clId="{204F7FE5-E4AF-4463-BC8A-3828B0C3341E}" dt="2026-04-29T05:36:29.271" v="6167" actId="27636"/>
          <ac:spMkLst>
            <pc:docMk/>
            <pc:sldMk cId="1078911630" sldId="607"/>
            <ac:spMk id="3" creationId="{AA7CF96E-5B96-7A0F-0B5C-D6901AF951DC}"/>
          </ac:spMkLst>
        </pc:spChg>
        <pc:spChg chg="add mod">
          <ac:chgData name="Singh, Paolo (CDR)" userId="8e74c7fb-7789-4b96-b003-a5a4a4a70b15" providerId="ADAL" clId="{204F7FE5-E4AF-4463-BC8A-3828B0C3341E}" dt="2026-04-29T05:38:04.937" v="6176" actId="403"/>
          <ac:spMkLst>
            <pc:docMk/>
            <pc:sldMk cId="1078911630" sldId="607"/>
            <ac:spMk id="8" creationId="{7C120133-E59D-B0F6-F722-AD8A465D752B}"/>
          </ac:spMkLst>
        </pc:spChg>
        <pc:picChg chg="add mod">
          <ac:chgData name="Singh, Paolo (CDR)" userId="8e74c7fb-7789-4b96-b003-a5a4a4a70b15" providerId="ADAL" clId="{204F7FE5-E4AF-4463-BC8A-3828B0C3341E}" dt="2026-04-29T05:37:27.011" v="6169" actId="1076"/>
          <ac:picMkLst>
            <pc:docMk/>
            <pc:sldMk cId="1078911630" sldId="607"/>
            <ac:picMk id="6" creationId="{2FC2ED24-9ECF-3B25-D13D-EA3F0BC0467A}"/>
          </ac:picMkLst>
        </pc:picChg>
      </pc:sldChg>
      <pc:sldChg chg="addSp delSp modSp add mod">
        <pc:chgData name="Singh, Paolo (CDR)" userId="8e74c7fb-7789-4b96-b003-a5a4a4a70b15" providerId="ADAL" clId="{204F7FE5-E4AF-4463-BC8A-3828B0C3341E}" dt="2026-04-29T05:42:29.055" v="6183" actId="1076"/>
        <pc:sldMkLst>
          <pc:docMk/>
          <pc:sldMk cId="1227992555" sldId="608"/>
        </pc:sldMkLst>
        <pc:picChg chg="del">
          <ac:chgData name="Singh, Paolo (CDR)" userId="8e74c7fb-7789-4b96-b003-a5a4a4a70b15" providerId="ADAL" clId="{204F7FE5-E4AF-4463-BC8A-3828B0C3341E}" dt="2026-04-29T05:42:25.021" v="6182" actId="478"/>
          <ac:picMkLst>
            <pc:docMk/>
            <pc:sldMk cId="1227992555" sldId="608"/>
            <ac:picMk id="6" creationId="{0322AF4D-89FF-9F28-9E96-60DC7DDE7AB4}"/>
          </ac:picMkLst>
        </pc:picChg>
        <pc:picChg chg="add mod">
          <ac:chgData name="Singh, Paolo (CDR)" userId="8e74c7fb-7789-4b96-b003-a5a4a4a70b15" providerId="ADAL" clId="{204F7FE5-E4AF-4463-BC8A-3828B0C3341E}" dt="2026-04-29T05:42:29.055" v="6183" actId="1076"/>
          <ac:picMkLst>
            <pc:docMk/>
            <pc:sldMk cId="1227992555" sldId="608"/>
            <ac:picMk id="7" creationId="{634EBD86-1F0D-64DB-5B43-EF9B8412B6FA}"/>
          </ac:picMkLst>
        </pc:picChg>
      </pc:sldChg>
      <pc:sldChg chg="modSp add mod">
        <pc:chgData name="Singh, Paolo (CDR)" userId="8e74c7fb-7789-4b96-b003-a5a4a4a70b15" providerId="ADAL" clId="{204F7FE5-E4AF-4463-BC8A-3828B0C3341E}" dt="2026-04-29T05:44:32.579" v="6207" actId="207"/>
        <pc:sldMkLst>
          <pc:docMk/>
          <pc:sldMk cId="55267819" sldId="609"/>
        </pc:sldMkLst>
        <pc:spChg chg="mod">
          <ac:chgData name="Singh, Paolo (CDR)" userId="8e74c7fb-7789-4b96-b003-a5a4a4a70b15" providerId="ADAL" clId="{204F7FE5-E4AF-4463-BC8A-3828B0C3341E}" dt="2026-04-29T05:44:32.579" v="6207" actId="207"/>
          <ac:spMkLst>
            <pc:docMk/>
            <pc:sldMk cId="55267819" sldId="609"/>
            <ac:spMk id="8" creationId="{EC0BE581-8A7E-C9A1-0506-C06B6FF80C4E}"/>
          </ac:spMkLst>
        </pc:spChg>
      </pc:sldChg>
      <pc:sldChg chg="new del">
        <pc:chgData name="Singh, Paolo (CDR)" userId="8e74c7fb-7789-4b96-b003-a5a4a4a70b15" providerId="ADAL" clId="{204F7FE5-E4AF-4463-BC8A-3828B0C3341E}" dt="2026-04-29T05:42:44.392" v="6185" actId="680"/>
        <pc:sldMkLst>
          <pc:docMk/>
          <pc:sldMk cId="1354427844" sldId="609"/>
        </pc:sldMkLst>
      </pc:sldChg>
      <pc:sldChg chg="modSp new mod modNotesTx">
        <pc:chgData name="Singh, Paolo (CDR)" userId="8e74c7fb-7789-4b96-b003-a5a4a4a70b15" providerId="ADAL" clId="{204F7FE5-E4AF-4463-BC8A-3828B0C3341E}" dt="2026-04-29T05:57:29.104" v="6831" actId="20577"/>
        <pc:sldMkLst>
          <pc:docMk/>
          <pc:sldMk cId="1837038679" sldId="610"/>
        </pc:sldMkLst>
        <pc:spChg chg="mod">
          <ac:chgData name="Singh, Paolo (CDR)" userId="8e74c7fb-7789-4b96-b003-a5a4a4a70b15" providerId="ADAL" clId="{204F7FE5-E4AF-4463-BC8A-3828B0C3341E}" dt="2026-04-29T05:45:11.684" v="6225" actId="20577"/>
          <ac:spMkLst>
            <pc:docMk/>
            <pc:sldMk cId="1837038679" sldId="610"/>
            <ac:spMk id="2" creationId="{471FA0A6-0205-B133-FD6F-62FEA83FB351}"/>
          </ac:spMkLst>
        </pc:spChg>
        <pc:spChg chg="mod">
          <ac:chgData name="Singh, Paolo (CDR)" userId="8e74c7fb-7789-4b96-b003-a5a4a4a70b15" providerId="ADAL" clId="{204F7FE5-E4AF-4463-BC8A-3828B0C3341E}" dt="2026-04-29T05:49:45.200" v="6625" actId="403"/>
          <ac:spMkLst>
            <pc:docMk/>
            <pc:sldMk cId="1837038679" sldId="610"/>
            <ac:spMk id="3" creationId="{4106FD75-4FCB-76A3-8F64-92435CFBE650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10:41.406" v="7394" actId="20577"/>
        <pc:sldMkLst>
          <pc:docMk/>
          <pc:sldMk cId="2721420795" sldId="611"/>
        </pc:sldMkLst>
        <pc:spChg chg="mod">
          <ac:chgData name="Singh, Paolo (CDR)" userId="8e74c7fb-7789-4b96-b003-a5a4a4a70b15" providerId="ADAL" clId="{204F7FE5-E4AF-4463-BC8A-3828B0C3341E}" dt="2026-04-29T06:01:13.233" v="6862" actId="20577"/>
          <ac:spMkLst>
            <pc:docMk/>
            <pc:sldMk cId="2721420795" sldId="611"/>
            <ac:spMk id="2" creationId="{E3480EF6-A94C-73FB-D963-1F92D7621178}"/>
          </ac:spMkLst>
        </pc:spChg>
        <pc:spChg chg="mod">
          <ac:chgData name="Singh, Paolo (CDR)" userId="8e74c7fb-7789-4b96-b003-a5a4a4a70b15" providerId="ADAL" clId="{204F7FE5-E4AF-4463-BC8A-3828B0C3341E}" dt="2026-04-29T06:10:41.406" v="7394" actId="20577"/>
          <ac:spMkLst>
            <pc:docMk/>
            <pc:sldMk cId="2721420795" sldId="611"/>
            <ac:spMk id="3" creationId="{0DF711AA-B043-E37E-B9FE-B11090DA2D50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6:24:45.567" v="7508" actId="2711"/>
        <pc:sldMkLst>
          <pc:docMk/>
          <pc:sldMk cId="1624436226" sldId="612"/>
        </pc:sldMkLst>
        <pc:spChg chg="mod">
          <ac:chgData name="Singh, Paolo (CDR)" userId="8e74c7fb-7789-4b96-b003-a5a4a4a70b15" providerId="ADAL" clId="{204F7FE5-E4AF-4463-BC8A-3828B0C3341E}" dt="2026-04-29T06:05:15.468" v="7226" actId="20577"/>
          <ac:spMkLst>
            <pc:docMk/>
            <pc:sldMk cId="1624436226" sldId="612"/>
            <ac:spMk id="2" creationId="{C8CC6D9F-9B6F-E862-8648-2874287412F2}"/>
          </ac:spMkLst>
        </pc:spChg>
        <pc:spChg chg="mod">
          <ac:chgData name="Singh, Paolo (CDR)" userId="8e74c7fb-7789-4b96-b003-a5a4a4a70b15" providerId="ADAL" clId="{204F7FE5-E4AF-4463-BC8A-3828B0C3341E}" dt="2026-04-29T06:24:45.567" v="7508" actId="2711"/>
          <ac:spMkLst>
            <pc:docMk/>
            <pc:sldMk cId="1624436226" sldId="612"/>
            <ac:spMk id="3" creationId="{6E42BE12-272C-94C7-104D-B77164F5C0A1}"/>
          </ac:spMkLst>
        </pc:spChg>
        <pc:picChg chg="add mod">
          <ac:chgData name="Singh, Paolo (CDR)" userId="8e74c7fb-7789-4b96-b003-a5a4a4a70b15" providerId="ADAL" clId="{204F7FE5-E4AF-4463-BC8A-3828B0C3341E}" dt="2026-04-29T06:11:50.344" v="7397" actId="1076"/>
          <ac:picMkLst>
            <pc:docMk/>
            <pc:sldMk cId="1624436226" sldId="612"/>
            <ac:picMk id="6" creationId="{645012C7-A90E-8CE0-4453-FFB890019D7D}"/>
          </ac:picMkLst>
        </pc:picChg>
      </pc:sldChg>
      <pc:sldChg chg="addSp delSp modSp new mod">
        <pc:chgData name="Singh, Paolo (CDR)" userId="8e74c7fb-7789-4b96-b003-a5a4a4a70b15" providerId="ADAL" clId="{204F7FE5-E4AF-4463-BC8A-3828B0C3341E}" dt="2026-04-29T06:26:53.284" v="7568" actId="5793"/>
        <pc:sldMkLst>
          <pc:docMk/>
          <pc:sldMk cId="1758633135" sldId="613"/>
        </pc:sldMkLst>
        <pc:spChg chg="mod">
          <ac:chgData name="Singh, Paolo (CDR)" userId="8e74c7fb-7789-4b96-b003-a5a4a4a70b15" providerId="ADAL" clId="{204F7FE5-E4AF-4463-BC8A-3828B0C3341E}" dt="2026-04-29T06:26:33.332" v="7531" actId="20577"/>
          <ac:spMkLst>
            <pc:docMk/>
            <pc:sldMk cId="1758633135" sldId="613"/>
            <ac:spMk id="2" creationId="{D32B3AC5-AEF7-4F83-C4FA-794FCAB47188}"/>
          </ac:spMkLst>
        </pc:spChg>
        <pc:spChg chg="add del mod">
          <ac:chgData name="Singh, Paolo (CDR)" userId="8e74c7fb-7789-4b96-b003-a5a4a4a70b15" providerId="ADAL" clId="{204F7FE5-E4AF-4463-BC8A-3828B0C3341E}" dt="2026-04-29T06:26:53.284" v="7568" actId="5793"/>
          <ac:spMkLst>
            <pc:docMk/>
            <pc:sldMk cId="1758633135" sldId="613"/>
            <ac:spMk id="3" creationId="{4E704272-5F12-2EB9-D590-F09B874D6CC5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40:51.433" v="8008" actId="20577"/>
        <pc:sldMkLst>
          <pc:docMk/>
          <pc:sldMk cId="2432383471" sldId="614"/>
        </pc:sldMkLst>
        <pc:spChg chg="mod">
          <ac:chgData name="Singh, Paolo (CDR)" userId="8e74c7fb-7789-4b96-b003-a5a4a4a70b15" providerId="ADAL" clId="{204F7FE5-E4AF-4463-BC8A-3828B0C3341E}" dt="2026-04-29T06:34:54.486" v="7662" actId="20577"/>
          <ac:spMkLst>
            <pc:docMk/>
            <pc:sldMk cId="2432383471" sldId="614"/>
            <ac:spMk id="2" creationId="{FED732A6-4A0D-1116-15E8-722CBC6E5E80}"/>
          </ac:spMkLst>
        </pc:spChg>
        <pc:spChg chg="mod">
          <ac:chgData name="Singh, Paolo (CDR)" userId="8e74c7fb-7789-4b96-b003-a5a4a4a70b15" providerId="ADAL" clId="{204F7FE5-E4AF-4463-BC8A-3828B0C3341E}" dt="2026-04-29T06:40:51.433" v="8008" actId="20577"/>
          <ac:spMkLst>
            <pc:docMk/>
            <pc:sldMk cId="2432383471" sldId="614"/>
            <ac:spMk id="3" creationId="{9E09E486-C52A-9D67-C6F6-B794473C3A6C}"/>
          </ac:spMkLst>
        </pc:spChg>
      </pc:sldChg>
      <pc:sldChg chg="addSp modSp add mod">
        <pc:chgData name="Singh, Paolo (CDR)" userId="8e74c7fb-7789-4b96-b003-a5a4a4a70b15" providerId="ADAL" clId="{204F7FE5-E4AF-4463-BC8A-3828B0C3341E}" dt="2026-04-29T06:43:20.931" v="8263" actId="20577"/>
        <pc:sldMkLst>
          <pc:docMk/>
          <pc:sldMk cId="314914598" sldId="615"/>
        </pc:sldMkLst>
        <pc:spChg chg="mod">
          <ac:chgData name="Singh, Paolo (CDR)" userId="8e74c7fb-7789-4b96-b003-a5a4a4a70b15" providerId="ADAL" clId="{204F7FE5-E4AF-4463-BC8A-3828B0C3341E}" dt="2026-04-29T06:43:20.931" v="8263" actId="20577"/>
          <ac:spMkLst>
            <pc:docMk/>
            <pc:sldMk cId="314914598" sldId="615"/>
            <ac:spMk id="3" creationId="{433A0072-9079-8967-64F8-44EAABC8C0F7}"/>
          </ac:spMkLst>
        </pc:spChg>
        <pc:spChg chg="add mod">
          <ac:chgData name="Singh, Paolo (CDR)" userId="8e74c7fb-7789-4b96-b003-a5a4a4a70b15" providerId="ADAL" clId="{204F7FE5-E4AF-4463-BC8A-3828B0C3341E}" dt="2026-04-29T06:42:41.007" v="8206" actId="1076"/>
          <ac:spMkLst>
            <pc:docMk/>
            <pc:sldMk cId="314914598" sldId="615"/>
            <ac:spMk id="5" creationId="{6C41FCA5-0753-3F24-A535-9B8F49EE3575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52:06.137" v="8830" actId="20577"/>
        <pc:sldMkLst>
          <pc:docMk/>
          <pc:sldMk cId="2717207028" sldId="616"/>
        </pc:sldMkLst>
        <pc:spChg chg="mod">
          <ac:chgData name="Singh, Paolo (CDR)" userId="8e74c7fb-7789-4b96-b003-a5a4a4a70b15" providerId="ADAL" clId="{204F7FE5-E4AF-4463-BC8A-3828B0C3341E}" dt="2026-04-29T06:44:11.872" v="8276" actId="20577"/>
          <ac:spMkLst>
            <pc:docMk/>
            <pc:sldMk cId="2717207028" sldId="616"/>
            <ac:spMk id="2" creationId="{8B1AFED6-A6E7-778F-EA70-F51DD4917773}"/>
          </ac:spMkLst>
        </pc:spChg>
        <pc:spChg chg="mod">
          <ac:chgData name="Singh, Paolo (CDR)" userId="8e74c7fb-7789-4b96-b003-a5a4a4a70b15" providerId="ADAL" clId="{204F7FE5-E4AF-4463-BC8A-3828B0C3341E}" dt="2026-04-29T06:52:06.137" v="8830" actId="20577"/>
          <ac:spMkLst>
            <pc:docMk/>
            <pc:sldMk cId="2717207028" sldId="616"/>
            <ac:spMk id="3" creationId="{99E8CEB2-CAD5-16A3-713F-D06E258369E1}"/>
          </ac:spMkLst>
        </pc:spChg>
      </pc:sldChg>
      <pc:sldChg chg="modSp new mod">
        <pc:chgData name="Singh, Paolo (CDR)" userId="8e74c7fb-7789-4b96-b003-a5a4a4a70b15" providerId="ADAL" clId="{204F7FE5-E4AF-4463-BC8A-3828B0C3341E}" dt="2026-04-29T07:11:24.947" v="10065" actId="27636"/>
        <pc:sldMkLst>
          <pc:docMk/>
          <pc:sldMk cId="1231446998" sldId="617"/>
        </pc:sldMkLst>
        <pc:spChg chg="mod">
          <ac:chgData name="Singh, Paolo (CDR)" userId="8e74c7fb-7789-4b96-b003-a5a4a4a70b15" providerId="ADAL" clId="{204F7FE5-E4AF-4463-BC8A-3828B0C3341E}" dt="2026-04-29T07:04:34.404" v="9428" actId="20577"/>
          <ac:spMkLst>
            <pc:docMk/>
            <pc:sldMk cId="1231446998" sldId="617"/>
            <ac:spMk id="2" creationId="{D742A257-5454-433E-C0BB-AAE3F8C0F856}"/>
          </ac:spMkLst>
        </pc:spChg>
        <pc:spChg chg="mod">
          <ac:chgData name="Singh, Paolo (CDR)" userId="8e74c7fb-7789-4b96-b003-a5a4a4a70b15" providerId="ADAL" clId="{204F7FE5-E4AF-4463-BC8A-3828B0C3341E}" dt="2026-04-29T07:11:24.947" v="10065" actId="27636"/>
          <ac:spMkLst>
            <pc:docMk/>
            <pc:sldMk cId="1231446998" sldId="617"/>
            <ac:spMk id="3" creationId="{D01AF047-1C43-33E3-4BCF-C735C3F5921A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04:17.304" v="9386" actId="1076"/>
        <pc:sldMkLst>
          <pc:docMk/>
          <pc:sldMk cId="57147032" sldId="618"/>
        </pc:sldMkLst>
        <pc:spChg chg="mod">
          <ac:chgData name="Singh, Paolo (CDR)" userId="8e74c7fb-7789-4b96-b003-a5a4a4a70b15" providerId="ADAL" clId="{204F7FE5-E4AF-4463-BC8A-3828B0C3341E}" dt="2026-04-29T07:00:36.598" v="9099" actId="20577"/>
          <ac:spMkLst>
            <pc:docMk/>
            <pc:sldMk cId="57147032" sldId="618"/>
            <ac:spMk id="2" creationId="{AF958871-4288-4E0E-1F39-C6847EF5A592}"/>
          </ac:spMkLst>
        </pc:spChg>
        <pc:spChg chg="mod">
          <ac:chgData name="Singh, Paolo (CDR)" userId="8e74c7fb-7789-4b96-b003-a5a4a4a70b15" providerId="ADAL" clId="{204F7FE5-E4AF-4463-BC8A-3828B0C3341E}" dt="2026-04-29T07:04:17.304" v="9386" actId="1076"/>
          <ac:spMkLst>
            <pc:docMk/>
            <pc:sldMk cId="57147032" sldId="618"/>
            <ac:spMk id="3" creationId="{B12D5D01-65E2-2AF1-97F4-B8A220CE16E2}"/>
          </ac:spMkLst>
        </pc:spChg>
      </pc:sldChg>
      <pc:sldChg chg="modSp new mod">
        <pc:chgData name="Singh, Paolo (CDR)" userId="8e74c7fb-7789-4b96-b003-a5a4a4a70b15" providerId="ADAL" clId="{204F7FE5-E4AF-4463-BC8A-3828B0C3341E}" dt="2026-04-29T07:22:41.641" v="10653" actId="20577"/>
        <pc:sldMkLst>
          <pc:docMk/>
          <pc:sldMk cId="1615008887" sldId="619"/>
        </pc:sldMkLst>
        <pc:spChg chg="mod">
          <ac:chgData name="Singh, Paolo (CDR)" userId="8e74c7fb-7789-4b96-b003-a5a4a4a70b15" providerId="ADAL" clId="{204F7FE5-E4AF-4463-BC8A-3828B0C3341E}" dt="2026-04-29T07:12:21.868" v="10123" actId="20577"/>
          <ac:spMkLst>
            <pc:docMk/>
            <pc:sldMk cId="1615008887" sldId="619"/>
            <ac:spMk id="2" creationId="{F819F26E-FF91-C292-43F9-A2F5AAB19A91}"/>
          </ac:spMkLst>
        </pc:spChg>
        <pc:spChg chg="mod">
          <ac:chgData name="Singh, Paolo (CDR)" userId="8e74c7fb-7789-4b96-b003-a5a4a4a70b15" providerId="ADAL" clId="{204F7FE5-E4AF-4463-BC8A-3828B0C3341E}" dt="2026-04-29T07:22:41.641" v="10653" actId="20577"/>
          <ac:spMkLst>
            <pc:docMk/>
            <pc:sldMk cId="1615008887" sldId="619"/>
            <ac:spMk id="3" creationId="{1E20839A-1EAD-1005-CE1A-E63FE417ED56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22:25.864" v="10645" actId="20577"/>
        <pc:sldMkLst>
          <pc:docMk/>
          <pc:sldMk cId="2922664237" sldId="620"/>
        </pc:sldMkLst>
        <pc:spChg chg="mod">
          <ac:chgData name="Singh, Paolo (CDR)" userId="8e74c7fb-7789-4b96-b003-a5a4a4a70b15" providerId="ADAL" clId="{204F7FE5-E4AF-4463-BC8A-3828B0C3341E}" dt="2026-04-29T07:22:25.864" v="10645" actId="20577"/>
          <ac:spMkLst>
            <pc:docMk/>
            <pc:sldMk cId="2922664237" sldId="620"/>
            <ac:spMk id="3" creationId="{6C2C452E-34D3-D26E-751F-9B440C67F176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31:05.320" v="11108" actId="27636"/>
        <pc:sldMkLst>
          <pc:docMk/>
          <pc:sldMk cId="3902756539" sldId="621"/>
        </pc:sldMkLst>
        <pc:spChg chg="mod">
          <ac:chgData name="Singh, Paolo (CDR)" userId="8e74c7fb-7789-4b96-b003-a5a4a4a70b15" providerId="ADAL" clId="{204F7FE5-E4AF-4463-BC8A-3828B0C3341E}" dt="2026-04-29T07:31:05.320" v="11108" actId="27636"/>
          <ac:spMkLst>
            <pc:docMk/>
            <pc:sldMk cId="3902756539" sldId="621"/>
            <ac:spMk id="3" creationId="{438B4B37-F67F-DDFB-486E-DE570A909038}"/>
          </ac:spMkLst>
        </pc:spChg>
      </pc:sldChg>
      <pc:sldChg chg="add">
        <pc:chgData name="Singh, Paolo (CDR)" userId="8e74c7fb-7789-4b96-b003-a5a4a4a70b15" providerId="ADAL" clId="{204F7FE5-E4AF-4463-BC8A-3828B0C3341E}" dt="2026-04-29T07:31:30.479" v="11109"/>
        <pc:sldMkLst>
          <pc:docMk/>
          <pc:sldMk cId="559552188" sldId="622"/>
        </pc:sldMkLst>
      </pc:sldChg>
      <pc:sldChg chg="addSp delSp modSp new mod">
        <pc:chgData name="Singh, Paolo (CDR)" userId="8e74c7fb-7789-4b96-b003-a5a4a4a70b15" providerId="ADAL" clId="{204F7FE5-E4AF-4463-BC8A-3828B0C3341E}" dt="2026-04-29T15:39:10.269" v="11150" actId="478"/>
        <pc:sldMkLst>
          <pc:docMk/>
          <pc:sldMk cId="2370147333" sldId="623"/>
        </pc:sldMkLst>
        <pc:spChg chg="mod">
          <ac:chgData name="Singh, Paolo (CDR)" userId="8e74c7fb-7789-4b96-b003-a5a4a4a70b15" providerId="ADAL" clId="{204F7FE5-E4AF-4463-BC8A-3828B0C3341E}" dt="2026-04-29T15:39:01.097" v="11148" actId="20577"/>
          <ac:spMkLst>
            <pc:docMk/>
            <pc:sldMk cId="2370147333" sldId="623"/>
            <ac:spMk id="2" creationId="{9B7E52ED-5410-C2CA-78B8-F50C79847721}"/>
          </ac:spMkLst>
        </pc:spChg>
        <pc:spChg chg="add del">
          <ac:chgData name="Singh, Paolo (CDR)" userId="8e74c7fb-7789-4b96-b003-a5a4a4a70b15" providerId="ADAL" clId="{204F7FE5-E4AF-4463-BC8A-3828B0C3341E}" dt="2026-04-29T15:39:10.269" v="11150" actId="478"/>
          <ac:spMkLst>
            <pc:docMk/>
            <pc:sldMk cId="2370147333" sldId="623"/>
            <ac:spMk id="3" creationId="{C07CAAEB-BAF9-536E-3C67-BE20F82D4899}"/>
          </ac:spMkLst>
        </pc:spChg>
      </pc:sldChg>
      <pc:sldChg chg="modSp add mod">
        <pc:chgData name="Singh, Paolo (CDR)" userId="8e74c7fb-7789-4b96-b003-a5a4a4a70b15" providerId="ADAL" clId="{204F7FE5-E4AF-4463-BC8A-3828B0C3341E}" dt="2026-04-29T15:44:01.137" v="11222" actId="20577"/>
        <pc:sldMkLst>
          <pc:docMk/>
          <pc:sldMk cId="373004970" sldId="624"/>
        </pc:sldMkLst>
        <pc:spChg chg="mod">
          <ac:chgData name="Singh, Paolo (CDR)" userId="8e74c7fb-7789-4b96-b003-a5a4a4a70b15" providerId="ADAL" clId="{204F7FE5-E4AF-4463-BC8A-3828B0C3341E}" dt="2026-04-29T15:44:01.137" v="11222" actId="20577"/>
          <ac:spMkLst>
            <pc:docMk/>
            <pc:sldMk cId="373004970" sldId="624"/>
            <ac:spMk id="3" creationId="{DAA3E5C0-C698-C288-9FC7-22108773A412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">
      <pc:chgData name="Singh, Paolo (CDR)" userId="8e74c7fb-7789-4b96-b003-a5a4a4a70b15" providerId="ADAL" clId="{07EA12FF-6538-58A0-B870-149C394003F4}" dt="2026-04-28T14:30:49.140" v="410" actId="255"/>
      <pc:docMkLst>
        <pc:docMk/>
      </pc:docMkLst>
      <pc:sldChg chg="modSp mod">
        <pc:chgData name="Singh, Paolo (CDR)" userId="8e74c7fb-7789-4b96-b003-a5a4a4a70b15" providerId="ADAL" clId="{07EA12FF-6538-58A0-B870-149C394003F4}" dt="2026-04-28T14:30:49.140" v="410" actId="255"/>
        <pc:sldMkLst>
          <pc:docMk/>
          <pc:sldMk cId="1034441701" sldId="258"/>
        </pc:sldMkLst>
        <pc:spChg chg="mod">
          <ac:chgData name="Singh, Paolo (CDR)" userId="8e74c7fb-7789-4b96-b003-a5a4a4a70b15" providerId="ADAL" clId="{07EA12FF-6538-58A0-B870-149C394003F4}" dt="2026-04-28T14:30:49.140" v="410" actId="255"/>
          <ac:spMkLst>
            <pc:docMk/>
            <pc:sldMk cId="1034441701" sldId="258"/>
            <ac:spMk id="3" creationId="{73529452-E667-7C57-E02E-229B97D8FED5}"/>
          </ac:spMkLst>
        </pc:spChg>
      </pc:sldChg>
      <pc:sldChg chg="modSp new mod">
        <pc:chgData name="Singh, Paolo (CDR)" userId="8e74c7fb-7789-4b96-b003-a5a4a4a70b15" providerId="ADAL" clId="{07EA12FF-6538-58A0-B870-149C394003F4}" dt="2026-04-26T21:38:30.462" v="23" actId="20577"/>
        <pc:sldMkLst>
          <pc:docMk/>
          <pc:sldMk cId="121976375" sldId="572"/>
        </pc:sldMkLst>
        <pc:spChg chg="mod">
          <ac:chgData name="Singh, Paolo (CDR)" userId="8e74c7fb-7789-4b96-b003-a5a4a4a70b15" providerId="ADAL" clId="{07EA12FF-6538-58A0-B870-149C394003F4}" dt="2026-04-26T21:38:23.723" v="7" actId="20577"/>
          <ac:spMkLst>
            <pc:docMk/>
            <pc:sldMk cId="121976375" sldId="572"/>
            <ac:spMk id="2" creationId="{ADF82B76-2980-10DB-3229-B93D199A7A14}"/>
          </ac:spMkLst>
        </pc:spChg>
        <pc:spChg chg="mod">
          <ac:chgData name="Singh, Paolo (CDR)" userId="8e74c7fb-7789-4b96-b003-a5a4a4a70b15" providerId="ADAL" clId="{07EA12FF-6538-58A0-B870-149C394003F4}" dt="2026-04-26T21:38:30.462" v="23" actId="20577"/>
          <ac:spMkLst>
            <pc:docMk/>
            <pc:sldMk cId="121976375" sldId="572"/>
            <ac:spMk id="3" creationId="{248F0709-AE14-12BC-8E08-17220344F6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90AB-E586-32D9-56E4-F46963E6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63BD8-A3DC-6AA5-729B-C30D7E48A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EA6961-BB06-CA87-05F7-0A0A84F848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EA6961-BB06-CA87-05F7-0A0A84F848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0C29-1A0A-5AA2-86D3-4CE0CCCD3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8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5BCFA-055C-5BDF-FB9D-8C0CC91D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F6C06-DF2F-4BAA-B1FB-3F7C452EF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D045ED5-57BF-3AAE-32C5-7036D3B68F0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C0B09-8916-D26D-B2E4-4EEE09BEC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4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1866-0E16-4D9D-C5B7-BE74F250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0849E-0659-8670-44D4-2C81ECA99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840E231-D55E-DAFA-90C1-5A6E583635C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9C106-4E1B-2A26-A026-491CA266F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94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D6630-A92B-387E-92C4-66E6BEE7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03A33-4B6E-E76F-970B-4FA6FCB9C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F3D8DE5-2463-5279-6C14-E7133B591C5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F3D8DE5-2463-5279-6C14-E7133B591C5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0A5B-B570-480B-73F3-512A591C1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11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67DE-5C19-A39B-8EB5-61591245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CDB1-BC7D-0D8D-32CD-58D2DB0F1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703B1C5-23DD-FAEA-349E-5A4A15596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703B1C5-23DD-FAEA-349E-5A4A15596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3B2A9-3A19-869B-FE96-F1F4ED18B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7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A489-77FE-C69C-4AD9-55E393B1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A1E63-9B54-BD84-947D-E14FEB87E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CABA2E1-CB11-4CC2-D368-6B042956D6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CABA2E1-CB11-4CC2-D368-6B042956D6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4117-527E-057C-7F52-AF5B9FF05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7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Influential points are not “mistakes”, just points that the model depends on more heavily than others. The question is whether that dependence is appropriate for our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5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15435-0856-5E83-71DA-3B73EA9A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DD058-B02B-F179-3940-21E22DB68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C3631-2270-217A-9A09-701B034E4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3C4DF-3F0F-BDA7-C78C-9EF090C5B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74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Dosage vs age on medication effects</a:t>
            </a:r>
          </a:p>
          <a:p>
            <a:r>
              <a:rPr lang="en-US" dirty="0"/>
              <a:t>Exercise vs diet on reduction of cholesterol</a:t>
            </a:r>
          </a:p>
          <a:p>
            <a:r>
              <a:rPr lang="en-US" dirty="0"/>
              <a:t>Aircraft weight vs headwind on fuel consumption per nautical mile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3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SHcIHMxhb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Leverage and Interaction of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2B76-2980-10DB-3229-B93D199A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F0709-AE14-12BC-8E08-17220344F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lab session today</a:t>
            </a:r>
          </a:p>
          <a:p>
            <a:r>
              <a:rPr lang="en-US" dirty="0"/>
              <a:t>(Short) lab assignment will be posted tomorrow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8723E-4869-4EB7-E538-80CC0AF39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ISLP/R: Chapter 3.2 and 3.6</a:t>
            </a:r>
          </a:p>
          <a:p>
            <a:r>
              <a:rPr lang="en-US" dirty="0"/>
              <a:t>TALR: Chapter 17</a:t>
            </a:r>
          </a:p>
          <a:p>
            <a:endParaRPr lang="en-US" dirty="0"/>
          </a:p>
          <a:p>
            <a:r>
              <a:rPr lang="en-US" sz="2600" i="1" dirty="0"/>
              <a:t>Advanced Regression – Categorical X variables and interaction terms.</a:t>
            </a:r>
            <a:r>
              <a:rPr lang="en-US" sz="2600" dirty="0"/>
              <a:t> </a:t>
            </a:r>
            <a:r>
              <a:rPr lang="en-US" sz="2600" dirty="0" err="1"/>
              <a:t>zedstatistics</a:t>
            </a:r>
            <a:r>
              <a:rPr lang="en-US" sz="2600" dirty="0"/>
              <a:t>: </a:t>
            </a:r>
            <a:r>
              <a:rPr lang="en-US" sz="2600" dirty="0">
                <a:hlinkClick r:id="rId2"/>
              </a:rPr>
              <a:t>https://www.youtube.com/watch?v=HSHcIHMxhbE</a:t>
            </a:r>
            <a:r>
              <a:rPr lang="en-US" sz="2600" dirty="0"/>
              <a:t> </a:t>
            </a:r>
            <a:endParaRPr lang="en-US" sz="2600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ADD5-4078-BCDB-0EB8-FF4164C8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90E4-99BB-5683-D8ED-3D1397EF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796A7-1398-89C3-B71E-739A4331F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AB7B9-59B5-5BEB-2484-B4867D85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C62BF2-EE51-996C-F6B0-F060938C9A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3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52ED-5410-C2CA-78B8-F50C7984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Reflections on Yesterday’s Video?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CAAEB-BAF9-536E-3C67-BE20F82D4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FDD14-BB41-5A4B-D57E-8BB93D76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47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C3F1-0A2B-BF0B-37BF-BDA89B39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06FF-0829-14AF-BC8B-5B2BEEB7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Reflections on Yesterday’s Video?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3E5C0-C698-C288-9FC7-22108773A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Coefficients of indicator/binary variables?</a:t>
            </a:r>
          </a:p>
          <a:p>
            <a:r>
              <a:rPr lang="en-US" dirty="0"/>
              <a:t>Reference Category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06214-8803-1AF4-9745-5DEA3CE0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2244B-1FBA-3962-F7AA-90F20525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1BC0-1BDB-AFC0-10DA-7637585F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25A30-C398-93DE-8C28-0F741D28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3D30B-E871-BE27-A367-A3EE4B50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9263A-5CBD-BA38-D5F0-E47DAA453F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07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DE53-764A-56F7-2897-A79ACBBE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Residuals vs Leverage (Cook’s Distance)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E721-4765-6CDE-8DAD-9D7F43B6F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plot(fit, which = 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9D0A-3774-5792-EB11-0F11FEAD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CFD3F-CAE6-EB3F-4056-49FD9E043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51" y="1356519"/>
            <a:ext cx="5289550" cy="52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796C-3B0E-D58D-9134-878281A4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(Studentized) Residuals vs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B39E-C3C6-4367-9B48-EF3C50633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06E2-3E64-7B7A-F1CA-569322E2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798B7-6136-D13A-BFF6-5B4E12EB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67" y="1546331"/>
            <a:ext cx="6179147" cy="472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0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5F8B-06C4-D11A-1F54-B65E6ECE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8AA8-6782-5A4A-CAAD-588FF325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BC445-B421-B658-43D1-36DADBFB8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Influence</a:t>
                </a:r>
                <a:r>
                  <a:rPr lang="en-US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because each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i="1" dirty="0"/>
                  <a:t>linear combination* </a:t>
                </a:r>
                <a:r>
                  <a:rPr lang="en-US" dirty="0"/>
                  <a:t>of the observed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*Remember: matrix-vector multiplication is a linear combination of the entries of the vector we are multiplying.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BC445-B421-B658-43D1-36DADBFB8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1217" t="-2114" r="-696" b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6974B-E1E5-D2E8-0332-D11B33F9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89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B63F-6F7C-C246-0F47-77617185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27BB-4A2D-58AA-EC71-9683EF6B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B7E0B4-7E33-F688-7759-25764DA0D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Influence</a:t>
                </a:r>
                <a:r>
                  <a:rPr lang="en-US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Translation: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B7E0B4-7E33-F688-7759-25764DA0D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4EE2C-B4D7-7878-A19B-7E282799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7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F9C9-B3E4-7947-F67C-36F99CD8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3BA3E-3DB6-2F55-22E3-3D82AFDD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A07F8-F530-BB1D-BF6C-AAEF15364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Influence</a:t>
                </a:r>
                <a:r>
                  <a:rPr lang="en-US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Alternatively: the sensitivity of a fitted value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to a change in the observation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A07F8-F530-BB1D-BF6C-AAEF15364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60C65-86D2-E22B-67C5-9DC2A156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6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CF6A-E774-1FDD-4FEA-FF343908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3E12-DB46-937F-00C1-4CE0FD33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BF945-59B9-6010-8AA9-EC3AA4A07A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Now, if we consider the diagonals of the hat matrix: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are looking at how much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affect its own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This is </a:t>
                </a:r>
                <a:r>
                  <a:rPr lang="en-US" i="1" dirty="0"/>
                  <a:t>leverage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BF945-59B9-6010-8AA9-EC3AA4A07A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217" t="-238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92956-5E7A-FB40-CE3B-F8F26026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62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D69A-BC8F-41EF-0877-0973D663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8A98-71F5-0D78-3C34-068AA913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11B6-3AC8-9775-0AEC-91D60308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96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horizontal axis on this plot is the </a:t>
            </a:r>
            <a:r>
              <a:rPr lang="en-US" i="1" dirty="0"/>
              <a:t>leverage, </a:t>
            </a:r>
            <a:r>
              <a:rPr lang="en-US" dirty="0"/>
              <a:t>which is unitless.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7B9FA-C010-12D9-F27F-2E11C7FE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E1C42-CAA3-7B43-C502-21BC8A14E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839" y="479188"/>
            <a:ext cx="5877161" cy="58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53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A8F01-75A6-692B-2B4A-6E1D0496D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4400"/>
            <a:ext cx="5943600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3A948-E8F2-FC9F-35C2-4F70CBF3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914400"/>
            <a:ext cx="5943600" cy="594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DCB10-9DA1-E621-ABB1-77D4B30B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SLR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772B2-F8A3-A2AC-E7D8-6965F8A2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967A-8DDC-1D1B-4BAA-16D40555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82CB6-FF63-7E87-4C5C-BD58D7346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7886" cy="4351338"/>
          </a:xfrm>
        </p:spPr>
        <p:txBody>
          <a:bodyPr/>
          <a:lstStyle/>
          <a:p>
            <a:r>
              <a:rPr lang="en-US" dirty="0"/>
              <a:t>Intuition: High leverage points lie far from the center of mass of the other observations. The linear model has to “reach” further to get to them.</a:t>
            </a:r>
          </a:p>
          <a:p>
            <a:r>
              <a:rPr lang="en-US" dirty="0"/>
              <a:t>They also have fewer other “nearby” observations to stabilize the regression line near that 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1726-E171-2F95-16FF-C413A567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E7299-98B1-54C5-D734-E0C6CA93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914400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80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4C23-7D96-CB21-DBDA-2C19B646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720D-6024-AF2E-2A13-0C8FDEDD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96F1-21FF-F233-BB4D-225F5085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96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horizontal axis on this plot is the </a:t>
            </a:r>
            <a:r>
              <a:rPr lang="en-US" i="1" dirty="0"/>
              <a:t>leverage, </a:t>
            </a:r>
            <a:r>
              <a:rPr lang="en-US" dirty="0"/>
              <a:t>which is unitless.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look for data points with high leverage.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what is considered “high?”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38CAE-0CAD-D5D3-21B6-98BE806D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98A8F-94DE-98F0-25E5-B3C8D9F23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839" y="479188"/>
            <a:ext cx="5877161" cy="58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1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573B-B67D-3C44-9FB6-1A338463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F32AA5-34C5-9B5A-F31A-02C46F0401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turns out that the trace of the Hat matrix is given by: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But why?!</a:t>
                </a:r>
              </a:p>
              <a:p>
                <a:pPr lvl="1"/>
                <a:r>
                  <a:rPr lang="en-US" dirty="0"/>
                  <a:t>This is a property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being an orthogonal projection matrix.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decomposes the data into two subspaces:</a:t>
                </a:r>
              </a:p>
              <a:p>
                <a:pPr lvl="2"/>
                <a:r>
                  <a:rPr lang="en-US" dirty="0"/>
                  <a:t>The column space of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lives)</a:t>
                </a:r>
              </a:p>
              <a:p>
                <a:pPr lvl="2"/>
                <a:r>
                  <a:rPr lang="en-US" dirty="0"/>
                  <a:t>The orthogonal complement (where the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live)</a:t>
                </a:r>
              </a:p>
              <a:p>
                <a:pPr lvl="1"/>
                <a:r>
                  <a:rPr lang="en-US" b="1" i="1" dirty="0"/>
                  <a:t>What is the dimension of each?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F32AA5-34C5-9B5A-F31A-02C46F040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FE821-669B-B9BF-B6E2-27A3466D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62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05D2-3BFD-E443-0225-617D97A7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69C9-5FC6-C412-6312-942AD621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65F3-B698-888C-0133-419F493BAB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Therefore, the trace of the hat matrix gives us a way to gauge the leverage of an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 i="1" dirty="0"/>
                  <a:t>.</a:t>
                </a:r>
              </a:p>
              <a:p>
                <a:r>
                  <a:rPr lang="en-US" dirty="0"/>
                  <a:t>Since the trace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the sum of the diagonal entries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we have the </a:t>
                </a:r>
                <a:r>
                  <a:rPr lang="en-US" i="1" dirty="0"/>
                  <a:t>average leverage </a:t>
                </a:r>
                <a:br>
                  <a:rPr lang="en-US" i="1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65F3-B698-888C-0133-419F493BA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928" t="-2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A4279-57C7-C15D-1DFA-B7F48549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50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33EE-9A06-2FDB-DF09-0111228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90296-9733-0397-BD25-BED1514B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8945E-437B-DEC0-6ABA-294A64C94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  <a:p>
                <a:r>
                  <a:rPr lang="en-US" dirty="0"/>
                  <a:t>Textbooks and software typically use 2x or 3x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as thresholds.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8945E-437B-DEC0-6ABA-294A64C94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7F366-00DB-0D41-081D-90FF555E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1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1FE41-1485-70C7-3988-CEBE1779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84" y="980839"/>
            <a:ext cx="5877161" cy="5877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D2E3B4-C86A-B2BA-9346-F9CD301A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data: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A0443-53D8-B5CB-3F78-323375D1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78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6E0D-3F9E-34C7-FB6B-D9819530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B176-BD68-6547-FEB4-0DDC4E19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8F0F8-0BB7-5505-2CFE-CC92583DE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  <a:p>
                <a:r>
                  <a:rPr lang="en-US" dirty="0"/>
                  <a:t>Textbooks and software typically use 2x or 3x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as thresholds.</a:t>
                </a:r>
              </a:p>
              <a:p>
                <a:r>
                  <a:rPr lang="en-US" dirty="0"/>
                  <a:t>Rules of thumb can be constraining. Ex: “We should invoke the CLT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.” </a:t>
                </a:r>
              </a:p>
              <a:p>
                <a:pPr lvl="1"/>
                <a:r>
                  <a:rPr lang="en-US" dirty="0"/>
                  <a:t>It’s better to understand the data.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8F0F8-0BB7-5505-2CFE-CC92583DE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9A692-F62D-6417-E5B2-1832F8E7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64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A167-F983-7EB5-C32D-10911ED4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Cook’s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70D9C-50AF-E56A-260B-CDAD2F377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Leverage tells us how far a point is in predictor space. </a:t>
                </a:r>
              </a:p>
              <a:p>
                <a:r>
                  <a:rPr lang="en-US" dirty="0"/>
                  <a:t>Residuals tell us how far a point is in response space.</a:t>
                </a:r>
              </a:p>
              <a:p>
                <a:r>
                  <a:rPr lang="en-US" b="1" dirty="0"/>
                  <a:t>Cook’s distance combines both to measure how much the fitted model would change if we removed that point.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 be the vector of predicted values after removing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Cook’s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given by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𝑚𝑢𝑐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𝑎𝑛𝑔𝑒𝑠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𝑟𝑒𝑚𝑜𝑣𝑒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𝑜𝑏𝑠𝑒𝑟𝑣𝑎𝑡𝑖𝑜𝑛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𝑠𝑞𝑢𝑎𝑟𝑒𝑑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𝑟𝑒𝑠𝑖𝑑𝑢𝑎𝑙𝑠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70D9C-50AF-E56A-260B-CDAD2F377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  <a:blipFill>
                <a:blip r:embed="rId2"/>
                <a:stretch>
                  <a:fillRect l="-926" t="-2381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7FDC7-9763-912C-4F42-21C822B8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79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5152-9BB4-6F61-41D2-F88F2C3E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EA71-0A3A-A4BD-C098-1492D3F8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Cook’s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6E64D-000E-2A1D-6F7D-B1F06DB6D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𝑚𝑢𝑐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𝑎𝑛𝑔𝑒𝑠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𝑟𝑒𝑚𝑜𝑣𝑒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𝑜𝑏𝑠𝑒𝑟𝑣𝑎𝑡𝑖𝑜𝑛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𝑠𝑞𝑢𝑎𝑟𝑒𝑑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𝑟𝑒𝑠𝑖𝑑𝑢𝑎𝑙𝑠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Interpretation:</a:t>
                </a:r>
              </a:p>
              <a:p>
                <a:pPr lvl="1"/>
                <a:r>
                  <a:rPr lang="en-US" dirty="0"/>
                  <a:t>Cook’s distance is </a:t>
                </a:r>
                <a:r>
                  <a:rPr lang="en-US" b="1" dirty="0"/>
                  <a:t>large</a:t>
                </a:r>
                <a:r>
                  <a:rPr lang="en-US" dirty="0"/>
                  <a:t> when removing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changes the fitted surface more than the total residual variation of the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6E64D-000E-2A1D-6F7D-B1F06DB6D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  <a:blipFill>
                <a:blip r:embed="rId2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2C41-6DAF-A233-2B89-4AFF6CA0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187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E61D4-2DA6-3645-213A-0B4A7C5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940B2E-9CAC-9E1F-D596-C59FD3CEC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84" y="980839"/>
            <a:ext cx="5877161" cy="5877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280E49-8436-F27A-F8BD-D1B97AFA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data: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8180-E85E-6D72-0624-7D3946C9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9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943E-CFE8-AE0F-9A8F-D8A60D61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9573" cy="1325563"/>
          </a:xfrm>
        </p:spPr>
        <p:txBody>
          <a:bodyPr/>
          <a:lstStyle/>
          <a:p>
            <a:r>
              <a:rPr lang="en-US" dirty="0"/>
              <a:t>Should We Remove that Highly Influential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F85C8-0A46-CF4C-4634-D40BA28C5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always, </a:t>
            </a:r>
            <a:r>
              <a:rPr lang="en-US" i="1" dirty="0"/>
              <a:t>it depends.</a:t>
            </a:r>
          </a:p>
          <a:p>
            <a:r>
              <a:rPr lang="en-US" dirty="0"/>
              <a:t>Starting with EDA allows us to understand what the data is telling us in the first place.</a:t>
            </a:r>
          </a:p>
          <a:p>
            <a:r>
              <a:rPr lang="en-US" dirty="0"/>
              <a:t>Influential is not the same as “bad”</a:t>
            </a:r>
          </a:p>
          <a:p>
            <a:r>
              <a:rPr lang="en-US" dirty="0"/>
              <a:t>Sometimes influential points indicate that we are using the wrong model and need a transformation.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B6AAE-D039-378E-FE07-5921218D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64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C4E3-B9D4-8C75-339B-4764BA4B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or Remove?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FB82-17E5-7964-8A16-F41E8DB3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entry error: Someone typed age 400 instead of 40.</a:t>
            </a:r>
          </a:p>
          <a:p>
            <a:r>
              <a:rPr lang="en-US" dirty="0"/>
              <a:t>An exceptionally tall basketball player in a height dataset.</a:t>
            </a:r>
          </a:p>
          <a:p>
            <a:r>
              <a:rPr lang="en-US" dirty="0"/>
              <a:t>A large mansion-sized home in a real estate dataset.</a:t>
            </a:r>
          </a:p>
          <a:p>
            <a:r>
              <a:rPr lang="en-US" dirty="0"/>
              <a:t>A fast aircraft in a performance dataset.</a:t>
            </a:r>
          </a:p>
          <a:p>
            <a:r>
              <a:rPr lang="en-US" dirty="0"/>
              <a:t>A group of influential points at the beginning and end of a population growth model.</a:t>
            </a:r>
          </a:p>
          <a:p>
            <a:r>
              <a:rPr lang="en-US" dirty="0"/>
              <a:t>Influential points show up periodically in a temperature vs day of the year relationship with a linear fit.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821EE-6A4C-EA03-A1E1-051830B0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78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FB8E-C40F-AA7C-AC1D-ECFCD61E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7400-CA30-F727-8BC8-75D9B341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9573" cy="1325563"/>
          </a:xfrm>
        </p:spPr>
        <p:txBody>
          <a:bodyPr/>
          <a:lstStyle/>
          <a:p>
            <a:r>
              <a:rPr lang="en-US" dirty="0"/>
              <a:t>Should We Remove that Highly Influential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2EA1-40D3-3AD5-1EFE-CFC86CAD0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Bottom line:</a:t>
            </a:r>
          </a:p>
          <a:p>
            <a:r>
              <a:rPr lang="en-US" dirty="0"/>
              <a:t>Can we use the influential points to modify or transform our model?</a:t>
            </a:r>
          </a:p>
          <a:p>
            <a:r>
              <a:rPr lang="en-US" dirty="0"/>
              <a:t>Does removing the observation support repeatable results, and is it defensible to do so?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is where your judgment as an operations analyst come into play.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33953-6A4F-2F28-1BB6-966E720C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26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2F08E-A5D4-E20A-86D9-AFFE61C2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B145-3ED7-3706-55CB-5F1B2824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D9F8-C79C-C465-0876-423BDDF2F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30585-9442-2055-06F7-C42CFD3B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F74B04-B52E-7938-6E49-E9B074AA45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52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0BF9-EAAD-18BC-D48C-598CFE34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2B14-75C7-EA6B-30F3-C236FA3E6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 far, when we have talked about transforming predictors, we have applied transformations to single predictors at a time. </a:t>
                </a:r>
                <a:br>
                  <a:rPr lang="en-US" dirty="0"/>
                </a:b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 </a:t>
                </a:r>
                <a:r>
                  <a:rPr lang="en-US" i="1" dirty="0"/>
                  <a:t>interaction</a:t>
                </a:r>
                <a:r>
                  <a:rPr lang="en-US" dirty="0"/>
                  <a:t> between predictors is modeled as a multiplication: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rgbClr val="0432FF"/>
                    </a:solidFill>
                  </a:rPr>
                  <a:t> </a:t>
                </a:r>
                <a:r>
                  <a:rPr lang="en-US" b="0" dirty="0"/>
                  <a:t>is the coefficient for our </a:t>
                </a:r>
                <a:r>
                  <a:rPr lang="en-US" b="0" i="1" dirty="0"/>
                  <a:t>interaction term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2B14-75C7-EA6B-30F3-C236FA3E6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23BE-3865-8D41-C2CC-F1010B3B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33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1FF1-0109-82D7-4198-C98CB572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FA7B-A700-4373-5EB9-245CD92C9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we want to build a model to explain the salary of Google employees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where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𝐸𝑚𝑝𝑙𝑜𝑦𝑒𝑒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	e.g., 34.6 years old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𝐵𝑎𝑐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𝐷𝑒𝑔𝑟𝑒𝑒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has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does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have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dirty="0"/>
                  <a:t>			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FA7B-A700-4373-5EB9-245CD92C9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02E33-80AB-5944-13E8-FDBB03A1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12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3588-782F-2F05-F348-FF277225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CF96E-5B96-7A0F-0B5C-D6901AF95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A3CAC-49A8-A37E-3C5F-4F8B0D11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2ED24-9ECF-3B25-D13D-EA3F0BC0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527" y="2375609"/>
            <a:ext cx="6794946" cy="39009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120133-E59D-B0F6-F722-AD8A465D752B}"/>
                  </a:ext>
                </a:extLst>
              </p:cNvPr>
              <p:cNvSpPr txBox="1"/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120133-E59D-B0F6-F722-AD8A465D7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911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D0FF-7D00-4B77-B617-B43130F7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6DD0-E11D-3D0C-9967-2E086C28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61863-EC6B-9951-8567-98AD2ED83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3E9AF-B426-D99B-FB74-E1C7AE26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3B3BC-6CD7-9F4D-95F0-5E6ADF85C877}"/>
                  </a:ext>
                </a:extLst>
              </p:cNvPr>
              <p:cNvSpPr txBox="1"/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3B3BC-6CD7-9F4D-95F0-5E6ADF85C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34EBD86-1F0D-64DB-5B43-EF9B8412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00" y="2375609"/>
            <a:ext cx="6846798" cy="39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92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0834-09CB-0567-F3C3-CF107F54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E2EA-A266-CF66-DBB9-DF684091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DA4C-7265-095A-A018-CEF3D2D3C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3D8D-8122-6B71-6A27-0DEF4BCE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BE581-8A7E-C9A1-0506-C06B6FF80C4E}"/>
                  </a:ext>
                </a:extLst>
              </p:cNvPr>
              <p:cNvSpPr txBox="1"/>
              <p:nvPr/>
            </p:nvSpPr>
            <p:spPr>
              <a:xfrm>
                <a:off x="1" y="1585838"/>
                <a:ext cx="1219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BE581-8A7E-C9A1-0506-C06B6FF80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585838"/>
                <a:ext cx="12192000" cy="430887"/>
              </a:xfrm>
              <a:prstGeom prst="rect">
                <a:avLst/>
              </a:prstGeom>
              <a:blipFill>
                <a:blip r:embed="rId2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CF4BE76-57B2-15D1-0914-A3AA3E5E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00" y="2375609"/>
            <a:ext cx="6846798" cy="39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7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A0A6-0205-B133-FD6F-62FEA83F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6FD75-4FCB-76A3-8F64-92435CFBE6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Required when one of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affects the relationship between another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the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Our Google employee 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𝐸𝑚𝑝𝑙𝑜𝑦𝑒𝑒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𝐴𝑔𝑒</m:t>
                    </m:r>
                  </m:oMath>
                </a14:m>
                <a:r>
                  <a:rPr lang="en-US" dirty="0"/>
                  <a:t> affects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𝐵𝑎𝑐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𝑑𝑒𝑔𝑟𝑒𝑒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𝑆𝑎𝑙𝑎𝑟𝑦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Rephrasing: “Does the impact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change with different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?”</a:t>
                </a:r>
              </a:p>
              <a:p>
                <a:pPr lvl="1"/>
                <a:r>
                  <a:rPr lang="en-US" sz="2800" dirty="0"/>
                  <a:t>Examples?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6FD75-4FCB-76A3-8F64-92435CFBE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C829D-6B20-F5D2-06FF-C4E84E54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38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0EF6-A94C-73FB-D963-1F92D762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Interaction Terms are NOT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11AA-B043-E37E-B9FE-B11090DA2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Common misconception</a:t>
                </a:r>
              </a:p>
              <a:p>
                <a:r>
                  <a:rPr lang="en-US" dirty="0"/>
                  <a:t>We need to include an interaction term when we see correlation between predictors.</a:t>
                </a:r>
              </a:p>
              <a:p>
                <a:r>
                  <a:rPr lang="en-US" dirty="0"/>
                  <a:t>This is false. Just because we see might see correlation in EDA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does </a:t>
                </a:r>
                <a:r>
                  <a:rPr lang="en-US" b="1" dirty="0"/>
                  <a:t>not</a:t>
                </a:r>
                <a:r>
                  <a:rPr lang="en-US" dirty="0"/>
                  <a:t> mean we have an interaction.</a:t>
                </a:r>
              </a:p>
              <a:p>
                <a:pPr lvl="1"/>
                <a:r>
                  <a:rPr lang="en-US" dirty="0"/>
                  <a:t>Think of interaction as </a:t>
                </a:r>
                <a:r>
                  <a:rPr lang="en-US" i="1" dirty="0"/>
                  <a:t>effect</a:t>
                </a:r>
                <a:r>
                  <a:rPr lang="en-US" dirty="0"/>
                  <a:t> </a:t>
                </a:r>
                <a:r>
                  <a:rPr lang="en-US" i="1" dirty="0"/>
                  <a:t>modification</a:t>
                </a:r>
                <a:r>
                  <a:rPr lang="en-US" dirty="0"/>
                  <a:t>. Does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modify the effect (slope!)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Correlation, on the other hand,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tend to move together.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11AA-B043-E37E-B9FE-B11090DA2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BCDC7-3DE3-8A20-5000-93FDDA78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20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6D9F-9B6F-E862-8648-28742874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</a:t>
            </a:r>
            <a:r>
              <a:rPr lang="en-US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2BE12-272C-94C7-104D-B77164F5C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8663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saw correlation between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Newspaper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Radio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Intuitively: Do we think there is an interaction here?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9B4C4-2190-55D0-2872-9433FF4A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012C7-A90E-8CE0-4453-FFB890019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303" y="1357978"/>
            <a:ext cx="5286632" cy="52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36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3AC5-AEF7-4F83-C4FA-794FCAB4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check this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04272-5F12-2EB9-D590-F09B874D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get a little GenAI practice…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29EE8-7C44-5446-52C4-CEA0B30D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33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32A6-4A0D-1116-15E8-722CBC6E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Health Insurance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E486-C52A-9D67-C6F6-B794473C3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4" y="1825625"/>
            <a:ext cx="1154121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we have a set of data to model health insurance costs from various demographics and lifestyle variables.</a:t>
            </a:r>
          </a:p>
          <a:p>
            <a:r>
              <a:rPr lang="en-US" dirty="0"/>
              <a:t>Response variable-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charges</a:t>
            </a:r>
            <a:r>
              <a:rPr lang="en-US" dirty="0"/>
              <a:t> := medical costs billed by health insurance</a:t>
            </a:r>
          </a:p>
          <a:p>
            <a:r>
              <a:rPr lang="en-US" dirty="0"/>
              <a:t>Predictors-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dirty="0">
                <a:cs typeface="Courier New" panose="02070309020205020404" pitchFamily="49" charset="0"/>
              </a:rPr>
              <a:t>body mass index in kg/m</a:t>
            </a:r>
            <a:r>
              <a:rPr lang="en-US" baseline="30000" dirty="0">
                <a:cs typeface="Courier New" panose="02070309020205020404" pitchFamily="49" charset="0"/>
              </a:rPr>
              <a:t>2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smoker := </a:t>
            </a:r>
            <a:r>
              <a:rPr lang="en-US" dirty="0">
                <a:cs typeface="Courier New" panose="02070309020205020404" pitchFamily="49" charset="0"/>
              </a:rPr>
              <a:t>yes/no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A person with low </a:t>
            </a:r>
            <a:r>
              <a:rPr lang="en-US" dirty="0" err="1">
                <a:cs typeface="Courier New" panose="02070309020205020404" pitchFamily="49" charset="0"/>
              </a:rPr>
              <a:t>bmi</a:t>
            </a:r>
            <a:r>
              <a:rPr lang="en-US" dirty="0">
                <a:cs typeface="Courier New" panose="02070309020205020404" pitchFamily="49" charset="0"/>
              </a:rPr>
              <a:t> and doesn’t smoke might expect to have lower insurance charges.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D1100-79A4-85C5-F93F-B1EFCA72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3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D975-09A3-C316-1635-F57D7446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2E4E-F91B-1D9C-FF9B-B0B66DB1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Health Insurance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0072-9079-8967-64F8-44EAABC8C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4" y="1825625"/>
            <a:ext cx="115412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we have a set of data to model health insurance costs from various demographics and lifestyle variables.</a:t>
            </a:r>
          </a:p>
          <a:p>
            <a:r>
              <a:rPr lang="en-US" dirty="0"/>
              <a:t>Response variable-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charges</a:t>
            </a:r>
            <a:r>
              <a:rPr lang="en-US" dirty="0"/>
              <a:t> := medical costs billed by health insurance</a:t>
            </a:r>
          </a:p>
          <a:p>
            <a:r>
              <a:rPr lang="en-US" dirty="0"/>
              <a:t>Predictors-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dirty="0">
                <a:cs typeface="Courier New" panose="02070309020205020404" pitchFamily="49" charset="0"/>
              </a:rPr>
              <a:t>body mass index in kg/m</a:t>
            </a:r>
            <a:r>
              <a:rPr lang="en-US" baseline="30000" dirty="0">
                <a:cs typeface="Courier New" panose="02070309020205020404" pitchFamily="49" charset="0"/>
              </a:rPr>
              <a:t>2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smoker := </a:t>
            </a:r>
            <a:r>
              <a:rPr lang="en-US" dirty="0">
                <a:cs typeface="Courier New" panose="02070309020205020404" pitchFamily="49" charset="0"/>
              </a:rPr>
              <a:t>yes/no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What about a smoker? They might have higher charges but the smoking keeps their weight lower*. </a:t>
            </a:r>
            <a:endParaRPr lang="en-US" i="1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8C639-9E43-C689-AE5F-06724629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1FCA5-0753-3F24-A535-9B8F49EE3575}"/>
              </a:ext>
            </a:extLst>
          </p:cNvPr>
          <p:cNvSpPr txBox="1"/>
          <p:nvPr/>
        </p:nvSpPr>
        <p:spPr>
          <a:xfrm>
            <a:off x="0" y="6438640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*This is </a:t>
            </a:r>
            <a:r>
              <a:rPr lang="en-US" b="1" dirty="0"/>
              <a:t>not</a:t>
            </a:r>
            <a:r>
              <a:rPr lang="en-US" dirty="0"/>
              <a:t> an argument in favor of smoking!</a:t>
            </a:r>
          </a:p>
        </p:txBody>
      </p:sp>
    </p:spTree>
    <p:extLst>
      <p:ext uri="{BB962C8B-B14F-4D97-AF65-F5344CB8AC3E}">
        <p14:creationId xmlns:p14="http://schemas.microsoft.com/office/powerpoint/2010/main" val="314914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FED6-A6E7-778F-EA70-F51DD491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8CEB2-CAD5-16A3-713F-D06E25836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interaction term is part of a full </a:t>
                </a:r>
                <a:r>
                  <a:rPr lang="en-US" i="1" dirty="0"/>
                  <a:t>factor crossing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we have an interaction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then the </a:t>
                </a:r>
                <a:r>
                  <a:rPr lang="en-US" dirty="0">
                    <a:solidFill>
                      <a:srgbClr val="0432FF"/>
                    </a:solidFill>
                  </a:rPr>
                  <a:t>factor crossing </a:t>
                </a:r>
                <a:r>
                  <a:rPr lang="en-US" dirty="0"/>
                  <a:t>includes all terms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It is generally bad form to use the interaction term without the individual predictors used to generate 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8CEB2-CAD5-16A3-713F-D06E25836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5C235-E5B2-F85D-3ADC-83DF7F61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07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8E18-E24D-DF5D-CDBF-40E53F3F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8871-4288-4E0E-1F39-C6847EF5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without Original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D5D01-65E2-2AF1-97F4-B8A220CE1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3062"/>
                <a:ext cx="10515600" cy="48958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 we had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But we want to change the units or scale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e.g.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 Then the algebra forces new main effect terms to appear: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Then in our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becomes: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we have to readjust our entire model to include these terms.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D5D01-65E2-2AF1-97F4-B8A220CE1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3062"/>
                <a:ext cx="10515600" cy="4895850"/>
              </a:xfrm>
              <a:blipFill>
                <a:blip r:embed="rId2"/>
                <a:stretch>
                  <a:fillRect l="-1043" t="-2615" b="-2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D7F54-94FD-465D-399E-809D0C4C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7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A257-5454-433E-C0BB-AAE3F8C0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without Original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AF047-1C43-33E3-4BCF-C735C3F59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want our model to be </a:t>
                </a:r>
                <a:r>
                  <a:rPr lang="en-US" i="1" dirty="0"/>
                  <a:t>invariant </a:t>
                </a:r>
                <a:r>
                  <a:rPr lang="en-US" dirty="0"/>
                  <a:t>to these changes in scale, so we need to include those terms from the beginning. </a:t>
                </a:r>
              </a:p>
              <a:p>
                <a:r>
                  <a:rPr lang="en-US" dirty="0"/>
                  <a:t>Hence we start from the original factor crossing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Be careful in R/Python with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 ! 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X1:X2 </a:t>
                </a:r>
                <a:r>
                  <a:rPr lang="en-US" dirty="0"/>
                  <a:t>is just the interaction term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X1*X2 </a:t>
                </a:r>
                <a:r>
                  <a:rPr lang="en-US" dirty="0"/>
                  <a:t>is the full factor crossing,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~ X1+X2+X1:X2</a:t>
                </a:r>
              </a:p>
              <a:p>
                <a:r>
                  <a:rPr lang="en-US" dirty="0">
                    <a:cs typeface="Courier New" panose="02070309020205020404" pitchFamily="49" charset="0"/>
                  </a:rPr>
                  <a:t>My technique: always deliberately use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X1:X2 </a:t>
                </a:r>
                <a:r>
                  <a:rPr lang="en-US" dirty="0">
                    <a:cs typeface="Courier New" panose="02070309020205020404" pitchFamily="49" charset="0"/>
                  </a:rPr>
                  <a:t>so we know exactly which columns are going in our design matrix.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AF047-1C43-33E3-4BCF-C735C3F59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1217" t="-2872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EDB7A-AE56-B6FB-1B05-A14C7ABD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6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26E-FF91-C292-43F9-A2F5AAB1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0839A-1EAD-1005-CE1A-E63FE417ED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health insurance dataset we discussed earlier would include the following predictors in the factor crossing: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0839A-1EAD-1005-CE1A-E63FE417E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84238-7A25-072D-BA53-9C07EE18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88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627A-F136-52FD-9067-DC328C8A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F93B-26C2-6EA2-B3EF-6429460A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C452E-34D3-D26E-751F-9B440C67F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health insurance dataset we discussed earlier would include the following predictors in the factor crossing: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</m:oMath>
                </a14:m>
                <a:r>
                  <a:rPr lang="en-US" dirty="0"/>
                  <a:t> is a binary variable. If being a </a:t>
                </a:r>
                <a:r>
                  <a:rPr lang="en-US" i="1" dirty="0"/>
                  <a:t>nonsmoker</a:t>
                </a:r>
                <a:r>
                  <a:rPr lang="en-US" dirty="0"/>
                  <a:t> is our reference category, then the interaction term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 only nonzero when the person is a smoker.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C452E-34D3-D26E-751F-9B440C67F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217" t="-2114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3CC45-74E9-3552-908A-6233DA7B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642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DF7C-DF00-9B94-F69F-ACB32B61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57F8-B895-F511-85FF-57651393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B4B37-F67F-DDFB-486E-DE570A90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When the person is a smoker, the coefficient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𝑏𝑚𝑖</m:t>
                        </m:r>
                      </m:sub>
                    </m:sSub>
                  </m:oMath>
                </a14:m>
                <a:r>
                  <a:rPr lang="en-US" dirty="0"/>
                  <a:t> is adjusted:</a:t>
                </a:r>
              </a:p>
              <a:p>
                <a:r>
                  <a:rPr lang="en-US" dirty="0"/>
                  <a:t>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the person is a smoker,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and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𝑏𝑚𝑖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𝑠𝑚𝑜𝑘𝑒𝑟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But if the person is not a smoker,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𝑏𝑚𝑖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𝑠𝑚𝑜𝑘𝑒𝑟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B4B37-F67F-DDFB-486E-DE570A90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043" t="-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4D184-2EF9-2DA4-E6C0-65E0FE8A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565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B0A96-1A3A-2558-A35C-BAAEBE649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0D87-6E3E-7B31-CAA7-48038B35D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E110-9F42-3FC5-E46F-2905089E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F9C31-B64F-602F-6E64-5CCBEF8E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6E4D0F-EE05-5ACB-0349-1D3D892130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5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7" ma:contentTypeDescription="Create a new document." ma:contentTypeScope="" ma:versionID="5134f0f29be4e88ef689aacbe9a8a085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8520aad81508b9d4e6b398ff0f1c36fd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e81aeba-3fbe-492c-aacc-230c0d934791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B91EDB9-1A86-4946-AF8F-98782AA7A8D4}">
  <ds:schemaRefs>
    <ds:schemaRef ds:uri="0e81aeba-3fbe-492c-aacc-230c0d934791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1753</TotalTime>
  <Words>3158</Words>
  <Application>Microsoft Office PowerPoint</Application>
  <PresentationFormat>Widescreen</PresentationFormat>
  <Paragraphs>316</Paragraphs>
  <Slides>47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Admin</vt:lpstr>
      <vt:lpstr>References</vt:lpstr>
      <vt:lpstr>PowerPoint Presentation</vt:lpstr>
      <vt:lpstr>Reflections on Yesterday’s Video?</vt:lpstr>
      <vt:lpstr>Reflections on Yesterday’s Video?</vt:lpstr>
      <vt:lpstr>PowerPoint Presentation</vt:lpstr>
      <vt:lpstr>Residuals vs Leverage (Cook’s Distance)</vt:lpstr>
      <vt:lpstr>(Studentized) Residuals vs Leverage</vt:lpstr>
      <vt:lpstr>Influence and Leverage</vt:lpstr>
      <vt:lpstr>Influence and Leverage</vt:lpstr>
      <vt:lpstr>Influence and Leverage</vt:lpstr>
      <vt:lpstr>Influence and Leverage</vt:lpstr>
      <vt:lpstr>Influence and Leverage</vt:lpstr>
      <vt:lpstr>SLR Example</vt:lpstr>
      <vt:lpstr>High Leverage</vt:lpstr>
      <vt:lpstr>High Leverage</vt:lpstr>
      <vt:lpstr>Trace of the Hat Matrix</vt:lpstr>
      <vt:lpstr>Trace of the Hat Matrix</vt:lpstr>
      <vt:lpstr>Trace of the Hat Matrix</vt:lpstr>
      <vt:lpstr>Back to the stackloss data:</vt:lpstr>
      <vt:lpstr>Average Leverage</vt:lpstr>
      <vt:lpstr>Cook’s Distance</vt:lpstr>
      <vt:lpstr>Cook’s Distance</vt:lpstr>
      <vt:lpstr>Back to the stackloss data:</vt:lpstr>
      <vt:lpstr>Should We Remove that Highly Influential Point?</vt:lpstr>
      <vt:lpstr>Keep or Remove?</vt:lpstr>
      <vt:lpstr>Should We Remove that Highly Influential Point?</vt:lpstr>
      <vt:lpstr>PowerPoint Presentation</vt:lpstr>
      <vt:lpstr>Interaction Terms</vt:lpstr>
      <vt:lpstr>Intuition</vt:lpstr>
      <vt:lpstr>Google Employee Example</vt:lpstr>
      <vt:lpstr>Google Employee Example</vt:lpstr>
      <vt:lpstr>Google Employee Example</vt:lpstr>
      <vt:lpstr>Interaction Terms</vt:lpstr>
      <vt:lpstr>What Interaction Terms are NOT</vt:lpstr>
      <vt:lpstr>Revisiting the advertising Dataset</vt:lpstr>
      <vt:lpstr>Let’s check this in R</vt:lpstr>
      <vt:lpstr>Another Example: Health Insurance Data</vt:lpstr>
      <vt:lpstr>Another Example: Health Insurance Data</vt:lpstr>
      <vt:lpstr>Interactions</vt:lpstr>
      <vt:lpstr>Interactions without Original Predictors</vt:lpstr>
      <vt:lpstr>Interactions without Original Predictors</vt:lpstr>
      <vt:lpstr>Interaction + Categorical Variables</vt:lpstr>
      <vt:lpstr>Interaction + Categorical Variables</vt:lpstr>
      <vt:lpstr>Interaction + Categorical Variables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Singh, Paolo (CDR)</cp:lastModifiedBy>
  <cp:revision>2</cp:revision>
  <dcterms:created xsi:type="dcterms:W3CDTF">2026-04-07T19:55:26Z</dcterms:created>
  <dcterms:modified xsi:type="dcterms:W3CDTF">2026-04-29T15:48:53Z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2026-04-17T04:35:40Z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