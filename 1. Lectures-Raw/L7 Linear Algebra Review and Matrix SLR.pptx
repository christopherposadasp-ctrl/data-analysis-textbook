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sldIdLst>
    <p:sldId id="256" r:id="rId5"/>
    <p:sldId id="334" r:id="rId6"/>
    <p:sldId id="355" r:id="rId7"/>
    <p:sldId id="258" r:id="rId8"/>
    <p:sldId id="356" r:id="rId9"/>
    <p:sldId id="405" r:id="rId10"/>
    <p:sldId id="410" r:id="rId11"/>
    <p:sldId id="412" r:id="rId12"/>
    <p:sldId id="406" r:id="rId13"/>
    <p:sldId id="407" r:id="rId14"/>
    <p:sldId id="425" r:id="rId15"/>
    <p:sldId id="408" r:id="rId16"/>
    <p:sldId id="409" r:id="rId17"/>
    <p:sldId id="337" r:id="rId18"/>
    <p:sldId id="358" r:id="rId19"/>
    <p:sldId id="359" r:id="rId20"/>
    <p:sldId id="360" r:id="rId21"/>
    <p:sldId id="362" r:id="rId22"/>
    <p:sldId id="361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4" r:id="rId31"/>
    <p:sldId id="371" r:id="rId32"/>
    <p:sldId id="375" r:id="rId33"/>
    <p:sldId id="372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363" r:id="rId45"/>
    <p:sldId id="386" r:id="rId46"/>
    <p:sldId id="387" r:id="rId47"/>
    <p:sldId id="389" r:id="rId48"/>
    <p:sldId id="388" r:id="rId49"/>
    <p:sldId id="390" r:id="rId50"/>
    <p:sldId id="391" r:id="rId51"/>
    <p:sldId id="392" r:id="rId52"/>
    <p:sldId id="393" r:id="rId53"/>
    <p:sldId id="396" r:id="rId54"/>
    <p:sldId id="395" r:id="rId55"/>
    <p:sldId id="394" r:id="rId56"/>
    <p:sldId id="397" r:id="rId57"/>
    <p:sldId id="398" r:id="rId58"/>
    <p:sldId id="399" r:id="rId59"/>
    <p:sldId id="402" r:id="rId60"/>
    <p:sldId id="403" r:id="rId61"/>
    <p:sldId id="404" r:id="rId62"/>
    <p:sldId id="401" r:id="rId63"/>
    <p:sldId id="307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0AD52C-2A5D-1A4B-9570-8B2F823E229A}" v="132" dt="2026-04-14T17:21:53.331"/>
    <p1510:client id="{990603EC-C181-435A-A696-A95922753386}" v="48" dt="2026-04-14T17:23:17.916"/>
    <p1510:client id="{D985BEB8-2ADB-DD4D-AFDA-3B1F35C03B9B}" v="3507" dt="2026-04-14T14:37:17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  <pc:sldChg chg="modSp mod">
        <pc:chgData name="Singh, Paolo (CDR)" userId="8e74c7fb-7789-4b96-b003-a5a4a4a70b15" providerId="ADAL" clId="{204F7FE5-E4AF-4463-BC8A-3828B0C3341E}" dt="2026-04-13T17:24:56.287" v="3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13T17:24:56.287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ord">
        <pc:chgData name="Singh, Paolo (CDR)" userId="8e74c7fb-7789-4b96-b003-a5a4a4a70b15" providerId="ADAL" clId="{204F7FE5-E4AF-4463-BC8A-3828B0C3341E}" dt="2026-04-14T15:20:27.334" v="182"/>
        <pc:sldMkLst>
          <pc:docMk/>
          <pc:sldMk cId="1034441701" sldId="258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712689108" sldId="307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462052873" sldId="308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350058367" sldId="309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531617417" sldId="310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274926022" sldId="311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728922126" sldId="312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365661392" sldId="313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087331234" sldId="314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106162250" sldId="315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99782730" sldId="316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652133908" sldId="317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404783968" sldId="318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228054449" sldId="319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210266299" sldId="320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064835120" sldId="321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163380500" sldId="322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528186776" sldId="323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070737903" sldId="324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505204845" sldId="325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431480580" sldId="326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604085826" sldId="327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751916841" sldId="328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841498460" sldId="329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968070767" sldId="330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61973228" sldId="331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92550176" sldId="332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410958536" sldId="333"/>
        </pc:sldMkLst>
      </pc:sldChg>
      <pc:sldChg chg="modSp mod modShow">
        <pc:chgData name="Singh, Paolo (CDR)" userId="8e74c7fb-7789-4b96-b003-a5a4a4a70b15" providerId="ADAL" clId="{204F7FE5-E4AF-4463-BC8A-3828B0C3341E}" dt="2026-04-14T17:22:53.152" v="397" actId="729"/>
        <pc:sldMkLst>
          <pc:docMk/>
          <pc:sldMk cId="1435155535" sldId="334"/>
        </pc:sldMkLst>
        <pc:spChg chg="mod">
          <ac:chgData name="Singh, Paolo (CDR)" userId="8e74c7fb-7789-4b96-b003-a5a4a4a70b15" providerId="ADAL" clId="{204F7FE5-E4AF-4463-BC8A-3828B0C3341E}" dt="2026-04-13T17:25:06.215" v="45" actId="20577"/>
          <ac:spMkLst>
            <pc:docMk/>
            <pc:sldMk cId="1435155535" sldId="334"/>
            <ac:spMk id="3" creationId="{CE89246A-DCE4-A85F-53B8-537DCE151AC7}"/>
          </ac:spMkLst>
        </pc:spChg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058378019" sldId="335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765302927" sldId="338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625908464" sldId="339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73950966" sldId="340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590193283" sldId="341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3192541081" sldId="342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263660983" sldId="345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149139046" sldId="348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250170484" sldId="349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516852497" sldId="350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1510736033" sldId="351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4113043900" sldId="352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95734679" sldId="353"/>
        </pc:sldMkLst>
      </pc:sldChg>
      <pc:sldChg chg="del">
        <pc:chgData name="Singh, Paolo (CDR)" userId="8e74c7fb-7789-4b96-b003-a5a4a4a70b15" providerId="ADAL" clId="{204F7FE5-E4AF-4463-BC8A-3828B0C3341E}" dt="2026-04-13T17:27:15.512" v="180" actId="47"/>
        <pc:sldMkLst>
          <pc:docMk/>
          <pc:sldMk cId="2390469885" sldId="354"/>
        </pc:sldMkLst>
      </pc:sldChg>
      <pc:sldChg chg="delSp modSp add mod">
        <pc:chgData name="Singh, Paolo (CDR)" userId="8e74c7fb-7789-4b96-b003-a5a4a4a70b15" providerId="ADAL" clId="{204F7FE5-E4AF-4463-BC8A-3828B0C3341E}" dt="2026-04-13T17:26:29.168" v="179" actId="20577"/>
        <pc:sldMkLst>
          <pc:docMk/>
          <pc:sldMk cId="319635901" sldId="356"/>
        </pc:sldMkLst>
        <pc:spChg chg="mod">
          <ac:chgData name="Singh, Paolo (CDR)" userId="8e74c7fb-7789-4b96-b003-a5a4a4a70b15" providerId="ADAL" clId="{204F7FE5-E4AF-4463-BC8A-3828B0C3341E}" dt="2026-04-13T17:25:53.205" v="86" actId="20577"/>
          <ac:spMkLst>
            <pc:docMk/>
            <pc:sldMk cId="319635901" sldId="356"/>
            <ac:spMk id="2" creationId="{3E1FB3B2-FEB6-6EB2-B423-75347C11475B}"/>
          </ac:spMkLst>
        </pc:spChg>
        <pc:spChg chg="mod">
          <ac:chgData name="Singh, Paolo (CDR)" userId="8e74c7fb-7789-4b96-b003-a5a4a4a70b15" providerId="ADAL" clId="{204F7FE5-E4AF-4463-BC8A-3828B0C3341E}" dt="2026-04-13T17:26:29.168" v="179" actId="20577"/>
          <ac:spMkLst>
            <pc:docMk/>
            <pc:sldMk cId="319635901" sldId="356"/>
            <ac:spMk id="3" creationId="{D4E6BA16-11AB-0371-0B07-8B1D83C0E722}"/>
          </ac:spMkLst>
        </pc:spChg>
        <pc:inkChg chg="del">
          <ac:chgData name="Singh, Paolo (CDR)" userId="8e74c7fb-7789-4b96-b003-a5a4a4a70b15" providerId="ADAL" clId="{204F7FE5-E4AF-4463-BC8A-3828B0C3341E}" dt="2026-04-13T17:26:00.993" v="87" actId="478"/>
          <ac:inkMkLst>
            <pc:docMk/>
            <pc:sldMk cId="319635901" sldId="356"/>
            <ac:inkMk id="6" creationId="{DD5632AB-B7C2-5919-325D-581CEC6F492B}"/>
          </ac:inkMkLst>
        </pc:inkChg>
      </pc:sldChg>
      <pc:sldChg chg="modSp mod">
        <pc:chgData name="Singh, Paolo (CDR)" userId="8e74c7fb-7789-4b96-b003-a5a4a4a70b15" providerId="ADAL" clId="{204F7FE5-E4AF-4463-BC8A-3828B0C3341E}" dt="2026-04-14T17:13:48.961" v="388" actId="20577"/>
        <pc:sldMkLst>
          <pc:docMk/>
          <pc:sldMk cId="2055896794" sldId="378"/>
        </pc:sldMkLst>
        <pc:spChg chg="mod">
          <ac:chgData name="Singh, Paolo (CDR)" userId="8e74c7fb-7789-4b96-b003-a5a4a4a70b15" providerId="ADAL" clId="{204F7FE5-E4AF-4463-BC8A-3828B0C3341E}" dt="2026-04-14T17:13:48.961" v="388" actId="20577"/>
          <ac:spMkLst>
            <pc:docMk/>
            <pc:sldMk cId="2055896794" sldId="378"/>
            <ac:spMk id="3" creationId="{A2CF6662-68E7-F0A4-129A-92B7202E9EA7}"/>
          </ac:spMkLst>
        </pc:spChg>
      </pc:sldChg>
      <pc:sldChg chg="modSp">
        <pc:chgData name="Singh, Paolo (CDR)" userId="8e74c7fb-7789-4b96-b003-a5a4a4a70b15" providerId="ADAL" clId="{204F7FE5-E4AF-4463-BC8A-3828B0C3341E}" dt="2026-04-14T17:15:31.624" v="392" actId="20577"/>
        <pc:sldMkLst>
          <pc:docMk/>
          <pc:sldMk cId="2494632822" sldId="381"/>
        </pc:sldMkLst>
        <pc:spChg chg="mod">
          <ac:chgData name="Singh, Paolo (CDR)" userId="8e74c7fb-7789-4b96-b003-a5a4a4a70b15" providerId="ADAL" clId="{204F7FE5-E4AF-4463-BC8A-3828B0C3341E}" dt="2026-04-14T17:15:31.624" v="392" actId="20577"/>
          <ac:spMkLst>
            <pc:docMk/>
            <pc:sldMk cId="2494632822" sldId="381"/>
            <ac:spMk id="3" creationId="{78E7543D-42C7-60B6-FF50-8A1DC943864D}"/>
          </ac:spMkLst>
        </pc:spChg>
      </pc:sldChg>
      <pc:sldChg chg="delSp mod">
        <pc:chgData name="Singh, Paolo (CDR)" userId="8e74c7fb-7789-4b96-b003-a5a4a4a70b15" providerId="ADAL" clId="{204F7FE5-E4AF-4463-BC8A-3828B0C3341E}" dt="2026-04-14T17:16:41.121" v="396" actId="478"/>
        <pc:sldMkLst>
          <pc:docMk/>
          <pc:sldMk cId="4169616690" sldId="395"/>
        </pc:sldMkLst>
        <pc:inkChg chg="del">
          <ac:chgData name="Singh, Paolo (CDR)" userId="8e74c7fb-7789-4b96-b003-a5a4a4a70b15" providerId="ADAL" clId="{204F7FE5-E4AF-4463-BC8A-3828B0C3341E}" dt="2026-04-14T17:16:41.121" v="396" actId="478"/>
          <ac:inkMkLst>
            <pc:docMk/>
            <pc:sldMk cId="4169616690" sldId="395"/>
            <ac:inkMk id="5" creationId="{F1B302FB-2A4E-38E5-2ADB-731C49839802}"/>
          </ac:inkMkLst>
        </pc:inkChg>
      </pc:sldChg>
      <pc:sldChg chg="modSp">
        <pc:chgData name="Singh, Paolo (CDR)" userId="8e74c7fb-7789-4b96-b003-a5a4a4a70b15" providerId="ADAL" clId="{204F7FE5-E4AF-4463-BC8A-3828B0C3341E}" dt="2026-04-14T17:15:52.278" v="393" actId="20577"/>
        <pc:sldMkLst>
          <pc:docMk/>
          <pc:sldMk cId="1230764453" sldId="398"/>
        </pc:sldMkLst>
        <pc:spChg chg="mod">
          <ac:chgData name="Singh, Paolo (CDR)" userId="8e74c7fb-7789-4b96-b003-a5a4a4a70b15" providerId="ADAL" clId="{204F7FE5-E4AF-4463-BC8A-3828B0C3341E}" dt="2026-04-14T17:15:52.278" v="393" actId="20577"/>
          <ac:spMkLst>
            <pc:docMk/>
            <pc:sldMk cId="1230764453" sldId="398"/>
            <ac:spMk id="3" creationId="{E691F0B0-FC15-3BFB-9749-D430BE58B6BD}"/>
          </ac:spMkLst>
        </pc:spChg>
      </pc:sldChg>
      <pc:sldChg chg="modSp mod">
        <pc:chgData name="Singh, Paolo (CDR)" userId="8e74c7fb-7789-4b96-b003-a5a4a4a70b15" providerId="ADAL" clId="{204F7FE5-E4AF-4463-BC8A-3828B0C3341E}" dt="2026-04-14T17:16:09.399" v="395" actId="20577"/>
        <pc:sldMkLst>
          <pc:docMk/>
          <pc:sldMk cId="2161279909" sldId="399"/>
        </pc:sldMkLst>
        <pc:spChg chg="mod">
          <ac:chgData name="Singh, Paolo (CDR)" userId="8e74c7fb-7789-4b96-b003-a5a4a4a70b15" providerId="ADAL" clId="{204F7FE5-E4AF-4463-BC8A-3828B0C3341E}" dt="2026-04-14T17:16:09.399" v="395" actId="20577"/>
          <ac:spMkLst>
            <pc:docMk/>
            <pc:sldMk cId="2161279909" sldId="399"/>
            <ac:spMk id="3" creationId="{C6760EBB-B557-69AA-1A2E-F3C26046F82F}"/>
          </ac:spMkLst>
        </pc:spChg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1274560981" sldId="400"/>
        </pc:sldMkLst>
      </pc:sldChg>
      <pc:sldChg chg="modSp mod">
        <pc:chgData name="Singh, Paolo (CDR)" userId="8e74c7fb-7789-4b96-b003-a5a4a4a70b15" providerId="ADAL" clId="{204F7FE5-E4AF-4463-BC8A-3828B0C3341E}" dt="2026-04-14T15:28:47.215" v="377" actId="20577"/>
        <pc:sldMkLst>
          <pc:docMk/>
          <pc:sldMk cId="2076199833" sldId="405"/>
        </pc:sldMkLst>
        <pc:spChg chg="mod">
          <ac:chgData name="Singh, Paolo (CDR)" userId="8e74c7fb-7789-4b96-b003-a5a4a4a70b15" providerId="ADAL" clId="{204F7FE5-E4AF-4463-BC8A-3828B0C3341E}" dt="2026-04-14T15:28:47.215" v="377" actId="20577"/>
          <ac:spMkLst>
            <pc:docMk/>
            <pc:sldMk cId="2076199833" sldId="405"/>
            <ac:spMk id="3" creationId="{DE26B5F9-575C-AD24-AE48-ABA9059AC16B}"/>
          </ac:spMkLst>
        </pc:spChg>
      </pc:sldChg>
      <pc:sldChg chg="addSp modSp mod">
        <pc:chgData name="Singh, Paolo (CDR)" userId="8e74c7fb-7789-4b96-b003-a5a4a4a70b15" providerId="ADAL" clId="{204F7FE5-E4AF-4463-BC8A-3828B0C3341E}" dt="2026-04-14T15:25:07.744" v="195" actId="1076"/>
        <pc:sldMkLst>
          <pc:docMk/>
          <pc:sldMk cId="2628322892" sldId="407"/>
        </pc:sldMkLst>
        <pc:spChg chg="add mod">
          <ac:chgData name="Singh, Paolo (CDR)" userId="8e74c7fb-7789-4b96-b003-a5a4a4a70b15" providerId="ADAL" clId="{204F7FE5-E4AF-4463-BC8A-3828B0C3341E}" dt="2026-04-14T15:25:07.744" v="195" actId="1076"/>
          <ac:spMkLst>
            <pc:docMk/>
            <pc:sldMk cId="2628322892" sldId="407"/>
            <ac:spMk id="7" creationId="{6B590ECC-D5CE-CF1F-B3D2-E4D980C14ED7}"/>
          </ac:spMkLst>
        </pc:spChg>
        <pc:spChg chg="add mod">
          <ac:chgData name="Singh, Paolo (CDR)" userId="8e74c7fb-7789-4b96-b003-a5a4a4a70b15" providerId="ADAL" clId="{204F7FE5-E4AF-4463-BC8A-3828B0C3341E}" dt="2026-04-14T15:25:07.744" v="195" actId="1076"/>
          <ac:spMkLst>
            <pc:docMk/>
            <pc:sldMk cId="2628322892" sldId="407"/>
            <ac:spMk id="8" creationId="{14322A24-E7B5-E38C-A7D2-4515D02539ED}"/>
          </ac:spMkLst>
        </pc:spChg>
        <pc:cxnChg chg="add mod">
          <ac:chgData name="Singh, Paolo (CDR)" userId="8e74c7fb-7789-4b96-b003-a5a4a4a70b15" providerId="ADAL" clId="{204F7FE5-E4AF-4463-BC8A-3828B0C3341E}" dt="2026-04-14T15:25:07.744" v="195" actId="1076"/>
          <ac:cxnSpMkLst>
            <pc:docMk/>
            <pc:sldMk cId="2628322892" sldId="407"/>
            <ac:cxnSpMk id="5" creationId="{1D49A918-26BE-BE6B-9FAF-4A673D7027F9}"/>
          </ac:cxnSpMkLst>
        </pc:cxnChg>
        <pc:cxnChg chg="add mod">
          <ac:chgData name="Singh, Paolo (CDR)" userId="8e74c7fb-7789-4b96-b003-a5a4a4a70b15" providerId="ADAL" clId="{204F7FE5-E4AF-4463-BC8A-3828B0C3341E}" dt="2026-04-14T15:25:07.744" v="195" actId="1076"/>
          <ac:cxnSpMkLst>
            <pc:docMk/>
            <pc:sldMk cId="2628322892" sldId="407"/>
            <ac:cxnSpMk id="6" creationId="{D7E0F671-82C7-BF00-0293-F3B413E34E3B}"/>
          </ac:cxnSpMkLst>
        </pc:cxnChg>
      </pc:sldChg>
      <pc:sldChg chg="modSp mod">
        <pc:chgData name="Singh, Paolo (CDR)" userId="8e74c7fb-7789-4b96-b003-a5a4a4a70b15" providerId="ADAL" clId="{204F7FE5-E4AF-4463-BC8A-3828B0C3341E}" dt="2026-04-14T15:25:34.313" v="196" actId="20577"/>
        <pc:sldMkLst>
          <pc:docMk/>
          <pc:sldMk cId="283729634" sldId="408"/>
        </pc:sldMkLst>
        <pc:spChg chg="mod">
          <ac:chgData name="Singh, Paolo (CDR)" userId="8e74c7fb-7789-4b96-b003-a5a4a4a70b15" providerId="ADAL" clId="{204F7FE5-E4AF-4463-BC8A-3828B0C3341E}" dt="2026-04-14T15:25:34.313" v="196" actId="20577"/>
          <ac:spMkLst>
            <pc:docMk/>
            <pc:sldMk cId="283729634" sldId="408"/>
            <ac:spMk id="3" creationId="{E3535C12-8A0C-CDC3-08EF-05317F1C77DA}"/>
          </ac:spMkLst>
        </pc:spChg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442480812" sldId="413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2936228974" sldId="414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1189394772" sldId="416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622897381" sldId="418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1991751458" sldId="419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1949267387" sldId="420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3827736752" sldId="421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2985192551" sldId="422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189502844" sldId="423"/>
        </pc:sldMkLst>
      </pc:sldChg>
      <pc:sldChg chg="del">
        <pc:chgData name="Singh, Paolo (CDR)" userId="8e74c7fb-7789-4b96-b003-a5a4a4a70b15" providerId="ADAL" clId="{204F7FE5-E4AF-4463-BC8A-3828B0C3341E}" dt="2026-04-14T17:23:17.916" v="398" actId="47"/>
        <pc:sldMkLst>
          <pc:docMk/>
          <pc:sldMk cId="2901644903" sldId="424"/>
        </pc:sldMkLst>
      </pc:sldChg>
      <pc:sldChg chg="modSp add mod ord">
        <pc:chgData name="Singh, Paolo (CDR)" userId="8e74c7fb-7789-4b96-b003-a5a4a4a70b15" providerId="ADAL" clId="{204F7FE5-E4AF-4463-BC8A-3828B0C3341E}" dt="2026-04-14T15:28:23.819" v="336" actId="20577"/>
        <pc:sldMkLst>
          <pc:docMk/>
          <pc:sldMk cId="143467055" sldId="425"/>
        </pc:sldMkLst>
        <pc:spChg chg="mod">
          <ac:chgData name="Singh, Paolo (CDR)" userId="8e74c7fb-7789-4b96-b003-a5a4a4a70b15" providerId="ADAL" clId="{204F7FE5-E4AF-4463-BC8A-3828B0C3341E}" dt="2026-04-14T15:25:58.515" v="205" actId="20577"/>
          <ac:spMkLst>
            <pc:docMk/>
            <pc:sldMk cId="143467055" sldId="425"/>
            <ac:spMk id="2" creationId="{B5D78887-F780-9CF7-CC99-6DEE0CE819ED}"/>
          </ac:spMkLst>
        </pc:spChg>
        <pc:spChg chg="mod">
          <ac:chgData name="Singh, Paolo (CDR)" userId="8e74c7fb-7789-4b96-b003-a5a4a4a70b15" providerId="ADAL" clId="{204F7FE5-E4AF-4463-BC8A-3828B0C3341E}" dt="2026-04-14T15:28:23.819" v="336" actId="20577"/>
          <ac:spMkLst>
            <pc:docMk/>
            <pc:sldMk cId="143467055" sldId="425"/>
            <ac:spMk id="3" creationId="{EC66F6E2-F628-9C58-FD76-3DBBBC881D4B}"/>
          </ac:spMkLst>
        </pc:spChg>
      </pc:sldChg>
      <pc:sldChg chg="add del">
        <pc:chgData name="Singh, Paolo (CDR)" userId="8e74c7fb-7789-4b96-b003-a5a4a4a70b15" providerId="ADAL" clId="{204F7FE5-E4AF-4463-BC8A-3828B0C3341E}" dt="2026-04-14T15:25:39.695" v="198" actId="2890"/>
        <pc:sldMkLst>
          <pc:docMk/>
          <pc:sldMk cId="2366095981" sldId="425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428260049" sldId="35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428260049" sldId="359"/>
            <ac:inkMk id="7" creationId="{F05BB976-4B5C-1DA4-EA35-04FD3610E70B}"/>
          </ac:inkMkLst>
        </pc:inkChg>
      </pc:sldChg>
      <pc:sldChg chg="addSp delSp modSp">
        <pc:chgData name="Singh, Paolo (CDR)" userId="8e74c7fb-7789-4b96-b003-a5a4a4a70b15" providerId="ADAL" clId="{570AD52C-2A5D-1A4B-9570-8B2F823E229A}" dt="2026-04-14T17:11:04.278" v="47"/>
        <pc:sldMkLst>
          <pc:docMk/>
          <pc:sldMk cId="4083431499" sldId="361"/>
        </pc:sldMkLst>
        <pc:inkChg chg="add mod modStrokes">
          <ac:chgData name="Singh, Paolo (CDR)" userId="8e74c7fb-7789-4b96-b003-a5a4a4a70b15" providerId="ADAL" clId="{570AD52C-2A5D-1A4B-9570-8B2F823E229A}" dt="2026-04-14T17:10:47.605" v="41"/>
          <ac:inkMkLst>
            <pc:docMk/>
            <pc:sldMk cId="4083431499" sldId="361"/>
            <ac:inkMk id="5" creationId="{A562C678-9573-CC42-2CFF-E5052E62C305}"/>
          </ac:inkMkLst>
        </pc:inkChg>
        <pc:inkChg chg="add del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6" creationId="{2F78DEED-75B8-B452-5A23-F6466385E8DC}"/>
          </ac:inkMkLst>
        </pc:inkChg>
        <pc:inkChg chg="add del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7" creationId="{20685BA1-B677-3DE7-C343-EA2E0FF3BE72}"/>
          </ac:inkMkLst>
        </pc:inkChg>
        <pc:inkChg chg="add del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8" creationId="{9A500A82-816C-AFEB-551A-3D47665AB475}"/>
          </ac:inkMkLst>
        </pc:inkChg>
        <pc:inkChg chg="add del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9" creationId="{264F90F1-CB58-A824-2A9C-871DD00D3BF6}"/>
          </ac:inkMkLst>
        </pc:inkChg>
        <pc:inkChg chg="add del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10" creationId="{070BBC7D-DFCF-BF26-9F54-E4668A53225B}"/>
          </ac:inkMkLst>
        </pc:inkChg>
        <pc:inkChg chg="add reco">
          <ac:chgData name="Singh, Paolo (CDR)" userId="8e74c7fb-7789-4b96-b003-a5a4a4a70b15" providerId="ADAL" clId="{570AD52C-2A5D-1A4B-9570-8B2F823E229A}" dt="2026-04-14T17:11:04.278" v="47"/>
          <ac:inkMkLst>
            <pc:docMk/>
            <pc:sldMk cId="4083431499" sldId="361"/>
            <ac:inkMk id="11" creationId="{FCE5A1AD-6709-53EF-B106-CBA648B8E5FE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1:12.994" v="50"/>
        <pc:sldMkLst>
          <pc:docMk/>
          <pc:sldMk cId="1230126234" sldId="36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230126234" sldId="364"/>
            <ac:inkMk id="5" creationId="{37AC9155-7703-ECDE-D9C3-A6E2A2AF81A8}"/>
          </ac:inkMkLst>
        </pc:inkChg>
        <pc:inkChg chg="add del">
          <ac:chgData name="Singh, Paolo (CDR)" userId="8e74c7fb-7789-4b96-b003-a5a4a4a70b15" providerId="ADAL" clId="{570AD52C-2A5D-1A4B-9570-8B2F823E229A}" dt="2026-04-14T17:11:12.994" v="50"/>
          <ac:inkMkLst>
            <pc:docMk/>
            <pc:sldMk cId="1230126234" sldId="364"/>
            <ac:inkMk id="6" creationId="{F4CA78FB-EFA1-44CC-D53A-CC5137E972CF}"/>
          </ac:inkMkLst>
        </pc:inkChg>
        <pc:inkChg chg="add del">
          <ac:chgData name="Singh, Paolo (CDR)" userId="8e74c7fb-7789-4b96-b003-a5a4a4a70b15" providerId="ADAL" clId="{570AD52C-2A5D-1A4B-9570-8B2F823E229A}" dt="2026-04-14T17:11:12.994" v="50"/>
          <ac:inkMkLst>
            <pc:docMk/>
            <pc:sldMk cId="1230126234" sldId="364"/>
            <ac:inkMk id="7" creationId="{5371B5B8-A334-9E3D-63B1-8C2DD16B7712}"/>
          </ac:inkMkLst>
        </pc:inkChg>
        <pc:inkChg chg="add reco">
          <ac:chgData name="Singh, Paolo (CDR)" userId="8e74c7fb-7789-4b96-b003-a5a4a4a70b15" providerId="ADAL" clId="{570AD52C-2A5D-1A4B-9570-8B2F823E229A}" dt="2026-04-14T17:11:12.994" v="50"/>
          <ac:inkMkLst>
            <pc:docMk/>
            <pc:sldMk cId="1230126234" sldId="364"/>
            <ac:inkMk id="8" creationId="{F1243147-6881-B70C-2080-073F387B7A6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621218229" sldId="36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621218229" sldId="369"/>
            <ac:inkMk id="15" creationId="{AD9EDCA8-0852-5711-4BFD-176D547E8FE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300533271" sldId="37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300533271" sldId="370"/>
            <ac:inkMk id="5" creationId="{0C695A00-026C-DD92-AEF6-53B34526D1B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095140947" sldId="37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095140947" sldId="371"/>
            <ac:inkMk id="7" creationId="{91DB14C3-5573-0C63-C1C3-56D7E9D8FED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3:11.294" v="56"/>
        <pc:sldMkLst>
          <pc:docMk/>
          <pc:sldMk cId="2410184725" sldId="372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410184725" sldId="372"/>
            <ac:inkMk id="5" creationId="{95E53896-BBB9-19A9-2EC0-5F2039CFC711}"/>
          </ac:inkMkLst>
        </pc:inkChg>
        <pc:inkChg chg="add del">
          <ac:chgData name="Singh, Paolo (CDR)" userId="8e74c7fb-7789-4b96-b003-a5a4a4a70b15" providerId="ADAL" clId="{570AD52C-2A5D-1A4B-9570-8B2F823E229A}" dt="2026-04-14T17:13:08.974" v="53"/>
          <ac:inkMkLst>
            <pc:docMk/>
            <pc:sldMk cId="2410184725" sldId="372"/>
            <ac:inkMk id="6" creationId="{DB8A3D9C-B539-542C-8DA0-9794D6852AB3}"/>
          </ac:inkMkLst>
        </pc:inkChg>
        <pc:inkChg chg="add del">
          <ac:chgData name="Singh, Paolo (CDR)" userId="8e74c7fb-7789-4b96-b003-a5a4a4a70b15" providerId="ADAL" clId="{570AD52C-2A5D-1A4B-9570-8B2F823E229A}" dt="2026-04-14T17:13:08.974" v="53"/>
          <ac:inkMkLst>
            <pc:docMk/>
            <pc:sldMk cId="2410184725" sldId="372"/>
            <ac:inkMk id="7" creationId="{1237EE4F-3061-2026-CA7A-C6AF6791DB09}"/>
          </ac:inkMkLst>
        </pc:inkChg>
        <pc:inkChg chg="add reco">
          <ac:chgData name="Singh, Paolo (CDR)" userId="8e74c7fb-7789-4b96-b003-a5a4a4a70b15" providerId="ADAL" clId="{570AD52C-2A5D-1A4B-9570-8B2F823E229A}" dt="2026-04-14T17:13:08.974" v="53"/>
          <ac:inkMkLst>
            <pc:docMk/>
            <pc:sldMk cId="2410184725" sldId="372"/>
            <ac:inkMk id="8" creationId="{B64DE8FB-7D41-028E-1C92-DA49B44310B4}"/>
          </ac:inkMkLst>
        </pc:inkChg>
        <pc:inkChg chg="add del">
          <ac:chgData name="Singh, Paolo (CDR)" userId="8e74c7fb-7789-4b96-b003-a5a4a4a70b15" providerId="ADAL" clId="{570AD52C-2A5D-1A4B-9570-8B2F823E229A}" dt="2026-04-14T17:13:11.294" v="56"/>
          <ac:inkMkLst>
            <pc:docMk/>
            <pc:sldMk cId="2410184725" sldId="372"/>
            <ac:inkMk id="9" creationId="{38155597-D9EA-D098-13EE-9BDC022B3AAD}"/>
          </ac:inkMkLst>
        </pc:inkChg>
        <pc:inkChg chg="add del">
          <ac:chgData name="Singh, Paolo (CDR)" userId="8e74c7fb-7789-4b96-b003-a5a4a4a70b15" providerId="ADAL" clId="{570AD52C-2A5D-1A4B-9570-8B2F823E229A}" dt="2026-04-14T17:13:11.294" v="56"/>
          <ac:inkMkLst>
            <pc:docMk/>
            <pc:sldMk cId="2410184725" sldId="372"/>
            <ac:inkMk id="10" creationId="{794C2E3E-7745-E8CD-7311-7D0FE3A51791}"/>
          </ac:inkMkLst>
        </pc:inkChg>
        <pc:inkChg chg="add reco">
          <ac:chgData name="Singh, Paolo (CDR)" userId="8e74c7fb-7789-4b96-b003-a5a4a4a70b15" providerId="ADAL" clId="{570AD52C-2A5D-1A4B-9570-8B2F823E229A}" dt="2026-04-14T17:13:11.294" v="56"/>
          <ac:inkMkLst>
            <pc:docMk/>
            <pc:sldMk cId="2410184725" sldId="372"/>
            <ac:inkMk id="11" creationId="{593D857A-DF72-8F66-3A7C-6AEBEE6783C8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06132887" sldId="37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06132887" sldId="374"/>
            <ac:inkMk id="5" creationId="{296C6CF8-BEE6-8634-CDE1-33D09A512A90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840478799" sldId="376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40478799" sldId="376"/>
            <ac:inkMk id="5" creationId="{13922ABC-88F4-CE3F-7664-CED7B721C28A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072948654" sldId="38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072948654" sldId="380"/>
            <ac:inkMk id="5" creationId="{8484FA3B-F9C6-2DAD-6DA0-806B44664E4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494632822" sldId="38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494632822" sldId="381"/>
            <ac:inkMk id="5" creationId="{34D3F28E-0CED-03A3-7AA4-8DBA8386C21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325169651" sldId="383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325169651" sldId="383"/>
            <ac:inkMk id="5" creationId="{9EAE9461-21B9-6F58-8481-7F7BB3ED18F3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625581872" sldId="39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625581872" sldId="391"/>
            <ac:inkMk id="5" creationId="{C2E804B0-3411-4E41-DB28-C3469C9E5476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275513242" sldId="39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275513242" sldId="394"/>
            <ac:inkMk id="5" creationId="{FE4C4D62-A400-60DD-8C61-36CF4E9089AC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169616690" sldId="39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169616690" sldId="395"/>
            <ac:inkMk id="5" creationId="{F1B302FB-2A4E-38E5-2ADB-731C49839802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562843634" sldId="397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562843634" sldId="397"/>
            <ac:inkMk id="5" creationId="{F2344C53-F644-DDCD-2755-3F2606D2E0DE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230764453" sldId="398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230764453" sldId="398"/>
            <ac:inkMk id="14" creationId="{94E51882-9B04-5F25-2384-91E1EA52973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21:53.331" v="131"/>
        <pc:sldMkLst>
          <pc:docMk/>
          <pc:sldMk cId="2161279909" sldId="399"/>
        </pc:sldMkLst>
        <pc:inkChg chg="add del">
          <ac:chgData name="Singh, Paolo (CDR)" userId="8e74c7fb-7789-4b96-b003-a5a4a4a70b15" providerId="ADAL" clId="{570AD52C-2A5D-1A4B-9570-8B2F823E229A}" dt="2026-04-14T17:21:11.990" v="59"/>
          <ac:inkMkLst>
            <pc:docMk/>
            <pc:sldMk cId="2161279909" sldId="399"/>
            <ac:inkMk id="5" creationId="{38D5D78D-B613-2E61-E596-248A20A8BF66}"/>
          </ac:inkMkLst>
        </pc:inkChg>
        <pc:inkChg chg="add del">
          <ac:chgData name="Singh, Paolo (CDR)" userId="8e74c7fb-7789-4b96-b003-a5a4a4a70b15" providerId="ADAL" clId="{570AD52C-2A5D-1A4B-9570-8B2F823E229A}" dt="2026-04-14T17:21:11.990" v="59"/>
          <ac:inkMkLst>
            <pc:docMk/>
            <pc:sldMk cId="2161279909" sldId="399"/>
            <ac:inkMk id="6" creationId="{55F77053-A05D-DAE9-06E5-387AFBC885E8}"/>
          </ac:inkMkLst>
        </pc:inkChg>
        <pc:inkChg chg="add reco">
          <ac:chgData name="Singh, Paolo (CDR)" userId="8e74c7fb-7789-4b96-b003-a5a4a4a70b15" providerId="ADAL" clId="{570AD52C-2A5D-1A4B-9570-8B2F823E229A}" dt="2026-04-14T17:21:11.990" v="59"/>
          <ac:inkMkLst>
            <pc:docMk/>
            <pc:sldMk cId="2161279909" sldId="399"/>
            <ac:inkMk id="7" creationId="{23523D84-DAEA-CCD3-E3B5-F376147D8AA9}"/>
          </ac:inkMkLst>
        </pc:inkChg>
        <pc:inkChg chg="add del">
          <ac:chgData name="Singh, Paolo (CDR)" userId="8e74c7fb-7789-4b96-b003-a5a4a4a70b15" providerId="ADAL" clId="{570AD52C-2A5D-1A4B-9570-8B2F823E229A}" dt="2026-04-14T17:21:16.899" v="61"/>
          <ac:inkMkLst>
            <pc:docMk/>
            <pc:sldMk cId="2161279909" sldId="399"/>
            <ac:inkMk id="8" creationId="{87BBB67C-0EAC-CA7B-756D-F1D008550909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9" creationId="{D3A808EE-8D85-4DFA-F645-28EEE6DAE767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10" creationId="{5EB618EA-0EC5-C295-5011-820518A2EFAB}"/>
          </ac:inkMkLst>
        </pc:inkChg>
        <pc:inkChg chg="add">
          <ac:chgData name="Singh, Paolo (CDR)" userId="8e74c7fb-7789-4b96-b003-a5a4a4a70b15" providerId="ADAL" clId="{570AD52C-2A5D-1A4B-9570-8B2F823E229A}" dt="2026-04-14T17:21:19.173" v="64"/>
          <ac:inkMkLst>
            <pc:docMk/>
            <pc:sldMk cId="2161279909" sldId="399"/>
            <ac:inkMk id="11" creationId="{6BCCED5F-7521-AB2D-98D7-9942EF61718B}"/>
          </ac:inkMkLst>
        </pc:inkChg>
        <pc:inkChg chg="add">
          <ac:chgData name="Singh, Paolo (CDR)" userId="8e74c7fb-7789-4b96-b003-a5a4a4a70b15" providerId="ADAL" clId="{570AD52C-2A5D-1A4B-9570-8B2F823E229A}" dt="2026-04-14T17:21:19.548" v="65"/>
          <ac:inkMkLst>
            <pc:docMk/>
            <pc:sldMk cId="2161279909" sldId="399"/>
            <ac:inkMk id="12" creationId="{A610F6BA-727D-419D-9CAF-1A8011BB659C}"/>
          </ac:inkMkLst>
        </pc:inkChg>
        <pc:inkChg chg="add">
          <ac:chgData name="Singh, Paolo (CDR)" userId="8e74c7fb-7789-4b96-b003-a5a4a4a70b15" providerId="ADAL" clId="{570AD52C-2A5D-1A4B-9570-8B2F823E229A}" dt="2026-04-14T17:21:19.874" v="66"/>
          <ac:inkMkLst>
            <pc:docMk/>
            <pc:sldMk cId="2161279909" sldId="399"/>
            <ac:inkMk id="13" creationId="{095B097E-1100-0046-6423-A5A5638907B7}"/>
          </ac:inkMkLst>
        </pc:inkChg>
        <pc:inkChg chg="add">
          <ac:chgData name="Singh, Paolo (CDR)" userId="8e74c7fb-7789-4b96-b003-a5a4a4a70b15" providerId="ADAL" clId="{570AD52C-2A5D-1A4B-9570-8B2F823E229A}" dt="2026-04-14T17:21:20.157" v="67"/>
          <ac:inkMkLst>
            <pc:docMk/>
            <pc:sldMk cId="2161279909" sldId="399"/>
            <ac:inkMk id="14" creationId="{77597FC5-8440-2634-668C-1DC09A3D99BD}"/>
          </ac:inkMkLst>
        </pc:inkChg>
        <pc:inkChg chg="add">
          <ac:chgData name="Singh, Paolo (CDR)" userId="8e74c7fb-7789-4b96-b003-a5a4a4a70b15" providerId="ADAL" clId="{570AD52C-2A5D-1A4B-9570-8B2F823E229A}" dt="2026-04-14T17:21:20.447" v="68"/>
          <ac:inkMkLst>
            <pc:docMk/>
            <pc:sldMk cId="2161279909" sldId="399"/>
            <ac:inkMk id="15" creationId="{C8FE477B-14D5-9724-5631-EC8ADC2F7C28}"/>
          </ac:inkMkLst>
        </pc:inkChg>
        <pc:inkChg chg="add">
          <ac:chgData name="Singh, Paolo (CDR)" userId="8e74c7fb-7789-4b96-b003-a5a4a4a70b15" providerId="ADAL" clId="{570AD52C-2A5D-1A4B-9570-8B2F823E229A}" dt="2026-04-14T17:21:21.121" v="69"/>
          <ac:inkMkLst>
            <pc:docMk/>
            <pc:sldMk cId="2161279909" sldId="399"/>
            <ac:inkMk id="16" creationId="{41F31C10-0BEF-FB9D-4725-859084B58DD5}"/>
          </ac:inkMkLst>
        </pc:inkChg>
        <pc:inkChg chg="add">
          <ac:chgData name="Singh, Paolo (CDR)" userId="8e74c7fb-7789-4b96-b003-a5a4a4a70b15" providerId="ADAL" clId="{570AD52C-2A5D-1A4B-9570-8B2F823E229A}" dt="2026-04-14T17:21:21.548" v="70"/>
          <ac:inkMkLst>
            <pc:docMk/>
            <pc:sldMk cId="2161279909" sldId="399"/>
            <ac:inkMk id="17" creationId="{2831735E-AA36-FA36-8E77-95FE846700FA}"/>
          </ac:inkMkLst>
        </pc:inkChg>
        <pc:inkChg chg="add">
          <ac:chgData name="Singh, Paolo (CDR)" userId="8e74c7fb-7789-4b96-b003-a5a4a4a70b15" providerId="ADAL" clId="{570AD52C-2A5D-1A4B-9570-8B2F823E229A}" dt="2026-04-14T17:21:21.982" v="71"/>
          <ac:inkMkLst>
            <pc:docMk/>
            <pc:sldMk cId="2161279909" sldId="399"/>
            <ac:inkMk id="18" creationId="{38F23A6F-01D3-2AF8-A19D-D76C29B3AE66}"/>
          </ac:inkMkLst>
        </pc:inkChg>
        <pc:inkChg chg="add">
          <ac:chgData name="Singh, Paolo (CDR)" userId="8e74c7fb-7789-4b96-b003-a5a4a4a70b15" providerId="ADAL" clId="{570AD52C-2A5D-1A4B-9570-8B2F823E229A}" dt="2026-04-14T17:21:22.347" v="72"/>
          <ac:inkMkLst>
            <pc:docMk/>
            <pc:sldMk cId="2161279909" sldId="399"/>
            <ac:inkMk id="19" creationId="{6F48F3A9-324C-6A21-F865-D082862A7038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20" creationId="{E10D445F-9C1A-DE62-87B7-B9C624FBA6E1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21" creationId="{E66EE5CE-1FD9-6473-4696-2E131F19FF77}"/>
          </ac:inkMkLst>
        </pc:inkChg>
        <pc:inkChg chg="add">
          <ac:chgData name="Singh, Paolo (CDR)" userId="8e74c7fb-7789-4b96-b003-a5a4a4a70b15" providerId="ADAL" clId="{570AD52C-2A5D-1A4B-9570-8B2F823E229A}" dt="2026-04-14T17:21:23.107" v="75"/>
          <ac:inkMkLst>
            <pc:docMk/>
            <pc:sldMk cId="2161279909" sldId="399"/>
            <ac:inkMk id="22" creationId="{A4DDF5DA-4CF0-8A43-2C4A-9E790FFD2024}"/>
          </ac:inkMkLst>
        </pc:inkChg>
        <pc:inkChg chg="add">
          <ac:chgData name="Singh, Paolo (CDR)" userId="8e74c7fb-7789-4b96-b003-a5a4a4a70b15" providerId="ADAL" clId="{570AD52C-2A5D-1A4B-9570-8B2F823E229A}" dt="2026-04-14T17:21:23.290" v="76"/>
          <ac:inkMkLst>
            <pc:docMk/>
            <pc:sldMk cId="2161279909" sldId="399"/>
            <ac:inkMk id="23" creationId="{02B1A4DB-FE19-7C4D-7FF5-9951F9621160}"/>
          </ac:inkMkLst>
        </pc:inkChg>
        <pc:inkChg chg="add">
          <ac:chgData name="Singh, Paolo (CDR)" userId="8e74c7fb-7789-4b96-b003-a5a4a4a70b15" providerId="ADAL" clId="{570AD52C-2A5D-1A4B-9570-8B2F823E229A}" dt="2026-04-14T17:21:23.715" v="77"/>
          <ac:inkMkLst>
            <pc:docMk/>
            <pc:sldMk cId="2161279909" sldId="399"/>
            <ac:inkMk id="24" creationId="{BC11016B-DCB1-949E-1656-6A5D12CB0B96}"/>
          </ac:inkMkLst>
        </pc:inkChg>
        <pc:inkChg chg="add">
          <ac:chgData name="Singh, Paolo (CDR)" userId="8e74c7fb-7789-4b96-b003-a5a4a4a70b15" providerId="ADAL" clId="{570AD52C-2A5D-1A4B-9570-8B2F823E229A}" dt="2026-04-14T17:21:24.362" v="78"/>
          <ac:inkMkLst>
            <pc:docMk/>
            <pc:sldMk cId="2161279909" sldId="399"/>
            <ac:inkMk id="25" creationId="{714E5C45-746D-1695-B427-2993AB8C7105}"/>
          </ac:inkMkLst>
        </pc:inkChg>
        <pc:inkChg chg="add">
          <ac:chgData name="Singh, Paolo (CDR)" userId="8e74c7fb-7789-4b96-b003-a5a4a4a70b15" providerId="ADAL" clId="{570AD52C-2A5D-1A4B-9570-8B2F823E229A}" dt="2026-04-14T17:21:24.680" v="79"/>
          <ac:inkMkLst>
            <pc:docMk/>
            <pc:sldMk cId="2161279909" sldId="399"/>
            <ac:inkMk id="26" creationId="{0471EEBD-0CDD-A806-19BC-F0291491270D}"/>
          </ac:inkMkLst>
        </pc:inkChg>
        <pc:inkChg chg="add">
          <ac:chgData name="Singh, Paolo (CDR)" userId="8e74c7fb-7789-4b96-b003-a5a4a4a70b15" providerId="ADAL" clId="{570AD52C-2A5D-1A4B-9570-8B2F823E229A}" dt="2026-04-14T17:21:25.313" v="80"/>
          <ac:inkMkLst>
            <pc:docMk/>
            <pc:sldMk cId="2161279909" sldId="399"/>
            <ac:inkMk id="27" creationId="{C0028A85-C566-07A1-325B-A5727FD160C8}"/>
          </ac:inkMkLst>
        </pc:inkChg>
        <pc:inkChg chg="add">
          <ac:chgData name="Singh, Paolo (CDR)" userId="8e74c7fb-7789-4b96-b003-a5a4a4a70b15" providerId="ADAL" clId="{570AD52C-2A5D-1A4B-9570-8B2F823E229A}" dt="2026-04-14T17:21:25.939" v="81"/>
          <ac:inkMkLst>
            <pc:docMk/>
            <pc:sldMk cId="2161279909" sldId="399"/>
            <ac:inkMk id="28" creationId="{95D85837-FD28-F919-2BEF-F649CB0A462F}"/>
          </ac:inkMkLst>
        </pc:inkChg>
        <pc:inkChg chg="add">
          <ac:chgData name="Singh, Paolo (CDR)" userId="8e74c7fb-7789-4b96-b003-a5a4a4a70b15" providerId="ADAL" clId="{570AD52C-2A5D-1A4B-9570-8B2F823E229A}" dt="2026-04-14T17:21:26.681" v="82"/>
          <ac:inkMkLst>
            <pc:docMk/>
            <pc:sldMk cId="2161279909" sldId="399"/>
            <ac:inkMk id="29" creationId="{BC5794D5-33E9-AE5F-99BD-7F3E5A3B988E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30" creationId="{7F1098B5-171D-7131-84B3-DBE4E244F0D9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31" creationId="{F3CF3E47-9C17-4144-B553-BAFD8327AC71}"/>
          </ac:inkMkLst>
        </pc:inkChg>
        <pc:inkChg chg="add">
          <ac:chgData name="Singh, Paolo (CDR)" userId="8e74c7fb-7789-4b96-b003-a5a4a4a70b15" providerId="ADAL" clId="{570AD52C-2A5D-1A4B-9570-8B2F823E229A}" dt="2026-04-14T17:21:27.789" v="85"/>
          <ac:inkMkLst>
            <pc:docMk/>
            <pc:sldMk cId="2161279909" sldId="399"/>
            <ac:inkMk id="32" creationId="{F7E16A45-5FD7-6AB2-EB7A-04CB90379242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33" creationId="{DEEF0CB6-1355-B46E-1BAE-A18614B6AC73}"/>
          </ac:inkMkLst>
        </pc:inkChg>
        <pc:inkChg chg="add">
          <ac:chgData name="Singh, Paolo (CDR)" userId="8e74c7fb-7789-4b96-b003-a5a4a4a70b15" providerId="ADAL" clId="{570AD52C-2A5D-1A4B-9570-8B2F823E229A}" dt="2026-04-14T17:21:28.483" v="87"/>
          <ac:inkMkLst>
            <pc:docMk/>
            <pc:sldMk cId="2161279909" sldId="399"/>
            <ac:inkMk id="34" creationId="{B0214E51-47C1-BEC7-67A6-930DF4E0D347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35" creationId="{C8FCBE07-C089-6C01-C886-06F94898772A}"/>
          </ac:inkMkLst>
        </pc:inkChg>
        <pc:inkChg chg="add">
          <ac:chgData name="Singh, Paolo (CDR)" userId="8e74c7fb-7789-4b96-b003-a5a4a4a70b15" providerId="ADAL" clId="{570AD52C-2A5D-1A4B-9570-8B2F823E229A}" dt="2026-04-14T17:21:29.075" v="89"/>
          <ac:inkMkLst>
            <pc:docMk/>
            <pc:sldMk cId="2161279909" sldId="399"/>
            <ac:inkMk id="36" creationId="{A0CD52D5-5E56-7E22-EEB3-D61D4E3A5692}"/>
          </ac:inkMkLst>
        </pc:inkChg>
        <pc:inkChg chg="add">
          <ac:chgData name="Singh, Paolo (CDR)" userId="8e74c7fb-7789-4b96-b003-a5a4a4a70b15" providerId="ADAL" clId="{570AD52C-2A5D-1A4B-9570-8B2F823E229A}" dt="2026-04-14T17:21:29.266" v="90"/>
          <ac:inkMkLst>
            <pc:docMk/>
            <pc:sldMk cId="2161279909" sldId="399"/>
            <ac:inkMk id="37" creationId="{424CF0B8-B74A-36E6-AC34-F4BCA5D7EA17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38" creationId="{79B335F6-9716-CEC9-20EA-154E2D5482AE}"/>
          </ac:inkMkLst>
        </pc:inkChg>
        <pc:inkChg chg="add del">
          <ac:chgData name="Singh, Paolo (CDR)" userId="8e74c7fb-7789-4b96-b003-a5a4a4a70b15" providerId="ADAL" clId="{570AD52C-2A5D-1A4B-9570-8B2F823E229A}" dt="2026-04-14T17:21:32.882" v="99"/>
          <ac:inkMkLst>
            <pc:docMk/>
            <pc:sldMk cId="2161279909" sldId="399"/>
            <ac:inkMk id="39" creationId="{992DEC5A-35F3-3CD9-0D78-A487ECA47AD3}"/>
          </ac:inkMkLst>
        </pc:inkChg>
        <pc:inkChg chg="add">
          <ac:chgData name="Singh, Paolo (CDR)" userId="8e74c7fb-7789-4b96-b003-a5a4a4a70b15" providerId="ADAL" clId="{570AD52C-2A5D-1A4B-9570-8B2F823E229A}" dt="2026-04-14T17:21:30.606" v="93"/>
          <ac:inkMkLst>
            <pc:docMk/>
            <pc:sldMk cId="2161279909" sldId="399"/>
            <ac:inkMk id="40" creationId="{B96103AE-4585-98D9-5E1F-5CB835F3E5AF}"/>
          </ac:inkMkLst>
        </pc:inkChg>
        <pc:inkChg chg="add">
          <ac:chgData name="Singh, Paolo (CDR)" userId="8e74c7fb-7789-4b96-b003-a5a4a4a70b15" providerId="ADAL" clId="{570AD52C-2A5D-1A4B-9570-8B2F823E229A}" dt="2026-04-14T17:21:30.816" v="94"/>
          <ac:inkMkLst>
            <pc:docMk/>
            <pc:sldMk cId="2161279909" sldId="399"/>
            <ac:inkMk id="41" creationId="{E37D5B19-4984-41C7-B577-B515415AB2FC}"/>
          </ac:inkMkLst>
        </pc:inkChg>
        <pc:inkChg chg="add">
          <ac:chgData name="Singh, Paolo (CDR)" userId="8e74c7fb-7789-4b96-b003-a5a4a4a70b15" providerId="ADAL" clId="{570AD52C-2A5D-1A4B-9570-8B2F823E229A}" dt="2026-04-14T17:21:31.058" v="95"/>
          <ac:inkMkLst>
            <pc:docMk/>
            <pc:sldMk cId="2161279909" sldId="399"/>
            <ac:inkMk id="42" creationId="{99BF9D98-C039-0ACE-CFA2-8219CF650108}"/>
          </ac:inkMkLst>
        </pc:inkChg>
        <pc:inkChg chg="add">
          <ac:chgData name="Singh, Paolo (CDR)" userId="8e74c7fb-7789-4b96-b003-a5a4a4a70b15" providerId="ADAL" clId="{570AD52C-2A5D-1A4B-9570-8B2F823E229A}" dt="2026-04-14T17:21:31.250" v="96"/>
          <ac:inkMkLst>
            <pc:docMk/>
            <pc:sldMk cId="2161279909" sldId="399"/>
            <ac:inkMk id="43" creationId="{566DEBEC-0295-4F5A-6A77-8BF11C129463}"/>
          </ac:inkMkLst>
        </pc:inkChg>
        <pc:inkChg chg="add">
          <ac:chgData name="Singh, Paolo (CDR)" userId="8e74c7fb-7789-4b96-b003-a5a4a4a70b15" providerId="ADAL" clId="{570AD52C-2A5D-1A4B-9570-8B2F823E229A}" dt="2026-04-14T17:21:31.658" v="97"/>
          <ac:inkMkLst>
            <pc:docMk/>
            <pc:sldMk cId="2161279909" sldId="399"/>
            <ac:inkMk id="44" creationId="{52655C79-A5BC-C708-FDE6-CA23691204B0}"/>
          </ac:inkMkLst>
        </pc:inkChg>
        <pc:inkChg chg="add">
          <ac:chgData name="Singh, Paolo (CDR)" userId="8e74c7fb-7789-4b96-b003-a5a4a4a70b15" providerId="ADAL" clId="{570AD52C-2A5D-1A4B-9570-8B2F823E229A}" dt="2026-04-14T17:21:32.222" v="98"/>
          <ac:inkMkLst>
            <pc:docMk/>
            <pc:sldMk cId="2161279909" sldId="399"/>
            <ac:inkMk id="45" creationId="{758A8A7A-09A5-8C41-8404-6054DE9D38E8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0" creationId="{CD688021-684A-559F-AEE2-920BCF5AA915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1" creationId="{80B75F40-8F4D-CEB8-D40C-E9302C488BC7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2" creationId="{6D1E5232-E88A-CB0F-82E4-C8C69DBD8219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3" creationId="{336B1081-17EF-4CE7-1F2B-F1AF9C085396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4" creationId="{C9DFC5B3-D4EB-21E7-A6B9-B25CD5629036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5" creationId="{B899B4CE-D67A-D7BE-0BD6-D34007516C39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6" creationId="{28ADF69C-C5E6-EFE3-50F2-20E28CBF0C73}"/>
          </ac:inkMkLst>
        </pc:inkChg>
        <pc:inkChg chg="add del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7" creationId="{B18BAA37-CDE8-28F4-A11C-43C4CA50FD9C}"/>
          </ac:inkMkLst>
        </pc:inkChg>
        <pc:inkChg chg="add reco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8" creationId="{F3587012-46F2-839B-2FE2-7D2C4C1D32B6}"/>
          </ac:inkMkLst>
        </pc:inkChg>
        <pc:inkChg chg="add reco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9" creationId="{E6D1D448-10ED-4695-704D-0304A9407537}"/>
          </ac:inkMkLst>
        </pc:inkChg>
        <pc:inkChg chg="add">
          <ac:chgData name="Singh, Paolo (CDR)" userId="8e74c7fb-7789-4b96-b003-a5a4a4a70b15" providerId="ADAL" clId="{570AD52C-2A5D-1A4B-9570-8B2F823E229A}" dt="2026-04-14T17:21:39.350" v="109"/>
          <ac:inkMkLst>
            <pc:docMk/>
            <pc:sldMk cId="2161279909" sldId="399"/>
            <ac:inkMk id="60" creationId="{FA7AEA89-5C16-99EF-C332-891CF75ABD56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61" creationId="{2D6F62AF-73DD-6710-B8F0-519370FD7E4A}"/>
          </ac:inkMkLst>
        </pc:inkChg>
        <pc:inkChg chg="add">
          <ac:chgData name="Singh, Paolo (CDR)" userId="8e74c7fb-7789-4b96-b003-a5a4a4a70b15" providerId="ADAL" clId="{570AD52C-2A5D-1A4B-9570-8B2F823E229A}" dt="2026-04-14T17:21:43.215" v="111"/>
          <ac:inkMkLst>
            <pc:docMk/>
            <pc:sldMk cId="2161279909" sldId="399"/>
            <ac:inkMk id="62" creationId="{A5765091-2D5D-E21E-E6A8-5B8EDA765361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63" creationId="{9CC6C7B6-4D58-B972-543A-7B371E64C781}"/>
          </ac:inkMkLst>
        </pc:inkChg>
        <pc:inkChg chg="add">
          <ac:chgData name="Singh, Paolo (CDR)" userId="8e74c7fb-7789-4b96-b003-a5a4a4a70b15" providerId="ADAL" clId="{570AD52C-2A5D-1A4B-9570-8B2F823E229A}" dt="2026-04-14T17:21:44.265" v="113"/>
          <ac:inkMkLst>
            <pc:docMk/>
            <pc:sldMk cId="2161279909" sldId="399"/>
            <ac:inkMk id="64" creationId="{45D1E86F-5807-659F-620C-297616AC9F31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65" creationId="{563837B3-AEE4-FB8F-21F2-8F308D9C4EE8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66" creationId="{852813C7-C256-D91C-E6CF-8FB25727C3C8}"/>
          </ac:inkMkLst>
        </pc:inkChg>
        <pc:inkChg chg="add">
          <ac:chgData name="Singh, Paolo (CDR)" userId="8e74c7fb-7789-4b96-b003-a5a4a4a70b15" providerId="ADAL" clId="{570AD52C-2A5D-1A4B-9570-8B2F823E229A}" dt="2026-04-14T17:21:45.481" v="116"/>
          <ac:inkMkLst>
            <pc:docMk/>
            <pc:sldMk cId="2161279909" sldId="399"/>
            <ac:inkMk id="67" creationId="{9F8BF37F-F2F8-96F4-3F75-FD28FB6B1C9F}"/>
          </ac:inkMkLst>
        </pc:inkChg>
        <pc:inkChg chg="add">
          <ac:chgData name="Singh, Paolo (CDR)" userId="8e74c7fb-7789-4b96-b003-a5a4a4a70b15" providerId="ADAL" clId="{570AD52C-2A5D-1A4B-9570-8B2F823E229A}" dt="2026-04-14T17:21:45.907" v="117"/>
          <ac:inkMkLst>
            <pc:docMk/>
            <pc:sldMk cId="2161279909" sldId="399"/>
            <ac:inkMk id="68" creationId="{95462898-64F1-BEC8-13FD-BDE170A5830F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69" creationId="{119C223A-CA13-D054-1039-BFD1C05A104A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70" creationId="{8FC9C5D6-AF49-6C64-7EEC-AEF812C53AFD}"/>
          </ac:inkMkLst>
        </pc:inkChg>
        <pc:inkChg chg="add">
          <ac:chgData name="Singh, Paolo (CDR)" userId="8e74c7fb-7789-4b96-b003-a5a4a4a70b15" providerId="ADAL" clId="{570AD52C-2A5D-1A4B-9570-8B2F823E229A}" dt="2026-04-14T17:21:46.997" v="120"/>
          <ac:inkMkLst>
            <pc:docMk/>
            <pc:sldMk cId="2161279909" sldId="399"/>
            <ac:inkMk id="71" creationId="{34E15011-D906-A086-A188-84874F0E193D}"/>
          </ac:inkMkLst>
        </pc:inkChg>
        <pc:inkChg chg="add">
          <ac:chgData name="Singh, Paolo (CDR)" userId="8e74c7fb-7789-4b96-b003-a5a4a4a70b15" providerId="ADAL" clId="{570AD52C-2A5D-1A4B-9570-8B2F823E229A}" dt="2026-04-14T17:21:47.713" v="121"/>
          <ac:inkMkLst>
            <pc:docMk/>
            <pc:sldMk cId="2161279909" sldId="399"/>
            <ac:inkMk id="72" creationId="{9DD1350E-1FE5-ECF3-9750-5843CED29AE8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73" creationId="{5E75529B-8D6B-5B82-6208-2599F1D98CEF}"/>
          </ac:inkMkLst>
        </pc:inkChg>
        <pc:inkChg chg="add">
          <ac:chgData name="Singh, Paolo (CDR)" userId="8e74c7fb-7789-4b96-b003-a5a4a4a70b15" providerId="ADAL" clId="{570AD52C-2A5D-1A4B-9570-8B2F823E229A}" dt="2026-04-14T17:21:48.623" v="123"/>
          <ac:inkMkLst>
            <pc:docMk/>
            <pc:sldMk cId="2161279909" sldId="399"/>
            <ac:inkMk id="74" creationId="{AF1031B9-2C87-E3FA-E852-A67FD72E6547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75" creationId="{89EC555D-BEDA-E90E-F828-61BD2864CD79}"/>
          </ac:inkMkLst>
        </pc:inkChg>
        <pc:inkChg chg="add">
          <ac:chgData name="Singh, Paolo (CDR)" userId="8e74c7fb-7789-4b96-b003-a5a4a4a70b15" providerId="ADAL" clId="{570AD52C-2A5D-1A4B-9570-8B2F823E229A}" dt="2026-04-14T17:21:49.789" v="125"/>
          <ac:inkMkLst>
            <pc:docMk/>
            <pc:sldMk cId="2161279909" sldId="399"/>
            <ac:inkMk id="76" creationId="{B65D754F-CBB7-40E1-E4A4-F4A0A67A5FC7}"/>
          </ac:inkMkLst>
        </pc:inkChg>
        <pc:inkChg chg="add del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77" creationId="{1EB33EF6-B5F5-DA29-4953-82649BC2D6E9}"/>
          </ac:inkMkLst>
        </pc:inkChg>
        <pc:inkChg chg="add">
          <ac:chgData name="Singh, Paolo (CDR)" userId="8e74c7fb-7789-4b96-b003-a5a4a4a70b15" providerId="ADAL" clId="{570AD52C-2A5D-1A4B-9570-8B2F823E229A}" dt="2026-04-14T17:21:50.898" v="127"/>
          <ac:inkMkLst>
            <pc:docMk/>
            <pc:sldMk cId="2161279909" sldId="399"/>
            <ac:inkMk id="78" creationId="{7323CDA1-3834-0549-5814-965733E6B624}"/>
          </ac:inkMkLst>
        </pc:inkChg>
        <pc:inkChg chg="add">
          <ac:chgData name="Singh, Paolo (CDR)" userId="8e74c7fb-7789-4b96-b003-a5a4a4a70b15" providerId="ADAL" clId="{570AD52C-2A5D-1A4B-9570-8B2F823E229A}" dt="2026-04-14T17:21:51.589" v="128"/>
          <ac:inkMkLst>
            <pc:docMk/>
            <pc:sldMk cId="2161279909" sldId="399"/>
            <ac:inkMk id="79" creationId="{B4071955-DFE6-B696-8C49-E3E026134E76}"/>
          </ac:inkMkLst>
        </pc:inkChg>
        <pc:inkChg chg="add">
          <ac:chgData name="Singh, Paolo (CDR)" userId="8e74c7fb-7789-4b96-b003-a5a4a4a70b15" providerId="ADAL" clId="{570AD52C-2A5D-1A4B-9570-8B2F823E229A}" dt="2026-04-14T17:21:52.008" v="129"/>
          <ac:inkMkLst>
            <pc:docMk/>
            <pc:sldMk cId="2161279909" sldId="399"/>
            <ac:inkMk id="80" creationId="{3255949F-16DF-D853-3E65-124B732C28EF}"/>
          </ac:inkMkLst>
        </pc:inkChg>
        <pc:inkChg chg="add">
          <ac:chgData name="Singh, Paolo (CDR)" userId="8e74c7fb-7789-4b96-b003-a5a4a4a70b15" providerId="ADAL" clId="{570AD52C-2A5D-1A4B-9570-8B2F823E229A}" dt="2026-04-14T17:21:52.541" v="130"/>
          <ac:inkMkLst>
            <pc:docMk/>
            <pc:sldMk cId="2161279909" sldId="399"/>
            <ac:inkMk id="81" creationId="{0332C5CA-020F-4F1D-6680-CDD32D30CDC8}"/>
          </ac:inkMkLst>
        </pc:inkChg>
        <pc:inkChg chg="add reco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82" creationId="{D4AA76DB-F34B-C5CB-7ACD-96C15F5DD99E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076199833" sldId="40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076199833" sldId="405"/>
            <ac:inkMk id="5" creationId="{042702FE-A254-31D5-241D-0BB48519E2D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920488716" sldId="406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920488716" sldId="406"/>
            <ac:inkMk id="5" creationId="{ABAC4054-21BD-179F-86D4-1B00C7F3081B}"/>
          </ac:inkMkLst>
        </pc:inkChg>
      </pc:sldChg>
      <pc:sldChg chg="addSp delSp modSp">
        <pc:chgData name="Singh, Paolo (CDR)" userId="8e74c7fb-7789-4b96-b003-a5a4a4a70b15" providerId="ADAL" clId="{570AD52C-2A5D-1A4B-9570-8B2F823E229A}" dt="2026-04-14T17:08:51.035" v="36"/>
        <pc:sldMkLst>
          <pc:docMk/>
          <pc:sldMk cId="2628322892" sldId="407"/>
        </pc:sldMkLst>
        <pc:inkChg chg="add mod modStrokes">
          <ac:chgData name="Singh, Paolo (CDR)" userId="8e74c7fb-7789-4b96-b003-a5a4a4a70b15" providerId="ADAL" clId="{570AD52C-2A5D-1A4B-9570-8B2F823E229A}" dt="2026-04-14T17:08:00.677" v="10"/>
          <ac:inkMkLst>
            <pc:docMk/>
            <pc:sldMk cId="2628322892" sldId="407"/>
            <ac:inkMk id="9" creationId="{5B1BE308-D11A-2BD5-FF55-EDC469A382D9}"/>
          </ac:inkMkLst>
        </pc:inkChg>
        <pc:inkChg chg="add del">
          <ac:chgData name="Singh, Paolo (CDR)" userId="8e74c7fb-7789-4b96-b003-a5a4a4a70b15" providerId="ADAL" clId="{570AD52C-2A5D-1A4B-9570-8B2F823E229A}" dt="2026-04-14T17:07:41.686" v="5"/>
          <ac:inkMkLst>
            <pc:docMk/>
            <pc:sldMk cId="2628322892" sldId="407"/>
            <ac:inkMk id="10" creationId="{74A2F4D2-9B00-9F29-2587-1297218743AA}"/>
          </ac:inkMkLst>
        </pc:inkChg>
        <pc:inkChg chg="add del">
          <ac:chgData name="Singh, Paolo (CDR)" userId="8e74c7fb-7789-4b96-b003-a5a4a4a70b15" providerId="ADAL" clId="{570AD52C-2A5D-1A4B-9570-8B2F823E229A}" dt="2026-04-14T17:07:41.686" v="5"/>
          <ac:inkMkLst>
            <pc:docMk/>
            <pc:sldMk cId="2628322892" sldId="407"/>
            <ac:inkMk id="11" creationId="{2439B1EC-F785-8494-8326-639A257E7613}"/>
          </ac:inkMkLst>
        </pc:inkChg>
        <pc:inkChg chg="add del">
          <ac:chgData name="Singh, Paolo (CDR)" userId="8e74c7fb-7789-4b96-b003-a5a4a4a70b15" providerId="ADAL" clId="{570AD52C-2A5D-1A4B-9570-8B2F823E229A}" dt="2026-04-14T17:07:41.686" v="5"/>
          <ac:inkMkLst>
            <pc:docMk/>
            <pc:sldMk cId="2628322892" sldId="407"/>
            <ac:inkMk id="12" creationId="{793D5956-1E8F-D2E6-EE43-4D7812294C51}"/>
          </ac:inkMkLst>
        </pc:inkChg>
        <pc:inkChg chg="add reco">
          <ac:chgData name="Singh, Paolo (CDR)" userId="8e74c7fb-7789-4b96-b003-a5a4a4a70b15" providerId="ADAL" clId="{570AD52C-2A5D-1A4B-9570-8B2F823E229A}" dt="2026-04-14T17:07:41.686" v="5"/>
          <ac:inkMkLst>
            <pc:docMk/>
            <pc:sldMk cId="2628322892" sldId="407"/>
            <ac:inkMk id="13" creationId="{19452354-923C-6D5C-6D03-5B6B294EB8E5}"/>
          </ac:inkMkLst>
        </pc:inkChg>
        <pc:inkChg chg="add del">
          <ac:chgData name="Singh, Paolo (CDR)" userId="8e74c7fb-7789-4b96-b003-a5a4a4a70b15" providerId="ADAL" clId="{570AD52C-2A5D-1A4B-9570-8B2F823E229A}" dt="2026-04-14T17:07:56.363" v="9"/>
          <ac:inkMkLst>
            <pc:docMk/>
            <pc:sldMk cId="2628322892" sldId="407"/>
            <ac:inkMk id="14" creationId="{B7161C63-69FF-8FEA-B56D-C44CE1D08DAA}"/>
          </ac:inkMkLst>
        </pc:inkChg>
        <pc:inkChg chg="add del">
          <ac:chgData name="Singh, Paolo (CDR)" userId="8e74c7fb-7789-4b96-b003-a5a4a4a70b15" providerId="ADAL" clId="{570AD52C-2A5D-1A4B-9570-8B2F823E229A}" dt="2026-04-14T17:07:56.363" v="9"/>
          <ac:inkMkLst>
            <pc:docMk/>
            <pc:sldMk cId="2628322892" sldId="407"/>
            <ac:inkMk id="15" creationId="{AA3FC074-2314-8DCA-32B2-138A7C294FFB}"/>
          </ac:inkMkLst>
        </pc:inkChg>
        <pc:inkChg chg="add reco">
          <ac:chgData name="Singh, Paolo (CDR)" userId="8e74c7fb-7789-4b96-b003-a5a4a4a70b15" providerId="ADAL" clId="{570AD52C-2A5D-1A4B-9570-8B2F823E229A}" dt="2026-04-14T17:07:56.363" v="9"/>
          <ac:inkMkLst>
            <pc:docMk/>
            <pc:sldMk cId="2628322892" sldId="407"/>
            <ac:inkMk id="16" creationId="{A1829A7C-475C-0DFE-7EB9-BF07564C1402}"/>
          </ac:inkMkLst>
        </pc:inkChg>
        <pc:inkChg chg="add del">
          <ac:chgData name="Singh, Paolo (CDR)" userId="8e74c7fb-7789-4b96-b003-a5a4a4a70b15" providerId="ADAL" clId="{570AD52C-2A5D-1A4B-9570-8B2F823E229A}" dt="2026-04-14T17:08:08.412" v="13"/>
          <ac:inkMkLst>
            <pc:docMk/>
            <pc:sldMk cId="2628322892" sldId="407"/>
            <ac:inkMk id="17" creationId="{052AA459-AA4C-DB14-C4CD-DB9F0C58D65A}"/>
          </ac:inkMkLst>
        </pc:inkChg>
        <pc:inkChg chg="add del">
          <ac:chgData name="Singh, Paolo (CDR)" userId="8e74c7fb-7789-4b96-b003-a5a4a4a70b15" providerId="ADAL" clId="{570AD52C-2A5D-1A4B-9570-8B2F823E229A}" dt="2026-04-14T17:08:08.412" v="13"/>
          <ac:inkMkLst>
            <pc:docMk/>
            <pc:sldMk cId="2628322892" sldId="407"/>
            <ac:inkMk id="18" creationId="{D2E209DA-0572-25C9-4F68-D647CDBD2FCD}"/>
          </ac:inkMkLst>
        </pc:inkChg>
        <pc:inkChg chg="add reco">
          <ac:chgData name="Singh, Paolo (CDR)" userId="8e74c7fb-7789-4b96-b003-a5a4a4a70b15" providerId="ADAL" clId="{570AD52C-2A5D-1A4B-9570-8B2F823E229A}" dt="2026-04-14T17:08:08.412" v="13"/>
          <ac:inkMkLst>
            <pc:docMk/>
            <pc:sldMk cId="2628322892" sldId="407"/>
            <ac:inkMk id="19" creationId="{F687EF45-4F54-08A8-E144-71EB5D896422}"/>
          </ac:inkMkLst>
        </pc:inkChg>
        <pc:inkChg chg="add del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0" creationId="{0785780B-34E1-80BC-DF88-366AD0DD1331}"/>
          </ac:inkMkLst>
        </pc:inkChg>
        <pc:inkChg chg="add del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1" creationId="{BC517DD0-69D7-30DA-C20F-4201D8FCBD8F}"/>
          </ac:inkMkLst>
        </pc:inkChg>
        <pc:inkChg chg="add del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2" creationId="{F6E25FE4-F2BE-B3E5-B51F-4055E3C5CAA1}"/>
          </ac:inkMkLst>
        </pc:inkChg>
        <pc:inkChg chg="add del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3" creationId="{A73458B3-72F9-1D9E-F208-FB5CC6BD9D16}"/>
          </ac:inkMkLst>
        </pc:inkChg>
        <pc:inkChg chg="add del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4" creationId="{15467537-100D-870C-56A3-81E481D41D4B}"/>
          </ac:inkMkLst>
        </pc:inkChg>
        <pc:inkChg chg="add">
          <ac:chgData name="Singh, Paolo (CDR)" userId="8e74c7fb-7789-4b96-b003-a5a4a4a70b15" providerId="ADAL" clId="{570AD52C-2A5D-1A4B-9570-8B2F823E229A}" dt="2026-04-14T17:08:36.738" v="19"/>
          <ac:inkMkLst>
            <pc:docMk/>
            <pc:sldMk cId="2628322892" sldId="407"/>
            <ac:inkMk id="25" creationId="{B2EE5397-E731-394F-AD5F-96DC18495D7D}"/>
          </ac:inkMkLst>
        </pc:inkChg>
        <pc:inkChg chg="add reco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6" creationId="{0F341E22-8031-5F0A-76ED-382ACD2C8E87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27" creationId="{EFFF700B-0B89-9F19-335A-272616C0DC0F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28" creationId="{ADDA2810-F58B-2AD9-7319-72D02F27F27D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29" creationId="{94372D16-102B-3289-D50E-9D2DD027AA81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0" creationId="{700AEFC6-56CC-CEC9-141B-EC8D9B40EA41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1" creationId="{859E1320-4B76-8BAD-687F-4166B6B74216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2" creationId="{7791FA01-5B5F-BB10-AD6B-04C84E7C670A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3" creationId="{83B3FB7C-7C87-0F04-272D-A99BFD9A75A0}"/>
          </ac:inkMkLst>
        </pc:inkChg>
        <pc:inkChg chg="add">
          <ac:chgData name="Singh, Paolo (CDR)" userId="8e74c7fb-7789-4b96-b003-a5a4a4a70b15" providerId="ADAL" clId="{570AD52C-2A5D-1A4B-9570-8B2F823E229A}" dt="2026-04-14T17:08:41.774" v="28"/>
          <ac:inkMkLst>
            <pc:docMk/>
            <pc:sldMk cId="2628322892" sldId="407"/>
            <ac:inkMk id="34" creationId="{A3C6D5F6-7BA6-71A7-BBD5-5E6DBA7F815F}"/>
          </ac:inkMkLst>
        </pc:inkChg>
        <pc:inkChg chg="add del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5" creationId="{6DCA0FC8-2833-00FA-3F63-DEEA79CD768C}"/>
          </ac:inkMkLst>
        </pc:inkChg>
        <pc:inkChg chg="add reco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6" creationId="{9D075C21-7B74-8750-03DC-759404AD6F13}"/>
          </ac:inkMkLst>
        </pc:inkChg>
        <pc:inkChg chg="add reco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7" creationId="{953F2B70-F7C9-7A3E-DABE-37F425483833}"/>
          </ac:inkMkLst>
        </pc:inkChg>
        <pc:inkChg chg="add del">
          <ac:chgData name="Singh, Paolo (CDR)" userId="8e74c7fb-7789-4b96-b003-a5a4a4a70b15" providerId="ADAL" clId="{570AD52C-2A5D-1A4B-9570-8B2F823E229A}" dt="2026-04-14T17:08:51.035" v="36"/>
          <ac:inkMkLst>
            <pc:docMk/>
            <pc:sldMk cId="2628322892" sldId="407"/>
            <ac:inkMk id="38" creationId="{CB8ABF2C-DE9F-CB78-E23A-8A20265C0467}"/>
          </ac:inkMkLst>
        </pc:inkChg>
        <pc:inkChg chg="add del">
          <ac:chgData name="Singh, Paolo (CDR)" userId="8e74c7fb-7789-4b96-b003-a5a4a4a70b15" providerId="ADAL" clId="{570AD52C-2A5D-1A4B-9570-8B2F823E229A}" dt="2026-04-14T17:08:46.246" v="34"/>
          <ac:inkMkLst>
            <pc:docMk/>
            <pc:sldMk cId="2628322892" sldId="407"/>
            <ac:inkMk id="39" creationId="{0182D2C2-9C6D-8AF7-57F1-A96DBDE6A7B1}"/>
          </ac:inkMkLst>
        </pc:inkChg>
        <pc:inkChg chg="add del">
          <ac:chgData name="Singh, Paolo (CDR)" userId="8e74c7fb-7789-4b96-b003-a5a4a4a70b15" providerId="ADAL" clId="{570AD52C-2A5D-1A4B-9570-8B2F823E229A}" dt="2026-04-14T17:08:46.246" v="34"/>
          <ac:inkMkLst>
            <pc:docMk/>
            <pc:sldMk cId="2628322892" sldId="407"/>
            <ac:inkMk id="40" creationId="{E68B228D-5A89-D756-2D59-D34B0D42F1BD}"/>
          </ac:inkMkLst>
        </pc:inkChg>
        <pc:inkChg chg="add del reco">
          <ac:chgData name="Singh, Paolo (CDR)" userId="8e74c7fb-7789-4b96-b003-a5a4a4a70b15" providerId="ADAL" clId="{570AD52C-2A5D-1A4B-9570-8B2F823E229A}" dt="2026-04-14T17:08:51.031" v="35"/>
          <ac:inkMkLst>
            <pc:docMk/>
            <pc:sldMk cId="2628322892" sldId="407"/>
            <ac:inkMk id="41" creationId="{EF1FF8B3-F57C-CB95-D392-AD141AF0DE82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0:09.566" v="40"/>
        <pc:sldMkLst>
          <pc:docMk/>
          <pc:sldMk cId="283729634" sldId="408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3729634" sldId="408"/>
            <ac:inkMk id="5" creationId="{CFE8C09C-3E82-00F8-7B3F-8B0F2F32FC45}"/>
          </ac:inkMkLst>
        </pc:inkChg>
        <pc:inkChg chg="add del">
          <ac:chgData name="Singh, Paolo (CDR)" userId="8e74c7fb-7789-4b96-b003-a5a4a4a70b15" providerId="ADAL" clId="{570AD52C-2A5D-1A4B-9570-8B2F823E229A}" dt="2026-04-14T17:10:05.184" v="38"/>
          <ac:inkMkLst>
            <pc:docMk/>
            <pc:sldMk cId="283729634" sldId="408"/>
            <ac:inkMk id="6" creationId="{C5201F51-A10A-074C-2A93-D78F44864D9F}"/>
          </ac:inkMkLst>
        </pc:inkChg>
        <pc:inkChg chg="add">
          <ac:chgData name="Singh, Paolo (CDR)" userId="8e74c7fb-7789-4b96-b003-a5a4a4a70b15" providerId="ADAL" clId="{570AD52C-2A5D-1A4B-9570-8B2F823E229A}" dt="2026-04-14T17:10:07.949" v="39"/>
          <ac:inkMkLst>
            <pc:docMk/>
            <pc:sldMk cId="283729634" sldId="408"/>
            <ac:inkMk id="7" creationId="{101C0F3F-B7F3-A8C4-42BC-8040A38DC764}"/>
          </ac:inkMkLst>
        </pc:inkChg>
        <pc:inkChg chg="add">
          <ac:chgData name="Singh, Paolo (CDR)" userId="8e74c7fb-7789-4b96-b003-a5a4a4a70b15" providerId="ADAL" clId="{570AD52C-2A5D-1A4B-9570-8B2F823E229A}" dt="2026-04-14T17:10:09.566" v="40"/>
          <ac:inkMkLst>
            <pc:docMk/>
            <pc:sldMk cId="283729634" sldId="408"/>
            <ac:inkMk id="8" creationId="{FCF203FE-826E-8FC1-7B5A-BEEFA53322F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056344516" sldId="40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056344516" sldId="409"/>
            <ac:inkMk id="5" creationId="{6108F6C8-4A2D-8E7F-29E9-6443EA15B97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816400457" sldId="41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16400457" sldId="410"/>
            <ac:inkMk id="7" creationId="{7276BD80-DD2E-1996-8A80-AF1ACD53D8A7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60662328" sldId="412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60662328" sldId="412"/>
            <ac:inkMk id="7" creationId="{716C8179-65BC-1408-CA7D-F52A169A767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43467055" sldId="42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43467055" sldId="425"/>
            <ac:inkMk id="5" creationId="{E47323A9-DEB6-DB3D-E0C1-FF3290FDB575}"/>
          </ac:inkMkLst>
        </pc:ink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  <pc:sldChg chg="modSp mod">
        <pc:chgData name="Singh, Paolo (CDR)" userId="8e74c7fb-7789-4b96-b003-a5a4a4a70b15" providerId="ADAL" clId="{07EA12FF-6538-58A0-B870-149C394003F4}" dt="2026-04-14T12:56:25.628" v="7136" actId="20577"/>
        <pc:sldMkLst>
          <pc:docMk/>
          <pc:sldMk cId="1034441701" sldId="258"/>
        </pc:sldMkLst>
        <pc:spChg chg="mod">
          <ac:chgData name="Singh, Paolo (CDR)" userId="8e74c7fb-7789-4b96-b003-a5a4a4a70b15" providerId="ADAL" clId="{07EA12FF-6538-58A0-B870-149C394003F4}" dt="2026-04-14T12:56:25.628" v="7136" actId="20577"/>
          <ac:spMkLst>
            <pc:docMk/>
            <pc:sldMk cId="1034441701" sldId="258"/>
            <ac:spMk id="3" creationId="{73529452-E667-7C57-E02E-229B97D8FED5}"/>
          </ac:spMkLst>
        </pc:spChg>
      </pc:sldChg>
      <pc:sldChg chg="del">
        <pc:chgData name="Singh, Paolo (CDR)" userId="8e74c7fb-7789-4b96-b003-a5a4a4a70b15" providerId="ADAL" clId="{07EA12FF-6538-58A0-B870-149C394003F4}" dt="2026-04-14T12:06:13.187" v="4794" actId="2696"/>
        <pc:sldMkLst>
          <pc:docMk/>
          <pc:sldMk cId="4043831918" sldId="306"/>
        </pc:sldMkLst>
      </pc:sldChg>
      <pc:sldChg chg="add">
        <pc:chgData name="Singh, Paolo (CDR)" userId="8e74c7fb-7789-4b96-b003-a5a4a4a70b15" providerId="ADAL" clId="{07EA12FF-6538-58A0-B870-149C394003F4}" dt="2026-04-14T12:25:30.409" v="5687"/>
        <pc:sldMkLst>
          <pc:docMk/>
          <pc:sldMk cId="712689108" sldId="307"/>
        </pc:sldMkLst>
      </pc:sldChg>
      <pc:sldChg chg="modSp mod">
        <pc:chgData name="Singh, Paolo (CDR)" userId="8e74c7fb-7789-4b96-b003-a5a4a4a70b15" providerId="ADAL" clId="{07EA12FF-6538-58A0-B870-149C394003F4}" dt="2026-04-14T10:22:16.650" v="160" actId="20577"/>
        <pc:sldMkLst>
          <pc:docMk/>
          <pc:sldMk cId="1435155535" sldId="334"/>
        </pc:sldMkLst>
        <pc:spChg chg="mod">
          <ac:chgData name="Singh, Paolo (CDR)" userId="8e74c7fb-7789-4b96-b003-a5a4a4a70b15" providerId="ADAL" clId="{07EA12FF-6538-58A0-B870-149C394003F4}" dt="2026-04-14T10:22:16.650" v="160" actId="20577"/>
          <ac:spMkLst>
            <pc:docMk/>
            <pc:sldMk cId="1435155535" sldId="334"/>
            <ac:spMk id="3" creationId="{CE89246A-DCE4-A85F-53B8-537DCE151AC7}"/>
          </ac:spMkLst>
        </pc:spChg>
      </pc:sldChg>
      <pc:sldChg chg="del">
        <pc:chgData name="Singh, Paolo (CDR)" userId="8e74c7fb-7789-4b96-b003-a5a4a4a70b15" providerId="ADAL" clId="{07EA12FF-6538-58A0-B870-149C394003F4}" dt="2026-04-14T12:06:14.714" v="4795" actId="2696"/>
        <pc:sldMkLst>
          <pc:docMk/>
          <pc:sldMk cId="1966929447" sldId="336"/>
        </pc:sldMkLst>
      </pc:sldChg>
      <pc:sldChg chg="del">
        <pc:chgData name="Singh, Paolo (CDR)" userId="8e74c7fb-7789-4b96-b003-a5a4a4a70b15" providerId="ADAL" clId="{07EA12FF-6538-58A0-B870-149C394003F4}" dt="2026-04-14T12:06:11.971" v="4792" actId="2696"/>
        <pc:sldMkLst>
          <pc:docMk/>
          <pc:sldMk cId="2822486452" sldId="346"/>
        </pc:sldMkLst>
      </pc:sldChg>
      <pc:sldChg chg="del">
        <pc:chgData name="Singh, Paolo (CDR)" userId="8e74c7fb-7789-4b96-b003-a5a4a4a70b15" providerId="ADAL" clId="{07EA12FF-6538-58A0-B870-149C394003F4}" dt="2026-04-14T12:06:12.511" v="4793" actId="2696"/>
        <pc:sldMkLst>
          <pc:docMk/>
          <pc:sldMk cId="1326236548" sldId="347"/>
        </pc:sldMkLst>
      </pc:sldChg>
      <pc:sldChg chg="modSp mod">
        <pc:chgData name="Singh, Paolo (CDR)" userId="8e74c7fb-7789-4b96-b003-a5a4a4a70b15" providerId="ADAL" clId="{07EA12FF-6538-58A0-B870-149C394003F4}" dt="2026-04-14T10:34:49.087" v="1098" actId="20577"/>
        <pc:sldMkLst>
          <pc:docMk/>
          <pc:sldMk cId="2218885554" sldId="355"/>
        </pc:sldMkLst>
        <pc:spChg chg="mod">
          <ac:chgData name="Singh, Paolo (CDR)" userId="8e74c7fb-7789-4b96-b003-a5a4a4a70b15" providerId="ADAL" clId="{07EA12FF-6538-58A0-B870-149C394003F4}" dt="2026-04-14T10:34:49.087" v="1098" actId="20577"/>
          <ac:spMkLst>
            <pc:docMk/>
            <pc:sldMk cId="2218885554" sldId="355"/>
            <ac:spMk id="3" creationId="{38972614-F9A3-FB31-1623-8327A994BA69}"/>
          </ac:spMkLst>
        </pc:spChg>
      </pc:sldChg>
      <pc:sldChg chg="del">
        <pc:chgData name="Singh, Paolo (CDR)" userId="8e74c7fb-7789-4b96-b003-a5a4a4a70b15" providerId="ADAL" clId="{07EA12FF-6538-58A0-B870-149C394003F4}" dt="2026-04-14T10:21:51.604" v="113" actId="2696"/>
        <pc:sldMkLst>
          <pc:docMk/>
          <pc:sldMk cId="319635901" sldId="356"/>
        </pc:sldMkLst>
      </pc:sldChg>
      <pc:sldChg chg="modSp new mod">
        <pc:chgData name="Singh, Paolo (CDR)" userId="8e74c7fb-7789-4b96-b003-a5a4a4a70b15" providerId="ADAL" clId="{07EA12FF-6538-58A0-B870-149C394003F4}" dt="2026-04-14T12:50:31.260" v="6940" actId="20577"/>
        <pc:sldMkLst>
          <pc:docMk/>
          <pc:sldMk cId="1425211946" sldId="356"/>
        </pc:sldMkLst>
        <pc:spChg chg="mod">
          <ac:chgData name="Singh, Paolo (CDR)" userId="8e74c7fb-7789-4b96-b003-a5a4a4a70b15" providerId="ADAL" clId="{07EA12FF-6538-58A0-B870-149C394003F4}" dt="2026-04-14T12:40:47.755" v="6643" actId="20577"/>
          <ac:spMkLst>
            <pc:docMk/>
            <pc:sldMk cId="1425211946" sldId="356"/>
            <ac:spMk id="2" creationId="{D6595DD1-1283-E5F6-D08C-F36170E0B46B}"/>
          </ac:spMkLst>
        </pc:spChg>
        <pc:spChg chg="mod">
          <ac:chgData name="Singh, Paolo (CDR)" userId="8e74c7fb-7789-4b96-b003-a5a4a4a70b15" providerId="ADAL" clId="{07EA12FF-6538-58A0-B870-149C394003F4}" dt="2026-04-14T12:50:31.260" v="6940" actId="20577"/>
          <ac:spMkLst>
            <pc:docMk/>
            <pc:sldMk cId="1425211946" sldId="356"/>
            <ac:spMk id="3" creationId="{CD379BD6-6453-80AD-05FC-75705AB69999}"/>
          </ac:spMkLst>
        </pc:spChg>
      </pc:sldChg>
      <pc:sldChg chg="modSp new del mod">
        <pc:chgData name="Singh, Paolo (CDR)" userId="8e74c7fb-7789-4b96-b003-a5a4a4a70b15" providerId="ADAL" clId="{07EA12FF-6538-58A0-B870-149C394003F4}" dt="2026-04-14T12:39:34.489" v="6620" actId="2696"/>
        <pc:sldMkLst>
          <pc:docMk/>
          <pc:sldMk cId="2962712878" sldId="357"/>
        </pc:sldMkLst>
        <pc:spChg chg="mod">
          <ac:chgData name="Singh, Paolo (CDR)" userId="8e74c7fb-7789-4b96-b003-a5a4a4a70b15" providerId="ADAL" clId="{07EA12FF-6538-58A0-B870-149C394003F4}" dt="2026-04-14T10:23:58.413" v="361" actId="20577"/>
          <ac:spMkLst>
            <pc:docMk/>
            <pc:sldMk cId="2962712878" sldId="357"/>
            <ac:spMk id="2" creationId="{53215A11-EC89-6A43-DC37-EE202DCEF56F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4T10:31:45.357" v="979"/>
        <pc:sldMkLst>
          <pc:docMk/>
          <pc:sldMk cId="3903693155" sldId="358"/>
        </pc:sldMkLst>
        <pc:spChg chg="mod">
          <ac:chgData name="Singh, Paolo (CDR)" userId="8e74c7fb-7789-4b96-b003-a5a4a4a70b15" providerId="ADAL" clId="{07EA12FF-6538-58A0-B870-149C394003F4}" dt="2026-04-14T10:29:34.364" v="836" actId="20577"/>
          <ac:spMkLst>
            <pc:docMk/>
            <pc:sldMk cId="3903693155" sldId="358"/>
            <ac:spMk id="2" creationId="{FF5556D8-6EAE-F79F-C678-DFABC1F2EBDB}"/>
          </ac:spMkLst>
        </pc:spChg>
        <pc:spChg chg="mod">
          <ac:chgData name="Singh, Paolo (CDR)" userId="8e74c7fb-7789-4b96-b003-a5a4a4a70b15" providerId="ADAL" clId="{07EA12FF-6538-58A0-B870-149C394003F4}" dt="2026-04-14T10:30:39.246" v="978" actId="20577"/>
          <ac:spMkLst>
            <pc:docMk/>
            <pc:sldMk cId="3903693155" sldId="358"/>
            <ac:spMk id="3" creationId="{3651D29B-E73C-C8C1-8DD0-D76D0862F275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7" creationId="{A3495FC7-DAE3-08E8-F679-A9222F6D2871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8" creationId="{6872DA69-72A6-0F7B-5C9F-A422F05E0FB7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9" creationId="{204D495B-9C82-866F-7A50-B95986AA0D70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0" creationId="{D1E92227-7F65-2EB3-8573-9E2E545AB35F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1" creationId="{6A54BA83-7899-2F63-D50C-37F4F27E791E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2" creationId="{72A192CD-C426-DD59-887B-BC5C8002D958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3" creationId="{855D98A3-95F0-15A1-3896-746D678807FD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4" creationId="{60EA41B1-BA3B-71FD-7778-8E1C9D95D25F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7" creationId="{8F2BEB83-68B9-98CC-5184-5DF3CC832360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8" creationId="{D085560C-A09B-1D6F-8AE2-BD2941E9CC88}"/>
          </ac:spMkLst>
        </pc:spChg>
      </pc:sldChg>
      <pc:sldChg chg="delSp modSp add mod">
        <pc:chgData name="Singh, Paolo (CDR)" userId="8e74c7fb-7789-4b96-b003-a5a4a4a70b15" providerId="ADAL" clId="{07EA12FF-6538-58A0-B870-149C394003F4}" dt="2026-04-14T10:32:37.138" v="1003" actId="114"/>
        <pc:sldMkLst>
          <pc:docMk/>
          <pc:sldMk cId="3428260049" sldId="359"/>
        </pc:sldMkLst>
        <pc:spChg chg="mod">
          <ac:chgData name="Singh, Paolo (CDR)" userId="8e74c7fb-7789-4b96-b003-a5a4a4a70b15" providerId="ADAL" clId="{07EA12FF-6538-58A0-B870-149C394003F4}" dt="2026-04-14T10:32:37.138" v="1003" actId="114"/>
          <ac:spMkLst>
            <pc:docMk/>
            <pc:sldMk cId="3428260049" sldId="359"/>
            <ac:spMk id="3" creationId="{1BCA40DA-FFD5-7B63-6C42-D67A62C0E19E}"/>
          </ac:spMkLst>
        </pc:spChg>
        <pc:spChg chg="del">
          <ac:chgData name="Singh, Paolo (CDR)" userId="8e74c7fb-7789-4b96-b003-a5a4a4a70b15" providerId="ADAL" clId="{07EA12FF-6538-58A0-B870-149C394003F4}" dt="2026-04-14T10:32:04.341" v="985" actId="478"/>
          <ac:spMkLst>
            <pc:docMk/>
            <pc:sldMk cId="3428260049" sldId="359"/>
            <ac:spMk id="7" creationId="{AF14ABE0-DB6C-F93B-D3CE-5FFA06B938D6}"/>
          </ac:spMkLst>
        </pc:spChg>
        <pc:spChg chg="del">
          <ac:chgData name="Singh, Paolo (CDR)" userId="8e74c7fb-7789-4b96-b003-a5a4a4a70b15" providerId="ADAL" clId="{07EA12FF-6538-58A0-B870-149C394003F4}" dt="2026-04-14T10:32:03.595" v="984" actId="478"/>
          <ac:spMkLst>
            <pc:docMk/>
            <pc:sldMk cId="3428260049" sldId="359"/>
            <ac:spMk id="8" creationId="{0171A167-548A-E6A6-C0B3-487DE79928E8}"/>
          </ac:spMkLst>
        </pc:spChg>
        <pc:spChg chg="del">
          <ac:chgData name="Singh, Paolo (CDR)" userId="8e74c7fb-7789-4b96-b003-a5a4a4a70b15" providerId="ADAL" clId="{07EA12FF-6538-58A0-B870-149C394003F4}" dt="2026-04-14T10:32:05.295" v="986" actId="478"/>
          <ac:spMkLst>
            <pc:docMk/>
            <pc:sldMk cId="3428260049" sldId="359"/>
            <ac:spMk id="10" creationId="{13EF1ED4-5E9D-5E1D-D817-97F93B2BBC4C}"/>
          </ac:spMkLst>
        </pc:spChg>
        <pc:spChg chg="del">
          <ac:chgData name="Singh, Paolo (CDR)" userId="8e74c7fb-7789-4b96-b003-a5a4a4a70b15" providerId="ADAL" clId="{07EA12FF-6538-58A0-B870-149C394003F4}" dt="2026-04-14T10:32:02.941" v="983" actId="478"/>
          <ac:spMkLst>
            <pc:docMk/>
            <pc:sldMk cId="3428260049" sldId="359"/>
            <ac:spMk id="11" creationId="{0FB85300-23D9-3772-504E-86473DFA312D}"/>
          </ac:spMkLst>
        </pc:spChg>
        <pc:spChg chg="del">
          <ac:chgData name="Singh, Paolo (CDR)" userId="8e74c7fb-7789-4b96-b003-a5a4a4a70b15" providerId="ADAL" clId="{07EA12FF-6538-58A0-B870-149C394003F4}" dt="2026-04-14T10:32:06.339" v="987" actId="478"/>
          <ac:spMkLst>
            <pc:docMk/>
            <pc:sldMk cId="3428260049" sldId="359"/>
            <ac:spMk id="12" creationId="{569EDACA-C9F5-FC9F-D4FC-5BF6DB432FB2}"/>
          </ac:spMkLst>
        </pc:spChg>
        <pc:spChg chg="del">
          <ac:chgData name="Singh, Paolo (CDR)" userId="8e74c7fb-7789-4b96-b003-a5a4a4a70b15" providerId="ADAL" clId="{07EA12FF-6538-58A0-B870-149C394003F4}" dt="2026-04-14T10:32:00.837" v="982" actId="478"/>
          <ac:spMkLst>
            <pc:docMk/>
            <pc:sldMk cId="3428260049" sldId="359"/>
            <ac:spMk id="13" creationId="{6F70839C-63BC-237C-B9DC-F8475BBC4C05}"/>
          </ac:spMkLst>
        </pc:spChg>
        <pc:spChg chg="del">
          <ac:chgData name="Singh, Paolo (CDR)" userId="8e74c7fb-7789-4b96-b003-a5a4a4a70b15" providerId="ADAL" clId="{07EA12FF-6538-58A0-B870-149C394003F4}" dt="2026-04-14T10:31:59.866" v="981" actId="478"/>
          <ac:spMkLst>
            <pc:docMk/>
            <pc:sldMk cId="3428260049" sldId="359"/>
            <ac:spMk id="14" creationId="{A7E30871-EECD-1360-3B19-5BDA38E75728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0:39:11.352" v="1384" actId="20577"/>
        <pc:sldMkLst>
          <pc:docMk/>
          <pc:sldMk cId="3562183397" sldId="360"/>
        </pc:sldMkLst>
        <pc:spChg chg="mod">
          <ac:chgData name="Singh, Paolo (CDR)" userId="8e74c7fb-7789-4b96-b003-a5a4a4a70b15" providerId="ADAL" clId="{07EA12FF-6538-58A0-B870-149C394003F4}" dt="2026-04-14T10:39:11.352" v="1384" actId="20577"/>
          <ac:spMkLst>
            <pc:docMk/>
            <pc:sldMk cId="3562183397" sldId="360"/>
            <ac:spMk id="3" creationId="{3D1FE1A3-BDE1-6DAB-3CDD-E99DA694B0F3}"/>
          </ac:spMkLst>
        </pc:spChg>
        <pc:spChg chg="add mod">
          <ac:chgData name="Singh, Paolo (CDR)" userId="8e74c7fb-7789-4b96-b003-a5a4a4a70b15" providerId="ADAL" clId="{07EA12FF-6538-58A0-B870-149C394003F4}" dt="2026-04-14T10:37:12.907" v="1267" actId="1076"/>
          <ac:spMkLst>
            <pc:docMk/>
            <pc:sldMk cId="3562183397" sldId="360"/>
            <ac:spMk id="7" creationId="{C8820AEB-F8A1-6FC4-FF20-B78CB08F19D6}"/>
          </ac:spMkLst>
        </pc:spChg>
        <pc:spChg chg="add mod">
          <ac:chgData name="Singh, Paolo (CDR)" userId="8e74c7fb-7789-4b96-b003-a5a4a4a70b15" providerId="ADAL" clId="{07EA12FF-6538-58A0-B870-149C394003F4}" dt="2026-04-14T10:37:07.608" v="1266" actId="1076"/>
          <ac:spMkLst>
            <pc:docMk/>
            <pc:sldMk cId="3562183397" sldId="360"/>
            <ac:spMk id="8" creationId="{5A4E89A9-18E4-A325-67AA-D1E28DDB3A66}"/>
          </ac:spMkLst>
        </pc:spChg>
        <pc:spChg chg="mod">
          <ac:chgData name="Singh, Paolo (CDR)" userId="8e74c7fb-7789-4b96-b003-a5a4a4a70b15" providerId="ADAL" clId="{07EA12FF-6538-58A0-B870-149C394003F4}" dt="2026-04-14T10:37:03.398" v="1264" actId="1076"/>
          <ac:spMkLst>
            <pc:docMk/>
            <pc:sldMk cId="3562183397" sldId="360"/>
            <ac:spMk id="9" creationId="{95679B30-5DCA-3DC6-9060-95C5A0FD20DC}"/>
          </ac:spMkLst>
        </pc:spChg>
        <pc:spChg chg="add mod">
          <ac:chgData name="Singh, Paolo (CDR)" userId="8e74c7fb-7789-4b96-b003-a5a4a4a70b15" providerId="ADAL" clId="{07EA12FF-6538-58A0-B870-149C394003F4}" dt="2026-04-14T10:37:05.656" v="1265" actId="1076"/>
          <ac:spMkLst>
            <pc:docMk/>
            <pc:sldMk cId="3562183397" sldId="360"/>
            <ac:spMk id="10" creationId="{D69EBD30-69AD-3E86-ADE9-7151FCDB05EC}"/>
          </ac:spMkLst>
        </pc:spChg>
        <pc:spChg chg="mod">
          <ac:chgData name="Singh, Paolo (CDR)" userId="8e74c7fb-7789-4b96-b003-a5a4a4a70b15" providerId="ADAL" clId="{07EA12FF-6538-58A0-B870-149C394003F4}" dt="2026-04-14T10:37:01.320" v="1263" actId="1076"/>
          <ac:spMkLst>
            <pc:docMk/>
            <pc:sldMk cId="3562183397" sldId="360"/>
            <ac:spMk id="17" creationId="{B97CE1AF-97E5-87DE-BA92-D6D5A4889EDD}"/>
          </ac:spMkLst>
        </pc:spChg>
        <pc:spChg chg="mod">
          <ac:chgData name="Singh, Paolo (CDR)" userId="8e74c7fb-7789-4b96-b003-a5a4a4a70b15" providerId="ADAL" clId="{07EA12FF-6538-58A0-B870-149C394003F4}" dt="2026-04-14T10:33:24.087" v="1005" actId="1076"/>
          <ac:spMkLst>
            <pc:docMk/>
            <pc:sldMk cId="3562183397" sldId="360"/>
            <ac:spMk id="18" creationId="{A719D15F-C02E-F811-7291-E5702ED83303}"/>
          </ac:spMkLst>
        </pc:sp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5" creationId="{5611831E-F648-9474-FC28-487022FF8507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6" creationId="{090BD33D-B382-B05D-8B25-39F69AE927C2}"/>
          </ac:cxnSpMkLst>
        </pc:cxnChg>
        <pc:cxnChg chg="add mod">
          <ac:chgData name="Singh, Paolo (CDR)" userId="8e74c7fb-7789-4b96-b003-a5a4a4a70b15" providerId="ADAL" clId="{07EA12FF-6538-58A0-B870-149C394003F4}" dt="2026-04-14T10:37:36.673" v="1270" actId="14100"/>
          <ac:cxnSpMkLst>
            <pc:docMk/>
            <pc:sldMk cId="3562183397" sldId="360"/>
            <ac:cxnSpMk id="11" creationId="{69BBE9EC-0AE1-D59A-120D-9DFF6A94E3FE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15" creationId="{DC345C57-15B4-E854-7817-BC62A2FF1FA0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16" creationId="{47EBB2D2-DCF1-4655-5FFF-2CDBBEB3F8DF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0:42:18.161" v="1673"/>
        <pc:sldMkLst>
          <pc:docMk/>
          <pc:sldMk cId="4083431499" sldId="361"/>
        </pc:sldMkLst>
        <pc:spChg chg="mod">
          <ac:chgData name="Singh, Paolo (CDR)" userId="8e74c7fb-7789-4b96-b003-a5a4a4a70b15" providerId="ADAL" clId="{07EA12FF-6538-58A0-B870-149C394003F4}" dt="2026-04-14T10:42:11.857" v="1672" actId="20577"/>
          <ac:spMkLst>
            <pc:docMk/>
            <pc:sldMk cId="4083431499" sldId="361"/>
            <ac:spMk id="2" creationId="{92BDAB37-C3AE-B0AC-884D-92E86A0B7D78}"/>
          </ac:spMkLst>
        </pc:spChg>
        <pc:spChg chg="mod">
          <ac:chgData name="Singh, Paolo (CDR)" userId="8e74c7fb-7789-4b96-b003-a5a4a4a70b15" providerId="ADAL" clId="{07EA12FF-6538-58A0-B870-149C394003F4}" dt="2026-04-14T10:42:18.161" v="1673"/>
          <ac:spMkLst>
            <pc:docMk/>
            <pc:sldMk cId="4083431499" sldId="361"/>
            <ac:spMk id="3" creationId="{4F1CA0F4-83E1-2361-2C97-830175999109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0:41:49.834" v="1574"/>
        <pc:sldMkLst>
          <pc:docMk/>
          <pc:sldMk cId="2020953590" sldId="362"/>
        </pc:sldMkLst>
        <pc:spChg chg="mod">
          <ac:chgData name="Singh, Paolo (CDR)" userId="8e74c7fb-7789-4b96-b003-a5a4a4a70b15" providerId="ADAL" clId="{07EA12FF-6538-58A0-B870-149C394003F4}" dt="2026-04-14T10:40:05.832" v="1446" actId="14100"/>
          <ac:spMkLst>
            <pc:docMk/>
            <pc:sldMk cId="2020953590" sldId="362"/>
            <ac:spMk id="2" creationId="{27296B22-1CF0-E4C0-432F-C040E3B3D444}"/>
          </ac:spMkLst>
        </pc:spChg>
        <pc:spChg chg="mod">
          <ac:chgData name="Singh, Paolo (CDR)" userId="8e74c7fb-7789-4b96-b003-a5a4a4a70b15" providerId="ADAL" clId="{07EA12FF-6538-58A0-B870-149C394003F4}" dt="2026-04-14T10:41:49.834" v="1574"/>
          <ac:spMkLst>
            <pc:docMk/>
            <pc:sldMk cId="2020953590" sldId="362"/>
            <ac:spMk id="3" creationId="{99D6B965-01FF-9514-0A05-B6240932201D}"/>
          </ac:spMkLst>
        </pc:spChg>
        <pc:cxnChg chg="add mod">
          <ac:chgData name="Singh, Paolo (CDR)" userId="8e74c7fb-7789-4b96-b003-a5a4a4a70b15" providerId="ADAL" clId="{07EA12FF-6538-58A0-B870-149C394003F4}" dt="2026-04-14T10:41:40.628" v="1573"/>
          <ac:cxnSpMkLst>
            <pc:docMk/>
            <pc:sldMk cId="2020953590" sldId="362"/>
            <ac:cxnSpMk id="12" creationId="{AE2A2ACC-B7AF-9F10-173B-3F8E916F9728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1:56:53.073" v="4261" actId="20577"/>
        <pc:sldMkLst>
          <pc:docMk/>
          <pc:sldMk cId="2120634631" sldId="363"/>
        </pc:sldMkLst>
        <pc:spChg chg="mod">
          <ac:chgData name="Singh, Paolo (CDR)" userId="8e74c7fb-7789-4b96-b003-a5a4a4a70b15" providerId="ADAL" clId="{07EA12FF-6538-58A0-B870-149C394003F4}" dt="2026-04-14T11:54:21.685" v="4101" actId="20577"/>
          <ac:spMkLst>
            <pc:docMk/>
            <pc:sldMk cId="2120634631" sldId="363"/>
            <ac:spMk id="2" creationId="{38852723-94C5-3B26-5887-AF046F5A03F1}"/>
          </ac:spMkLst>
        </pc:spChg>
        <pc:spChg chg="mod">
          <ac:chgData name="Singh, Paolo (CDR)" userId="8e74c7fb-7789-4b96-b003-a5a4a4a70b15" providerId="ADAL" clId="{07EA12FF-6538-58A0-B870-149C394003F4}" dt="2026-04-14T11:56:53.073" v="4261" actId="20577"/>
          <ac:spMkLst>
            <pc:docMk/>
            <pc:sldMk cId="2120634631" sldId="363"/>
            <ac:spMk id="3" creationId="{AC761ECF-C203-6255-51AE-83416B94D9DD}"/>
          </ac:spMkLst>
        </pc:spChg>
      </pc:sldChg>
      <pc:sldChg chg="modSp add">
        <pc:chgData name="Singh, Paolo (CDR)" userId="8e74c7fb-7789-4b96-b003-a5a4a4a70b15" providerId="ADAL" clId="{07EA12FF-6538-58A0-B870-149C394003F4}" dt="2026-04-14T10:45:16.304" v="1760" actId="20577"/>
        <pc:sldMkLst>
          <pc:docMk/>
          <pc:sldMk cId="1230126234" sldId="364"/>
        </pc:sldMkLst>
        <pc:spChg chg="mod">
          <ac:chgData name="Singh, Paolo (CDR)" userId="8e74c7fb-7789-4b96-b003-a5a4a4a70b15" providerId="ADAL" clId="{07EA12FF-6538-58A0-B870-149C394003F4}" dt="2026-04-14T10:45:16.304" v="1760" actId="20577"/>
          <ac:spMkLst>
            <pc:docMk/>
            <pc:sldMk cId="1230126234" sldId="364"/>
            <ac:spMk id="3" creationId="{0C8BEB04-7983-B379-01DF-87D5C9F32DE9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03:12.378" v="2313" actId="207"/>
        <pc:sldMkLst>
          <pc:docMk/>
          <pc:sldMk cId="1577575252" sldId="365"/>
        </pc:sldMkLst>
        <pc:spChg chg="mod">
          <ac:chgData name="Singh, Paolo (CDR)" userId="8e74c7fb-7789-4b96-b003-a5a4a4a70b15" providerId="ADAL" clId="{07EA12FF-6538-58A0-B870-149C394003F4}" dt="2026-04-14T10:47:56.870" v="1845" actId="20577"/>
          <ac:spMkLst>
            <pc:docMk/>
            <pc:sldMk cId="1577575252" sldId="365"/>
            <ac:spMk id="2" creationId="{8A1DE62E-655A-93EA-A23B-DB87B2F64E9B}"/>
          </ac:spMkLst>
        </pc:spChg>
        <pc:spChg chg="mod">
          <ac:chgData name="Singh, Paolo (CDR)" userId="8e74c7fb-7789-4b96-b003-a5a4a4a70b15" providerId="ADAL" clId="{07EA12FF-6538-58A0-B870-149C394003F4}" dt="2026-04-14T10:51:57.930" v="1878" actId="207"/>
          <ac:spMkLst>
            <pc:docMk/>
            <pc:sldMk cId="1577575252" sldId="365"/>
            <ac:spMk id="3" creationId="{EDB175B3-8E04-39C6-F647-21E5B0CEDFBA}"/>
          </ac:spMkLst>
        </pc:spChg>
        <pc:spChg chg="add del">
          <ac:chgData name="Singh, Paolo (CDR)" userId="8e74c7fb-7789-4b96-b003-a5a4a4a70b15" providerId="ADAL" clId="{07EA12FF-6538-58A0-B870-149C394003F4}" dt="2026-04-14T10:48:13.115" v="1847" actId="478"/>
          <ac:spMkLst>
            <pc:docMk/>
            <pc:sldMk cId="1577575252" sldId="365"/>
            <ac:spMk id="5" creationId="{1B61A41B-1F26-2D1C-AA51-808635ACFAF2}"/>
          </ac:spMkLst>
        </pc:spChg>
        <pc:spChg chg="add del mod">
          <ac:chgData name="Singh, Paolo (CDR)" userId="8e74c7fb-7789-4b96-b003-a5a4a4a70b15" providerId="ADAL" clId="{07EA12FF-6538-58A0-B870-149C394003F4}" dt="2026-04-14T10:54:41.954" v="1901" actId="478"/>
          <ac:spMkLst>
            <pc:docMk/>
            <pc:sldMk cId="1577575252" sldId="365"/>
            <ac:spMk id="6" creationId="{A28CFAC8-0E16-021E-4523-6AFCCF613358}"/>
          </ac:spMkLst>
        </pc:spChg>
        <pc:spChg chg="add mod">
          <ac:chgData name="Singh, Paolo (CDR)" userId="8e74c7fb-7789-4b96-b003-a5a4a4a70b15" providerId="ADAL" clId="{07EA12FF-6538-58A0-B870-149C394003F4}" dt="2026-04-14T11:03:08.011" v="2312" actId="207"/>
          <ac:spMkLst>
            <pc:docMk/>
            <pc:sldMk cId="1577575252" sldId="365"/>
            <ac:spMk id="20" creationId="{F83501F5-EC74-F444-69EA-BDA2FB22BF49}"/>
          </ac:spMkLst>
        </pc:spChg>
        <pc:spChg chg="add mod">
          <ac:chgData name="Singh, Paolo (CDR)" userId="8e74c7fb-7789-4b96-b003-a5a4a4a70b15" providerId="ADAL" clId="{07EA12FF-6538-58A0-B870-149C394003F4}" dt="2026-04-14T11:03:12.378" v="2313" actId="207"/>
          <ac:spMkLst>
            <pc:docMk/>
            <pc:sldMk cId="1577575252" sldId="365"/>
            <ac:spMk id="21" creationId="{26A310B5-9F99-31AC-6FBC-AFA000BFBD39}"/>
          </ac:spMkLst>
        </pc:spChg>
        <pc:spChg chg="add mod">
          <ac:chgData name="Singh, Paolo (CDR)" userId="8e74c7fb-7789-4b96-b003-a5a4a4a70b15" providerId="ADAL" clId="{07EA12FF-6538-58A0-B870-149C394003F4}" dt="2026-04-14T10:53:16.728" v="1896" actId="207"/>
          <ac:spMkLst>
            <pc:docMk/>
            <pc:sldMk cId="1577575252" sldId="365"/>
            <ac:spMk id="22" creationId="{68F2DCDB-CB6F-9C7A-9D80-5856C1659236}"/>
          </ac:spMkLst>
        </pc:spChg>
        <pc:cxnChg chg="add mod">
          <ac:chgData name="Singh, Paolo (CDR)" userId="8e74c7fb-7789-4b96-b003-a5a4a4a70b15" providerId="ADAL" clId="{07EA12FF-6538-58A0-B870-149C394003F4}" dt="2026-04-14T10:51:36.506" v="1875" actId="14100"/>
          <ac:cxnSpMkLst>
            <pc:docMk/>
            <pc:sldMk cId="1577575252" sldId="365"/>
            <ac:cxnSpMk id="8" creationId="{64A4D628-42D6-0B87-E637-32B33F90B241}"/>
          </ac:cxnSpMkLst>
        </pc:cxnChg>
        <pc:cxnChg chg="add mod">
          <ac:chgData name="Singh, Paolo (CDR)" userId="8e74c7fb-7789-4b96-b003-a5a4a4a70b15" providerId="ADAL" clId="{07EA12FF-6538-58A0-B870-149C394003F4}" dt="2026-04-14T10:51:41.123" v="1876" actId="208"/>
          <ac:cxnSpMkLst>
            <pc:docMk/>
            <pc:sldMk cId="1577575252" sldId="365"/>
            <ac:cxnSpMk id="9" creationId="{6DB7DA66-B259-5514-FE27-4EE9D260E1EF}"/>
          </ac:cxnSpMkLst>
        </pc:cxnChg>
        <pc:cxnChg chg="add mod">
          <ac:chgData name="Singh, Paolo (CDR)" userId="8e74c7fb-7789-4b96-b003-a5a4a4a70b15" providerId="ADAL" clId="{07EA12FF-6538-58A0-B870-149C394003F4}" dt="2026-04-14T10:51:49.882" v="1877" actId="208"/>
          <ac:cxnSpMkLst>
            <pc:docMk/>
            <pc:sldMk cId="1577575252" sldId="365"/>
            <ac:cxnSpMk id="15" creationId="{2925D1DB-CE8F-69C1-7D92-1D3362571416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1:48:08.534" v="3948" actId="20577"/>
        <pc:sldMkLst>
          <pc:docMk/>
          <pc:sldMk cId="2775429212" sldId="366"/>
        </pc:sldMkLst>
        <pc:spChg chg="mod">
          <ac:chgData name="Singh, Paolo (CDR)" userId="8e74c7fb-7789-4b96-b003-a5a4a4a70b15" providerId="ADAL" clId="{07EA12FF-6538-58A0-B870-149C394003F4}" dt="2026-04-14T11:48:08.534" v="3948" actId="20577"/>
          <ac:spMkLst>
            <pc:docMk/>
            <pc:sldMk cId="2775429212" sldId="366"/>
            <ac:spMk id="3" creationId="{CBC288B0-426B-AB29-8929-B0CEDBD3D2E7}"/>
          </ac:spMkLst>
        </pc:spChg>
        <pc:spChg chg="mod">
          <ac:chgData name="Singh, Paolo (CDR)" userId="8e74c7fb-7789-4b96-b003-a5a4a4a70b15" providerId="ADAL" clId="{07EA12FF-6538-58A0-B870-149C394003F4}" dt="2026-04-14T11:48:05.630" v="3946" actId="20577"/>
          <ac:spMkLst>
            <pc:docMk/>
            <pc:sldMk cId="2775429212" sldId="366"/>
            <ac:spMk id="20" creationId="{3B00BFF5-8BBF-E61F-D1D2-F86406F6E193}"/>
          </ac:spMkLst>
        </pc:spChg>
        <pc:spChg chg="mod">
          <ac:chgData name="Singh, Paolo (CDR)" userId="8e74c7fb-7789-4b96-b003-a5a4a4a70b15" providerId="ADAL" clId="{07EA12FF-6538-58A0-B870-149C394003F4}" dt="2026-04-14T11:03:18.305" v="2314" actId="207"/>
          <ac:spMkLst>
            <pc:docMk/>
            <pc:sldMk cId="2775429212" sldId="366"/>
            <ac:spMk id="21" creationId="{D9052E76-0DDD-726A-6D3D-2237FF642250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48:30.469" v="3957" actId="20577"/>
        <pc:sldMkLst>
          <pc:docMk/>
          <pc:sldMk cId="2850474314" sldId="367"/>
        </pc:sldMkLst>
        <pc:spChg chg="mod">
          <ac:chgData name="Singh, Paolo (CDR)" userId="8e74c7fb-7789-4b96-b003-a5a4a4a70b15" providerId="ADAL" clId="{07EA12FF-6538-58A0-B870-149C394003F4}" dt="2026-04-14T11:48:16.028" v="3952" actId="20577"/>
          <ac:spMkLst>
            <pc:docMk/>
            <pc:sldMk cId="2850474314" sldId="367"/>
            <ac:spMk id="3" creationId="{0A6A7694-E0E9-8436-A8B1-55DE44BA52D8}"/>
          </ac:spMkLst>
        </pc:spChg>
        <pc:spChg chg="mod">
          <ac:chgData name="Singh, Paolo (CDR)" userId="8e74c7fb-7789-4b96-b003-a5a4a4a70b15" providerId="ADAL" clId="{07EA12FF-6538-58A0-B870-149C394003F4}" dt="2026-04-14T11:48:30.469" v="3957" actId="20577"/>
          <ac:spMkLst>
            <pc:docMk/>
            <pc:sldMk cId="2850474314" sldId="367"/>
            <ac:spMk id="20" creationId="{6440450E-6E61-4E00-FC18-01F25338B22E}"/>
          </ac:spMkLst>
        </pc:spChg>
        <pc:spChg chg="mod">
          <ac:chgData name="Singh, Paolo (CDR)" userId="8e74c7fb-7789-4b96-b003-a5a4a4a70b15" providerId="ADAL" clId="{07EA12FF-6538-58A0-B870-149C394003F4}" dt="2026-04-14T11:03:32.519" v="2317" actId="207"/>
          <ac:spMkLst>
            <pc:docMk/>
            <pc:sldMk cId="2850474314" sldId="367"/>
            <ac:spMk id="21" creationId="{5DFEAC13-67DA-C9A8-6BA3-E61A12ADDE80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48:40.928" v="3962" actId="20577"/>
        <pc:sldMkLst>
          <pc:docMk/>
          <pc:sldMk cId="3907871708" sldId="368"/>
        </pc:sldMkLst>
        <pc:spChg chg="mod">
          <ac:chgData name="Singh, Paolo (CDR)" userId="8e74c7fb-7789-4b96-b003-a5a4a4a70b15" providerId="ADAL" clId="{07EA12FF-6538-58A0-B870-149C394003F4}" dt="2026-04-14T11:03:48.220" v="2342" actId="20577"/>
          <ac:spMkLst>
            <pc:docMk/>
            <pc:sldMk cId="3907871708" sldId="368"/>
            <ac:spMk id="2" creationId="{BD5C5152-77B6-9149-657C-A25722BEC403}"/>
          </ac:spMkLst>
        </pc:spChg>
        <pc:spChg chg="mod">
          <ac:chgData name="Singh, Paolo (CDR)" userId="8e74c7fb-7789-4b96-b003-a5a4a4a70b15" providerId="ADAL" clId="{07EA12FF-6538-58A0-B870-149C394003F4}" dt="2026-04-14T11:01:02.031" v="2195" actId="20577"/>
          <ac:spMkLst>
            <pc:docMk/>
            <pc:sldMk cId="3907871708" sldId="368"/>
            <ac:spMk id="3" creationId="{ED5D3B4E-5D24-7787-370C-41148F597FC2}"/>
          </ac:spMkLst>
        </pc:spChg>
        <pc:spChg chg="mod">
          <ac:chgData name="Singh, Paolo (CDR)" userId="8e74c7fb-7789-4b96-b003-a5a4a4a70b15" providerId="ADAL" clId="{07EA12FF-6538-58A0-B870-149C394003F4}" dt="2026-04-14T10:58:53.436" v="2104" actId="14100"/>
          <ac:spMkLst>
            <pc:docMk/>
            <pc:sldMk cId="3907871708" sldId="368"/>
            <ac:spMk id="6" creationId="{182D3723-DACB-FF8A-BDA7-84876319730D}"/>
          </ac:spMkLst>
        </pc:spChg>
        <pc:spChg chg="add mod">
          <ac:chgData name="Singh, Paolo (CDR)" userId="8e74c7fb-7789-4b96-b003-a5a4a4a70b15" providerId="ADAL" clId="{07EA12FF-6538-58A0-B870-149C394003F4}" dt="2026-04-14T11:00:35.623" v="2160" actId="1036"/>
          <ac:spMkLst>
            <pc:docMk/>
            <pc:sldMk cId="3907871708" sldId="368"/>
            <ac:spMk id="10" creationId="{F565CE8D-BBD9-A1AE-ABAD-8B49B26C6800}"/>
          </ac:spMkLst>
        </pc:spChg>
        <pc:spChg chg="add mod">
          <ac:chgData name="Singh, Paolo (CDR)" userId="8e74c7fb-7789-4b96-b003-a5a4a4a70b15" providerId="ADAL" clId="{07EA12FF-6538-58A0-B870-149C394003F4}" dt="2026-04-14T10:59:59.321" v="2151" actId="1035"/>
          <ac:spMkLst>
            <pc:docMk/>
            <pc:sldMk cId="3907871708" sldId="368"/>
            <ac:spMk id="13" creationId="{BFFDE306-6089-47EC-82BB-4DF293F110CA}"/>
          </ac:spMkLst>
        </pc:spChg>
        <pc:spChg chg="add mod">
          <ac:chgData name="Singh, Paolo (CDR)" userId="8e74c7fb-7789-4b96-b003-a5a4a4a70b15" providerId="ADAL" clId="{07EA12FF-6538-58A0-B870-149C394003F4}" dt="2026-04-14T11:00:18.656" v="2155" actId="1038"/>
          <ac:spMkLst>
            <pc:docMk/>
            <pc:sldMk cId="3907871708" sldId="368"/>
            <ac:spMk id="14" creationId="{FD1F4D10-CF7F-C770-699F-BDE66CFC1361}"/>
          </ac:spMkLst>
        </pc:spChg>
        <pc:spChg chg="add mod">
          <ac:chgData name="Singh, Paolo (CDR)" userId="8e74c7fb-7789-4b96-b003-a5a4a4a70b15" providerId="ADAL" clId="{07EA12FF-6538-58A0-B870-149C394003F4}" dt="2026-04-14T11:00:39.473" v="2161" actId="1076"/>
          <ac:spMkLst>
            <pc:docMk/>
            <pc:sldMk cId="3907871708" sldId="368"/>
            <ac:spMk id="16" creationId="{FA2D8417-EDB8-B17F-2DEF-38386C470D67}"/>
          </ac:spMkLst>
        </pc:spChg>
        <pc:spChg chg="add mod">
          <ac:chgData name="Singh, Paolo (CDR)" userId="8e74c7fb-7789-4b96-b003-a5a4a4a70b15" providerId="ADAL" clId="{07EA12FF-6538-58A0-B870-149C394003F4}" dt="2026-04-14T11:00:42.217" v="2162" actId="1076"/>
          <ac:spMkLst>
            <pc:docMk/>
            <pc:sldMk cId="3907871708" sldId="368"/>
            <ac:spMk id="17" creationId="{DD386D0A-702B-45B7-486C-3D3DB9407522}"/>
          </ac:spMkLst>
        </pc:spChg>
        <pc:spChg chg="add mod">
          <ac:chgData name="Singh, Paolo (CDR)" userId="8e74c7fb-7789-4b96-b003-a5a4a4a70b15" providerId="ADAL" clId="{07EA12FF-6538-58A0-B870-149C394003F4}" dt="2026-04-14T11:00:44.446" v="2163" actId="1076"/>
          <ac:spMkLst>
            <pc:docMk/>
            <pc:sldMk cId="3907871708" sldId="368"/>
            <ac:spMk id="18" creationId="{6B14EDAA-DCD2-E24E-B16B-30122BDB2B99}"/>
          </ac:spMkLst>
        </pc:spChg>
        <pc:spChg chg="mod">
          <ac:chgData name="Singh, Paolo (CDR)" userId="8e74c7fb-7789-4b96-b003-a5a4a4a70b15" providerId="ADAL" clId="{07EA12FF-6538-58A0-B870-149C394003F4}" dt="2026-04-14T11:48:40.928" v="3962" actId="20577"/>
          <ac:spMkLst>
            <pc:docMk/>
            <pc:sldMk cId="3907871708" sldId="368"/>
            <ac:spMk id="20" creationId="{0EB1446D-5C0E-C09A-7072-36A658248540}"/>
          </ac:spMkLst>
        </pc:spChg>
        <pc:spChg chg="mod">
          <ac:chgData name="Singh, Paolo (CDR)" userId="8e74c7fb-7789-4b96-b003-a5a4a4a70b15" providerId="ADAL" clId="{07EA12FF-6538-58A0-B870-149C394003F4}" dt="2026-04-14T11:03:37.364" v="2318" actId="207"/>
          <ac:spMkLst>
            <pc:docMk/>
            <pc:sldMk cId="3907871708" sldId="368"/>
            <ac:spMk id="21" creationId="{E037F618-BDB3-9602-C8EA-4C9CB747A38C}"/>
          </ac:spMkLst>
        </pc:spChg>
        <pc:spChg chg="mod">
          <ac:chgData name="Singh, Paolo (CDR)" userId="8e74c7fb-7789-4b96-b003-a5a4a4a70b15" providerId="ADAL" clId="{07EA12FF-6538-58A0-B870-149C394003F4}" dt="2026-04-14T11:03:00.014" v="2311" actId="1076"/>
          <ac:spMkLst>
            <pc:docMk/>
            <pc:sldMk cId="3907871708" sldId="368"/>
            <ac:spMk id="22" creationId="{A4CDCA55-3CCD-25AA-7FFC-A6C900704EC6}"/>
          </ac:spMkLst>
        </pc:spChg>
        <pc:cxnChg chg="add del mod">
          <ac:chgData name="Singh, Paolo (CDR)" userId="8e74c7fb-7789-4b96-b003-a5a4a4a70b15" providerId="ADAL" clId="{07EA12FF-6538-58A0-B870-149C394003F4}" dt="2026-04-14T10:59:44.662" v="2144" actId="478"/>
          <ac:cxnSpMkLst>
            <pc:docMk/>
            <pc:sldMk cId="3907871708" sldId="368"/>
            <ac:cxnSpMk id="5" creationId="{AFE9DFE6-A844-F447-A764-76DC10B8DEE9}"/>
          </ac:cxnSpMkLst>
        </pc:cxnChg>
        <pc:cxnChg chg="add mod">
          <ac:chgData name="Singh, Paolo (CDR)" userId="8e74c7fb-7789-4b96-b003-a5a4a4a70b15" providerId="ADAL" clId="{07EA12FF-6538-58A0-B870-149C394003F4}" dt="2026-04-14T10:59:09.420" v="2106" actId="1076"/>
          <ac:cxnSpMkLst>
            <pc:docMk/>
            <pc:sldMk cId="3907871708" sldId="368"/>
            <ac:cxnSpMk id="7" creationId="{F14234F6-1400-F219-47A2-84322C1FC0C9}"/>
          </ac:cxnSpMkLst>
        </pc:cxnChg>
        <pc:cxnChg chg="mod">
          <ac:chgData name="Singh, Paolo (CDR)" userId="8e74c7fb-7789-4b96-b003-a5a4a4a70b15" providerId="ADAL" clId="{07EA12FF-6538-58A0-B870-149C394003F4}" dt="2026-04-14T10:59:03.267" v="2105" actId="1076"/>
          <ac:cxnSpMkLst>
            <pc:docMk/>
            <pc:sldMk cId="3907871708" sldId="368"/>
            <ac:cxnSpMk id="8" creationId="{BD80DFCF-F2E3-2AB3-7B3D-583710709C0E}"/>
          </ac:cxnSpMkLst>
        </pc:cxnChg>
        <pc:cxnChg chg="mod">
          <ac:chgData name="Singh, Paolo (CDR)" userId="8e74c7fb-7789-4b96-b003-a5a4a4a70b15" providerId="ADAL" clId="{07EA12FF-6538-58A0-B870-149C394003F4}" dt="2026-04-14T10:59:03.267" v="2105" actId="1076"/>
          <ac:cxnSpMkLst>
            <pc:docMk/>
            <pc:sldMk cId="3907871708" sldId="368"/>
            <ac:cxnSpMk id="9" creationId="{751A04F9-5328-8879-4A8B-AD914E980A07}"/>
          </ac:cxnSpMkLst>
        </pc:cxnChg>
        <pc:cxnChg chg="add mod">
          <ac:chgData name="Singh, Paolo (CDR)" userId="8e74c7fb-7789-4b96-b003-a5a4a4a70b15" providerId="ADAL" clId="{07EA12FF-6538-58A0-B870-149C394003F4}" dt="2026-04-14T10:59:41.487" v="2143" actId="14100"/>
          <ac:cxnSpMkLst>
            <pc:docMk/>
            <pc:sldMk cId="3907871708" sldId="368"/>
            <ac:cxnSpMk id="11" creationId="{254027CD-3B5D-BC47-E9FD-71F25CAA4F80}"/>
          </ac:cxnSpMkLst>
        </pc:cxnChg>
        <pc:cxnChg chg="mod">
          <ac:chgData name="Singh, Paolo (CDR)" userId="8e74c7fb-7789-4b96-b003-a5a4a4a70b15" providerId="ADAL" clId="{07EA12FF-6538-58A0-B870-149C394003F4}" dt="2026-04-14T10:59:54.938" v="2147" actId="14100"/>
          <ac:cxnSpMkLst>
            <pc:docMk/>
            <pc:sldMk cId="3907871708" sldId="368"/>
            <ac:cxnSpMk id="12" creationId="{8EC92BC0-88EF-46D1-B534-4F1A40158F0A}"/>
          </ac:cxnSpMkLst>
        </pc:cxnChg>
        <pc:cxnChg chg="mod">
          <ac:chgData name="Singh, Paolo (CDR)" userId="8e74c7fb-7789-4b96-b003-a5a4a4a70b15" providerId="ADAL" clId="{07EA12FF-6538-58A0-B870-149C394003F4}" dt="2026-04-14T11:02:26.566" v="2274" actId="14100"/>
          <ac:cxnSpMkLst>
            <pc:docMk/>
            <pc:sldMk cId="3907871708" sldId="368"/>
            <ac:cxnSpMk id="15" creationId="{0E6F2CEE-C323-CA27-B39D-925980A66127}"/>
          </ac:cxnSpMkLst>
        </pc:cxnChg>
        <pc:cxnChg chg="add mod">
          <ac:chgData name="Singh, Paolo (CDR)" userId="8e74c7fb-7789-4b96-b003-a5a4a4a70b15" providerId="ADAL" clId="{07EA12FF-6538-58A0-B870-149C394003F4}" dt="2026-04-14T10:59:52.502" v="2146" actId="14100"/>
          <ac:cxnSpMkLst>
            <pc:docMk/>
            <pc:sldMk cId="3907871708" sldId="368"/>
            <ac:cxnSpMk id="19" creationId="{59AF5335-7D19-583C-8F9C-64CE42451E59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1:48:56.589" v="3966" actId="207"/>
        <pc:sldMkLst>
          <pc:docMk/>
          <pc:sldMk cId="621218229" sldId="369"/>
        </pc:sldMkLst>
        <pc:spChg chg="mod">
          <ac:chgData name="Singh, Paolo (CDR)" userId="8e74c7fb-7789-4b96-b003-a5a4a4a70b15" providerId="ADAL" clId="{07EA12FF-6538-58A0-B870-149C394003F4}" dt="2026-04-14T11:03:59.819" v="2359" actId="20577"/>
          <ac:spMkLst>
            <pc:docMk/>
            <pc:sldMk cId="621218229" sldId="369"/>
            <ac:spMk id="2" creationId="{6D36D437-4BE6-F8C2-A916-AEC0615ABAB3}"/>
          </ac:spMkLst>
        </pc:spChg>
        <pc:spChg chg="mod">
          <ac:chgData name="Singh, Paolo (CDR)" userId="8e74c7fb-7789-4b96-b003-a5a4a4a70b15" providerId="ADAL" clId="{07EA12FF-6538-58A0-B870-149C394003F4}" dt="2026-04-14T11:04:48.371" v="2423" actId="20577"/>
          <ac:spMkLst>
            <pc:docMk/>
            <pc:sldMk cId="621218229" sldId="369"/>
            <ac:spMk id="3" creationId="{518AD171-5009-7A86-E37F-F5647C62257A}"/>
          </ac:spMkLst>
        </pc:spChg>
        <pc:spChg chg="mod">
          <ac:chgData name="Singh, Paolo (CDR)" userId="8e74c7fb-7789-4b96-b003-a5a4a4a70b15" providerId="ADAL" clId="{07EA12FF-6538-58A0-B870-149C394003F4}" dt="2026-04-14T11:05:19.239" v="2426" actId="1076"/>
          <ac:spMkLst>
            <pc:docMk/>
            <pc:sldMk cId="621218229" sldId="369"/>
            <ac:spMk id="10" creationId="{46352C50-1469-99D8-4D15-00911E86BE74}"/>
          </ac:spMkLst>
        </pc:spChg>
        <pc:spChg chg="mod">
          <ac:chgData name="Singh, Paolo (CDR)" userId="8e74c7fb-7789-4b96-b003-a5a4a4a70b15" providerId="ADAL" clId="{07EA12FF-6538-58A0-B870-149C394003F4}" dt="2026-04-14T11:05:06.599" v="2424" actId="1076"/>
          <ac:spMkLst>
            <pc:docMk/>
            <pc:sldMk cId="621218229" sldId="369"/>
            <ac:spMk id="13" creationId="{2ABF62BE-9E32-F6BD-9F1E-88C539CE6A73}"/>
          </ac:spMkLst>
        </pc:spChg>
        <pc:spChg chg="mod">
          <ac:chgData name="Singh, Paolo (CDR)" userId="8e74c7fb-7789-4b96-b003-a5a4a4a70b15" providerId="ADAL" clId="{07EA12FF-6538-58A0-B870-149C394003F4}" dt="2026-04-14T11:05:12.480" v="2425" actId="1076"/>
          <ac:spMkLst>
            <pc:docMk/>
            <pc:sldMk cId="621218229" sldId="369"/>
            <ac:spMk id="14" creationId="{482B6878-EEAB-519C-3D01-33612A83DF0D}"/>
          </ac:spMkLst>
        </pc:spChg>
        <pc:spChg chg="mod">
          <ac:chgData name="Singh, Paolo (CDR)" userId="8e74c7fb-7789-4b96-b003-a5a4a4a70b15" providerId="ADAL" clId="{07EA12FF-6538-58A0-B870-149C394003F4}" dt="2026-04-14T11:05:06.599" v="2424" actId="1076"/>
          <ac:spMkLst>
            <pc:docMk/>
            <pc:sldMk cId="621218229" sldId="369"/>
            <ac:spMk id="16" creationId="{20738A91-B82B-3DF9-E42A-B69DD99F40F8}"/>
          </ac:spMkLst>
        </pc:spChg>
        <pc:spChg chg="mod">
          <ac:chgData name="Singh, Paolo (CDR)" userId="8e74c7fb-7789-4b96-b003-a5a4a4a70b15" providerId="ADAL" clId="{07EA12FF-6538-58A0-B870-149C394003F4}" dt="2026-04-14T11:05:12.480" v="2425" actId="1076"/>
          <ac:spMkLst>
            <pc:docMk/>
            <pc:sldMk cId="621218229" sldId="369"/>
            <ac:spMk id="17" creationId="{94C8BC45-6A86-E703-69F6-287F6126F166}"/>
          </ac:spMkLst>
        </pc:spChg>
        <pc:spChg chg="mod">
          <ac:chgData name="Singh, Paolo (CDR)" userId="8e74c7fb-7789-4b96-b003-a5a4a4a70b15" providerId="ADAL" clId="{07EA12FF-6538-58A0-B870-149C394003F4}" dt="2026-04-14T11:05:19.239" v="2426" actId="1076"/>
          <ac:spMkLst>
            <pc:docMk/>
            <pc:sldMk cId="621218229" sldId="369"/>
            <ac:spMk id="18" creationId="{648186B0-C05F-3230-11F8-80E94D4F629B}"/>
          </ac:spMkLst>
        </pc:spChg>
        <pc:spChg chg="mod">
          <ac:chgData name="Singh, Paolo (CDR)" userId="8e74c7fb-7789-4b96-b003-a5a4a4a70b15" providerId="ADAL" clId="{07EA12FF-6538-58A0-B870-149C394003F4}" dt="2026-04-14T11:48:50.455" v="3965" actId="207"/>
          <ac:spMkLst>
            <pc:docMk/>
            <pc:sldMk cId="621218229" sldId="369"/>
            <ac:spMk id="20" creationId="{FA0D111F-606C-FFB8-2B68-EB7244E99075}"/>
          </ac:spMkLst>
        </pc:spChg>
        <pc:spChg chg="mod">
          <ac:chgData name="Singh, Paolo (CDR)" userId="8e74c7fb-7789-4b96-b003-a5a4a4a70b15" providerId="ADAL" clId="{07EA12FF-6538-58A0-B870-149C394003F4}" dt="2026-04-14T11:48:56.589" v="3966" actId="207"/>
          <ac:spMkLst>
            <pc:docMk/>
            <pc:sldMk cId="621218229" sldId="369"/>
            <ac:spMk id="21" creationId="{A213BC75-49A7-AAA8-3D44-B1A288DD9E66}"/>
          </ac:spMkLst>
        </pc:spChg>
        <pc:spChg chg="del">
          <ac:chgData name="Singh, Paolo (CDR)" userId="8e74c7fb-7789-4b96-b003-a5a4a4a70b15" providerId="ADAL" clId="{07EA12FF-6538-58A0-B870-149C394003F4}" dt="2026-04-14T11:12:46.142" v="2630" actId="478"/>
          <ac:spMkLst>
            <pc:docMk/>
            <pc:sldMk cId="621218229" sldId="369"/>
            <ac:spMk id="22" creationId="{4BBF48CF-F5B7-197C-1DA7-11E65BB610B9}"/>
          </ac:spMkLst>
        </pc:spChg>
        <pc:spChg chg="add mod">
          <ac:chgData name="Singh, Paolo (CDR)" userId="8e74c7fb-7789-4b96-b003-a5a4a4a70b15" providerId="ADAL" clId="{07EA12FF-6538-58A0-B870-149C394003F4}" dt="2026-04-14T11:12:46.734" v="2631"/>
          <ac:spMkLst>
            <pc:docMk/>
            <pc:sldMk cId="621218229" sldId="369"/>
            <ac:spMk id="23" creationId="{1D6E0268-4FAD-3142-1DCA-1288BB4ED593}"/>
          </ac:spMkLst>
        </pc:spChg>
        <pc:spChg chg="add del mod">
          <ac:chgData name="Singh, Paolo (CDR)" userId="8e74c7fb-7789-4b96-b003-a5a4a4a70b15" providerId="ADAL" clId="{07EA12FF-6538-58A0-B870-149C394003F4}" dt="2026-04-14T11:12:53.727" v="2632" actId="478"/>
          <ac:spMkLst>
            <pc:docMk/>
            <pc:sldMk cId="621218229" sldId="369"/>
            <ac:spMk id="25" creationId="{A879C8B3-3ADC-5A18-7421-C60A1E2E1092}"/>
          </ac:spMkLst>
        </pc:spChg>
        <pc:cxnChg chg="add mod">
          <ac:chgData name="Singh, Paolo (CDR)" userId="8e74c7fb-7789-4b96-b003-a5a4a4a70b15" providerId="ADAL" clId="{07EA12FF-6538-58A0-B870-149C394003F4}" dt="2026-04-14T11:12:46.734" v="2631"/>
          <ac:cxnSpMkLst>
            <pc:docMk/>
            <pc:sldMk cId="621218229" sldId="369"/>
            <ac:cxnSpMk id="5" creationId="{8B158282-E651-C879-F5E4-5066F6C61F6E}"/>
          </ac:cxnSpMkLst>
        </pc:cxnChg>
        <pc:cxnChg chg="del">
          <ac:chgData name="Singh, Paolo (CDR)" userId="8e74c7fb-7789-4b96-b003-a5a4a4a70b15" providerId="ADAL" clId="{07EA12FF-6538-58A0-B870-149C394003F4}" dt="2026-04-14T11:12:46.142" v="2630" actId="478"/>
          <ac:cxnSpMkLst>
            <pc:docMk/>
            <pc:sldMk cId="621218229" sldId="369"/>
            <ac:cxnSpMk id="15" creationId="{F2267047-BDB9-D971-8A9E-E678D4E6223A}"/>
          </ac:cxnSpMkLst>
        </pc:cxnChg>
        <pc:cxnChg chg="add del mod">
          <ac:chgData name="Singh, Paolo (CDR)" userId="8e74c7fb-7789-4b96-b003-a5a4a4a70b15" providerId="ADAL" clId="{07EA12FF-6538-58A0-B870-149C394003F4}" dt="2026-04-14T11:12:55.833" v="2633" actId="478"/>
          <ac:cxnSpMkLst>
            <pc:docMk/>
            <pc:sldMk cId="621218229" sldId="369"/>
            <ac:cxnSpMk id="24" creationId="{1C596D60-6BA1-A945-99F9-CDBEF794B361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1:49:31.808" v="3976" actId="207"/>
        <pc:sldMkLst>
          <pc:docMk/>
          <pc:sldMk cId="2300533271" sldId="370"/>
        </pc:sldMkLst>
        <pc:spChg chg="mod">
          <ac:chgData name="Singh, Paolo (CDR)" userId="8e74c7fb-7789-4b96-b003-a5a4a4a70b15" providerId="ADAL" clId="{07EA12FF-6538-58A0-B870-149C394003F4}" dt="2026-04-14T11:49:06.188" v="3969"/>
          <ac:spMkLst>
            <pc:docMk/>
            <pc:sldMk cId="2300533271" sldId="370"/>
            <ac:spMk id="3" creationId="{E3743163-C07A-8EE3-59E3-892E90ED22EF}"/>
          </ac:spMkLst>
        </pc:spChg>
        <pc:spChg chg="del">
          <ac:chgData name="Singh, Paolo (CDR)" userId="8e74c7fb-7789-4b96-b003-a5a4a4a70b15" providerId="ADAL" clId="{07EA12FF-6538-58A0-B870-149C394003F4}" dt="2026-04-14T11:07:00.896" v="2464" actId="478"/>
          <ac:spMkLst>
            <pc:docMk/>
            <pc:sldMk cId="2300533271" sldId="370"/>
            <ac:spMk id="10" creationId="{8B1FE181-B252-B7DF-677E-9EF6B9438818}"/>
          </ac:spMkLst>
        </pc:spChg>
        <pc:spChg chg="del">
          <ac:chgData name="Singh, Paolo (CDR)" userId="8e74c7fb-7789-4b96-b003-a5a4a4a70b15" providerId="ADAL" clId="{07EA12FF-6538-58A0-B870-149C394003F4}" dt="2026-04-14T11:07:00.896" v="2464" actId="478"/>
          <ac:spMkLst>
            <pc:docMk/>
            <pc:sldMk cId="2300533271" sldId="370"/>
            <ac:spMk id="13" creationId="{DC7D61A3-8833-A048-53F3-66D8CF83E104}"/>
          </ac:spMkLst>
        </pc:spChg>
        <pc:spChg chg="del">
          <ac:chgData name="Singh, Paolo (CDR)" userId="8e74c7fb-7789-4b96-b003-a5a4a4a70b15" providerId="ADAL" clId="{07EA12FF-6538-58A0-B870-149C394003F4}" dt="2026-04-14T11:07:00.896" v="2464" actId="478"/>
          <ac:spMkLst>
            <pc:docMk/>
            <pc:sldMk cId="2300533271" sldId="370"/>
            <ac:spMk id="14" creationId="{70929451-3832-A9F7-9210-580E6BF39770}"/>
          </ac:spMkLst>
        </pc:spChg>
        <pc:spChg chg="del">
          <ac:chgData name="Singh, Paolo (CDR)" userId="8e74c7fb-7789-4b96-b003-a5a4a4a70b15" providerId="ADAL" clId="{07EA12FF-6538-58A0-B870-149C394003F4}" dt="2026-04-14T11:07:00.896" v="2464" actId="478"/>
          <ac:spMkLst>
            <pc:docMk/>
            <pc:sldMk cId="2300533271" sldId="370"/>
            <ac:spMk id="16" creationId="{71F88C3D-D0FB-BF6D-7974-92D2B5ED2BEE}"/>
          </ac:spMkLst>
        </pc:spChg>
        <pc:spChg chg="del">
          <ac:chgData name="Singh, Paolo (CDR)" userId="8e74c7fb-7789-4b96-b003-a5a4a4a70b15" providerId="ADAL" clId="{07EA12FF-6538-58A0-B870-149C394003F4}" dt="2026-04-14T11:07:00.896" v="2464" actId="478"/>
          <ac:spMkLst>
            <pc:docMk/>
            <pc:sldMk cId="2300533271" sldId="370"/>
            <ac:spMk id="17" creationId="{6446C63E-9BF9-594C-36FA-7FA05AD5932A}"/>
          </ac:spMkLst>
        </pc:spChg>
        <pc:spChg chg="del">
          <ac:chgData name="Singh, Paolo (CDR)" userId="8e74c7fb-7789-4b96-b003-a5a4a4a70b15" providerId="ADAL" clId="{07EA12FF-6538-58A0-B870-149C394003F4}" dt="2026-04-14T11:07:00.896" v="2464" actId="478"/>
          <ac:spMkLst>
            <pc:docMk/>
            <pc:sldMk cId="2300533271" sldId="370"/>
            <ac:spMk id="18" creationId="{F987F727-93E4-5E85-806C-59EEFC4D9BA7}"/>
          </ac:spMkLst>
        </pc:spChg>
        <pc:spChg chg="mod">
          <ac:chgData name="Singh, Paolo (CDR)" userId="8e74c7fb-7789-4b96-b003-a5a4a4a70b15" providerId="ADAL" clId="{07EA12FF-6538-58A0-B870-149C394003F4}" dt="2026-04-14T11:49:27.130" v="3975" actId="207"/>
          <ac:spMkLst>
            <pc:docMk/>
            <pc:sldMk cId="2300533271" sldId="370"/>
            <ac:spMk id="20" creationId="{4B32A0E9-1269-214E-9122-AFA7EE534DBF}"/>
          </ac:spMkLst>
        </pc:spChg>
        <pc:spChg chg="mod">
          <ac:chgData name="Singh, Paolo (CDR)" userId="8e74c7fb-7789-4b96-b003-a5a4a4a70b15" providerId="ADAL" clId="{07EA12FF-6538-58A0-B870-149C394003F4}" dt="2026-04-14T11:49:31.808" v="3976" actId="207"/>
          <ac:spMkLst>
            <pc:docMk/>
            <pc:sldMk cId="2300533271" sldId="370"/>
            <ac:spMk id="21" creationId="{AC341772-294A-4F0F-B013-6376BDCBB178}"/>
          </ac:spMkLst>
        </pc:spChg>
        <pc:spChg chg="del">
          <ac:chgData name="Singh, Paolo (CDR)" userId="8e74c7fb-7789-4b96-b003-a5a4a4a70b15" providerId="ADAL" clId="{07EA12FF-6538-58A0-B870-149C394003F4}" dt="2026-04-14T11:12:30.049" v="2628" actId="478"/>
          <ac:spMkLst>
            <pc:docMk/>
            <pc:sldMk cId="2300533271" sldId="370"/>
            <ac:spMk id="22" creationId="{17F29BD8-427F-F740-4087-05C859E473E9}"/>
          </ac:spMkLst>
        </pc:spChg>
        <pc:spChg chg="add del mod">
          <ac:chgData name="Singh, Paolo (CDR)" userId="8e74c7fb-7789-4b96-b003-a5a4a4a70b15" providerId="ADAL" clId="{07EA12FF-6538-58A0-B870-149C394003F4}" dt="2026-04-14T11:12:30.049" v="2628" actId="478"/>
          <ac:spMkLst>
            <pc:docMk/>
            <pc:sldMk cId="2300533271" sldId="370"/>
            <ac:spMk id="27" creationId="{CC19872D-C28A-0530-9A55-657FD3F86DC0}"/>
          </ac:spMkLst>
        </pc:spChg>
        <pc:spChg chg="add mod">
          <ac:chgData name="Singh, Paolo (CDR)" userId="8e74c7fb-7789-4b96-b003-a5a4a4a70b15" providerId="ADAL" clId="{07EA12FF-6538-58A0-B870-149C394003F4}" dt="2026-04-14T11:12:31.289" v="2629"/>
          <ac:spMkLst>
            <pc:docMk/>
            <pc:sldMk cId="2300533271" sldId="370"/>
            <ac:spMk id="29" creationId="{33B35913-BDAD-89F2-C38D-E412FE83E3FD}"/>
          </ac:spMkLst>
        </pc:spChg>
        <pc:spChg chg="add mod">
          <ac:chgData name="Singh, Paolo (CDR)" userId="8e74c7fb-7789-4b96-b003-a5a4a4a70b15" providerId="ADAL" clId="{07EA12FF-6538-58A0-B870-149C394003F4}" dt="2026-04-14T11:12:31.289" v="2629"/>
          <ac:spMkLst>
            <pc:docMk/>
            <pc:sldMk cId="2300533271" sldId="370"/>
            <ac:spMk id="31" creationId="{D6AA9510-406C-DEE9-2C8B-03A1AB387E93}"/>
          </ac:spMkLst>
        </pc:spChg>
        <pc:cxnChg chg="add del mod">
          <ac:chgData name="Singh, Paolo (CDR)" userId="8e74c7fb-7789-4b96-b003-a5a4a4a70b15" providerId="ADAL" clId="{07EA12FF-6538-58A0-B870-149C394003F4}" dt="2026-04-14T11:12:30.049" v="2628" actId="478"/>
          <ac:cxnSpMkLst>
            <pc:docMk/>
            <pc:sldMk cId="2300533271" sldId="370"/>
            <ac:cxnSpMk id="5" creationId="{B0B106DE-1F04-A6D3-D456-A0BFEE15F099}"/>
          </ac:cxnSpMkLst>
        </pc:cxnChg>
        <pc:cxnChg chg="del">
          <ac:chgData name="Singh, Paolo (CDR)" userId="8e74c7fb-7789-4b96-b003-a5a4a4a70b15" providerId="ADAL" clId="{07EA12FF-6538-58A0-B870-149C394003F4}" dt="2026-04-14T11:07:00.896" v="2464" actId="478"/>
          <ac:cxnSpMkLst>
            <pc:docMk/>
            <pc:sldMk cId="2300533271" sldId="370"/>
            <ac:cxnSpMk id="7" creationId="{095E5141-FDBE-B763-1417-A39BC20DD9EA}"/>
          </ac:cxnSpMkLst>
        </pc:cxnChg>
        <pc:cxnChg chg="del">
          <ac:chgData name="Singh, Paolo (CDR)" userId="8e74c7fb-7789-4b96-b003-a5a4a4a70b15" providerId="ADAL" clId="{07EA12FF-6538-58A0-B870-149C394003F4}" dt="2026-04-14T11:07:00.896" v="2464" actId="478"/>
          <ac:cxnSpMkLst>
            <pc:docMk/>
            <pc:sldMk cId="2300533271" sldId="370"/>
            <ac:cxnSpMk id="11" creationId="{9885F564-68EB-6611-88D5-045EBAB1BC03}"/>
          </ac:cxnSpMkLst>
        </pc:cxnChg>
        <pc:cxnChg chg="del">
          <ac:chgData name="Singh, Paolo (CDR)" userId="8e74c7fb-7789-4b96-b003-a5a4a4a70b15" providerId="ADAL" clId="{07EA12FF-6538-58A0-B870-149C394003F4}" dt="2026-04-14T11:07:00.896" v="2464" actId="478"/>
          <ac:cxnSpMkLst>
            <pc:docMk/>
            <pc:sldMk cId="2300533271" sldId="370"/>
            <ac:cxnSpMk id="12" creationId="{A5AF9CF7-0A3E-5354-5314-3FFD4FB2AD1B}"/>
          </ac:cxnSpMkLst>
        </pc:cxnChg>
        <pc:cxnChg chg="del">
          <ac:chgData name="Singh, Paolo (CDR)" userId="8e74c7fb-7789-4b96-b003-a5a4a4a70b15" providerId="ADAL" clId="{07EA12FF-6538-58A0-B870-149C394003F4}" dt="2026-04-14T11:12:30.049" v="2628" actId="478"/>
          <ac:cxnSpMkLst>
            <pc:docMk/>
            <pc:sldMk cId="2300533271" sldId="370"/>
            <ac:cxnSpMk id="15" creationId="{36945397-EFE2-27FB-A17A-6DE0EA88CB95}"/>
          </ac:cxnSpMkLst>
        </pc:cxnChg>
        <pc:cxnChg chg="del">
          <ac:chgData name="Singh, Paolo (CDR)" userId="8e74c7fb-7789-4b96-b003-a5a4a4a70b15" providerId="ADAL" clId="{07EA12FF-6538-58A0-B870-149C394003F4}" dt="2026-04-14T11:07:00.896" v="2464" actId="478"/>
          <ac:cxnSpMkLst>
            <pc:docMk/>
            <pc:sldMk cId="2300533271" sldId="370"/>
            <ac:cxnSpMk id="19" creationId="{24FDF7F6-18EB-9B9B-27FC-950C1DD45C67}"/>
          </ac:cxnSpMkLst>
        </pc:cxnChg>
        <pc:cxnChg chg="add mod">
          <ac:chgData name="Singh, Paolo (CDR)" userId="8e74c7fb-7789-4b96-b003-a5a4a4a70b15" providerId="ADAL" clId="{07EA12FF-6538-58A0-B870-149C394003F4}" dt="2026-04-14T11:12:31.289" v="2629"/>
          <ac:cxnSpMkLst>
            <pc:docMk/>
            <pc:sldMk cId="2300533271" sldId="370"/>
            <ac:cxnSpMk id="28" creationId="{489E17AB-9B28-2070-BBBB-AE8FAF92B600}"/>
          </ac:cxnSpMkLst>
        </pc:cxnChg>
        <pc:cxnChg chg="add mod">
          <ac:chgData name="Singh, Paolo (CDR)" userId="8e74c7fb-7789-4b96-b003-a5a4a4a70b15" providerId="ADAL" clId="{07EA12FF-6538-58A0-B870-149C394003F4}" dt="2026-04-14T11:12:31.289" v="2629"/>
          <ac:cxnSpMkLst>
            <pc:docMk/>
            <pc:sldMk cId="2300533271" sldId="370"/>
            <ac:cxnSpMk id="30" creationId="{B09FDD3B-71DF-CF99-A5B7-1351054A8979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1:50:00.165" v="3982" actId="207"/>
        <pc:sldMkLst>
          <pc:docMk/>
          <pc:sldMk cId="3095140947" sldId="371"/>
        </pc:sldMkLst>
        <pc:spChg chg="mod">
          <ac:chgData name="Singh, Paolo (CDR)" userId="8e74c7fb-7789-4b96-b003-a5a4a4a70b15" providerId="ADAL" clId="{07EA12FF-6538-58A0-B870-149C394003F4}" dt="2026-04-14T11:14:53.064" v="2699" actId="20577"/>
          <ac:spMkLst>
            <pc:docMk/>
            <pc:sldMk cId="3095140947" sldId="371"/>
            <ac:spMk id="3" creationId="{F12E8A8D-5666-70F6-A515-72D6BC993D6D}"/>
          </ac:spMkLst>
        </pc:spChg>
        <pc:spChg chg="mod">
          <ac:chgData name="Singh, Paolo (CDR)" userId="8e74c7fb-7789-4b96-b003-a5a4a4a70b15" providerId="ADAL" clId="{07EA12FF-6538-58A0-B870-149C394003F4}" dt="2026-04-14T11:50:00.165" v="3982" actId="207"/>
          <ac:spMkLst>
            <pc:docMk/>
            <pc:sldMk cId="3095140947" sldId="371"/>
            <ac:spMk id="20" creationId="{469B542E-D5F6-5A97-7110-C0C23C6FA92A}"/>
          </ac:spMkLst>
        </pc:spChg>
        <pc:spChg chg="mod">
          <ac:chgData name="Singh, Paolo (CDR)" userId="8e74c7fb-7789-4b96-b003-a5a4a4a70b15" providerId="ADAL" clId="{07EA12FF-6538-58A0-B870-149C394003F4}" dt="2026-04-14T11:49:55.582" v="3981" actId="207"/>
          <ac:spMkLst>
            <pc:docMk/>
            <pc:sldMk cId="3095140947" sldId="371"/>
            <ac:spMk id="21" creationId="{8A9F2024-C56F-C80B-DA52-10A6A9AC227E}"/>
          </ac:spMkLst>
        </pc:spChg>
        <pc:spChg chg="mod">
          <ac:chgData name="Singh, Paolo (CDR)" userId="8e74c7fb-7789-4b96-b003-a5a4a4a70b15" providerId="ADAL" clId="{07EA12FF-6538-58A0-B870-149C394003F4}" dt="2026-04-14T11:11:59.329" v="2624" actId="1076"/>
          <ac:spMkLst>
            <pc:docMk/>
            <pc:sldMk cId="3095140947" sldId="371"/>
            <ac:spMk id="22" creationId="{6692EF4D-6858-D71E-7809-1CD26898168C}"/>
          </ac:spMkLst>
        </pc:spChg>
        <pc:spChg chg="mod">
          <ac:chgData name="Singh, Paolo (CDR)" userId="8e74c7fb-7789-4b96-b003-a5a4a4a70b15" providerId="ADAL" clId="{07EA12FF-6538-58A0-B870-149C394003F4}" dt="2026-04-14T11:12:07.771" v="2627" actId="1076"/>
          <ac:spMkLst>
            <pc:docMk/>
            <pc:sldMk cId="3095140947" sldId="371"/>
            <ac:spMk id="27" creationId="{2D22AAEC-174A-E4DE-6396-B3D68CA0C997}"/>
          </ac:spMkLst>
        </pc:spChg>
        <pc:cxnChg chg="mod">
          <ac:chgData name="Singh, Paolo (CDR)" userId="8e74c7fb-7789-4b96-b003-a5a4a4a70b15" providerId="ADAL" clId="{07EA12FF-6538-58A0-B870-149C394003F4}" dt="2026-04-14T11:12:05.327" v="2626" actId="14100"/>
          <ac:cxnSpMkLst>
            <pc:docMk/>
            <pc:sldMk cId="3095140947" sldId="371"/>
            <ac:cxnSpMk id="5" creationId="{B299F41D-C67A-BE54-A7D0-F3592953A693}"/>
          </ac:cxnSpMkLst>
        </pc:cxnChg>
        <pc:cxnChg chg="mod">
          <ac:chgData name="Singh, Paolo (CDR)" userId="8e74c7fb-7789-4b96-b003-a5a4a4a70b15" providerId="ADAL" clId="{07EA12FF-6538-58A0-B870-149C394003F4}" dt="2026-04-14T11:11:52.114" v="2623" actId="14100"/>
          <ac:cxnSpMkLst>
            <pc:docMk/>
            <pc:sldMk cId="3095140947" sldId="371"/>
            <ac:cxnSpMk id="15" creationId="{2685B8B6-865A-DCA6-86E0-2B84DEA7D5DA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1:50:28.467" v="3989" actId="113"/>
        <pc:sldMkLst>
          <pc:docMk/>
          <pc:sldMk cId="2410184725" sldId="372"/>
        </pc:sldMkLst>
        <pc:spChg chg="mod">
          <ac:chgData name="Singh, Paolo (CDR)" userId="8e74c7fb-7789-4b96-b003-a5a4a4a70b15" providerId="ADAL" clId="{07EA12FF-6538-58A0-B870-149C394003F4}" dt="2026-04-14T11:24:15.292" v="3063" actId="20577"/>
          <ac:spMkLst>
            <pc:docMk/>
            <pc:sldMk cId="2410184725" sldId="372"/>
            <ac:spMk id="2" creationId="{9E70C13D-6E53-ECFB-4A8D-C3E0672B8855}"/>
          </ac:spMkLst>
        </pc:spChg>
        <pc:spChg chg="mod">
          <ac:chgData name="Singh, Paolo (CDR)" userId="8e74c7fb-7789-4b96-b003-a5a4a4a70b15" providerId="ADAL" clId="{07EA12FF-6538-58A0-B870-149C394003F4}" dt="2026-04-14T11:50:28.467" v="3989" actId="113"/>
          <ac:spMkLst>
            <pc:docMk/>
            <pc:sldMk cId="2410184725" sldId="372"/>
            <ac:spMk id="3" creationId="{ABD0B533-9121-2239-C267-EE9AB0818CE8}"/>
          </ac:spMkLst>
        </pc:spChg>
      </pc:sldChg>
      <pc:sldChg chg="new del">
        <pc:chgData name="Singh, Paolo (CDR)" userId="8e74c7fb-7789-4b96-b003-a5a4a4a70b15" providerId="ADAL" clId="{07EA12FF-6538-58A0-B870-149C394003F4}" dt="2026-04-14T11:16:44.657" v="2702" actId="2696"/>
        <pc:sldMkLst>
          <pc:docMk/>
          <pc:sldMk cId="3870871041" sldId="373"/>
        </pc:sldMkLst>
      </pc:sldChg>
      <pc:sldChg chg="modSp add mod">
        <pc:chgData name="Singh, Paolo (CDR)" userId="8e74c7fb-7789-4b96-b003-a5a4a4a70b15" providerId="ADAL" clId="{07EA12FF-6538-58A0-B870-149C394003F4}" dt="2026-04-14T11:49:41.386" v="3978" actId="20577"/>
        <pc:sldMkLst>
          <pc:docMk/>
          <pc:sldMk cId="406132887" sldId="374"/>
        </pc:sldMkLst>
        <pc:spChg chg="mod">
          <ac:chgData name="Singh, Paolo (CDR)" userId="8e74c7fb-7789-4b96-b003-a5a4a4a70b15" providerId="ADAL" clId="{07EA12FF-6538-58A0-B870-149C394003F4}" dt="2026-04-14T11:17:20.152" v="2714" actId="404"/>
          <ac:spMkLst>
            <pc:docMk/>
            <pc:sldMk cId="406132887" sldId="374"/>
            <ac:spMk id="2" creationId="{8955A865-0FFE-D2C9-FF28-37DDDECAC6EA}"/>
          </ac:spMkLst>
        </pc:spChg>
        <pc:spChg chg="mod">
          <ac:chgData name="Singh, Paolo (CDR)" userId="8e74c7fb-7789-4b96-b003-a5a4a4a70b15" providerId="ADAL" clId="{07EA12FF-6538-58A0-B870-149C394003F4}" dt="2026-04-14T11:49:41.386" v="3978" actId="20577"/>
          <ac:spMkLst>
            <pc:docMk/>
            <pc:sldMk cId="406132887" sldId="374"/>
            <ac:spMk id="3" creationId="{B01EC7C2-5028-DEB5-53A3-75B10D249A01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0:14.982" v="3986" actId="207"/>
        <pc:sldMkLst>
          <pc:docMk/>
          <pc:sldMk cId="3790308755" sldId="375"/>
        </pc:sldMkLst>
        <pc:spChg chg="mod">
          <ac:chgData name="Singh, Paolo (CDR)" userId="8e74c7fb-7789-4b96-b003-a5a4a4a70b15" providerId="ADAL" clId="{07EA12FF-6538-58A0-B870-149C394003F4}" dt="2026-04-14T11:21:03.070" v="2969" actId="20577"/>
          <ac:spMkLst>
            <pc:docMk/>
            <pc:sldMk cId="3790308755" sldId="375"/>
            <ac:spMk id="2" creationId="{6A0BCC9F-1D10-F3C7-DE0E-5BE012F9FC6D}"/>
          </ac:spMkLst>
        </pc:spChg>
        <pc:spChg chg="mod">
          <ac:chgData name="Singh, Paolo (CDR)" userId="8e74c7fb-7789-4b96-b003-a5a4a4a70b15" providerId="ADAL" clId="{07EA12FF-6538-58A0-B870-149C394003F4}" dt="2026-04-14T11:20:43.381" v="2953" actId="20577"/>
          <ac:spMkLst>
            <pc:docMk/>
            <pc:sldMk cId="3790308755" sldId="375"/>
            <ac:spMk id="3" creationId="{FAF643D8-ECD8-C54E-0183-A14CF393E548}"/>
          </ac:spMkLst>
        </pc:spChg>
        <pc:spChg chg="mod">
          <ac:chgData name="Singh, Paolo (CDR)" userId="8e74c7fb-7789-4b96-b003-a5a4a4a70b15" providerId="ADAL" clId="{07EA12FF-6538-58A0-B870-149C394003F4}" dt="2026-04-14T11:50:10.933" v="3985" actId="207"/>
          <ac:spMkLst>
            <pc:docMk/>
            <pc:sldMk cId="3790308755" sldId="375"/>
            <ac:spMk id="20" creationId="{C400AEAF-E104-B004-5B61-583A0AC54976}"/>
          </ac:spMkLst>
        </pc:spChg>
        <pc:spChg chg="mod">
          <ac:chgData name="Singh, Paolo (CDR)" userId="8e74c7fb-7789-4b96-b003-a5a4a4a70b15" providerId="ADAL" clId="{07EA12FF-6538-58A0-B870-149C394003F4}" dt="2026-04-14T11:50:14.982" v="3986" actId="207"/>
          <ac:spMkLst>
            <pc:docMk/>
            <pc:sldMk cId="3790308755" sldId="375"/>
            <ac:spMk id="21" creationId="{E7870690-144E-714D-E343-F8DD0E5143A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0:41.441" v="3994" actId="113"/>
        <pc:sldMkLst>
          <pc:docMk/>
          <pc:sldMk cId="2840478799" sldId="376"/>
        </pc:sldMkLst>
        <pc:spChg chg="mod">
          <ac:chgData name="Singh, Paolo (CDR)" userId="8e74c7fb-7789-4b96-b003-a5a4a4a70b15" providerId="ADAL" clId="{07EA12FF-6538-58A0-B870-149C394003F4}" dt="2026-04-14T11:50:41.441" v="3994" actId="113"/>
          <ac:spMkLst>
            <pc:docMk/>
            <pc:sldMk cId="2840478799" sldId="376"/>
            <ac:spMk id="3" creationId="{BFCB2423-280C-0409-3416-0F5FCF293FC3}"/>
          </ac:spMkLst>
        </pc:spChg>
      </pc:sldChg>
      <pc:sldChg chg="modSp add">
        <pc:chgData name="Singh, Paolo (CDR)" userId="8e74c7fb-7789-4b96-b003-a5a4a4a70b15" providerId="ADAL" clId="{07EA12FF-6538-58A0-B870-149C394003F4}" dt="2026-04-14T11:50:53.223" v="4004" actId="20577"/>
        <pc:sldMkLst>
          <pc:docMk/>
          <pc:sldMk cId="1658917031" sldId="377"/>
        </pc:sldMkLst>
        <pc:spChg chg="mod">
          <ac:chgData name="Singh, Paolo (CDR)" userId="8e74c7fb-7789-4b96-b003-a5a4a4a70b15" providerId="ADAL" clId="{07EA12FF-6538-58A0-B870-149C394003F4}" dt="2026-04-14T11:50:53.223" v="4004" actId="20577"/>
          <ac:spMkLst>
            <pc:docMk/>
            <pc:sldMk cId="1658917031" sldId="377"/>
            <ac:spMk id="3" creationId="{61B7870C-2BC6-0AB0-5F58-2EC30BE17559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16.723" v="4007" actId="20577"/>
        <pc:sldMkLst>
          <pc:docMk/>
          <pc:sldMk cId="2055896794" sldId="378"/>
        </pc:sldMkLst>
        <pc:spChg chg="mod">
          <ac:chgData name="Singh, Paolo (CDR)" userId="8e74c7fb-7789-4b96-b003-a5a4a4a70b15" providerId="ADAL" clId="{07EA12FF-6538-58A0-B870-149C394003F4}" dt="2026-04-14T11:51:16.723" v="4007" actId="20577"/>
          <ac:spMkLst>
            <pc:docMk/>
            <pc:sldMk cId="2055896794" sldId="378"/>
            <ac:spMk id="3" creationId="{A2CF6662-68E7-F0A4-129A-92B7202E9EA7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25.216" v="4010" actId="20577"/>
        <pc:sldMkLst>
          <pc:docMk/>
          <pc:sldMk cId="3238016870" sldId="379"/>
        </pc:sldMkLst>
        <pc:spChg chg="mod">
          <ac:chgData name="Singh, Paolo (CDR)" userId="8e74c7fb-7789-4b96-b003-a5a4a4a70b15" providerId="ADAL" clId="{07EA12FF-6538-58A0-B870-149C394003F4}" dt="2026-04-14T11:51:25.216" v="4010" actId="20577"/>
          <ac:spMkLst>
            <pc:docMk/>
            <pc:sldMk cId="3238016870" sldId="379"/>
            <ac:spMk id="3" creationId="{9E20F307-06E7-7241-7C8C-D1E744F66DF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33.428" v="4013" actId="20577"/>
        <pc:sldMkLst>
          <pc:docMk/>
          <pc:sldMk cId="3072948654" sldId="380"/>
        </pc:sldMkLst>
        <pc:spChg chg="mod">
          <ac:chgData name="Singh, Paolo (CDR)" userId="8e74c7fb-7789-4b96-b003-a5a4a4a70b15" providerId="ADAL" clId="{07EA12FF-6538-58A0-B870-149C394003F4}" dt="2026-04-14T11:51:33.428" v="4013" actId="20577"/>
          <ac:spMkLst>
            <pc:docMk/>
            <pc:sldMk cId="3072948654" sldId="380"/>
            <ac:spMk id="3" creationId="{2EFCAE90-4E15-EB3B-36FC-F37FAA6C326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43.784" v="4016" actId="20577"/>
        <pc:sldMkLst>
          <pc:docMk/>
          <pc:sldMk cId="2494632822" sldId="381"/>
        </pc:sldMkLst>
        <pc:spChg chg="mod">
          <ac:chgData name="Singh, Paolo (CDR)" userId="8e74c7fb-7789-4b96-b003-a5a4a4a70b15" providerId="ADAL" clId="{07EA12FF-6538-58A0-B870-149C394003F4}" dt="2026-04-14T11:51:43.784" v="4016" actId="20577"/>
          <ac:spMkLst>
            <pc:docMk/>
            <pc:sldMk cId="2494632822" sldId="381"/>
            <ac:spMk id="3" creationId="{78E7543D-42C7-60B6-FF50-8A1DC943864D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51:57.614" v="4022" actId="20577"/>
        <pc:sldMkLst>
          <pc:docMk/>
          <pc:sldMk cId="1144881802" sldId="382"/>
        </pc:sldMkLst>
        <pc:spChg chg="mod">
          <ac:chgData name="Singh, Paolo (CDR)" userId="8e74c7fb-7789-4b96-b003-a5a4a4a70b15" providerId="ADAL" clId="{07EA12FF-6538-58A0-B870-149C394003F4}" dt="2026-04-14T11:51:57.614" v="4022" actId="20577"/>
          <ac:spMkLst>
            <pc:docMk/>
            <pc:sldMk cId="1144881802" sldId="382"/>
            <ac:spMk id="3" creationId="{3EACDF73-A00E-31D9-A9B5-95FFBBBF7515}"/>
          </ac:spMkLst>
        </pc:spChg>
        <pc:spChg chg="add del">
          <ac:chgData name="Singh, Paolo (CDR)" userId="8e74c7fb-7789-4b96-b003-a5a4a4a70b15" providerId="ADAL" clId="{07EA12FF-6538-58A0-B870-149C394003F4}" dt="2026-04-14T11:39:00.836" v="3606" actId="22"/>
          <ac:spMkLst>
            <pc:docMk/>
            <pc:sldMk cId="1144881802" sldId="382"/>
            <ac:spMk id="6" creationId="{7207C3B9-214C-13AE-8589-DD25DA41401F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2:57.368" v="4039" actId="20577"/>
        <pc:sldMkLst>
          <pc:docMk/>
          <pc:sldMk cId="1325169651" sldId="383"/>
        </pc:sldMkLst>
        <pc:spChg chg="mod">
          <ac:chgData name="Singh, Paolo (CDR)" userId="8e74c7fb-7789-4b96-b003-a5a4a4a70b15" providerId="ADAL" clId="{07EA12FF-6538-58A0-B870-149C394003F4}" dt="2026-04-14T11:52:57.368" v="4039" actId="20577"/>
          <ac:spMkLst>
            <pc:docMk/>
            <pc:sldMk cId="1325169651" sldId="383"/>
            <ac:spMk id="3" creationId="{8AEE3498-8E4F-33DB-CB17-81430EF9EAF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3:28.405" v="4059" actId="20577"/>
        <pc:sldMkLst>
          <pc:docMk/>
          <pc:sldMk cId="3818973145" sldId="384"/>
        </pc:sldMkLst>
        <pc:spChg chg="mod">
          <ac:chgData name="Singh, Paolo (CDR)" userId="8e74c7fb-7789-4b96-b003-a5a4a4a70b15" providerId="ADAL" clId="{07EA12FF-6538-58A0-B870-149C394003F4}" dt="2026-04-14T11:53:28.405" v="4059" actId="20577"/>
          <ac:spMkLst>
            <pc:docMk/>
            <pc:sldMk cId="3818973145" sldId="384"/>
            <ac:spMk id="3" creationId="{D85DC61C-33D5-A81A-BA75-0DAC30279CF3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4:10.957" v="4076" actId="20577"/>
        <pc:sldMkLst>
          <pc:docMk/>
          <pc:sldMk cId="3448918507" sldId="385"/>
        </pc:sldMkLst>
        <pc:spChg chg="mod">
          <ac:chgData name="Singh, Paolo (CDR)" userId="8e74c7fb-7789-4b96-b003-a5a4a4a70b15" providerId="ADAL" clId="{07EA12FF-6538-58A0-B870-149C394003F4}" dt="2026-04-14T11:54:10.957" v="4076" actId="20577"/>
          <ac:spMkLst>
            <pc:docMk/>
            <pc:sldMk cId="3448918507" sldId="385"/>
            <ac:spMk id="3" creationId="{46F7ED32-FC39-7ADC-1910-B29D210EDBD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9:00.114" v="4441" actId="20577"/>
        <pc:sldMkLst>
          <pc:docMk/>
          <pc:sldMk cId="3786674138" sldId="386"/>
        </pc:sldMkLst>
        <pc:spChg chg="mod">
          <ac:chgData name="Singh, Paolo (CDR)" userId="8e74c7fb-7789-4b96-b003-a5a4a4a70b15" providerId="ADAL" clId="{07EA12FF-6538-58A0-B870-149C394003F4}" dt="2026-04-14T11:59:00.114" v="4441" actId="20577"/>
          <ac:spMkLst>
            <pc:docMk/>
            <pc:sldMk cId="3786674138" sldId="386"/>
            <ac:spMk id="3" creationId="{6AF95727-672D-C7A7-55AE-AE54B4AF0C2D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00:53.703" v="4528" actId="167"/>
        <pc:sldMkLst>
          <pc:docMk/>
          <pc:sldMk cId="2047028147" sldId="387"/>
        </pc:sldMkLst>
        <pc:spChg chg="mod">
          <ac:chgData name="Singh, Paolo (CDR)" userId="8e74c7fb-7789-4b96-b003-a5a4a4a70b15" providerId="ADAL" clId="{07EA12FF-6538-58A0-B870-149C394003F4}" dt="2026-04-14T12:00:36.097" v="4526" actId="20577"/>
          <ac:spMkLst>
            <pc:docMk/>
            <pc:sldMk cId="2047028147" sldId="387"/>
            <ac:spMk id="3" creationId="{EB071011-84DB-1FA0-ED0E-D4BAB35FC0B7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8" creationId="{E373E54B-E049-C3E7-A697-15DB0A7F6EB5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9" creationId="{74F208BD-0EF8-0012-BD88-4C7590A091E9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10" creationId="{E69DFCBB-77D1-6038-EE86-207281A6DD95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12" creationId="{28C5B7D7-4A07-303C-0CA7-504217681325}"/>
          </ac:spMkLst>
        </pc:spChg>
        <pc:spChg chg="add mod">
          <ac:chgData name="Singh, Paolo (CDR)" userId="8e74c7fb-7789-4b96-b003-a5a4a4a70b15" providerId="ADAL" clId="{07EA12FF-6538-58A0-B870-149C394003F4}" dt="2026-04-14T12:00:53.703" v="4528" actId="167"/>
          <ac:spMkLst>
            <pc:docMk/>
            <pc:sldMk cId="2047028147" sldId="387"/>
            <ac:spMk id="13" creationId="{AFF19096-04FA-4344-8CDA-DAD76687D7D4}"/>
          </ac:spMkLst>
        </pc:sp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5" creationId="{0B0C6168-39A0-6EFD-D6B9-F2CA653531A4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6" creationId="{58CC5CB7-5EE9-C28A-42B2-5783AF1F3FA6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7" creationId="{684CCEB0-15E1-077B-D9ED-F16E51C6F7C0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11" creationId="{6F7DAA1F-4883-5802-1913-F0FBC596739E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2:04:24.875" v="4760" actId="20577"/>
        <pc:sldMkLst>
          <pc:docMk/>
          <pc:sldMk cId="213086058" sldId="388"/>
        </pc:sldMkLst>
        <pc:spChg chg="mod">
          <ac:chgData name="Singh, Paolo (CDR)" userId="8e74c7fb-7789-4b96-b003-a5a4a4a70b15" providerId="ADAL" clId="{07EA12FF-6538-58A0-B870-149C394003F4}" dt="2026-04-14T12:04:14.001" v="4753" actId="20577"/>
          <ac:spMkLst>
            <pc:docMk/>
            <pc:sldMk cId="213086058" sldId="388"/>
            <ac:spMk id="2" creationId="{7F283BA4-53A5-B21C-B76F-29EDD7546CC8}"/>
          </ac:spMkLst>
        </pc:spChg>
        <pc:spChg chg="mod">
          <ac:chgData name="Singh, Paolo (CDR)" userId="8e74c7fb-7789-4b96-b003-a5a4a4a70b15" providerId="ADAL" clId="{07EA12FF-6538-58A0-B870-149C394003F4}" dt="2026-04-14T12:04:24.875" v="4760" actId="20577"/>
          <ac:spMkLst>
            <pc:docMk/>
            <pc:sldMk cId="213086058" sldId="388"/>
            <ac:spMk id="3" creationId="{E9CD73FF-36D3-7F82-622E-106349C8370D}"/>
          </ac:spMkLst>
        </pc:spChg>
      </pc:sldChg>
      <pc:sldChg chg="modSp add mod ord">
        <pc:chgData name="Singh, Paolo (CDR)" userId="8e74c7fb-7789-4b96-b003-a5a4a4a70b15" providerId="ADAL" clId="{07EA12FF-6538-58A0-B870-149C394003F4}" dt="2026-04-14T12:03:39.989" v="4741" actId="20577"/>
        <pc:sldMkLst>
          <pc:docMk/>
          <pc:sldMk cId="1204374723" sldId="389"/>
        </pc:sldMkLst>
        <pc:spChg chg="mod">
          <ac:chgData name="Singh, Paolo (CDR)" userId="8e74c7fb-7789-4b96-b003-a5a4a4a70b15" providerId="ADAL" clId="{07EA12FF-6538-58A0-B870-149C394003F4}" dt="2026-04-14T12:03:39.989" v="4741" actId="20577"/>
          <ac:spMkLst>
            <pc:docMk/>
            <pc:sldMk cId="1204374723" sldId="389"/>
            <ac:spMk id="3" creationId="{D35135D0-1987-4FBA-728F-7ED8B4D08896}"/>
          </ac:spMkLst>
        </pc:spChg>
      </pc:sldChg>
      <pc:sldChg chg="modSp add">
        <pc:chgData name="Singh, Paolo (CDR)" userId="8e74c7fb-7789-4b96-b003-a5a4a4a70b15" providerId="ADAL" clId="{07EA12FF-6538-58A0-B870-149C394003F4}" dt="2026-04-14T12:05:42.702" v="4791" actId="20577"/>
        <pc:sldMkLst>
          <pc:docMk/>
          <pc:sldMk cId="735568764" sldId="390"/>
        </pc:sldMkLst>
        <pc:spChg chg="mod">
          <ac:chgData name="Singh, Paolo (CDR)" userId="8e74c7fb-7789-4b96-b003-a5a4a4a70b15" providerId="ADAL" clId="{07EA12FF-6538-58A0-B870-149C394003F4}" dt="2026-04-14T12:05:42.702" v="4791" actId="20577"/>
          <ac:spMkLst>
            <pc:docMk/>
            <pc:sldMk cId="735568764" sldId="390"/>
            <ac:spMk id="3" creationId="{D15704B0-A2C5-82D3-D5B7-F8B784171561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07:38.639" v="4846" actId="6549"/>
        <pc:sldMkLst>
          <pc:docMk/>
          <pc:sldMk cId="2625581872" sldId="391"/>
        </pc:sldMkLst>
        <pc:spChg chg="mod">
          <ac:chgData name="Singh, Paolo (CDR)" userId="8e74c7fb-7789-4b96-b003-a5a4a4a70b15" providerId="ADAL" clId="{07EA12FF-6538-58A0-B870-149C394003F4}" dt="2026-04-14T12:07:38.639" v="4846" actId="6549"/>
          <ac:spMkLst>
            <pc:docMk/>
            <pc:sldMk cId="2625581872" sldId="391"/>
            <ac:spMk id="3" creationId="{F67B7219-487C-4627-3871-C712CA40205D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08:35.334" v="4863" actId="113"/>
        <pc:sldMkLst>
          <pc:docMk/>
          <pc:sldMk cId="689961852" sldId="392"/>
        </pc:sldMkLst>
        <pc:spChg chg="mod">
          <ac:chgData name="Singh, Paolo (CDR)" userId="8e74c7fb-7789-4b96-b003-a5a4a4a70b15" providerId="ADAL" clId="{07EA12FF-6538-58A0-B870-149C394003F4}" dt="2026-04-14T12:08:35.334" v="4863" actId="113"/>
          <ac:spMkLst>
            <pc:docMk/>
            <pc:sldMk cId="689961852" sldId="392"/>
            <ac:spMk id="3" creationId="{6359F2A4-C76C-1BC3-73D9-2B0F32F66B47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15:10.886" v="5135" actId="6549"/>
        <pc:sldMkLst>
          <pc:docMk/>
          <pc:sldMk cId="18887497" sldId="393"/>
        </pc:sldMkLst>
        <pc:spChg chg="mod">
          <ac:chgData name="Singh, Paolo (CDR)" userId="8e74c7fb-7789-4b96-b003-a5a4a4a70b15" providerId="ADAL" clId="{07EA12FF-6538-58A0-B870-149C394003F4}" dt="2026-04-14T12:09:21.432" v="4878" actId="20577"/>
          <ac:spMkLst>
            <pc:docMk/>
            <pc:sldMk cId="18887497" sldId="393"/>
            <ac:spMk id="2" creationId="{B768548C-606C-F59C-200E-8E67B8E15D7E}"/>
          </ac:spMkLst>
        </pc:spChg>
        <pc:spChg chg="mod">
          <ac:chgData name="Singh, Paolo (CDR)" userId="8e74c7fb-7789-4b96-b003-a5a4a4a70b15" providerId="ADAL" clId="{07EA12FF-6538-58A0-B870-149C394003F4}" dt="2026-04-14T12:15:10.886" v="5135" actId="6549"/>
          <ac:spMkLst>
            <pc:docMk/>
            <pc:sldMk cId="18887497" sldId="393"/>
            <ac:spMk id="3" creationId="{D42443E9-212B-60E1-C571-F8025530739F}"/>
          </ac:spMkLst>
        </pc:spChg>
      </pc:sldChg>
      <pc:sldChg chg="add">
        <pc:chgData name="Singh, Paolo (CDR)" userId="8e74c7fb-7789-4b96-b003-a5a4a4a70b15" providerId="ADAL" clId="{07EA12FF-6538-58A0-B870-149C394003F4}" dt="2026-04-14T12:14:29.651" v="5129" actId="2890"/>
        <pc:sldMkLst>
          <pc:docMk/>
          <pc:sldMk cId="4275513242" sldId="394"/>
        </pc:sldMkLst>
      </pc:sldChg>
      <pc:sldChg chg="add">
        <pc:chgData name="Singh, Paolo (CDR)" userId="8e74c7fb-7789-4b96-b003-a5a4a4a70b15" providerId="ADAL" clId="{07EA12FF-6538-58A0-B870-149C394003F4}" dt="2026-04-14T12:14:41.387" v="5131" actId="2890"/>
        <pc:sldMkLst>
          <pc:docMk/>
          <pc:sldMk cId="4169616690" sldId="395"/>
        </pc:sldMkLst>
      </pc:sldChg>
      <pc:sldChg chg="add">
        <pc:chgData name="Singh, Paolo (CDR)" userId="8e74c7fb-7789-4b96-b003-a5a4a4a70b15" providerId="ADAL" clId="{07EA12FF-6538-58A0-B870-149C394003F4}" dt="2026-04-14T12:15:01.633" v="5133" actId="2890"/>
        <pc:sldMkLst>
          <pc:docMk/>
          <pc:sldMk cId="2521927861" sldId="396"/>
        </pc:sldMkLst>
      </pc:sldChg>
      <pc:sldChg chg="modSp add mod">
        <pc:chgData name="Singh, Paolo (CDR)" userId="8e74c7fb-7789-4b96-b003-a5a4a4a70b15" providerId="ADAL" clId="{07EA12FF-6538-58A0-B870-149C394003F4}" dt="2026-04-14T12:20:55.589" v="5475" actId="27636"/>
        <pc:sldMkLst>
          <pc:docMk/>
          <pc:sldMk cId="2562843634" sldId="397"/>
        </pc:sldMkLst>
        <pc:spChg chg="mod">
          <ac:chgData name="Singh, Paolo (CDR)" userId="8e74c7fb-7789-4b96-b003-a5a4a4a70b15" providerId="ADAL" clId="{07EA12FF-6538-58A0-B870-149C394003F4}" dt="2026-04-14T12:15:46.339" v="5154" actId="20577"/>
          <ac:spMkLst>
            <pc:docMk/>
            <pc:sldMk cId="2562843634" sldId="397"/>
            <ac:spMk id="2" creationId="{A1BB1BCF-BBAD-4A56-5F6E-7B103314908A}"/>
          </ac:spMkLst>
        </pc:spChg>
        <pc:spChg chg="mod">
          <ac:chgData name="Singh, Paolo (CDR)" userId="8e74c7fb-7789-4b96-b003-a5a4a4a70b15" providerId="ADAL" clId="{07EA12FF-6538-58A0-B870-149C394003F4}" dt="2026-04-14T12:20:55.589" v="5475" actId="27636"/>
          <ac:spMkLst>
            <pc:docMk/>
            <pc:sldMk cId="2562843634" sldId="397"/>
            <ac:spMk id="3" creationId="{AA3E28D4-C7D2-E417-0A9B-1CC6138D4DAE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23:56.332" v="5655" actId="113"/>
        <pc:sldMkLst>
          <pc:docMk/>
          <pc:sldMk cId="1230764453" sldId="398"/>
        </pc:sldMkLst>
        <pc:spChg chg="mod">
          <ac:chgData name="Singh, Paolo (CDR)" userId="8e74c7fb-7789-4b96-b003-a5a4a4a70b15" providerId="ADAL" clId="{07EA12FF-6538-58A0-B870-149C394003F4}" dt="2026-04-14T12:23:56.332" v="5655" actId="113"/>
          <ac:spMkLst>
            <pc:docMk/>
            <pc:sldMk cId="1230764453" sldId="398"/>
            <ac:spMk id="3" creationId="{E691F0B0-FC15-3BFB-9749-D430BE58B6BD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5" creationId="{3C48B27B-A472-79BF-2DFA-2E697FD99FA2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9" creationId="{2C4EBC1D-F1E0-EA09-EEB1-5E7F5019F8B6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0" creationId="{544B8D98-3BC3-9D1E-E3F8-D15842E3D8E5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1" creationId="{F3CA5860-BD46-6BDC-FB55-21F08ED5ADA2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3" creationId="{EDC641AE-E88B-208B-E9E8-CFF2B38CACE7}"/>
          </ac:spMkLst>
        </pc:sp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6" creationId="{14C73D48-990A-4402-FA1C-65DC95E82475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7" creationId="{B27FFAA8-274D-09D7-7C99-E967CDE895EE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8" creationId="{4CCB4D2E-3166-216B-3B1F-AAA924DFDEFD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12" creationId="{2B767996-AAFE-9E70-A8A7-DF26100303C7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2:37:03.555" v="6512" actId="20577"/>
        <pc:sldMkLst>
          <pc:docMk/>
          <pc:sldMk cId="2161279909" sldId="399"/>
        </pc:sldMkLst>
        <pc:spChg chg="mod">
          <ac:chgData name="Singh, Paolo (CDR)" userId="8e74c7fb-7789-4b96-b003-a5a4a4a70b15" providerId="ADAL" clId="{07EA12FF-6538-58A0-B870-149C394003F4}" dt="2026-04-14T12:24:09.506" v="5665" actId="20577"/>
          <ac:spMkLst>
            <pc:docMk/>
            <pc:sldMk cId="2161279909" sldId="399"/>
            <ac:spMk id="2" creationId="{04DE3C47-675E-0926-64FB-4E08446448A6}"/>
          </ac:spMkLst>
        </pc:spChg>
        <pc:spChg chg="mod">
          <ac:chgData name="Singh, Paolo (CDR)" userId="8e74c7fb-7789-4b96-b003-a5a4a4a70b15" providerId="ADAL" clId="{07EA12FF-6538-58A0-B870-149C394003F4}" dt="2026-04-14T12:37:03.555" v="6512" actId="20577"/>
          <ac:spMkLst>
            <pc:docMk/>
            <pc:sldMk cId="2161279909" sldId="399"/>
            <ac:spMk id="3" creationId="{C6760EBB-B557-69AA-1A2E-F3C26046F82F}"/>
          </ac:spMkLst>
        </pc:spChg>
      </pc:sldChg>
      <pc:sldChg chg="modSp new mod">
        <pc:chgData name="Singh, Paolo (CDR)" userId="8e74c7fb-7789-4b96-b003-a5a4a4a70b15" providerId="ADAL" clId="{07EA12FF-6538-58A0-B870-149C394003F4}" dt="2026-04-14T12:58:55.729" v="7240" actId="20577"/>
        <pc:sldMkLst>
          <pc:docMk/>
          <pc:sldMk cId="1274560981" sldId="400"/>
        </pc:sldMkLst>
        <pc:spChg chg="mod">
          <ac:chgData name="Singh, Paolo (CDR)" userId="8e74c7fb-7789-4b96-b003-a5a4a4a70b15" providerId="ADAL" clId="{07EA12FF-6538-58A0-B870-149C394003F4}" dt="2026-04-14T12:57:06.712" v="7179" actId="20577"/>
          <ac:spMkLst>
            <pc:docMk/>
            <pc:sldMk cId="1274560981" sldId="400"/>
            <ac:spMk id="2" creationId="{999DFE56-50F5-C295-9E96-8A0C197AA93E}"/>
          </ac:spMkLst>
        </pc:spChg>
        <pc:spChg chg="mod">
          <ac:chgData name="Singh, Paolo (CDR)" userId="8e74c7fb-7789-4b96-b003-a5a4a4a70b15" providerId="ADAL" clId="{07EA12FF-6538-58A0-B870-149C394003F4}" dt="2026-04-14T12:58:55.729" v="7240" actId="20577"/>
          <ac:spMkLst>
            <pc:docMk/>
            <pc:sldMk cId="1274560981" sldId="400"/>
            <ac:spMk id="3" creationId="{0AEF8C03-A959-5A91-B702-488D65916E55}"/>
          </ac:spMkLst>
        </pc:spChg>
      </pc:sldChg>
      <pc:sldChg chg="modSp new mod">
        <pc:chgData name="Singh, Paolo (CDR)" userId="8e74c7fb-7789-4b96-b003-a5a4a4a70b15" providerId="ADAL" clId="{07EA12FF-6538-58A0-B870-149C394003F4}" dt="2026-04-14T12:39:10.112" v="6619" actId="5793"/>
        <pc:sldMkLst>
          <pc:docMk/>
          <pc:sldMk cId="3243778271" sldId="401"/>
        </pc:sldMkLst>
        <pc:spChg chg="mod">
          <ac:chgData name="Singh, Paolo (CDR)" userId="8e74c7fb-7789-4b96-b003-a5a4a4a70b15" providerId="ADAL" clId="{07EA12FF-6538-58A0-B870-149C394003F4}" dt="2026-04-14T12:34:29.918" v="6254" actId="20577"/>
          <ac:spMkLst>
            <pc:docMk/>
            <pc:sldMk cId="3243778271" sldId="401"/>
            <ac:spMk id="2" creationId="{BB910954-8540-187C-92A1-8C2A0E5FBF4D}"/>
          </ac:spMkLst>
        </pc:spChg>
        <pc:spChg chg="mod">
          <ac:chgData name="Singh, Paolo (CDR)" userId="8e74c7fb-7789-4b96-b003-a5a4a4a70b15" providerId="ADAL" clId="{07EA12FF-6538-58A0-B870-149C394003F4}" dt="2026-04-14T12:39:10.112" v="6619" actId="5793"/>
          <ac:spMkLst>
            <pc:docMk/>
            <pc:sldMk cId="3243778271" sldId="401"/>
            <ac:spMk id="3" creationId="{70F91466-BB7B-7DD2-815C-84BE8460C515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29:44.045" v="6068" actId="20577"/>
        <pc:sldMkLst>
          <pc:docMk/>
          <pc:sldMk cId="947035080" sldId="402"/>
        </pc:sldMkLst>
        <pc:spChg chg="mod">
          <ac:chgData name="Singh, Paolo (CDR)" userId="8e74c7fb-7789-4b96-b003-a5a4a4a70b15" providerId="ADAL" clId="{07EA12FF-6538-58A0-B870-149C394003F4}" dt="2026-04-14T12:29:44.045" v="6068" actId="20577"/>
          <ac:spMkLst>
            <pc:docMk/>
            <pc:sldMk cId="947035080" sldId="402"/>
            <ac:spMk id="3" creationId="{C7F12374-95E2-405B-3C86-8F071026D687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31:21.069" v="6133" actId="20577"/>
        <pc:sldMkLst>
          <pc:docMk/>
          <pc:sldMk cId="969664938" sldId="403"/>
        </pc:sldMkLst>
        <pc:spChg chg="mod">
          <ac:chgData name="Singh, Paolo (CDR)" userId="8e74c7fb-7789-4b96-b003-a5a4a4a70b15" providerId="ADAL" clId="{07EA12FF-6538-58A0-B870-149C394003F4}" dt="2026-04-14T12:31:21.069" v="6133" actId="20577"/>
          <ac:spMkLst>
            <pc:docMk/>
            <pc:sldMk cId="969664938" sldId="403"/>
            <ac:spMk id="3" creationId="{4CBE6C59-4B03-487D-A519-9269D6987528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34:01.098" v="6240" actId="20577"/>
        <pc:sldMkLst>
          <pc:docMk/>
          <pc:sldMk cId="1027065881" sldId="404"/>
        </pc:sldMkLst>
        <pc:spChg chg="mod">
          <ac:chgData name="Singh, Paolo (CDR)" userId="8e74c7fb-7789-4b96-b003-a5a4a4a70b15" providerId="ADAL" clId="{07EA12FF-6538-58A0-B870-149C394003F4}" dt="2026-04-14T12:34:01.098" v="6240" actId="20577"/>
          <ac:spMkLst>
            <pc:docMk/>
            <pc:sldMk cId="1027065881" sldId="404"/>
            <ac:spMk id="3" creationId="{4510A042-82BD-BBB6-4575-142B7DB2F0A1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41:25.437" v="6696" actId="20577"/>
        <pc:sldMkLst>
          <pc:docMk/>
          <pc:sldMk cId="2076199833" sldId="405"/>
        </pc:sldMkLst>
        <pc:spChg chg="mod">
          <ac:chgData name="Singh, Paolo (CDR)" userId="8e74c7fb-7789-4b96-b003-a5a4a4a70b15" providerId="ADAL" clId="{07EA12FF-6538-58A0-B870-149C394003F4}" dt="2026-04-14T12:41:04.445" v="6646"/>
          <ac:spMkLst>
            <pc:docMk/>
            <pc:sldMk cId="2076199833" sldId="405"/>
            <ac:spMk id="2" creationId="{6FE7F757-5A36-7695-9756-D11B926CF873}"/>
          </ac:spMkLst>
        </pc:spChg>
        <pc:spChg chg="mod">
          <ac:chgData name="Singh, Paolo (CDR)" userId="8e74c7fb-7789-4b96-b003-a5a4a4a70b15" providerId="ADAL" clId="{07EA12FF-6538-58A0-B870-149C394003F4}" dt="2026-04-14T12:41:25.437" v="6696" actId="20577"/>
          <ac:spMkLst>
            <pc:docMk/>
            <pc:sldMk cId="2076199833" sldId="405"/>
            <ac:spMk id="3" creationId="{DE26B5F9-575C-AD24-AE48-ABA9059AC16B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4:40:50.307" v="8777" actId="1076"/>
        <pc:sldMkLst>
          <pc:docMk/>
          <pc:sldMk cId="1920488716" sldId="406"/>
        </pc:sldMkLst>
        <pc:spChg chg="mod">
          <ac:chgData name="Singh, Paolo (CDR)" userId="8e74c7fb-7789-4b96-b003-a5a4a4a70b15" providerId="ADAL" clId="{07EA12FF-6538-58A0-B870-149C394003F4}" dt="2026-04-14T12:47:37.922" v="6785"/>
          <ac:spMkLst>
            <pc:docMk/>
            <pc:sldMk cId="1920488716" sldId="406"/>
            <ac:spMk id="2" creationId="{3C587969-78ED-9C3A-D398-5A38BE4F4778}"/>
          </ac:spMkLst>
        </pc:spChg>
        <pc:spChg chg="mod">
          <ac:chgData name="Singh, Paolo (CDR)" userId="8e74c7fb-7789-4b96-b003-a5a4a4a70b15" providerId="ADAL" clId="{07EA12FF-6538-58A0-B870-149C394003F4}" dt="2026-04-14T12:52:09.290" v="7018" actId="20577"/>
          <ac:spMkLst>
            <pc:docMk/>
            <pc:sldMk cId="1920488716" sldId="406"/>
            <ac:spMk id="3" creationId="{770ACC53-DFC5-735E-83F8-A55F448292DD}"/>
          </ac:spMkLst>
        </pc:spChg>
        <pc:spChg chg="add mod">
          <ac:chgData name="Singh, Paolo (CDR)" userId="8e74c7fb-7789-4b96-b003-a5a4a4a70b15" providerId="ADAL" clId="{07EA12FF-6538-58A0-B870-149C394003F4}" dt="2026-04-14T12:51:37.958" v="6962"/>
          <ac:spMkLst>
            <pc:docMk/>
            <pc:sldMk cId="1920488716" sldId="406"/>
            <ac:spMk id="9" creationId="{65E5F5F3-B3C4-6B52-8DD9-4131A959B85B}"/>
          </ac:spMkLst>
        </pc:spChg>
        <pc:spChg chg="add mod">
          <ac:chgData name="Singh, Paolo (CDR)" userId="8e74c7fb-7789-4b96-b003-a5a4a4a70b15" providerId="ADAL" clId="{07EA12FF-6538-58A0-B870-149C394003F4}" dt="2026-04-14T14:40:50.307" v="8777" actId="1076"/>
          <ac:spMkLst>
            <pc:docMk/>
            <pc:sldMk cId="1920488716" sldId="406"/>
            <ac:spMk id="10" creationId="{A3C1B10D-3E86-29F3-1458-6B54F9ADA94E}"/>
          </ac:spMkLst>
        </pc:spChg>
        <pc:cxnChg chg="add del mod">
          <ac:chgData name="Singh, Paolo (CDR)" userId="8e74c7fb-7789-4b96-b003-a5a4a4a70b15" providerId="ADAL" clId="{07EA12FF-6538-58A0-B870-149C394003F4}" dt="2026-04-14T12:51:37.503" v="6961" actId="478"/>
          <ac:cxnSpMkLst>
            <pc:docMk/>
            <pc:sldMk cId="1920488716" sldId="406"/>
            <ac:cxnSpMk id="5" creationId="{CF9770F1-81C9-1E36-0919-45A97952A54A}"/>
          </ac:cxnSpMkLst>
        </pc:cxnChg>
        <pc:cxnChg chg="add del mod">
          <ac:chgData name="Singh, Paolo (CDR)" userId="8e74c7fb-7789-4b96-b003-a5a4a4a70b15" providerId="ADAL" clId="{07EA12FF-6538-58A0-B870-149C394003F4}" dt="2026-04-14T12:51:37.503" v="6961" actId="478"/>
          <ac:cxnSpMkLst>
            <pc:docMk/>
            <pc:sldMk cId="1920488716" sldId="406"/>
            <ac:cxnSpMk id="6" creationId="{C30B4E11-BEEE-3CD3-DEE7-7E717C92B36D}"/>
          </ac:cxnSpMkLst>
        </pc:cxnChg>
        <pc:cxnChg chg="add mod">
          <ac:chgData name="Singh, Paolo (CDR)" userId="8e74c7fb-7789-4b96-b003-a5a4a4a70b15" providerId="ADAL" clId="{07EA12FF-6538-58A0-B870-149C394003F4}" dt="2026-04-14T14:40:47.002" v="8776" actId="1076"/>
          <ac:cxnSpMkLst>
            <pc:docMk/>
            <pc:sldMk cId="1920488716" sldId="406"/>
            <ac:cxnSpMk id="7" creationId="{0F7848ED-3763-D032-46C8-F5DE5BBF8154}"/>
          </ac:cxnSpMkLst>
        </pc:cxnChg>
        <pc:cxnChg chg="add mod">
          <ac:chgData name="Singh, Paolo (CDR)" userId="8e74c7fb-7789-4b96-b003-a5a4a4a70b15" providerId="ADAL" clId="{07EA12FF-6538-58A0-B870-149C394003F4}" dt="2026-04-14T12:51:37.958" v="6962"/>
          <ac:cxnSpMkLst>
            <pc:docMk/>
            <pc:sldMk cId="1920488716" sldId="406"/>
            <ac:cxnSpMk id="8" creationId="{44DCEA27-84A9-3FFE-4FC6-E68109BDCB5F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2:48:18.703" v="6845" actId="20577"/>
        <pc:sldMkLst>
          <pc:docMk/>
          <pc:sldMk cId="2628322892" sldId="407"/>
        </pc:sldMkLst>
        <pc:spChg chg="mod">
          <ac:chgData name="Singh, Paolo (CDR)" userId="8e74c7fb-7789-4b96-b003-a5a4a4a70b15" providerId="ADAL" clId="{07EA12FF-6538-58A0-B870-149C394003F4}" dt="2026-04-14T12:48:02.360" v="6788" actId="20577"/>
          <ac:spMkLst>
            <pc:docMk/>
            <pc:sldMk cId="2628322892" sldId="407"/>
            <ac:spMk id="2" creationId="{D67F2237-8DD9-B8C8-D518-9C96EFEE509D}"/>
          </ac:spMkLst>
        </pc:spChg>
        <pc:spChg chg="mod">
          <ac:chgData name="Singh, Paolo (CDR)" userId="8e74c7fb-7789-4b96-b003-a5a4a4a70b15" providerId="ADAL" clId="{07EA12FF-6538-58A0-B870-149C394003F4}" dt="2026-04-14T12:48:18.703" v="6845" actId="20577"/>
          <ac:spMkLst>
            <pc:docMk/>
            <pc:sldMk cId="2628322892" sldId="407"/>
            <ac:spMk id="3" creationId="{66C9BD2F-6DE7-52A3-F394-44B79A6C82C5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52:43.009" v="7027" actId="20577"/>
        <pc:sldMkLst>
          <pc:docMk/>
          <pc:sldMk cId="283729634" sldId="408"/>
        </pc:sldMkLst>
        <pc:spChg chg="mod">
          <ac:chgData name="Singh, Paolo (CDR)" userId="8e74c7fb-7789-4b96-b003-a5a4a4a70b15" providerId="ADAL" clId="{07EA12FF-6538-58A0-B870-149C394003F4}" dt="2026-04-14T12:48:44.654" v="6867" actId="20577"/>
          <ac:spMkLst>
            <pc:docMk/>
            <pc:sldMk cId="283729634" sldId="408"/>
            <ac:spMk id="2" creationId="{9F53EEEB-E5A0-9000-1E75-A63FFEBA846C}"/>
          </ac:spMkLst>
        </pc:spChg>
        <pc:spChg chg="mod">
          <ac:chgData name="Singh, Paolo (CDR)" userId="8e74c7fb-7789-4b96-b003-a5a4a4a70b15" providerId="ADAL" clId="{07EA12FF-6538-58A0-B870-149C394003F4}" dt="2026-04-14T12:52:43.009" v="7027" actId="20577"/>
          <ac:spMkLst>
            <pc:docMk/>
            <pc:sldMk cId="283729634" sldId="408"/>
            <ac:spMk id="3" creationId="{E3535C12-8A0C-CDC3-08EF-05317F1C77DA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49:44.546" v="6937" actId="20577"/>
        <pc:sldMkLst>
          <pc:docMk/>
          <pc:sldMk cId="2056344516" sldId="409"/>
        </pc:sldMkLst>
        <pc:spChg chg="mod">
          <ac:chgData name="Singh, Paolo (CDR)" userId="8e74c7fb-7789-4b96-b003-a5a4a4a70b15" providerId="ADAL" clId="{07EA12FF-6538-58A0-B870-149C394003F4}" dt="2026-04-14T12:48:59.786" v="6869"/>
          <ac:spMkLst>
            <pc:docMk/>
            <pc:sldMk cId="2056344516" sldId="409"/>
            <ac:spMk id="2" creationId="{913E481C-9E8D-283D-4EC1-EEF53E6C35E6}"/>
          </ac:spMkLst>
        </pc:spChg>
        <pc:spChg chg="mod">
          <ac:chgData name="Singh, Paolo (CDR)" userId="8e74c7fb-7789-4b96-b003-a5a4a4a70b15" providerId="ADAL" clId="{07EA12FF-6538-58A0-B870-149C394003F4}" dt="2026-04-14T12:49:44.546" v="6937" actId="20577"/>
          <ac:spMkLst>
            <pc:docMk/>
            <pc:sldMk cId="2056344516" sldId="409"/>
            <ac:spMk id="3" creationId="{119236DC-FBE1-80E3-6CE3-D4BACAB18812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47:22.947" v="6784" actId="20577"/>
        <pc:sldMkLst>
          <pc:docMk/>
          <pc:sldMk cId="2816400457" sldId="410"/>
        </pc:sldMkLst>
        <pc:spChg chg="mod">
          <ac:chgData name="Singh, Paolo (CDR)" userId="8e74c7fb-7789-4b96-b003-a5a4a4a70b15" providerId="ADAL" clId="{07EA12FF-6538-58A0-B870-149C394003F4}" dt="2026-04-14T12:41:44.444" v="6706" actId="20577"/>
          <ac:spMkLst>
            <pc:docMk/>
            <pc:sldMk cId="2816400457" sldId="410"/>
            <ac:spMk id="2" creationId="{3A9E35D0-13CF-6B22-A54E-DC27A6B6320D}"/>
          </ac:spMkLst>
        </pc:spChg>
        <pc:spChg chg="mod">
          <ac:chgData name="Singh, Paolo (CDR)" userId="8e74c7fb-7789-4b96-b003-a5a4a4a70b15" providerId="ADAL" clId="{07EA12FF-6538-58A0-B870-149C394003F4}" dt="2026-04-14T12:43:05.693" v="6740" actId="20577"/>
          <ac:spMkLst>
            <pc:docMk/>
            <pc:sldMk cId="2816400457" sldId="410"/>
            <ac:spMk id="3" creationId="{311C1291-BCF0-A485-FFF1-AB5850CBF8F4}"/>
          </ac:spMkLst>
        </pc:spChg>
        <pc:spChg chg="add mod">
          <ac:chgData name="Singh, Paolo (CDR)" userId="8e74c7fb-7789-4b96-b003-a5a4a4a70b15" providerId="ADAL" clId="{07EA12FF-6538-58A0-B870-149C394003F4}" dt="2026-04-14T12:47:15.043" v="6781"/>
          <ac:spMkLst>
            <pc:docMk/>
            <pc:sldMk cId="2816400457" sldId="410"/>
            <ac:spMk id="8" creationId="{E5837C32-1275-A8B7-E98B-8A864C68AF0B}"/>
          </ac:spMkLst>
        </pc:spChg>
        <pc:spChg chg="add mod">
          <ac:chgData name="Singh, Paolo (CDR)" userId="8e74c7fb-7789-4b96-b003-a5a4a4a70b15" providerId="ADAL" clId="{07EA12FF-6538-58A0-B870-149C394003F4}" dt="2026-04-14T12:47:22.947" v="6784" actId="20577"/>
          <ac:spMkLst>
            <pc:docMk/>
            <pc:sldMk cId="2816400457" sldId="410"/>
            <ac:spMk id="10" creationId="{1A0F9D6F-D592-CB17-DB0B-86D47E62D82F}"/>
          </ac:spMkLst>
        </pc:spChg>
        <pc:cxnChg chg="add mod">
          <ac:chgData name="Singh, Paolo (CDR)" userId="8e74c7fb-7789-4b96-b003-a5a4a4a70b15" providerId="ADAL" clId="{07EA12FF-6538-58A0-B870-149C394003F4}" dt="2026-04-14T12:43:53.597" v="6742" actId="1076"/>
          <ac:cxnSpMkLst>
            <pc:docMk/>
            <pc:sldMk cId="2816400457" sldId="410"/>
            <ac:cxnSpMk id="5" creationId="{FEE2ACAF-6204-D78E-AA8B-9618F22C4296}"/>
          </ac:cxnSpMkLst>
        </pc:cxnChg>
        <pc:cxnChg chg="add mod">
          <ac:chgData name="Singh, Paolo (CDR)" userId="8e74c7fb-7789-4b96-b003-a5a4a4a70b15" providerId="ADAL" clId="{07EA12FF-6538-58A0-B870-149C394003F4}" dt="2026-04-14T12:43:53.597" v="6742" actId="1076"/>
          <ac:cxnSpMkLst>
            <pc:docMk/>
            <pc:sldMk cId="2816400457" sldId="410"/>
            <ac:cxnSpMk id="6" creationId="{82882261-6FD6-9AD9-B0F6-93ECB37CA85A}"/>
          </ac:cxnSpMkLst>
        </pc:cxnChg>
      </pc:sldChg>
      <pc:sldChg chg="add del">
        <pc:chgData name="Singh, Paolo (CDR)" userId="8e74c7fb-7789-4b96-b003-a5a4a4a70b15" providerId="ADAL" clId="{07EA12FF-6538-58A0-B870-149C394003F4}" dt="2026-04-14T12:44:07.077" v="6744" actId="2696"/>
        <pc:sldMkLst>
          <pc:docMk/>
          <pc:sldMk cId="1761176885" sldId="411"/>
        </pc:sldMkLst>
      </pc:sldChg>
      <pc:sldChg chg="addSp delSp modSp add mod">
        <pc:chgData name="Singh, Paolo (CDR)" userId="8e74c7fb-7789-4b96-b003-a5a4a4a70b15" providerId="ADAL" clId="{07EA12FF-6538-58A0-B870-149C394003F4}" dt="2026-04-14T12:46:16.603" v="6778" actId="20577"/>
        <pc:sldMkLst>
          <pc:docMk/>
          <pc:sldMk cId="460662328" sldId="412"/>
        </pc:sldMkLst>
        <pc:spChg chg="mod">
          <ac:chgData name="Singh, Paolo (CDR)" userId="8e74c7fb-7789-4b96-b003-a5a4a4a70b15" providerId="ADAL" clId="{07EA12FF-6538-58A0-B870-149C394003F4}" dt="2026-04-14T12:45:09.703" v="6760" actId="20577"/>
          <ac:spMkLst>
            <pc:docMk/>
            <pc:sldMk cId="460662328" sldId="412"/>
            <ac:spMk id="3" creationId="{BA33E813-7E61-F402-8E23-88BAC3E288FE}"/>
          </ac:spMkLst>
        </pc:spChg>
        <pc:spChg chg="add mod">
          <ac:chgData name="Singh, Paolo (CDR)" userId="8e74c7fb-7789-4b96-b003-a5a4a4a70b15" providerId="ADAL" clId="{07EA12FF-6538-58A0-B870-149C394003F4}" dt="2026-04-14T12:45:53.188" v="6770"/>
          <ac:spMkLst>
            <pc:docMk/>
            <pc:sldMk cId="460662328" sldId="412"/>
            <ac:spMk id="12" creationId="{21AD7FE6-9A45-4024-BED9-A87F6C0272D2}"/>
          </ac:spMkLst>
        </pc:spChg>
        <pc:spChg chg="add mod">
          <ac:chgData name="Singh, Paolo (CDR)" userId="8e74c7fb-7789-4b96-b003-a5a4a4a70b15" providerId="ADAL" clId="{07EA12FF-6538-58A0-B870-149C394003F4}" dt="2026-04-14T12:46:16.603" v="6778" actId="20577"/>
          <ac:spMkLst>
            <pc:docMk/>
            <pc:sldMk cId="460662328" sldId="412"/>
            <ac:spMk id="14" creationId="{F0AC8311-595A-0122-5139-A92C5D275BA1}"/>
          </ac:spMkLst>
        </pc:spChg>
        <pc:spChg chg="add mod">
          <ac:chgData name="Singh, Paolo (CDR)" userId="8e74c7fb-7789-4b96-b003-a5a4a4a70b15" providerId="ADAL" clId="{07EA12FF-6538-58A0-B870-149C394003F4}" dt="2026-04-14T12:46:12.775" v="6776" actId="20577"/>
          <ac:spMkLst>
            <pc:docMk/>
            <pc:sldMk cId="460662328" sldId="412"/>
            <ac:spMk id="16" creationId="{672A0EDF-68A7-081A-DC43-0A1E41353191}"/>
          </ac:spMkLst>
        </pc:spChg>
        <pc:cxnChg chg="mod">
          <ac:chgData name="Singh, Paolo (CDR)" userId="8e74c7fb-7789-4b96-b003-a5a4a4a70b15" providerId="ADAL" clId="{07EA12FF-6538-58A0-B870-149C394003F4}" dt="2026-04-14T12:45:20.210" v="6761" actId="1076"/>
          <ac:cxnSpMkLst>
            <pc:docMk/>
            <pc:sldMk cId="460662328" sldId="412"/>
            <ac:cxnSpMk id="5" creationId="{6268E4DC-6E2F-EB97-CE4E-F668A7BFD679}"/>
          </ac:cxnSpMkLst>
        </pc:cxnChg>
        <pc:cxnChg chg="mod">
          <ac:chgData name="Singh, Paolo (CDR)" userId="8e74c7fb-7789-4b96-b003-a5a4a4a70b15" providerId="ADAL" clId="{07EA12FF-6538-58A0-B870-149C394003F4}" dt="2026-04-14T12:45:20.210" v="6761" actId="1076"/>
          <ac:cxnSpMkLst>
            <pc:docMk/>
            <pc:sldMk cId="460662328" sldId="412"/>
            <ac:cxnSpMk id="6" creationId="{D729DE1A-DAA7-BF20-4E36-874FCF14C0CB}"/>
          </ac:cxnSpMkLst>
        </pc:cxnChg>
        <pc:cxnChg chg="add del mod">
          <ac:chgData name="Singh, Paolo (CDR)" userId="8e74c7fb-7789-4b96-b003-a5a4a4a70b15" providerId="ADAL" clId="{07EA12FF-6538-58A0-B870-149C394003F4}" dt="2026-04-14T12:45:34.646" v="6767" actId="478"/>
          <ac:cxnSpMkLst>
            <pc:docMk/>
            <pc:sldMk cId="460662328" sldId="412"/>
            <ac:cxnSpMk id="7" creationId="{DFCFF483-4453-64DF-B7D9-62D0080F8522}"/>
          </ac:cxnSpMkLst>
        </pc:cxnChg>
        <pc:cxnChg chg="add del mod">
          <ac:chgData name="Singh, Paolo (CDR)" userId="8e74c7fb-7789-4b96-b003-a5a4a4a70b15" providerId="ADAL" clId="{07EA12FF-6538-58A0-B870-149C394003F4}" dt="2026-04-14T12:45:32.703" v="6766" actId="14100"/>
          <ac:cxnSpMkLst>
            <pc:docMk/>
            <pc:sldMk cId="460662328" sldId="412"/>
            <ac:cxnSpMk id="8" creationId="{CD161B8A-1C0E-3758-86B0-84D3BFCCEF52}"/>
          </ac:cxnSpMkLst>
        </pc:cxnChg>
      </pc:sldChg>
      <pc:sldChg chg="addSp delSp modSp new mod">
        <pc:chgData name="Singh, Paolo (CDR)" userId="8e74c7fb-7789-4b96-b003-a5a4a4a70b15" providerId="ADAL" clId="{07EA12FF-6538-58A0-B870-149C394003F4}" dt="2026-04-14T13:03:06.541" v="7426" actId="20577"/>
        <pc:sldMkLst>
          <pc:docMk/>
          <pc:sldMk cId="442480812" sldId="413"/>
        </pc:sldMkLst>
        <pc:spChg chg="mod">
          <ac:chgData name="Singh, Paolo (CDR)" userId="8e74c7fb-7789-4b96-b003-a5a4a4a70b15" providerId="ADAL" clId="{07EA12FF-6538-58A0-B870-149C394003F4}" dt="2026-04-14T12:59:42.019" v="7266" actId="20577"/>
          <ac:spMkLst>
            <pc:docMk/>
            <pc:sldMk cId="442480812" sldId="413"/>
            <ac:spMk id="2" creationId="{290E4432-EA8C-0323-4325-3C3810344A90}"/>
          </ac:spMkLst>
        </pc:spChg>
        <pc:spChg chg="mod">
          <ac:chgData name="Singh, Paolo (CDR)" userId="8e74c7fb-7789-4b96-b003-a5a4a4a70b15" providerId="ADAL" clId="{07EA12FF-6538-58A0-B870-149C394003F4}" dt="2026-04-14T13:03:06.541" v="7426" actId="20577"/>
          <ac:spMkLst>
            <pc:docMk/>
            <pc:sldMk cId="442480812" sldId="413"/>
            <ac:spMk id="3" creationId="{FC2509C9-165E-B6B2-1275-E24AD148CE14}"/>
          </ac:spMkLst>
        </pc:spChg>
        <pc:spChg chg="add del">
          <ac:chgData name="Singh, Paolo (CDR)" userId="8e74c7fb-7789-4b96-b003-a5a4a4a70b15" providerId="ADAL" clId="{07EA12FF-6538-58A0-B870-149C394003F4}" dt="2026-04-14T13:02:48.489" v="7422" actId="22"/>
          <ac:spMkLst>
            <pc:docMk/>
            <pc:sldMk cId="442480812" sldId="413"/>
            <ac:spMk id="6" creationId="{2CBC9B81-2573-BDBF-B682-00ACEDA63C4F}"/>
          </ac:spMkLst>
        </pc:spChg>
      </pc:sldChg>
      <pc:sldChg chg="delSp modSp new mod">
        <pc:chgData name="Singh, Paolo (CDR)" userId="8e74c7fb-7789-4b96-b003-a5a4a4a70b15" providerId="ADAL" clId="{07EA12FF-6538-58A0-B870-149C394003F4}" dt="2026-04-14T14:39:32.192" v="8775" actId="478"/>
        <pc:sldMkLst>
          <pc:docMk/>
          <pc:sldMk cId="2936228974" sldId="414"/>
        </pc:sldMkLst>
        <pc:spChg chg="mod">
          <ac:chgData name="Singh, Paolo (CDR)" userId="8e74c7fb-7789-4b96-b003-a5a4a4a70b15" providerId="ADAL" clId="{07EA12FF-6538-58A0-B870-149C394003F4}" dt="2026-04-14T14:39:28.626" v="8774" actId="20577"/>
          <ac:spMkLst>
            <pc:docMk/>
            <pc:sldMk cId="2936228974" sldId="414"/>
            <ac:spMk id="2" creationId="{43BCB53A-D5B7-0B1C-0422-C9E8891D950B}"/>
          </ac:spMkLst>
        </pc:spChg>
        <pc:spChg chg="del">
          <ac:chgData name="Singh, Paolo (CDR)" userId="8e74c7fb-7789-4b96-b003-a5a4a4a70b15" providerId="ADAL" clId="{07EA12FF-6538-58A0-B870-149C394003F4}" dt="2026-04-14T14:39:32.192" v="8775" actId="478"/>
          <ac:spMkLst>
            <pc:docMk/>
            <pc:sldMk cId="2936228974" sldId="414"/>
            <ac:spMk id="3" creationId="{BEFD06C0-AE7B-80E2-74F5-5705FD5890E8}"/>
          </ac:spMkLst>
        </pc:spChg>
      </pc:sldChg>
      <pc:sldChg chg="add del">
        <pc:chgData name="Singh, Paolo (CDR)" userId="8e74c7fb-7789-4b96-b003-a5a4a4a70b15" providerId="ADAL" clId="{07EA12FF-6538-58A0-B870-149C394003F4}" dt="2026-04-14T13:01:59.567" v="7337" actId="2696"/>
        <pc:sldMkLst>
          <pc:docMk/>
          <pc:sldMk cId="1897977192" sldId="415"/>
        </pc:sldMkLst>
      </pc:sldChg>
      <pc:sldChg chg="add ord">
        <pc:chgData name="Singh, Paolo (CDR)" userId="8e74c7fb-7789-4b96-b003-a5a4a4a70b15" providerId="ADAL" clId="{07EA12FF-6538-58A0-B870-149C394003F4}" dt="2026-04-14T13:00:29.539" v="7312" actId="20578"/>
        <pc:sldMkLst>
          <pc:docMk/>
          <pc:sldMk cId="1189394772" sldId="416"/>
        </pc:sldMkLst>
      </pc:sldChg>
      <pc:sldChg chg="add del">
        <pc:chgData name="Singh, Paolo (CDR)" userId="8e74c7fb-7789-4b96-b003-a5a4a4a70b15" providerId="ADAL" clId="{07EA12FF-6538-58A0-B870-149C394003F4}" dt="2026-04-14T13:02:50.918" v="7423" actId="2696"/>
        <pc:sldMkLst>
          <pc:docMk/>
          <pc:sldMk cId="4222431139" sldId="417"/>
        </pc:sldMkLst>
      </pc:sldChg>
      <pc:sldChg chg="addSp delSp modSp add mod">
        <pc:chgData name="Singh, Paolo (CDR)" userId="8e74c7fb-7789-4b96-b003-a5a4a4a70b15" providerId="ADAL" clId="{07EA12FF-6538-58A0-B870-149C394003F4}" dt="2026-04-14T13:04:28.016" v="7455" actId="478"/>
        <pc:sldMkLst>
          <pc:docMk/>
          <pc:sldMk cId="622897381" sldId="418"/>
        </pc:sldMkLst>
        <pc:spChg chg="mod">
          <ac:chgData name="Singh, Paolo (CDR)" userId="8e74c7fb-7789-4b96-b003-a5a4a4a70b15" providerId="ADAL" clId="{07EA12FF-6538-58A0-B870-149C394003F4}" dt="2026-04-14T13:04:11.086" v="7451"/>
          <ac:spMkLst>
            <pc:docMk/>
            <pc:sldMk cId="622897381" sldId="418"/>
            <ac:spMk id="3" creationId="{632C3D6C-B45F-8BDC-2413-B7768943D481}"/>
          </ac:spMkLst>
        </pc:spChg>
        <pc:spChg chg="add del">
          <ac:chgData name="Singh, Paolo (CDR)" userId="8e74c7fb-7789-4b96-b003-a5a4a4a70b15" providerId="ADAL" clId="{07EA12FF-6538-58A0-B870-149C394003F4}" dt="2026-04-14T13:04:28.016" v="7455" actId="478"/>
          <ac:spMkLst>
            <pc:docMk/>
            <pc:sldMk cId="622897381" sldId="418"/>
            <ac:spMk id="6" creationId="{831D7CF7-0B23-8E22-B91A-B0232D74E926}"/>
          </ac:spMkLst>
        </pc:spChg>
      </pc:sldChg>
      <pc:sldChg chg="delSp modSp add mod">
        <pc:chgData name="Singh, Paolo (CDR)" userId="8e74c7fb-7789-4b96-b003-a5a4a4a70b15" providerId="ADAL" clId="{07EA12FF-6538-58A0-B870-149C394003F4}" dt="2026-04-14T13:06:19.985" v="7532" actId="20577"/>
        <pc:sldMkLst>
          <pc:docMk/>
          <pc:sldMk cId="1991751458" sldId="419"/>
        </pc:sldMkLst>
        <pc:spChg chg="mod">
          <ac:chgData name="Singh, Paolo (CDR)" userId="8e74c7fb-7789-4b96-b003-a5a4a4a70b15" providerId="ADAL" clId="{07EA12FF-6538-58A0-B870-149C394003F4}" dt="2026-04-14T13:06:19.985" v="7532" actId="20577"/>
          <ac:spMkLst>
            <pc:docMk/>
            <pc:sldMk cId="1991751458" sldId="419"/>
            <ac:spMk id="3" creationId="{4EB9DE74-234F-E696-BA40-C5F21777B1D5}"/>
          </ac:spMkLst>
        </pc:spChg>
        <pc:spChg chg="del">
          <ac:chgData name="Singh, Paolo (CDR)" userId="8e74c7fb-7789-4b96-b003-a5a4a4a70b15" providerId="ADAL" clId="{07EA12FF-6538-58A0-B870-149C394003F4}" dt="2026-04-14T13:04:24.132" v="7454" actId="478"/>
          <ac:spMkLst>
            <pc:docMk/>
            <pc:sldMk cId="1991751458" sldId="419"/>
            <ac:spMk id="6" creationId="{35CE28DD-DA8D-E4DA-2740-F0203A99435A}"/>
          </ac:spMkLst>
        </pc:spChg>
      </pc:sldChg>
      <pc:sldChg chg="modSp add mod">
        <pc:chgData name="Singh, Paolo (CDR)" userId="8e74c7fb-7789-4b96-b003-a5a4a4a70b15" providerId="ADAL" clId="{07EA12FF-6538-58A0-B870-149C394003F4}" dt="2026-04-14T13:07:41.399" v="7632" actId="20577"/>
        <pc:sldMkLst>
          <pc:docMk/>
          <pc:sldMk cId="1949267387" sldId="420"/>
        </pc:sldMkLst>
        <pc:spChg chg="mod">
          <ac:chgData name="Singh, Paolo (CDR)" userId="8e74c7fb-7789-4b96-b003-a5a4a4a70b15" providerId="ADAL" clId="{07EA12FF-6538-58A0-B870-149C394003F4}" dt="2026-04-14T13:07:41.399" v="7632" actId="20577"/>
          <ac:spMkLst>
            <pc:docMk/>
            <pc:sldMk cId="1949267387" sldId="420"/>
            <ac:spMk id="3" creationId="{0F577F37-7F6C-4D3E-8AA5-12A2BC4ECA19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3:10:21.440" v="7644" actId="1076"/>
        <pc:sldMkLst>
          <pc:docMk/>
          <pc:sldMk cId="3827736752" sldId="421"/>
        </pc:sldMkLst>
        <pc:spChg chg="mod">
          <ac:chgData name="Singh, Paolo (CDR)" userId="8e74c7fb-7789-4b96-b003-a5a4a4a70b15" providerId="ADAL" clId="{07EA12FF-6538-58A0-B870-149C394003F4}" dt="2026-04-14T13:08:28.039" v="7639" actId="20577"/>
          <ac:spMkLst>
            <pc:docMk/>
            <pc:sldMk cId="3827736752" sldId="421"/>
            <ac:spMk id="3" creationId="{2D00B670-5F02-1D01-D488-BB36DD5FC17B}"/>
          </ac:spMkLst>
        </pc:spChg>
        <pc:spChg chg="add mod">
          <ac:chgData name="Singh, Paolo (CDR)" userId="8e74c7fb-7789-4b96-b003-a5a4a4a70b15" providerId="ADAL" clId="{07EA12FF-6538-58A0-B870-149C394003F4}" dt="2026-04-14T13:10:17.574" v="7643" actId="1076"/>
          <ac:spMkLst>
            <pc:docMk/>
            <pc:sldMk cId="3827736752" sldId="421"/>
            <ac:spMk id="7" creationId="{681BDB3C-77E1-43BC-F95F-2BA205AE62C9}"/>
          </ac:spMkLst>
        </pc:spChg>
        <pc:spChg chg="add mod">
          <ac:chgData name="Singh, Paolo (CDR)" userId="8e74c7fb-7789-4b96-b003-a5a4a4a70b15" providerId="ADAL" clId="{07EA12FF-6538-58A0-B870-149C394003F4}" dt="2026-04-14T13:10:21.440" v="7644" actId="1076"/>
          <ac:spMkLst>
            <pc:docMk/>
            <pc:sldMk cId="3827736752" sldId="421"/>
            <ac:spMk id="8" creationId="{0E9C5CAD-7653-DDA6-1F5A-5A3FB5D787E3}"/>
          </ac:spMkLst>
        </pc:spChg>
        <pc:cxnChg chg="add mod">
          <ac:chgData name="Singh, Paolo (CDR)" userId="8e74c7fb-7789-4b96-b003-a5a4a4a70b15" providerId="ADAL" clId="{07EA12FF-6538-58A0-B870-149C394003F4}" dt="2026-04-14T13:09:52.501" v="7640" actId="1076"/>
          <ac:cxnSpMkLst>
            <pc:docMk/>
            <pc:sldMk cId="3827736752" sldId="421"/>
            <ac:cxnSpMk id="5" creationId="{1D58CFB2-EC89-7967-2632-ADB7857EE9F3}"/>
          </ac:cxnSpMkLst>
        </pc:cxnChg>
        <pc:cxnChg chg="add mod">
          <ac:chgData name="Singh, Paolo (CDR)" userId="8e74c7fb-7789-4b96-b003-a5a4a4a70b15" providerId="ADAL" clId="{07EA12FF-6538-58A0-B870-149C394003F4}" dt="2026-04-14T13:10:03.457" v="7642" actId="1076"/>
          <ac:cxnSpMkLst>
            <pc:docMk/>
            <pc:sldMk cId="3827736752" sldId="421"/>
            <ac:cxnSpMk id="6" creationId="{2959985A-A8AF-0D44-322D-708E73A2E2AC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3:28:46.459" v="8683" actId="20577"/>
        <pc:sldMkLst>
          <pc:docMk/>
          <pc:sldMk cId="2985192551" sldId="422"/>
        </pc:sldMkLst>
        <pc:spChg chg="mod">
          <ac:chgData name="Singh, Paolo (CDR)" userId="8e74c7fb-7789-4b96-b003-a5a4a4a70b15" providerId="ADAL" clId="{07EA12FF-6538-58A0-B870-149C394003F4}" dt="2026-04-14T13:23:48.795" v="8147" actId="20577"/>
          <ac:spMkLst>
            <pc:docMk/>
            <pc:sldMk cId="2985192551" sldId="422"/>
            <ac:spMk id="2" creationId="{A902FC2E-A484-9647-27F1-CFE6CF79EE2E}"/>
          </ac:spMkLst>
        </pc:spChg>
        <pc:spChg chg="mod">
          <ac:chgData name="Singh, Paolo (CDR)" userId="8e74c7fb-7789-4b96-b003-a5a4a4a70b15" providerId="ADAL" clId="{07EA12FF-6538-58A0-B870-149C394003F4}" dt="2026-04-14T13:28:46.459" v="8683" actId="20577"/>
          <ac:spMkLst>
            <pc:docMk/>
            <pc:sldMk cId="2985192551" sldId="422"/>
            <ac:spMk id="3" creationId="{85E3BB91-E150-D4DC-18F6-7728452EC7CB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4:35:32.854" v="8731" actId="20577"/>
        <pc:sldMkLst>
          <pc:docMk/>
          <pc:sldMk cId="189502844" sldId="423"/>
        </pc:sldMkLst>
        <pc:spChg chg="mod">
          <ac:chgData name="Singh, Paolo (CDR)" userId="8e74c7fb-7789-4b96-b003-a5a4a4a70b15" providerId="ADAL" clId="{07EA12FF-6538-58A0-B870-149C394003F4}" dt="2026-04-14T14:35:32.854" v="8731" actId="20577"/>
          <ac:spMkLst>
            <pc:docMk/>
            <pc:sldMk cId="189502844" sldId="423"/>
            <ac:spMk id="3" creationId="{2D341C12-1110-D41A-D1F5-86CF7B909AA7}"/>
          </ac:spMkLst>
        </pc:spChg>
        <pc:cxnChg chg="add mod">
          <ac:chgData name="Singh, Paolo (CDR)" userId="8e74c7fb-7789-4b96-b003-a5a4a4a70b15" providerId="ADAL" clId="{07EA12FF-6538-58A0-B870-149C394003F4}" dt="2026-04-14T13:13:34.108" v="7655" actId="1582"/>
          <ac:cxnSpMkLst>
            <pc:docMk/>
            <pc:sldMk cId="189502844" sldId="423"/>
            <ac:cxnSpMk id="10" creationId="{991A13B7-00E3-5D93-41C5-31515F6168C2}"/>
          </ac:cxnSpMkLst>
        </pc:cxnChg>
        <pc:cxnChg chg="add mod">
          <ac:chgData name="Singh, Paolo (CDR)" userId="8e74c7fb-7789-4b96-b003-a5a4a4a70b15" providerId="ADAL" clId="{07EA12FF-6538-58A0-B870-149C394003F4}" dt="2026-04-14T13:14:34.090" v="7661" actId="14100"/>
          <ac:cxnSpMkLst>
            <pc:docMk/>
            <pc:sldMk cId="189502844" sldId="423"/>
            <ac:cxnSpMk id="11" creationId="{BC684A22-93CA-1DD0-C9CC-FEC01D6DB770}"/>
          </ac:cxnSpMkLst>
        </pc:cxnChg>
        <pc:cxnChg chg="add mod">
          <ac:chgData name="Singh, Paolo (CDR)" userId="8e74c7fb-7789-4b96-b003-a5a4a4a70b15" providerId="ADAL" clId="{07EA12FF-6538-58A0-B870-149C394003F4}" dt="2026-04-14T13:14:50.138" v="7662" actId="208"/>
          <ac:cxnSpMkLst>
            <pc:docMk/>
            <pc:sldMk cId="189502844" sldId="423"/>
            <ac:cxnSpMk id="14" creationId="{72E66A84-84F9-14AF-3B83-F8C5C9E624BC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4:37:32.389" v="8764" actId="14100"/>
        <pc:sldMkLst>
          <pc:docMk/>
          <pc:sldMk cId="2901644903" sldId="424"/>
        </pc:sldMkLst>
        <pc:spChg chg="mod">
          <ac:chgData name="Singh, Paolo (CDR)" userId="8e74c7fb-7789-4b96-b003-a5a4a4a70b15" providerId="ADAL" clId="{07EA12FF-6538-58A0-B870-149C394003F4}" dt="2026-04-14T14:37:02.468" v="8760" actId="113"/>
          <ac:spMkLst>
            <pc:docMk/>
            <pc:sldMk cId="2901644903" sldId="424"/>
            <ac:spMk id="3" creationId="{041B31B4-D4F4-2F6B-E03E-349BD85F4058}"/>
          </ac:spMkLst>
        </pc:spChg>
        <pc:spChg chg="del">
          <ac:chgData name="Singh, Paolo (CDR)" userId="8e74c7fb-7789-4b96-b003-a5a4a4a70b15" providerId="ADAL" clId="{07EA12FF-6538-58A0-B870-149C394003F4}" dt="2026-04-14T14:30:30.715" v="8685" actId="478"/>
          <ac:spMkLst>
            <pc:docMk/>
            <pc:sldMk cId="2901644903" sldId="424"/>
            <ac:spMk id="4" creationId="{5109C2CE-75BF-7731-4BB7-D7196F967682}"/>
          </ac:spMkLst>
        </pc:spChg>
        <pc:spChg chg="del">
          <ac:chgData name="Singh, Paolo (CDR)" userId="8e74c7fb-7789-4b96-b003-a5a4a4a70b15" providerId="ADAL" clId="{07EA12FF-6538-58A0-B870-149C394003F4}" dt="2026-04-14T14:30:34.010" v="8686" actId="478"/>
          <ac:spMkLst>
            <pc:docMk/>
            <pc:sldMk cId="2901644903" sldId="424"/>
            <ac:spMk id="7" creationId="{CF061E2A-CF96-43D9-313E-E56A2A088FD3}"/>
          </ac:spMkLst>
        </pc:spChg>
        <pc:spChg chg="del">
          <ac:chgData name="Singh, Paolo (CDR)" userId="8e74c7fb-7789-4b96-b003-a5a4a4a70b15" providerId="ADAL" clId="{07EA12FF-6538-58A0-B870-149C394003F4}" dt="2026-04-14T14:30:35.033" v="8687" actId="478"/>
          <ac:spMkLst>
            <pc:docMk/>
            <pc:sldMk cId="2901644903" sldId="424"/>
            <ac:spMk id="8" creationId="{40F1AEAE-68E1-C1BA-7A3B-65B99714C3FB}"/>
          </ac:spMkLst>
        </pc:spChg>
        <pc:spChg chg="add mod">
          <ac:chgData name="Singh, Paolo (CDR)" userId="8e74c7fb-7789-4b96-b003-a5a4a4a70b15" providerId="ADAL" clId="{07EA12FF-6538-58A0-B870-149C394003F4}" dt="2026-04-14T14:32:10.008" v="8699" actId="1076"/>
          <ac:spMkLst>
            <pc:docMk/>
            <pc:sldMk cId="2901644903" sldId="424"/>
            <ac:spMk id="20" creationId="{B94F37CD-66F2-4B33-6BB7-AD6AF4412C3A}"/>
          </ac:spMkLst>
        </pc:spChg>
        <pc:spChg chg="add mod">
          <ac:chgData name="Singh, Paolo (CDR)" userId="8e74c7fb-7789-4b96-b003-a5a4a4a70b15" providerId="ADAL" clId="{07EA12FF-6538-58A0-B870-149C394003F4}" dt="2026-04-14T14:32:07.271" v="8698" actId="1076"/>
          <ac:spMkLst>
            <pc:docMk/>
            <pc:sldMk cId="2901644903" sldId="424"/>
            <ac:spMk id="21" creationId="{A597C063-76DC-B99B-02BA-62DD2C4E7BFB}"/>
          </ac:spMkLst>
        </pc:spChg>
        <pc:spChg chg="add mod">
          <ac:chgData name="Singh, Paolo (CDR)" userId="8e74c7fb-7789-4b96-b003-a5a4a4a70b15" providerId="ADAL" clId="{07EA12FF-6538-58A0-B870-149C394003F4}" dt="2026-04-14T14:31:59.794" v="8696" actId="1076"/>
          <ac:spMkLst>
            <pc:docMk/>
            <pc:sldMk cId="2901644903" sldId="424"/>
            <ac:spMk id="22" creationId="{1D6F9696-F648-A1DB-F670-C7DFA1BB60C5}"/>
          </ac:spMkLst>
        </pc:spChg>
        <pc:spChg chg="add mod">
          <ac:chgData name="Singh, Paolo (CDR)" userId="8e74c7fb-7789-4b96-b003-a5a4a4a70b15" providerId="ADAL" clId="{07EA12FF-6538-58A0-B870-149C394003F4}" dt="2026-04-14T14:33:58.451" v="8715" actId="688"/>
          <ac:spMkLst>
            <pc:docMk/>
            <pc:sldMk cId="2901644903" sldId="424"/>
            <ac:spMk id="23" creationId="{F23B1888-7089-B51F-BDE9-64DBE6E95855}"/>
          </ac:spMkLst>
        </pc:spChg>
        <pc:cxnChg chg="del">
          <ac:chgData name="Singh, Paolo (CDR)" userId="8e74c7fb-7789-4b96-b003-a5a4a4a70b15" providerId="ADAL" clId="{07EA12FF-6538-58A0-B870-149C394003F4}" dt="2026-04-14T14:30:30.715" v="8685" actId="478"/>
          <ac:cxnSpMkLst>
            <pc:docMk/>
            <pc:sldMk cId="2901644903" sldId="424"/>
            <ac:cxnSpMk id="5" creationId="{DD72EE9F-BE39-9AEC-4E03-15A38FF649D7}"/>
          </ac:cxnSpMkLst>
        </pc:cxnChg>
        <pc:cxnChg chg="del">
          <ac:chgData name="Singh, Paolo (CDR)" userId="8e74c7fb-7789-4b96-b003-a5a4a4a70b15" providerId="ADAL" clId="{07EA12FF-6538-58A0-B870-149C394003F4}" dt="2026-04-14T14:30:30.715" v="8685" actId="478"/>
          <ac:cxnSpMkLst>
            <pc:docMk/>
            <pc:sldMk cId="2901644903" sldId="424"/>
            <ac:cxnSpMk id="6" creationId="{7073AF38-F5CA-2E4E-FE83-61E77D63A803}"/>
          </ac:cxnSpMkLst>
        </pc:cxnChg>
        <pc:cxnChg chg="add mod">
          <ac:chgData name="Singh, Paolo (CDR)" userId="8e74c7fb-7789-4b96-b003-a5a4a4a70b15" providerId="ADAL" clId="{07EA12FF-6538-58A0-B870-149C394003F4}" dt="2026-04-14T14:34:24.802" v="8718" actId="14100"/>
          <ac:cxnSpMkLst>
            <pc:docMk/>
            <pc:sldMk cId="2901644903" sldId="424"/>
            <ac:cxnSpMk id="9" creationId="{AB558F64-781F-8633-ADE4-51EE2F279668}"/>
          </ac:cxnSpMkLst>
        </pc:cxnChg>
        <pc:cxnChg chg="del">
          <ac:chgData name="Singh, Paolo (CDR)" userId="8e74c7fb-7789-4b96-b003-a5a4a4a70b15" providerId="ADAL" clId="{07EA12FF-6538-58A0-B870-149C394003F4}" dt="2026-04-14T14:30:30.715" v="8685" actId="478"/>
          <ac:cxnSpMkLst>
            <pc:docMk/>
            <pc:sldMk cId="2901644903" sldId="424"/>
            <ac:cxnSpMk id="10" creationId="{8D4E2F46-0107-3647-AC03-3E990E506A16}"/>
          </ac:cxnSpMkLst>
        </pc:cxnChg>
        <pc:cxnChg chg="del">
          <ac:chgData name="Singh, Paolo (CDR)" userId="8e74c7fb-7789-4b96-b003-a5a4a4a70b15" providerId="ADAL" clId="{07EA12FF-6538-58A0-B870-149C394003F4}" dt="2026-04-14T14:30:30.715" v="8685" actId="478"/>
          <ac:cxnSpMkLst>
            <pc:docMk/>
            <pc:sldMk cId="2901644903" sldId="424"/>
            <ac:cxnSpMk id="11" creationId="{22A80128-6185-D179-5436-B9C6C339BCA8}"/>
          </ac:cxnSpMkLst>
        </pc:cxnChg>
        <pc:cxnChg chg="add mod">
          <ac:chgData name="Singh, Paolo (CDR)" userId="8e74c7fb-7789-4b96-b003-a5a4a4a70b15" providerId="ADAL" clId="{07EA12FF-6538-58A0-B870-149C394003F4}" dt="2026-04-14T14:34:14.247" v="8716" actId="14100"/>
          <ac:cxnSpMkLst>
            <pc:docMk/>
            <pc:sldMk cId="2901644903" sldId="424"/>
            <ac:cxnSpMk id="12" creationId="{992B335F-B1B4-DC18-0CD9-86E74EB97011}"/>
          </ac:cxnSpMkLst>
        </pc:cxnChg>
        <pc:cxnChg chg="add mod">
          <ac:chgData name="Singh, Paolo (CDR)" userId="8e74c7fb-7789-4b96-b003-a5a4a4a70b15" providerId="ADAL" clId="{07EA12FF-6538-58A0-B870-149C394003F4}" dt="2026-04-14T14:34:18.981" v="8717" actId="14100"/>
          <ac:cxnSpMkLst>
            <pc:docMk/>
            <pc:sldMk cId="2901644903" sldId="424"/>
            <ac:cxnSpMk id="13" creationId="{B70DE7EC-A47F-BFF2-AD08-6C207EF313B1}"/>
          </ac:cxnSpMkLst>
        </pc:cxnChg>
        <pc:cxnChg chg="del">
          <ac:chgData name="Singh, Paolo (CDR)" userId="8e74c7fb-7789-4b96-b003-a5a4a4a70b15" providerId="ADAL" clId="{07EA12FF-6538-58A0-B870-149C394003F4}" dt="2026-04-14T14:30:30.715" v="8685" actId="478"/>
          <ac:cxnSpMkLst>
            <pc:docMk/>
            <pc:sldMk cId="2901644903" sldId="424"/>
            <ac:cxnSpMk id="14" creationId="{F90C5E79-6C86-2809-D135-8DEDEC5BCEA3}"/>
          </ac:cxnSpMkLst>
        </pc:cxnChg>
        <pc:cxnChg chg="add mod">
          <ac:chgData name="Singh, Paolo (CDR)" userId="8e74c7fb-7789-4b96-b003-a5a4a4a70b15" providerId="ADAL" clId="{07EA12FF-6538-58A0-B870-149C394003F4}" dt="2026-04-14T14:31:11.255" v="8693" actId="14100"/>
          <ac:cxnSpMkLst>
            <pc:docMk/>
            <pc:sldMk cId="2901644903" sldId="424"/>
            <ac:cxnSpMk id="17" creationId="{CFC72CEB-773F-70B0-7D3C-5D26278543EC}"/>
          </ac:cxnSpMkLst>
        </pc:cxnChg>
        <pc:cxnChg chg="add mod">
          <ac:chgData name="Singh, Paolo (CDR)" userId="8e74c7fb-7789-4b96-b003-a5a4a4a70b15" providerId="ADAL" clId="{07EA12FF-6538-58A0-B870-149C394003F4}" dt="2026-04-14T14:37:32.389" v="8764" actId="14100"/>
          <ac:cxnSpMkLst>
            <pc:docMk/>
            <pc:sldMk cId="2901644903" sldId="424"/>
            <ac:cxnSpMk id="27" creationId="{F50A6510-AEE5-6DA8-FD01-018DC9363247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74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27554 2277 7820,'-13'-41'6,"6"5"186,3-13 0,11 9 0,8 3 1,10 9-1,4 7-192,1 9 0,-7-17 0,-5 2 0</inkml:trace>
  <inkml:trace contextRef="#ctx0" brushRef="#br1" timeOffset="1.05">6202 7445 7928,'-12'-11'1198,"0"2"0,-1 2 0,1 0 1495,0 0 1,1 3-836,3-4-1559,2 5 1,6-1-1,0 8 1,0 4-1,0 3 1,0 3 1759,0 2-1897,0 4 1,0 4 0,0 4 0,0 3-1,0 6 1,0 3 0,0 2 0,0 3-1,2 3-139,2 1 0,2-1 0,7-4 0,0-6-404,4-4 0,-3-11 0,3 1 0,0-7-101,-1-6 1,1-4 0,-5-7 0,0-1 446,0-3 0,-1-3 0,-1-7 0,-2-2 138,2-5 0,-3-6-20,1-2-48,-5 1 0,3-1 0,-3 0 0,1 2 0,-1-1 0,-2 1 0,-1 0 513,0 4 0,0-2-230,0 4 0,0 4 0,0 0 883,0 4-883,-5 0 0,3 8-551,-2 5 1,3 1 195,1 7 1,4-4 116,0 5 33,6-1 1,-7 0-1,5 0 1,1 2 0,2 1-1,2 2 1,0 2 660,4 2 0,-2 6-446,5 2 0,1 2 0,3 9 0,1 2-283,0 0 1,-2 6-250,-3 1 1,1 8-1,-9 5 1,-5 2-302,-4 2 0,-14-1 482,-6 1 0,-11-1 0,10-30 1,-1-2-1,-2 0 0,-2-2 551,-25 23 0,0-7-209,3-6 0,1-5 0,5-6 1,-2-9-320,1-8 0,3-7-98,4-2 1,2-6 0,5-5 0,3-6-4544,8-2 1,2-3 4640,9-7 0,20-10 0,8-8 0,3-5 0,0-1 0</inkml:trace>
  <inkml:trace contextRef="#ctx0" brushRef="#br1" timeOffset="2.04">6128 7236 7983,'0'-8'-1161,"-1"1"2076,-3 2-118,3-5 1,-6 7-1,3-4 1,-3 1-1,-1 0 3199,-1 1-3197,7 1-359,-9 4 0,11 0 1190,0 0-1371,0 0 0,15 0 0,-1 0 0,3 0 0,5 0 1,0 0-1,1 0 103,2 0 0,-3-5 1,6 1-1,-2 0-428,-1-1 1,0 3 192,-1-2-389,-5 3 0,3-3 0,-5 0 1,-1 1-1,1 2 0,-1 1-1034,-1 0 988,-7 0 1,-2 1 755,-6 3 21,0-3 0,-6 5-236,-2-6 0,1 0-314,-1 0 1,4 0-7,-4 0 0,4 0 55,-5 0 0,5 0 1,-4-1 69,-2-4 1,0 0 155,-3-3 0,1-3 0,0 3 0,-1-3 336,1-2 1,-4 2-384,-1 3 1,1-3 0,3 3-1,1-1-597,0 0 0,4 0-837,-1 5 0,5-5-4044,-4 5 5331,5 0 0,31 21 0,13 3 0</inkml:trace>
  <inkml:trace contextRef="#ctx0" brushRef="#br1" timeOffset="3.05">7310 7630 7861,'-1'-8'184,"-2"-1"1,-1 0 0,0-1 2413,-2 2 0,5 1-1047,-3 3-1093,2 3 0,4-5 0,2 6 1,4 0 110,3 0 0,1 0 0,2 0 0,2 0-696,5 0 0,2-4 0,2 0 0,1 1-773,2 2 0,-2 1 1,3 0-1,-3 0-5645,-1 0 6545,-6 0 0,-62 22 0,-20 5 0</inkml:trace>
  <inkml:trace contextRef="#ctx0" brushRef="#br1" timeOffset="4.05">7334 7827 7861,'0'12'-14,"0"-5"0,6-2 1469,2-5 1,3-5-1,1-3 1,2-3-907,2-2 0,4 1 1,6 0-550,2 0 0,26-12 0,10-2 0</inkml:trace>
  <inkml:trace contextRef="#ctx0" brushRef="#br1" timeOffset="5.05">8627 7273 7848,'12'0'103,"0"-4"1,1-2-1,-1 1 1,-1-2 2350,-3 0-1230,-3 5 0,-11-4-340,-7 6-731,-4 6 0,-8 0 0,-1 7 0,-1-1 0,-3 0 0,-1 1 1,0-1 80,0 0 0,3-4 0,0-1 0,0 0-54,-1 0 1,8-4-171,-4 1-25,9-3 0,-2-1 0,5 0 1,3-1 96,1-3 211,4 2 1,6-3-1,3 5 694,5 0 1,0 1-120,-1 3-642,-2-2 1,-5 4 0,2-1-1,1 3-59,-1 3 1,2 1 0,-1 0 0,-1 2-42,-2 2 0,1-2-91,2 2 0,-3 4 1,5 0-1,-2 5-118,0 3 1,0 4 2,-4 5 1,4 0 181,0 0-166,0 0 0,-4 0 0,0-1 0,0 1 0,0 0 29,0 0 1,0 0 0,0-1 0,0-2 30,0-1 0,0-6 8,0 2 0,-4 2 1,-1 1-1,-1 0-7,1 1 1,-3-4 84,3 4 1,0-4 88,1 3-146,3-4 0,-5 0 0,6-6 0,0-1 0,0 1-79,0 1 0,0-3 1,0 0-1,0-1-46,0 0 0,1-3 90,4 5 0,-4-5-37,3 5 21,-3-6 0,-1 8 0,0-1 0,0 4 0,0 3 178,0-2 0,0 0 1,0 1-1,-1 0-121,-3 0 1,3-4 16,-4-3 1,4 1-225,1-6 182,0 0 0,0-3 0,0-1 0,0 0-67,0 1 1,0-5-115,0 0 157,0-5 0,0 4 72,0-3-45,0-3 1,0 10 0,-1-3 0,-2 3 26,-1 2 0,-2-1 1,4 0-1,-2 0-6,1 1 0,1-5-6,2 0 0,0 0-18,0 5 18,0-7 1,0 5 287,0-2 734,0-4-305,0 1-357,0-1 7,0-4 1,0 6-435,0-3 36,0-2 1,2 3-60,2-5 0,-1 0 184,5 0-164,-5-5 64,8-2 0,-5-1 0,7 1 0,-1 1 26,0 4 1,1-1-1,-1 0 1,0-1-6,1 1 0,-1 2-47,0 1 0,2 0 0,1 0 0,1 0-44,-1 0 1,-1 0-474,-2 0-720,1 0-419,-1 0 0,-4 0 0,0 0 1664,2 0 0,-16-44 0,-2-10 0</inkml:trace>
  <inkml:trace contextRef="#ctx0" brushRef="#br1" timeOffset="6.05">8984 7519 7814,'-2'-7'1296,"-1"2"1431,-1-1-2387,-5 5 0,6-5 0,-4 8 0,2 2 1,2 4-1,2 4 693,1 5 1,0-2-622,0 5-179,0 1 0,1-1 0,3 0 1,4-1-1,3-2 0,2 1 153,-1-3 1,2-6 0,1-5 0,1-4 304,-1-4-551,-1-9 0,-2-6 0,0-6 0,1 1 0,-2-2 0,-3-1 0,-3-2 1008,1 1-987,-5 2 1,5 7 0,-6 3 0,1 4 0,2 5-476,1 7 1,1 9 230,-1 8-37,3 10 1,5-5 0,2 11 0,1 0 0,2-1 0,-2 1-1,-2 0-238,0-1 0,-7 3 469,-1-2 1,-7-3 743,-6-1-659,-6-3 1,-20-2 0,-4 1 0,-3-2-1,-3-4 331,0-6 1,5-7 0,-1-6 0,4 0-867,4 0 1,8 0-948,0 0 1,11-1-1857,1-3 1,15 7 623,5-3 1,8 4 2517,9 0 0,27-8 0,7 2 0</inkml:trace>
  <inkml:trace contextRef="#ctx0" brushRef="#br1" timeOffset="7.05">9500 7814 7814,'4'-8'4148,"1"0"-969,-3-2 1,0 6-2641,-2 4-532,0 6-211,0 6 0,0 0 0,0 1 0,0-1 1,0 0 203,0 1 0,-6 10 0,-1 3 0</inkml:trace>
  <inkml:trace contextRef="#ctx0" brushRef="#br1" timeOffset="8.05">8971 8725 7814,'0'-8'-712,"0"0"2664,0-2-838,0 5 1,0-2-1,-1 4-167,-3-1 0,1 1-622,-5 7-111,5 3 0,-2 10 0,5 0 0,0 3 0,0 0 1,0 1-1,0-2 0,0-2 0,0 0 374,0 1 0,1-6 1,3 0-1,4-6-390,3-5 1,-3-1 0,1-3-1,0-5-163,2-8 0,1-6 0,1-3 1,-2 1-186,-3-1 0,1 2 0,-4 2-199,-3 5 1,4 9 0,-2 8 329,-1 10 0,2 8 0,-1 10 1,0 5 118,2 6 1,1-2-77,5 3-65,0-2 0,-4-4 1,-1-1-1,-1-2 1,-4-2 316,0-3-56,-2-6 0,-11-3 0,-7-6 0,-7-1 1,-5-3 310,-1-4 0,4-3 0,-2-1 0,3 0-1253,1 0 0,6 0 21,3 0-3708,2 6 2995,7 1 0,7 5 0,10-1 1414,5-3 0,31-23 0,15-14 0,-17 9 0,1-1 0,0 1 0</inkml:trace>
  <inkml:trace contextRef="#ctx0" brushRef="#br1" timeOffset="9.05">9451 9020 7297,'-5'-6'-1547,"3"0"1547,-9 6 0,10 0 0,-4 0 0,5 0 145,0 0 1732,-6 0-1160,-1 0 377,0 0-269,2 0 0,1-1 434,0-3-934,0 2 737,4-3 1,0-1 758,0-2-1539,0 3 0,1-5 0,3 5 0,4-1 110,3 1-408,-4 1 0,4 0 0,-3-1 0,3 3-69,1 0-58,1 2 1,-1 0-1,-1 2 1,-3 2-102,-4 4 1,-2 3 0,-2 3 0,0 2 396,0 5 0,0-2 52,0 1 1,-4 1-1,-1 2 1,3-3 248,0-3 0,2-3-93,0-2 1,0 0 442,0 0-611,6-5 1,1-1 0,5-8 0,0-3-1,2-6-845,2-4 1,-1-7-1,6 2 1,-1-4 651,0 0 0,-1-10 0,1-6 0,0-3 0,0 0 0</inkml:trace>
  <inkml:trace contextRef="#ctx0" brushRef="#br1" timeOffset="10.05">10116 7285 7599,'-11'-1'94,"1"-2"0,2-1 1,0 0 1464,1-2 0,-3 4 0,5-5 1422,-2 1-1922,4 2-331,-2 4 0,6 0 579,3 0-1209,9 0 0,6 0 1,5 0-1,2 0 1,3 0-1,4 0 0,2-1-158,2-3 1,-1 3-1,-2-5 1,-2 2-1,-2-2 1,-4 1-37,-5 0 0,0-1 0,-7 3 554,-3-1-104,-7 0-209,1 4 1,-6 0-1,-2 1 1,-2 4-1,-1 3 287,1 3 0,1 1-174,4 0-184,0 1 0,-5-1 1,1 0-1,2 2 1,0 2 99,2 5 0,2-1 1,0 4-1,2 3 115,-1 3 0,-1 4-218,-2 7-54,0 3 1,0 15-1,0 2 1,0 2 0,0 0-58,0-1 1,4-1-152,0 1 0,0-6 0,-4-3 0,0-2-15,0-2 0,0-4 253,0 0 1,0-11 9,0-1 1,0-1 0,0-4 0,0 1 399,0 1 0,0-3-102,0 6 1,0-4 37,0 4-383,0 0 1,0 6-1,0 0 1,0-4 0,0-1 36,0-2 0,0-2 0,0-7 0,0-1-82,0-2 1,0-4-60,0 0 0,0-2 122,0-2-218,0 0 0,1 1 1,2-1-1,1 0 0,-1 0-219,-2 1 0,3 3 1,0 1-97,-1-2 1,0-6 43,1-1 7,-3-5 526,5 3 237,-6-6 351,0 0-176,0-6-313,0 5 0,0-6-57,0 3 0,0 1 81,0-5-598,0 5 379,-6-2-151,5 5 0,-6 0 0,3 0 0,-4 0 0,-4 0 109,-5 0 1,-2 5 0,-7 5 0,-3 3 593,-4 4 1,3 3-317,2-3 0,2-1 68,1-4-2252,6 1 1,1-2-3534,14-3 5505,8-8 0,27-20 0,12-11 0,0-2 0,0-1 0</inkml:trace>
  <inkml:trace contextRef="#ctx0" brushRef="#br1" timeOffset="11.05">13783 7187 7767,'0'-12'174,"0"-1"0,0 1 0,0 0 1090,0-1 1,0 5 0,-1 1 1221,-4 2-1657,4 1-605,-4 4 1,5 1 0,0 5-1,0 6 1,0 6 0,0 3-1,0 3 116,0 2 0,0 1 0,0-1 0,0 1 140,0 2-441,5-6 0,-2-1 0,5-5 0,2-2 0,1-3 0,2-4 0,2-4-21,2-2-73,5-8 0,-3-6 0,5-9 1,1-2-1,0-2 0,-1 2 1,-1 4-246,-2 7 263,-3 5 1,-2 7 0,1 1 0,-2 3 0,0 6 115,1 5 0,-1 3 0,4 2 0,0-3 356,0-4 1,2-2-72,4-2 0,-2-5 0,-1-10 1,-3-6 919,-1-7 0,1-10-188,-7-4 0,2-1-134,-10 1-729,0-2 0,-10 5 1,-2-2-1,-3 8 0,-1 6-773,0 4-3391,-1 2-786,1 5 2904,11 1 0,3 1 0,14-2 0,1-2 1813,2-4 0,13-13 0,6-12 0</inkml:trace>
  <inkml:trace contextRef="#ctx0" brushRef="#br1" timeOffset="12.05">13783 6793 7756,'0'-8'-386,"0"0"2505,0-2-669,0 5 1318,0-6-1173,0 9 0,-1-3-727,-4 5-715,4 0 1,5 4 0,10 0-167,4-1 1,4-2 0,6-1 0,6 0-115,6 0 1,4 0 0,5-1 0,-1-2-23,-3-1 0,-3-4 0,-6 2 0,-3 1-29,-4-1 124,-9 2 259,-2 4 158,-11 0-288,-2 0-378,-5 0 57,0 0 419,-5 0-117,3 0 18,-3 0-4,5-5 9,0 3-174,0-3 0,-2 5 98,-2 0 1,2 0 67,-7 0 0,7-1-62,-2-4 1,1 4 0,0-4-260,-1-1-34,-6-1 0,5-5-90,-3 0 300,-3-1 1,5 1-1,-3 0 1,2-1-1,0 1-488,0 0 0,3 0 0,-4-1-1907,-2 1-451,5 5 2920,-1 2 0,39 10 0,8 2 0</inkml:trace>
  <inkml:trace contextRef="#ctx0" brushRef="#br1" timeOffset="13.05">14927 7162 7738,'-8'0'740,"1"-1"0,1-2 593,-1-1 0,5 0 0,2 4 0,9 0-250,6 0 0,4-4-1771,5 0 354,6 0 0,6 4 0,5 0 0,-3-2 0,-2-1 0,-5-1 0,-1 2-2178,-2 0 0,-8 2 1439,-3 0 1073,-9 0 0,-34 7 0,-19 3 0,-3 0 0,0 0 0</inkml:trace>
  <inkml:trace contextRef="#ctx0" brushRef="#br1" timeOffset="14.05">14927 7310 7738,'-11'12'499,"7"0"604,-8 1-690,8-6 1,0 2 0,9-5 0,8-1 0,7-3 1499,8-4 1,0-3-1457,9-5-539,-3-1 0,9 3 0,-5 0 0,2 2 82,1-2 0,5-12 0,-2-4 0</inkml:trace>
  <inkml:trace contextRef="#ctx0" brushRef="#br1" timeOffset="15.05">16256 6928 7865,'9'-8'6390,"-1"0"-6212,-5 0 1,1 1-1,-8 1 1,-6 2-460,-5 0 123,-4 0 1,-7 4 0,-3 0 0,-5 2 0,-4 2 0,-3 4 0,1 3-338,2 1 0,6 0 1,4 1-1,3-2 305,4-3 0,4 1 0,6-3 1908,3 1-513,2-5-883,12 4 1,-4-6-1,6 0 1,2 0-1,1 1 1,1 2 283,1 1 1,-1 4-1,-1-2 1,-2-1-58,0 1 1,-3 3 34,3 0-482,-4 1 0,-1-1 1,2-1-1,-1 3 0,2 2 1,-2 4-1,2-1 96,0 2 1,-3-2-211,4 9 1,-5-3-106,1 7 122,-2-3 1,2 0 0,0 1 0,-1 3 0,-2 0 130,-1 0 0,0 0 1,0-2-1,1 2 22,3 1 1,-2-3-114,2 0 1,-3-2 0,1 0-1,0 2-156,2 0 0,2 1-12,-2-4 0,-3-1 117,4 1-56,-4-1 1,-1 1 0,0 0 0,0-1 0,0 2 18,0 3 1,0-2 0,0 5 0,0-1 14,0 1 0,0-4-80,0 5 0,0-4 0,0 4 0,0 0-17,0-2 0,0-1 110,0-5 1,0-1 225,0 1-122,0-6 1,0 3-1,0-4 1,0 1 0,0 3 334,0 1-397,0-4 1,0 3 0,0-4 0,0 1 0,0 1 9,0 0 1,0 1-1,0-3 1,0 0-36,0 0 0,0 2-33,0-3 1,0 3 29,0-3-49,0-1 0,0 0 0,0 2 1,0 0-1,0 0-12,0-3 1,0 0 0,0 0 0,0 3-142,0 1 0,0-3 169,0 5 0,0-5 0,0 5 0,0-1-54,0-1 0,0 3 194,0-5 0,0 0 214,0 0-282,0-4 0,0 9 0,0-4 0,-1 0 0,-2 0 38,-1-3-118,0 4 0,4-1 1,0 3-1,-2-1 1,-1-1-30,-1 0 1,0 1-1,4 4 1,0-2 75,0-2 0,0-1-1,0 2 1,0 1-78,0-6 79,0 0 1,0-3 0,0 0 0,0 2 0,0 2 108,0-2-119,0-1 0,0-1 0,0 2 1,0 3-1,-1 1-21,-3 3 1,2 1 0,-3 2 0,1 0 15,0-1 1,-4 5-23,3 0 1,0-1 15,1-3-14,3-1 1,-5-3 0,5-2 0,-2-1-1,-1-2-20,1 2 0,2-4 0,1 2 1,0-1-3,0 2 1,0-4-138,0 4 1,0 0 0,0 0 0,0-1 217,0 2 1,-4-4 27,0 2 0,-1-2 103,5-2-132,0 0 0,-4 5 0,0-1 0,2-1-83,0-1 0,2-2 0,-1 1-302,-3-1 0,2 0 186,-2 1 0,3 0 299,1 4-54,-6-4 1,5 5 0,-3-6 0,1-1 0,0-1 788,-1-2 388,0 0 1328,-1-1-1823,3-1-781,-3-12 0,6-1 60,3-5-42,-2 5 1,9-4 0,-3 3-1,3-2 1,3 1-260,2 1 231,-2-1 1,9-2 0,-1 2-1,4 1 1,4-2-109,1-1 1,-2 3 0,2 1 0,-1 0-308,-2 0 1,-4 5-58,-3-2-1945,2 2-2454,-9 2 4905,4 0 0,-39-38 0,-8-10 0</inkml:trace>
  <inkml:trace contextRef="#ctx0" brushRef="#br1" timeOffset="16.05">16466 7248 7736,'0'-8'539,"0"0"0,-2-2 1364,-2-1-702,3 5 1,-5-5-61,6 2 0,0 9-553,0 5-387,0 4 1,0 5 0,0 2 0,0 5 0,0 2 0,0 2 0,0-1 825,0 1-954,0-1 1,0 1 0,0 0 0,0-2-1,0-1 1,0-3 0,2-1 339,2-3-494,-3-7 1,10 1-1,-3-4 1,5-5-1,2-6 1,2-8-1,4-3-680,5-5 590,-1-1 0,5 3 0,-6 4 0,1 4 1,-2 3-1,-1 5 0,-3 4-292,-1 4 0,-2 3 974,-3 6-374,-7-1 1,5 4 0,-4 1 0,1-4-1,-1-2 415,-1-2 1,3-7 0,1 0 176,5-9 1,-5-7-345,2-10 1,-4-5 146,0 0-576,-2-5 0,-6 2 0,0-3 1,-2 2-1,-2 4-151,-4 3 0,-4 7 0,-3 4 0,-2 6-273,2 5 1,2 4-1807,0 4 1,5 7 232,0 5 946,5 0 1,-1 1 1094,8-1 0,25 17 0,10 0 0</inkml:trace>
  <inkml:trace contextRef="#ctx0" brushRef="#br1" timeOffset="17.05">17106 7421 7773,'0'-13'4520,"0"1"-3381,5 5 1255,-4-4-1950,5 15 1,-6-6-1,0 11 1,0 3 0,-1 4-1,-2 0 1,-1 0-190,1 1 1,0-1-1,1-4 1,-3 1-844,3-1 0,0 0 1,1-1-1562,-3-2 2149,2 1 0,-14-14 0,2 3 0</inkml:trace>
  <inkml:trace contextRef="#ctx0" brushRef="#br1" timeOffset="18.05">16466 8319 7836,'5'-12'389,"-3"3"1,2 1 0,-3-1 1416,-1-2-1176,0 4 1,0-4 0,1 4 479,3 0 1,-2 0-526,2 3 488,-3 3 1,-1-3-850,0 8 0,0-1 0,0 5 0,0 2-213,0 0 0,0 7 0,0 1 0,0 1-134,0 3 0,0 1 0,0 0 0,0-2-67,0-5 0,0 2 1,2-3-1,0-3 404,3-2 36,4-7-231,-2-3 1,7-9 0,1-6 0,2-3 0,1-1 0,1-1 0,-1 1 9,0 2 1,2 9-73,-3 4 1,3 3-1,-2 2 1,0 3-39,0 4 1,-1 7 16,0 2 1,-4-2 7,4-7 54,-9 3 1,3-10-1,-3 2 1,2-6 188,-2-5 0,-3-8 1,-5-6-1,0-4 498,0-3 1,-9-4-180,-3 5 1,-8-5 159,4 4-1750,-6 0 1,7 10 0,-3 3-1,3 3-5694,4 5 6778,7 3 0,37 16 0,15 2 0</inkml:trace>
  <inkml:trace contextRef="#ctx0" brushRef="#br1" timeOffset="19.05">16983 8381 7773,'-7'-2'3948,"3"-2"1,2 1-3492,2-5 0,6 1 0,2-2 0,4 1 0,3-3 0,3-3 273,1-3 0,2 1-412,3 4-483,1-1 1,-2 7 0,-2 2 0,-5 2 0,-4 4 0,-3 2 0,-5 5-903,-3 6 1,-8 4-1,-4 7 1,-5 2 652,-3 0 0,2 1 0,-2-3 0,1 1 725,3 2 0,3-4 0,4-6 1,4-1 95,2-3 0,2-6 0,3-2 0,4-1 186,5-4 1,10 0 0,1-4 0,6 0-286,3-2 0,-4-5-3143,5 5 2030,-6-5 0,-1 6 1,-6-4-1,-3 2 805,-2 2 0,-28-4 0,-9 0 0</inkml:trace>
  <inkml:trace contextRef="#ctx0" brushRef="#br1" timeOffset="20.05">16761 8996 8652,'-7'-8'5611,"3"-1"-3039,3 7-3009,1-4-512,0 6 0,0 2 0,1 0 0,2 4 949,1 1 0,-5 34 0,-6 12 0</inkml:trace>
  <inkml:trace contextRef="#ctx0" brushRef="#br1" timeOffset="21.05">16687 9279 7767,'7'0'7281,"0"0"-7897,-3 0-3009,-3 0 3625,10 0 0,2 16 0,6 5 0</inkml:trace>
  <inkml:trace contextRef="#ctx0" brushRef="#br1" timeOffset="22.05">16700 9488 16310,'-7'0'-662,"1"0"1,44-11-1,10-3 1</inkml:trace>
  <inkml:trace contextRef="#ctx0" brushRef="#br1" timeOffset="23.05">16503 9956 7726,'0'-8'758,"0"-1"1149,0 0 1,0-2-852,0-2 0,0 5-627,0 0 1355,0 5-1139,0-2 1,0 16 0,0 4-394,0 3 1,0 4 0,1-5 0,2 1-226,1 0 0,0-2 0,-4-3 0,1-1-193,3 0 1,-1-1 102,5-3 1,2-2-60,6-6 95,-2-6 1,9-1-1,-2-5 1,2 1 0,2 2-1,-1 2 1,1 1-195,-1 4 0,0 0 314,-4 2 1,2 6-1,-6 1 522,0-1-306,-3 5 501,-6-9-610,4-2 1,-10-9 0,3-7-1,-2-6 1,-4-5-112,-2-6 0,2 3 1,-7 1-1,0 5-642,-2 3 1,3 3-583,-1 6 1,5 5-3115,-4 3 3218,5 3 0,-2 6 0,5 3 1031,0 3 0,22 29 0,5 6 0</inkml:trace>
  <inkml:trace contextRef="#ctx0" brushRef="#br1" timeOffset="24.05">17019 10177 13985,'7'6'1065,"-3"2"1,-2 3 0,-2 1 906,0 0-1820,0 1 1,0 0 0,0 2 0,0 3 0,0 0-1,0 0 1,0-2 0,0 1 420,0-1 1,0 0-825,0-3-400,0-6 0,0-1-481,0-1 1149,0-10 1,0 4-1,0-11 1,0-2 0,0-1-1,1-1 1,2-1 0,2 1 860,2-1 0,-3-3-321,5 3-764,-7 1 1,9 0 0,-3-1 0,3 2-1,2 2 1,-1 0 0,0 0-1721,1-4 1923,-1 9 0,0-7 1,0 11-1,1 1 1,-1 2 103,0 1 0,1 5 0,-2 3 0,-2 5-860,-1 3 1,-1-2 421,1 2 1,-2-2-201,-6-2 1492,0 0-883,0 1 1,4-8-1,0-5 1,0-8 517,2-7 0,-4 0 952,7-6 0,-1 2-197,4-1-1140,0-3 1,1 9 0,-1-1 0,0 5 0,1 6-111,-1 3 1,2 2 0,-1 3-1,1 6-618,-3 5 1,-3 5 483,0 9 1,-1-3 242,-3 3-29,-2-3 1,3-3 0,-5-2-1,0-5 1,0-2-2660,0-2 2545,0-5 1,0-3 217,0-8 1,0-3-279,0-5 0,22-50 0,-8 25 0,-1 0 0</inkml:trace>
  <inkml:trace contextRef="#ctx0" brushRef="#br1" timeOffset="25.05">17696 6830 7768,'-4'-8'3829,"0"0"-3375,0 5 0,9-3 1,5 8-1,5 0 731,6 3-1012,2 4 0,1-8 0,1 4 1,0-3-1,1 1 0,1 1 1,2-1 375,-2-2 1,-1-1-375,-1 0 1,-2 0 0,-3 0-1,-3-1 1,-3-2 1226,-2-1-108,-5 0-152,-2-2-841,-10 5 1,2-4 106,-5 5 0,5 1-89,-1 3 1,1-1-1,-1 5-931,3 0 0,-5 5 0,6 0 0,0 2 1,0 3-351,0 1 1053,0 2 0,0 7 1,0 2-1,0 2 1,0 2 51,0 2 0,0 2 1,0 0-1,0 1 182,0-4 1,2-1-291,2 3 1,-2-4 0,5-2-1,0 1-44,0-1 1,-4-2 61,1 4 0,-2 0 6,3 4-7,-4 0 0,4-1 1,-5 1-1,0 0 1,0 0 146,0 0 1,0-1 0,0-3 0,0-5 10,0-2 1,0-1-77,0-1 1,0 1-113,0 0 14,0-6 1,0 4-1,0-1 1,0 5-1,0 5 22,0-1 0,0 5 0,0-5 0,0 2-66,0 0 1,0-2 49,0 2 1,0-3 0,0-5 0,0-1 37,0 1 1,0-2-121,0-2 1,0-2 31,0-3 0,0-1 0,0 4 0,2-1-1,2-3 1,-3 3 11,3-2 1,-2 8 1,-2 0 5,0-5 0,0 14 1,0-8-1,0 1 1,0 0 921,0-2-736,0 1 1,0-4 0,0-2 0,0 0-1,0-1-172,0-1 1,0 0 0,0-5-230,0 0 1,0 1 6,0-1 0,0 0-150,0 1 364,0-1 0,0 0 0,0 1 0,1-1 0,2 0 256,1 1 0,0 3 1,-4 0-1,0 1-171,0 1 1,0-3 6,0 5 1,0-5-364,0 2 128,0-4 1,0 4-1,0-1 1,0-1-1,0-1-577,0-2 635,0 6 1,0-5 0,1 4-1,2-2 1,1 0 78,-1 1 1,-2 1 0,-1-4 0,0 2 116,0 2 1,0-1 154,0-3 0,0 0 0,0 2 0,0 2 78,0-2 1,0-6-341,0 0 0,0-1-679,0 4 518,0 0 1,0 1-1,0-1 1,0 0-178,0 1 280,0-1 1,0 0 0,0 1 0,0-1-89,0 0 198,0 0 1,0-3 0,0-1 0,0 1-27,0 2-132,0 2 1,0-1 0,0 0 0,0 1-269,0-1 322,0 0 0,0-4 1,0 1-1,-1 0-70,-3 2-22,3 1 0,-5-3 0,6-1-156,0 1 278,0 2 0,0-2 0,0-1 0,0 1 312,0 2 59,0 2-114,0-1-369,0 0 0,0-4 1,0 1-310,0 0 322,0 2 1,0-3 0,0 0 0,0 2-31,0 1 90,0 1 1,0-3 0,0-1 0,0 1 262,0 2 0,0-3-123,0 1-80,0-7-193,0 9 140,0-9 1,0 5-122,0-3 93,0 2 0,0 3 0,0-1-172,0 1 289,0-3 334,0 5-413,0-10-45,0 5 0,0-5-239,0 3 287,0-2 215,0 3 306,0-5-175,0 0-736,-5 0 309,3 0 386,-3 0-63,5 0-255,0 0-823,-6 0-70,5 0-214,-10 0 887,10 0 0,-10 1 0,2 3 0,-1 5-423,-3 2 522,6-5 0,-2 1 0,3-4 1,-1 1-1,-1 0-800,1 2-2274,2-5 3229,0 5 0,14-39 0,-1-8 0</inkml:trace>
  <inkml:trace contextRef="#ctx0" brushRef="#br1" timeOffset="26.05">5378 13340 7901,'-8'-6'769,"-1"-2"0,1-3 0,0 0 1723,0 3 0,5 1-919,-1 3-660,3 3 0,2-5 1144,3 6-1717,-3 6 0,5-3 1,-6 5-1,0 1 0,0 4 1,0 3-1,0 5 1761,0 2-2080,0 7 1,0 7 0,0 8 0,1 3 0,2 0 0,2-2 0,2-2 0,3-3 0,1-4-443,1-3 0,5-12-711,-1-2 900,6-10 1,-9-5 0,5-6 0,-1-6 0,-1-8 0,-1-9 0,-1-8 124,-2-6 0,0 1 1,-1-5-1,-2 1 262,-5 0 1,-3 4 38,-1 4 1,0 4-1,0-1 1,0 4 1264,0 7-821,0 4-561,0 8 0,1 3 0,2 9 0,3 6-125,0 4 1,-1 9-35,3 0 1,1 2 74,8 7 0,-4-4 0,5 4 0,-1 2-13,-1 5 0,6-1 372,-2 7 1,2-1-925,-1 4 701,2 0 0,-5 6 0,2 2 0,-5 3 0,-5 2 160,-6-1 0,-5-2 284,-8 3-450,1-14 1,-16 9 0,-1-16 0,-6-1 0,-6-3 21,-4-5-145,-9-1 0,-6-12 0,-5-4 0,1-6 0,1-5-78,1-2-547,17-2 0,0-6 1,18-2-1,3-4 1,5-3-2664,5-2 1,5-5 3287,5 2 0,4-3 0,0-2 0,0 0 0</inkml:trace>
  <inkml:trace contextRef="#ctx0" brushRef="#br1" timeOffset="27.05">5329 13069 7885,'-13'0'702,"1"-1"0,0-2 2396,-1-1 1,2-1-706,3 0-1402,3 4 1,6-4-1,3 5 5,4 0 1,7 0 0,3-2-1,1-1-619,3-1 1,2-1 0,1 2 0,4-2-408,4-2 1,3 3 0,0-3-1,1 1-175,0 4 0,0-4 0,-1 1 0,-2-1-105,-1 1 1,-7 1 0,0 4-1,-6 0-164,-2 0 1,-6 0 347,-3 0 0,-8 0 465,-1 0-366,-6 0-103,0 0-46,-5 0 136,9 0 638,-9 0-391,10 0 0,-6 0 122,3 0-351,3 0 0,-6-2 0,4-2 0,-2-3-364,-2 1 0,0-5 1,-3 2-1,2-1-58,-1-3 0,-4 1 288,-3 0 0,2-2 0,-2-1 1,1-2-75,-2 2 0,4 2 254,-4 0 1,4 1-118,0 0-3700,6 5 1408,-3-4 0,15 10 2385,3-3 0,23 4 0,9 4 0,7-1 0,-1 1 0</inkml:trace>
  <inkml:trace contextRef="#ctx0" brushRef="#br1" timeOffset="28.05">6215 12638 7881,'-9'0'341,"1"0"0,-1 0 1,-2 0 2172,-2 0 0,1-4 1105,0 0-2300,5 0-953,1 10 0,8-5 0,2 3 0,4-1 0,4 0 0,4 1 0,3-2 345,4 0 1,-1-6-1,8-2 1,0-1-516,3-2 1,1-6-1,1-3 1,1 0-531,2 0 1,2-2-1,-4 4 1,-4 0-677,-3 3-3037,-3 0 1,-7 3 1478,-2 1 0,-11 9 0,-6 7 2568,-6 0 0,-22 9 0,-5-2 0</inkml:trace>
  <inkml:trace contextRef="#ctx0" brushRef="#br1" timeOffset="29.05">6461 12602 7881,'-8'1'700,"-1"3"1,5-1 972,-4 5 1,4 2 1558,-4 6-2651,5 3 0,-7 11 1,5 3-1,-1 4 1,1 3-1,1 1 1,0-2-326,0 0 0,0-7 1,4-2-1,1-2-846,3-5 0,-1-8 333,5-3-3321,0 1 3578,5-12 0,4-6 0,2-9 0</inkml:trace>
  <inkml:trace contextRef="#ctx0" brushRef="#br1" timeOffset="30.05">7002 13328 7855,'-12'0'1174,"4"0"1,0 0 0,-2 0 4093,-1 0-4638,-1 0 0,6 0 0,6 0 0,8 0 0,7 0 0,6-2 131,2-2 0,7 1-845,3-5-506,-3 5 1,4-6 0,-5 5 0,-2 1 0,-1 0 0,-2 1 0,-4-3-966,-3 3 0,-4 0 0,-2 4 0,-3 2 0,-5 4-277,-6 3 0,-3 1 1832,-7 1 0,-32 4 0,-8 3 0</inkml:trace>
  <inkml:trace contextRef="#ctx0" brushRef="#br1" timeOffset="31.05">6978 13635 7850,'-6'7'3739,"5"-1"1,-3-2-2377,8 0 0,3 0 0,6-4 0,4 0-1031,3 0 1,3-1-1,2-2 1,0-1-1013,-1 1 0,1 0 1,0 0-1,-1-1-1295,1 2 1975,-6 0 0,-1 8 0,-6 1 0</inkml:trace>
  <inkml:trace contextRef="#ctx0" brushRef="#br1" timeOffset="32.04">8331 13057 7770,'-5'-19'1521,"2"1"1,-5 6 3745,-2-1-4994,-1 7 0,-1 0 1,0 6-1,-1 1 0,0 4 1,-5 3-1,-5 3 0,-5 1 1,1-1-188,1-3 0,1 2 47,1-6-117,-1 0 1,2-4 0,3 0 0,3-1 0,3-4 586,2-3 0,5 1 590,3-1-220,3 5 0,2-2-491,3 5 0,2 5 0,2 4 0,-4 2-230,-3 1 1,4 4 79,-1 1-393,0 5 0,-4-3 0,0 5 0,0 1 0,0 1-546,0 3 420,0 2 0,0 6 0,0 0 1,0 1-1,0 3-77,0 4 0,-4-1 1,-2 0-1,1-2 246,-1-2 1,-2-2-92,4-1 0,-4-5-45,4-4 72,0-2 0,-1-1 0,0-1 0,-1 0 0,1-2-443,2-2 1,-2-5 322,1 2-118,0-9 874,4-3-330,5-5 1,2 0 0,5-1 0,2-2 0,4-2 520,6-2 1,4-1 0,7-5 0,6 2 630,6 3 0,-1-3-1122,7 3 0,-6-3-254,-2-1-160,-5 5 1,-5 1-1,-10 6-3260,-7 0 1,-11-1-614,-7-3 4033,0 3 0,-22-38 0,1-2 0</inkml:trace>
  <inkml:trace contextRef="#ctx0" brushRef="#br1" timeOffset="33.04">8725 13475 7848,'-12'-4'1340,"-1"-1"1,1-1 338,0 1 0,4 1 0,1 5 0,1 3 576,4 4-1950,0 9 0,-2 1 0,0 5 0,1 0 1,2 4-1,1 2 0,0 3 289,0-1 0,4-4 0,3 1 0,2-5-427,5-3 1,7-9-1,-2 0 1,1-4-90,1-4 0,-1-3 0,4-6 1,-3-6-139,0-7 0,-6-6 1,1-2-1,-2-3-113,-2-2 0,-1 4 1,-1-4-1,-3 2 265,-2 3 0,-1 2 1,-4 5-1,0 2 545,0 0 1,0 9-165,0-4 1,-4 11-5,0 2-545,0 5 0,5 13 1,2 2-1,3 5 1,0 4-1,4 3 1,1 4-449,1 1 1,1 0 430,-1 0 0,0 5 0,-1 3 1,-1 2 65,-2-2 0,-5 3 513,1-3 0,-10 4-994,-6 4 805,-6-7 0,-8 0 0,-4-13 1,-7-7-1,-7-7-142,-3-7 0,-4-9 1,-1-3-1,0-7-155,4-4 0,6-5-1291,9-1 1,10 1-44,10 4 459,7 5 1,6-4 0,1 4 0,4-1 0,9 0-3256,9-2 1,7-1 4129,7-1 0,2-2 0,2-2 0,2-3 0</inkml:trace>
  <inkml:trace contextRef="#ctx0" brushRef="#br1" timeOffset="34.04">9328 13808 7829,'0'-7'4915,"0"1"0,0 9-2928,0 5 1,0 2-1211,0 10-605,0 1 0,0 7 1,0 1-1,0-1 0,0-2 1,0-3-1,0-1-1114,0-2 0,1-5 0,2 2-2187,1-4 0,0-7 3129,-4-6 0,6-77 0,-3 27 0,1-1 0</inkml:trace>
  <inkml:trace contextRef="#ctx0" brushRef="#br1" timeOffset="35.04">10263 13463 7776,'-12'-7'885,"4"0"1,0 5 1593,-2-3-2112,-1 1 1,4 6 0,3 3 0,3 6 0,1 6 0,0 2 0,1 3 0,2 1 1124,1 1 0,2 0-792,-2-4-551,2 3 0,7-3 0,-1 3 0,2-3 1,2-3-1,5-5 0,2-4 0,0-4 0,-1-2 187,-1-2 0,-5-3 1,3-4-1,-1-7-181,-3-3 0,-1-4 0,-2-5 0,0-1-212,0-2 0,-3-5 0,-2 3 1,-1-2 3,1 0 1,-4 10 0,1-2 0,-3 3 251,-1 3 86,0 1 0,0 14-444,0 8 170,0 3 0,0 18 1,2-1-1,1 9 1,2 5 343,2 3-349,1 6 1,2-7 0,1 3 0,2 1 0,1 0 187,0 2 1,-4-2 0,-1 0 0,-5 0-38,-3-1 0,-4 0-103,-5 6 1,-1-9 100,-12 1-129,1-9 1,-5-10 0,-1-4 0,-3-7 0,-3-4 10,-4-4 1,-1-12-1,0-4 1,0-4-502,0 0 0,10-4-1216,2 5 1,13 3-20,0 5 1,13 1 768,3-1 1,17 1 0,7 3 929,7-4 0,0-4 0,5-3 0,2-2 0,1 1 0</inkml:trace>
  <inkml:trace contextRef="#ctx0" brushRef="#br1" timeOffset="36.04">10965 13881 7776,'-7'-1'1094,"2"-2"1065,-1-1-1702,5-5 0,-5 6 0,8-5 1,2-2-1,5-1 0,5-1 1,4 0-1,1-1 346,3 1 0,-3-2-920,1-2 58,1 8 0,-1-7 1,0 9-1,-3 1 1,-2-1-1,-2 5-334,-5 4 0,-3 5 0,-5 8 0,0 5-102,0 2 0,-6 6-48,-7-1 424,1 7 1,-6-8 0,6 6 0,0 0-1,1-1 1,1 0 0,3-2 393,2-3 0,-1-5 538,2-1 0,4-8 174,0 0 0,6-7 68,6-6 1,2-9-481,2-3-448,-2-9 1,8 3 0,-5-4 0,1 2 0,0-1 244,-3 2 0,-1-3-372,-2 6 0,0-22 0,0-2 0</inkml:trace>
  <inkml:trace contextRef="#ctx0" brushRef="#br1" timeOffset="37.04">11556 13131 7776,'-7'-6'436,"-4"1"1,4-5 0,-1 2 1826,0-2 0,5 4 1002,-1-3-2766,2 7 1,4-4 0,2 6 0,5 0 694,6 0-1100,-1 0 0,9 4 1,-2 0-1,2 0 1,2 1-1,-1-1 0,2 0-28,3 1-137,-3-3 1,5 3 0,-3-5 0,0 0 0,0 0 0,-4 0 0,-3 0-465,-5 0 1193,-2-5 1,-2 2-1,-1-5 1,-3-2 709,-3-1 0,-5 4-1233,-5 3 0,0 4-73,-3 4 16,2 3 1,2 5 0,0 1 0,1 0 0,2 3 658,1 0-667,0 6 0,0-3 1,0 6-1,0 1 1,0 4 4,0 7 1,0 1 0,0 8 0,0 4-41,0 1 0,4 8-159,0-1 1,4-4-1343,-3 0 1288,4-4 1,-2-10 0,4-3 0,-2-4-1,0-6-942,0-6 849,-3-6 0,3-7 0,-3-1-784,1-2 1013,1-1-507,4-4 382,-5 0 727,4 0-744,-10-5 774,5 3-397,-6-3 1,-10 5 51,-2 0-462,-3 0 1,-2 4 0,0 1 0,-1 2 0,-1 2-340,0-3 0,2 5 0,-2-4 0,1 1-311,3 1 0,1-7-2029,2 2 1633,5-2 814,-4-2 449,10 0 0,17-55 0,-2 21 0,0 0 0</inkml:trace>
  <inkml:trace contextRef="#ctx0" brushRef="#br1" timeOffset="38.04">14041 13340 8223,'0'-12'5855,"0"-1"-4451,0 6-795,0 2 0,0 20 0,0 6 1,0 5-1,-1 4 308,-3 2 0,3 4-247,-4 1-547,4 0 0,1-4 0,0-2 0,0-2 1,1-6-1,2-5 0,3-6 35,0-4 0,4-2 0,5-8 0,3-4 0,1-9 0,3-10-158,1-5 0,3-4 1,1-5-1,2 1-382,-1 3 0,-7 7 0,-1 4 0,-3 6 56,-2 4 0,-1 9 0,-3 6 0,-3 10 219,-4 8 0,2 10 1,-1 4-1,1 2 113,-1 2 1,5-1-91,-2-4 36,3 4 1,3-11 0,2-1 0,4-7 0,4-8-31,0-5 147,6-2 1,0-9-1,5-4 1,-4-7-1,-1-2 477,-2-2-368,-8-4 0,-2 4 0,-7-4 0,-2 4 0,-2 2 732,-1 0-605,-2 0 0,-6-3 0,-2 1 0,-4 3 0,-4-1 506,-5 1-683,-2 4 0,-5-8 1,-1 4-1,2 0 0,1 2-691,1 4 1,5 0-2187,-5 1 0,11 4 1,-1 0 2748,4-2 0,19-6 0,9-3 0</inkml:trace>
  <inkml:trace contextRef="#ctx0" brushRef="#br1" timeOffset="39.04">14152 12983 7786,'-12'0'197,"0"0"0,-2-1 0,-1-2 0,-2-1 1,2 1 2382,2 2 1,0-3 355,1 0-2653,5-1 1,3 5 0,8 0 0,6 0 0,5 0 0,5 0 0,4 0 285,0 0 1,5 5 0,1-1 0,1-2-311,4 0 0,0-6 0,3-2 0,2-1-269,1-2 1,6-2-1,-2-1 1,3-1-147,1 1 0,-5 1 0,-5 1 0,-5 4-566,-5 0 609,-8 2 1,-9 5 0,-9 3 257,-6 5 0,-4 0 0,-4 1 83,3-2 0,1-5 1,4 2 51,-1 1-153,0-5 125,4 5 138,-5-6-199,3 0 0,-4 0-250,1 0 1,0-2 0,-5-2-291,2-4 1,4-2-38,-4 2 0,1-3-107,-1 3 348,-3-3 0,3-1 0,-7-1 0,-2 1 0,1-2-95,-2-2 0,3 2 0,-4-2 0,1 2-184,3 2 0,1 4 90,2 0 0,0 5 83,-1-1-1820,7 2 0,-4 4-1641,6 2 3222,0 3 490,9-1 0,62-6 0,-23-3 0,0 0 0</inkml:trace>
  <inkml:trace contextRef="#ctx0" brushRef="#br1" timeOffset="40.04">15518 13241 9025,'1'-8'772,"4"1"0,4 2 1,5 2-1,4 0 1334,1-1-2102,1 3 0,5-4 0,-1 3 0,0-1 1,-2-1-1,-2 2 0,1 0 0,-2 2 1,-3 0-809,-2 0 0,-2 0 1,0 0-1348,1 0 0,-6 6 579,-3 2 1572,-3-3 0,-39 23 0,-10-1 0</inkml:trace>
  <inkml:trace contextRef="#ctx0" brushRef="#br1" timeOffset="41.05">15629 13438 7816,'-7'-1'2063,"3"-3"-1345,3 3 0,2-6 0,3 4-244,4-1 0,7 0 0,3 4 0,0 0-683,0 0 0,3 0 0,-1 0 0,0 0-658,1 0 0,-2-2 0,3 0 0,-3-4 867,-1-1 0,3-23 0,-1-9 0</inkml:trace>
  <inkml:trace contextRef="#ctx0" brushRef="#br1" timeOffset="42.05">14964 12478 7839,'-12'0'220,"0"-4"0,-1 0 0,2 0 0,2 0 1,1-1 2102,-2-2-1364,-1 4 1,3-7 0,3 6 97,3 2 1,6 0-716,13 2-218,2 0 0,7 0 0,3 0 0,3-1 0,5-2 0,3-2 0,2-2-87,2-3-159,-4 5 0,2-6 0,-5 3 0,-1-3 0,-5-2 0,-6 2 0,-8 2 0,-3 1-3176,-2-2 1474,-5-1 1114,-1 4 0,-6 1 0,-2 3 710,-2-1 0,-30 11 0,-12 6 0</inkml:trace>
  <inkml:trace contextRef="#ctx0" brushRef="#br1" timeOffset="43.05">15223 12380 7868,'-7'0'331,"-4"0"0,8 0 511,-5 0 1,5 6 743,-1 2-1255,-3 8 0,6 5 0,-4 7 0,0 5 0,0 4 0,0 3 0,-2 1 68,0-2 0,4 0 1,-1-5-1,3-4-1320,1-5 966,5-9-850,2 2 0,5-11 0,1-3 0,-1-3 0,0-2 805,0-3 0,6-25 0,1-11 0</inkml:trace>
  <inkml:trace contextRef="#ctx0" brushRef="#br1" timeOffset="44.05">16589 12872 8310,'-6'-7'770,"5"-3"0,-5 3 1,2-2 108,0 1 0,-5 6 0,0-3 0,-1 4-144,-3 1-717,-5 0 1,-1 6 0,-5 2 0,-2 3 0,-2 1 0,-2 0 0,0 1-125,0-1 1,-3-1-1,5-2 1,0-2-89,2-1 0,6-2 1,1-4 228,1 0 1,6 0 281,3 0 0,8 0 0,1 0-20,7 0 1,0 0 0,1 0 340,1 0-286,2 0-271,2 5 0,-2-2 0,-3 5 0,-3 0 1,-1 1-1,2-1 0,-1 1 219,1 2 1,2 6-350,-4-1 38,6 1 0,-8-1 0,5 2 1,0 1-1,-1 3 136,-1 1-47,-1 2 0,-4 1 0,0 1 0,0 3 0,-1 1-55,-3 4 1,-3 0-1,-6 2 1,1 0-129,0 0 1,0 0 32,-1 0 0,1 0-3,0 0-11,-1-6 0,2-1 1,2-7-1,1-2 1,-1-3 34,3-1 1,-4-7-1,5 1 1,-1-3 48,1-1 328,1-4 275,4 2-96,0-5-187,0 0-164,5-5 1,3 3-1,9-3 1,3 1-1,5-2 361,3 0 1,4 1 0,5-3-1,1-1-10,3-2 1,1 0-286,4 3 1,-8-2-1230,-5 6 324,-6 0 0,2 4 0,-9 0 0,-3 0-1330,-4 0 0,-6 1 0,-4 3-2071,-6 4 4086,-4-2 0,-21-12 0,-5-7 0</inkml:trace>
  <inkml:trace contextRef="#ctx0" brushRef="#br1" timeOffset="45.05">16946 13266 7849,'-6'-7'1010,"3"-4"1,-3 3 587,0-3 1,1 4-263,1 3-1063,2 3 0,-3 2 0,5 3 0,0 5 0,0 3 0,0 4 890,0 5 0,0 2-906,0 2 0,-4 5 0,-2 3 0,1 2 0,-2 2 0,1 0-43,1 0 1,-3-2 0,4-2 0,1-5-245,1-7 1,4-7 0,2-7-1,4-3 29,3-5 1,3-6 0,2-11 0,5-7-167,2-6 1,2-5 0,-1 1 0,1 2-255,-1 4 1,1 9-287,0 3 559,-1 4 1,-1 2 0,-1 3 0,-3 6 0,-1 8 0,-4 7 0,-3 5 12,-3 4 1,-1 0 243,1-2 1,3 2 0,-3-4 0,3 0 244,2 0 1,-1-7-160,0-7 1,2-3 368,2-1-404,-2-5 1,8-8 0,-4-7 0,-1-3 0,1-3 5,-3-3 1,-5 1 0,-3-3 0,-2 0-226,-2-1 0,-3 3-91,-4-3 0,-5-1 1,-7-4-1,-3 0-403,0 0 1,-3 4 79,5 0 0,-3 10-27,4-1-335,-1 7 0,3 5 0,-1 9 1,-1 6-552,1 5 1,7 4 0,4 5 0,4 2 1385,4 0 0,30 32 0,-11-25 0,0 1 0</inkml:trace>
  <inkml:trace contextRef="#ctx0" brushRef="#br1" timeOffset="46.05">17746 13438 10152,'6'3'2963,"-2"4"-1311,-2 5 0,-2 10-1048,0 3-360,0-1 1,0 11 0,-2-7 0,0 0-1,-2-2 1,0-2 0,-1-1-956,1-2 0,-1 1 1,2-6-2673,-1-1 3383,0-7 0,9-34 0,6-19 0,0-2 0,-1-1 0</inkml:trace>
  <inkml:trace contextRef="#ctx0" brushRef="#br1" timeOffset="47.05">19001 13229 7830,'-4'-8'1873,"0"0"0,-1 4-163,5-5-460,0 7-873,0-4 1,0 8 0,0 2 0,0 4 0,0 4 0,-1 6 259,-3 7 0,3 1 1,-3 6-1,2 3-486,2 0 0,0 1 1,0-2-1,2-3-123,2-1 1,1-6 0,5-8 0,-2-4-19,1-3 1,4-9 0,3-11 0,5-9-341,2-8 1,2-6 0,-1-3 0,1 1-126,-1 3 1,0 5 0,-4 7-1,-3 5 135,-4 2 0,0 9 1,-3 6 10,-1 10 1,-4 3 681,-5 6-292,6 1 0,-4 2 0,7-3 0,0-3 1,3-4-1,5 0 0,3-2 5,4-3 1,0-4-127,1-8 0,-1-4 0,1-9 1,-2-3 397,-2-4 0,-5-2-186,-8-2 0,-2 0 557,-6-4-411,0-1 1,-10-3 0,-3 3 0,-5 5 0,-4 2 27,-1 1 1,2 6-1,1 4 1,-1 5-1709,2 6 1,5 3 223,6 1-2987,5 0 3176,-2 5 0,6 4 0,5 6 1,6 1 948,7-1 0,10 9 0,4 4 0,3 2 0,0 0 0</inkml:trace>
  <inkml:trace contextRef="#ctx0" brushRef="#br1" timeOffset="48.05">19776 13451 7830,'8'-9'-719,"0"1"2355,-5 0 1,3 0 718,-6 0-1819,0 5 0,0-4 0,1 4 0,3-2 0,4-1 560,3 1 1,3-3-601,2 4-402,-2-6 0,9 7 1,-4-4-1,2 2 1,-2 2-1,-1 2 1,-3 1-447,-1 0 0,-3 1 0,-3 3 0,-4 5-866,-3 2 0,-2 6 474,-3 4 529,-9 2 1,-2 6-1,-5 1 1,-2 0-1,0 1 1,0-1-1,3 2 351,1-1 1,6-5 63,4-1 0,5-2 0,0-6 1,6-4 899,5-3 0,9-5 237,3-5 1,5 0-408,4 0-739,-4-11 1,10 3 0,-7-8 0,-2 3 0,-2 4-1511,-4 1 0,-3 5 0,2-1 1319,-2 2 0,16-36 0,0-10 0</inkml:trace>
  <inkml:trace contextRef="#ctx0" brushRef="#br1" timeOffset="49.05">21437 13291 7805,'0'-9'1675,"0"1"1,2-1 4586,2-2-5309,-3 4 1,5-4 0,-6 3-2526,0-3 1,5 4 0,3 3 1571,3 3 0,29 17 0,6 4 0</inkml:trace>
  <inkml:trace contextRef="#ctx0" brushRef="#br1" timeOffset="50.05">21868 13217 7805,'7'-2'0,"-2"0"1055,1-2 1,-5-6 2938,3 2-351,-2 2-6403,-2-5 0,5 10-1779,3-3 4539,3 3 0,2 12 0,-1 2 0</inkml:trace>
  <inkml:trace contextRef="#ctx0" brushRef="#br1" timeOffset="51.05">22274 13180 10651,'2'-7'3675,"0"2"-2938,2-1 1,1 3 0,-4-3-3578,3 0 2840,-3 2 0,16 4 0,-4 0 0</inkml:trace>
  <inkml:trace contextRef="#ctx0" brushRef="#br1" timeOffset="52.05">23259 12946 7821,'0'-8'714,"0"0"843,0-2-966,0 5 1,-2-1-1,0 8 1,-2 3-1,1 6 1,0 7 680,-1 5 0,3 0-481,-4 10-599,-1 0 1,3 4 0,-4 0 0,2-2 0,0-2 0,1-4-1,0-3-47,2-2 1,0 0 0,4-5-150,2-7 1,2-5 0,7-7 0,-1-3-135,0-5 1,5-2-1,1-10 1,-1-2-248,1-1 1,3 0 0,-5 1 0,-1 3-195,-1 1 0,-2 3 35,0 6 393,1-1 1,-5 8 0,0-2-1,0 4 1,1 4 0,-3 4-135,0 3 1,2 2 298,-4-1 1,6 4-1,-2 1 1,3-2 123,1-2 1,5 0-87,-1-1 0,6 0 172,-2 1-149,4-6 0,-4-2 0,-1-5 0,0 0 0,-1 0 113,0 0 0,-2-4 0,-5-2 0,-1 0 70,-2-4 1,-4-1-187,4-1 0,-5 4-243,1-1 164,-2 1 0,-2-4 0,0 0 0,0-1 0,0 1 6,0 0 34,-6-1 0,3-4 0,-5-4 0,0-2 0,0-3 127,0-3 0,-1 3 0,-3-4 1,0 1 134,-1 1 1,1-1-216,0 4 1,0 5 160,-1-1-962,6 6 0,-4-1 0,3 8-1394,-3 4 0,4 4 631,3 4 1,8 4 610,5 8 0,2-2 873,1 2 0,-5-7 0,26 18 0,1 0 0</inkml:trace>
  <inkml:trace contextRef="#ctx0" brushRef="#br1" timeOffset="53.05">23911 13291 11232,'0'-7'4772,"0"12"-4484,0 4 0,0 12 1,0-4-1,0-2 363,0-1-603,0 3 1,0-3-1,0 2 1,1-2 0,2-2-1,1 1-245,-1-1-248,-2 0-84,-1 1 329,0-7 203,0 0 0,0-7 0,0-4 0,0-3 80,0-3-68,0-1 0,0 0 0,0-1 0,0 1 0,0-2 0,2-1 1,0-1-8,2 1 0,5 1 0,-4 2 0,2 0-1,3-1 0,-1 1-13,-1 0 0,3 3 0,-3 1 1,3 0-7,2 1 0,-5-2-301,0 5 193,0-1-32,5 5 1,-1 0 0,0 0 30,1 0 1,-1 5 0,-1 0 385,-3 2 17,3 1-230,-4 4 126,5 1 0,-5-5 0,-3 0 1,-1 0 236,1-1 0,-3 4-282,3-3-70,-2-2 0,-2 1-57,0-3 42,0-3 1,1 5-109,3-6 36,-2-6 1,4 3-1,-2-5 1,3-1-211,0-2 1,0 2 0,-3 1 117,4-1 1,-2 2 65,-2-1 0,1 3 158,-1-3-125,1 6 1,-4-5 0,3 4 49,4-1 1,-1-2 0,1 4 155,2-2-51,-5-1-102,6 5 168,-4 6 1,0 1 0,-2 5-1,-1 0 1,1 1 145,-3-1 1,4 2 0,-2 1 0,-1 2-50,-2 3 1,-1-5-348,0 1 0,0 2 67,0-2-195,0 1 1,0-5 0,0 0-1561,0 1-1825,0-7 2210,0 0 0,1-6 0,2-1 0,3-5 1349,0-6 0,14-33 0,6-14 0</inkml:trace>
  <inkml:trace contextRef="#ctx0" brushRef="#br1" timeOffset="54.05">24539 12675 7821,'-7'-1'546,"1"-2"1,1-1 1535,-3 1 1,1 2-248,-1 1-1570,5 0 1,8 1 0,12 2 0,5 1-1,4-1-119,2-2 1,0 1-1,4 0 1,3 3-110,0-3 0,-2 0 0,-2-2 0,0 0-105,-4 0 1,-1-2 0,-3-2 0,-2-3 118,-5 1 0,-2-4 0,-2 5 419,0-2 339,-5-2-158,-1 3-507,-12 0 0,1 12-195,-4 2 10,4 3 0,5 1 0,0 0 0,0 2 0,0 2 1,0 5-1,0 2-101,0 2 0,0 1 234,0 3 0,0 2 0,0 6 0,0 1 388,0 3 1,-1-1-192,-3 5 0,2-4 263,-2 4-471,3-11 1,1 6-1,0-10 1,0 0-1,0 0-90,0-2-1,0-2 0,0-7 1,0-3-1,0-1 0,0 0-122,0 2 1,0-1-1,0-4 1,0 2-172,0 2 1,0-2 109,0 2 1,0-2 294,0-2 205,0-5 470,0 4-457,0-9 1,0 2-252,0-8 0,0 1-82,0-5 1,0 4-1,0-5-52,0 0 158,0 3 1,0-5 51,0 3 0,0 1-87,0-1 1,0 4 26,0-4-216,0 5 0,-2-4 0,-2 4 0,-4-1-85,-3 2 0,-3 0 1,-1 4-1,-2 2-251,-3 4 1,-1 3 173,-8 1 0,4 2 63,1 2-378,-1-2 1,11 4 0,-1-6-537,6 0 0,5-5 0,9-3-246,7-2 0,2-2-399,7 0 1,-5 0 437,4 0 1351,1 0 0,15-6 0,2-1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0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7741 5956 7702,'-9'-1'774,"1"-2"1,-1-1 2361,-2 1-1777,-2-4 0,8 6 1016,5-3-1569,0 3 0,11 2 0,-3 2 1,3 1 296,1-1 1,-4-2 0,1 0 0,0 2 749,2 1-1342,2 0-653,4-4 1,-3 0 0,2-1-1,-1-2 1,0-1 0,2 0 0,-2 0-1387,-1 0 1,2-2 0,0 3-1,-1-1-1171,-1 2 0,-6 0-912,1 2 2159,-7 0 0,8 6 1452,-6 2 0,-33 36 0,-12 9 0</inkml:trace>
  <inkml:trace contextRef="#ctx0" brushRef="#br0" timeOffset="1">7790 6227 7702,'-12'0'5540,"-1"0"-3180,6 0 1,3 0-1594,8 0 1,9-1-1,7-4 1,3-3 180,2-3 1,0 3-986,-1 0-515,1 0 0,-2 0 0,-1 1 0,-3 1 0,0 3 0,-1 2 0,0 1 552,-3 0 0,4 0 0,0 0 0</inkml:trace>
  <inkml:trace contextRef="#ctx0" brushRef="#br0" timeOffset="2">9328 5427 7687,'8'-7'1072,"-1"2"4074,-1-1-4404,-2 5 1,-10-5 0,-3 6-1,-6 2-220,-6 2 0,-3 1-318,-5 4-129,-3 2 1,0-9 0,-1 5 0,-1-1 0,-1-4 0,3 1 0,3 0 180,3 1-232,1 0 1,2-4-1,2 0 1,5 1-1,2 2 1,3 3-1,2-1 207,1 0 75,5 0 0,-3 0 1,6 3-1,2 2 0,1-1 1364,1 0-1342,5-7 1,-6 8 0,5-5 0,2 2 0,1 3 223,1 1 0,-1 1 1,-1 0-1,-4 2-212,0 2 0,3-1-295,0 6 1,-3 1-1,1 7 1,-1 3-278,-4 4 0,0 8 202,-2 5 1,0 8 0,-2 10 0,1-31 0,0-1-105,-1 1 1,0 0 0,-8 28-192,2-3 0,-2-3 214,2-5 109,-3-13 1,10 5 0,-5-16 0,2-3 0,-1-2-46,-2 1 0,3-3 0,-3 8 0,0-2-67,0 1 0,0 4 138,-1-4 1,-1-2-90,5-6 241,-1 2 0,5-14 0,0 4 801,0-2-737,0-6 1,6 1-1,2-8 1,3-1-1,1-2-4,1-2 0,0 4 0,4-2 1,3 1-237,4 0 0,2-2 0,2 2 0,0 3 0,4-3 0,-4 2 0,6 2 0,-7 0 0,-3 0 0,-7 0 0,-3 0 0,-2 0-1133,1 0 0,-8 0-8698,-5 0 9564,0 6 1,-5-5 0,5 5-1</inkml:trace>
  <inkml:trace contextRef="#ctx0" brushRef="#br0" timeOffset="3">9882 5366 7862,'0'-9'303,"-1"2"0,-2 1 0,-3 0 1018,-1 1 1,5-5 0,-2 2 603,2-3-230,2 4 0,-4 0-485,0 3 1,1 3-1,6-2 1,1 6-389,-1 5 1,2 4 0,-1 6-1,-1 5-200,-1 5 0,2 6 0,0-1 0,-1 2-748,-2 2 1,-1 0 0,0-1 0,0-4-969,0-3 1,0-3 691,0-1-700,0-1 1,0-4 0,1-4 0,2-2-1,2-3 1,2-3 0,1-3 1101,-1 1 0,21-27 0,-1-1 0</inkml:trace>
  <inkml:trace contextRef="#ctx0" brushRef="#br0" timeOffset="4">9783 6313 7862,'-12'0'1130,"0"0"1481,0 0 0,6-1-1710,6-3 1,11-3-335,9-6-378,4 7 0,0-9 0,2 2 0,2 0 0,2-1 0,0 2 1,0-1 467,-3 1-783,-1 0 1,-5 5-1,-2 1 1,-1 2 0,-3 2-1384,-2 3 1307,-6 4 1,-3 12 0,-6 1 0,-5 1 0,-3 3 0,-3 1 0,-1 1 0,-1 1 0,0 1-220,-2 3 0,-3-3 0,2 2 1,0-2 567,1-1 0,0 0 1110,5-1-855,-1 1 0,3-5 1,0 1-1,3-1 0,2 0 1,3-4 1451,5-2 1,8-2-945,5 0-577,6-5 0,-3-1 1,6-6-1,0-2 0,-1-1 1912,1-1-2510,-1-5 0,-4 2 1,-4-4-1,-2 1 1,-2 4-1463,0 0 0,1-2 1,-2 2-1,-3 0 1727,-4-4 0,-8-12 0,-3-4 0</inkml:trace>
  <inkml:trace contextRef="#ctx0" brushRef="#br0" timeOffset="5">10546 5366 7862,'-8'0'429,"0"0"1286,-2 0 186,5-6 0,1 5-386,8-3 0,3 2-1280,5 2 0,-4 0 0,1 0 0,0 0 1,3-1-1,3-2 591,2-1 1,5-1-1,-2 2 1,3-3-505,2-1 0,1 1 1,3-4-1,2 2-394,1-2 1,2 3 0,-5-1 0,-2-1-211,-1-2 0,-3 4 0,-2 1-364,-5 1 575,-2 4 0,-9-5 288,-5 6 1,-1 2-1,-7 2 349,-2 4 0,1-1-36,0 1-350,4-5 1,-1 8-1,0-3 1,-1 3 196,3 1-308,2 0 0,-2 1 0,0 0 0,1 2 0,2 3 61,1 1-140,-6 7 1,5 4-1,-3 4 1,1 1-1,1 2 158,-3 2-109,-4 2 1,7-4 0,-3 0 0,1-1-1,0-1-67,1 2 1,2-8-1,1 5 1,0-4-55,0-1 1,0 1 105,0-1 0,0-3-4,0 2-36,0-2 0,0-1 0,0 1 0,0 1 0,1 1-266,3-5 322,-2 1 1,3-4 0,-5 4 0,0 1 0,0-2 130,0-2 1,0 2 0,0-3 0,-1 2 154,-3-1 1,2 1-277,-2-6 1,1 4-1,1-2 1,-3 0 239,3 0 0,-1-2-92,-1-3 0,3-1-396,-4 0-6,4 0 0,1 1 112,0-1 1,0-4 0,0 0 0,0 2 209,0 1 0,0-3-141,0 0 0,0 1 1,0 3-1,0 0 13,0 0 0,0-3 122,0-1 1,0-4 12,0 4 125,0-5 1,1 2 813,4-5-952,-4 0 0,4-5 0,-3-3-112,2-3 0,-3 4 0,6-4-1128,-3 3 856,-2-3 0,3 3 0,-5-1-201,0 0 1,-7 3-1,-4 2-41,-4 3 0,-3 1 256,2 0 0,-3 5 0,-4 4 0,1 0-632,1-1 1,2 3-66,-1-2 1,2 1-1556,5 3 1369,1-6 1,1 4 1140,3-3 0,46-41 0,17-9 0</inkml:trace>
  <inkml:trace contextRef="#ctx0" brushRef="#br0" timeOffset="6">20933 15506 7829,'-11'1'2002,"3"3"0,-3-2-1265,3 2 1,1 3-1,0 1 1,0 3-1,2 1 2959,-1 0-3281,2 6 0,4-4 1,0 4-1,1-2 0,2 0 1,3-1-1,-1-1 0,2-2-212,0 1-1624,-5-1 1,8-4-1,-4-1 1421,0-1 0,-3-19 0,3-7 0</inkml:trace>
  <inkml:trace contextRef="#ctx0" brushRef="#br0" timeOffset="7">16158 12085 7778,'-8'-2'3744,"0"-2"-2707,-2-4 0,5 1 0,2 0 0,7 2 1393,8 2-2318,1-4 1,8 6-1,-3-3 1,1 2-1,2 2 1,-1 0-1,0 0-2156,-3 0 0,1 6 523,-2 2 1521,-2 3 0,-12 1 0,-11 1 0</inkml:trace>
  <inkml:trace contextRef="#ctx0" brushRef="#br0" timeOffset="8">16220 9673 7847,'-13'0'123,"1"0"0,1-2 1,1 0-1,2-3 925,-1 3-198,3-5 0,2 6 1,8-4-1,6 4 1,5 1 1053,5 0 0,4 0-1792,0 0 1,2 4-1,2 2 1,2-1 0,0 1-1,0-2-536,-3 1 424,5-3 0,8-11 0,6-4 0,6-4 0,1-1 0</inkml:trace>
  <inkml:trace contextRef="#ctx0" brushRef="#br0" timeOffset="9">20871 9476 7882,'7'0'1533,"4"0"-965,-10 0 1,6 0-1,-4-2 401,1-2 1,6 3-466,-2-3 1,-3 1-78,-1-1 1,-1 3-172,1-3 0,-4 2-390,0 2 1,-4 2 0,-5 0 0,0 4-42,0 1 0,2-5 0,-1 4-15,-2-1 1,3-3-338,-1 2 419,0-3 358,-4-6-284,5-2 1211,1 0-105,6 1-788,0 6 266,0 0-341,0-5 0,0 4 85,0-10-796,0 4 282,0 0 0,5 3 0,-1 8 220,-2 4 0,27 31 0,5 7 0</inkml:trace>
  <inkml:trace contextRef="#ctx0" brushRef="#br0" timeOffset="10">16293 15543 7842,'-1'7'232,"-3"-3"542,-4-3-284,2-1 0,-1 0 1002,3 0-537,3 0 198,-5 0 0,6-1 1531,0-3-2358,0 2 0,0-5 1,2 5 467,2-2-348,-3-1-185,5 5 0,-1 0 0,2-1 0,1-2 260,1-1 0,-5-4-511,4 4 0,-4-4 0,3 2 0,0-1-84,-1-2 1,1-2 117,1-1 1,3-1-1,-4 1 1,1 0 145,1-1 1,-3-3 96,3 0 1,0-1 95,-5 5-294,6-6 0,-5 4 0,5-2 0,-3 2 1,0 2-247,-1 0 0,1-1 1,3 1-1,-2 0-99,2-1 0,1-3 159,1 0 0,-4-2 0,0 3 1,2-2 7,1 2 1,1-2 214,0 0 0,-1-3 52,-2 3-116,2 1 0,-5 4 0,7-1 0,-1 1 0,-1 0-80,-3-1 0,3 1 1,-3 0-1,3-1-146,2 1 1,-1 0 139,0 0 1,0-1 0,1 1 0,-1 0-34,0-1 1,-1 1-6,-3 0 1,3-1 235,-2 1-211,2 0 1,0-5 0,-2 1 0,-1 1 0,2 0-8,1-2 1,-3 4-1,0-4 1,0 4-8,-1 0 0,3 1 17,-6 0 1,5-2-264,0-2 195,-4 7 1,2-7 0,-3 8 0,3-3 0,1-3-34,0-2 0,-4 4 0,3-2 0,0 4 36,0 1 1,0-2 182,1-2-236,3 1 383,-4 0 1,1 0 0,-1-1-1,0 1 1,0 0-56,2-1 0,2 2 1,1 2-1,1-1-372,-1-3 1,0 0-61,1-3 1,3 2 180,0 2 0,1 0 0,-5-1 0,0 1-42,1 0 1,-1-1 233,0 1 1,1 0 0,-1-1 0,0 0 231,1-4 0,-1 4-179,0-4 0,0-2-220,1-1 0,-1 0 0,0 0 0,1-1-134,-1 2 0,0-3-61,1 6 1,-1-4 26,0 3 149,1-5 1,-1 9 0,0-5 0,0 0 0,-1-1 47,-2 0 0,2-3 1,-3 5-1,3 1 145,1-2 0,0 3 1,1-5 1,0 3-84,4-3 0,-4 3 0,4-2 1,-4 0-18,0 0 0,0 3-27,4-5 1,-4 5-65,4-5 62,2 1 1,-4-1 0,4 1 0,0-2-1,-1-2-18,0 0 1,2 1 0,-2 1 0,0 1 11,0-1 0,0 3 9,-2-1 1,-2-1-11,2-3 35,-2 4 1,-2-3 0,0 3 0,1-4 0,0 1 201,4 3-164,-4-4 1,5 5 0,-6-5 0,2-1-1,1 0 137,2 1 1,3-1-190,-4 1 0,6-2 0,-1-2 0,1 0-80,-2 0 1,3 2 70,-2 2 0,2-1-162,2 0 184,-1 1 0,-3 1 0,-2 1 0,0 1 0,-1-1 81,0-1 1,-2 3 0,-3 0 0,-3 1 154,-1 0 0,2 3 113,-3-5 0,3 5-143,1-5 1,0 2 0,1-3 0,0 2-177,4-2 1,-2-1-130,5-2 6,-5 0 0,9 2 1,-5 1-1,1 2 0,1-1-126,1 2 0,-3-3 203,1 6 1,-3-6 0,2 3 0,-1-2 14,-3 1 0,0 3 179,1-3 1,-1-1-373,6-3 170,-6-1 1,4 0 0,-4 1-1,1-1 1,1 1-182,0-1 0,-3 5 1,3-1-1,-4 1 83,0 0 0,-1-2 70,0 6 1,0-4 30,1 3 0,3-5 1,1 3-1,-1-1 94,2-1 1,-3 1-51,5-5 0,1-4-199,3 1 144,1-1 1,-2 0 0,-1 0 0,-1 3 0,-1 3 40,-1 3 1,0 1 0,-3-2 0,0 3 90,-1 0 1,-1 5 79,-2-4 0,-2 2 46,2-1-220,-8 2 0,12-5 0,-7 3 0,1-3 0,4-2-17,3 1 1,-4-1-1,4-4 1,-4 1-45,0-1 0,3 1 13,0-1 0,5 2-7,-5 2 71,1-2 1,-1 5 0,2-4 0,0 3-1,-1 1 92,-1 3 1,-1 2-1,0-1 1,1-1-15,-1-1 1,3-6-83,-2 1 1,5 2 95,-5-1-277,6-1 1,-4-6 0,2 1 0,-2 2 0,-1 1-122,-1 0 0,0 2 0,-3 2 0,-1 2-46,0 1 0,-1-1 339,-3 0 1,3 1-204,-2 4 230,1-6 1,3 4-1,-1-2 1,0 1 0,1 0 10,-1-2 1,0-3-1,2 3 1,1 1-14,1-2 0,2 4-93,-1-2 1,-4-2 46,4 2 1,-4-1 0,0 5 0,-1 0-52,0 0 1,1-1 1,-1 1-95,0 0 0,-4-1 1,1 2-1,-1 2-174,-1 1 1,4-1 41,-3-3 0,-1-2 203,1-2 7,0 2 0,4-3 1,-1 4-1,-1 0 1,-2-2 92,2-2 0,1-3 0,0 3 0,-2 2 40,-1 2 1,-1 0 106,1 1 0,2 4-93,-6-1-76,6 1 0,-9 0 1,4 1-1,0 0 1,0 2-91,2-1 1,-3-2 0,3 3 0,0-2-263,-1-3 1,3-1 248,3-1 1,-1 0-102,-3 0 237,3 5 0,-4-4 1,5 3-1,0-2 441,1 2 1,-1-2 201,0 6-562,-5-5 73,-1 7-1192,-6-3-737,0 5-177,0 0 0,1-4 1614,3-1 1,-2 0-733,2 1 0,1 1 1021,-1-5 0,-11 5 0,-6-2 0</inkml:trace>
  <inkml:trace contextRef="#ctx0" brushRef="#br0" timeOffset="11">20441 9599 7885,'-13'11'-263,"1"-2"1,0-2 0,1 0 0,1-2 1626,2 1-188,5-2 0,-6-3 1,3 2 903,-1 1 0,10 0-1297,1-4 0,2 0 0,2 0-45,1 0 1,4 0 0,2 0 0,1 0-245,-1 0 1,0-1 0,0-2 0,3-2 179,1-2-695,2-1 0,-1 0 1,1 1-1,-1 0 1,1 1-1,-1 0 1,1 0 9,-2 1 1,3-4 0,-6 4 0,1-1 0,-1 0 0,0-1-226,0-3 0,-3 3 438,-1-1-70,1 5 1,-1-6 0,-1 3 0,-1 1 0,-4-2 544,0 0-17,-2 5 157,-4-4-431,0 6 1710,0 0-2096,-5 0 0,3 0 0,-3 0 0,5 0 0,0 1 0,0 4 0,0 3 0,0 3 0,0 1 0,0 0 0,0 1 0,0-1 0,0 0 0,1 1 0,3-1 0,-2 0 0,3-4 0,-5 1 0,0 0 0,0 2 0,0 1 0,0 2 0,0 1 0,0 1 0,0 0 0,0-3 0,0 0 0,0-1 0,0 0 0,0 0 0,0-3 0,0-1 0,0 1 0,0 2 0,-1 0 0,-2-1 0,-1-2 0,0-5 0,4 2 0,0-5 0,-2 4 0,-2 0 0,3 1 0,-5 0 0,2-2 0,-1 5 0,-2 2 0,4-4 0,-1 3 0,-3-7 0,6 4 0,-5-6 0,6 0 0,0 0 0,0-6 0,5 4 0,-1-7 0,1 1 0,-1-4 0,-1 0 0,5-1 0,0 0 0,-1-4 0,3 2-1,-6-5 1,4 0-516,-4 0 390,0-3 1,0 8 0,1-4 0,-3 1 0,0 3-2,-2 1 1,0 2-1,0-1 22,0 1 0,0 4-256,0 0 0,0 0 39,0-5 1,0 5 66,0 0 1,0 4-278,0-4 476,0-1 1,0 1-214,0 0 783,5 5-436,-4-2-168,5 5 0,-7 4 0,-2 1-36,-1 2 0,-2-4 363,2 1-215,-3-3 0,-1-1 0,0 0 10,-2 0 0,-1 0-112,-1 0 1,0 0 0,-2 0 0,-1 2-442,-1 2 0,-6-1 203,1 5 1,-2-4 0,-2 3 0,1-1-263,-1 1 1,5-3 351,-1 5 1,6-7-101,-1 2 108,2 3 0,2-5 20,-1 2 275,7-3 0,2-1-53,8 0 95,-3 0 1,10 0 0,-4-1 0,1-2 94,0-1 0,0 0 1,5 4-1,-1-2 58,0-2 1,1 3-75,-1-3 0,0 1 1,1 0-1,-1-1 87,0 2 0,-1-1-133,-3-1 1,7 2 0,-2-2 0,0 2-356,1-3 0,-2 3 84,1-6 1,-1 5-1,0-3 1,0 2-87,1 0 1,-1-4 170,0 4 1,-3 0 628,-1 4 371,-5 0-461,2 0 1,-5 1-305,0 3 0,-4 3 1,-2 5-1,1 1 119,0-1 0,-4 4-36,5 1 1,-4 5 0,3-2 0,-1 3 131,1 2 0,-1 0-283,2-1 1,1 1-1,-4-1 1,1 1-33,-1 0 1,3-5-100,-5 1 0,5-5 0,-2 3 0,0-1-124,3-3 0,2-5-365,1-2-146,-6-5-11,5 7-149,-4-8-1209,5 3-265,0-5 1,0-1-3948,0-3 6216,0 2 0,5-8 0,2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1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7654 6412 7809,'-12'0'1373,"0"0"1,0 0 0,1-2 112,2-2 0,5 3 0,8-3 1,6 2-1,4 2 139,2 0 0,6 0-780,-2 0-694,4 0 1,2 0 0,1 0-1,2 0 1,-2 0 0,-1 0 0,-1-1-631,-1-3 1,1 2 0,0-3-1,-2 1-1026,-3 0 0,-2-4 1,-6 3-1,-1 1-1115,-3-1 0,-3 5 0,-10 0 2620,-3 7 0,-46 20 0,20-11 0,1 1 0</inkml:trace>
  <inkml:trace contextRef="#ctx0" brushRef="#br0" timeOffset="1">7691 6645 7858,'-12'6'1063,"0"2"1522,-1-3-1778,7 6 312,0-9 0,13 3 0,5-5 0,7-1 0,5-2 1983,0-1-2915,1-6 0,-2 5 0,-1-3 0,-3 4 0,0 2-2044,0 2 0,-2 0 1857,3 0 0,6 0 0,6 0 0</inkml:trace>
  <inkml:trace contextRef="#ctx0" brushRef="#br0" timeOffset="2">9857 4996 7845,'0'-8'1837,"0"0"1,-1 0-399,-3 1 1,1 0 0,-5 4-367,-2-1-993,-6 0 1,-3 5 0,-7 2 0,-2 3 0,-3 1 0,-3 2 0,-5 1 12,1-2 1,-1 3 0,-1-4 0,0 1-79,5 0 1,-1-5-1,7 2 1,1-1-68,-2 0 0,8 5 1,-1-5-1,3 0 180,5 1 0,2-2 0,0 4 0,2 0 193,3 0 0,3-3 1,3 3-1,0-1 249,-2 1 1,-1-3 0,5 4 0,0 2 127,0 1 0,5 1-147,-1 1-407,0-1 0,0 6 0,1 2 0,1 3 1,1 3-1,-1 2 0,3 2 251,-3 1 0,4 2-351,-6 4-78,6 5 1,-5 1-1,5 3 1,-3-2 0,-1 0-45,1 0 1,1-3 142,5 4-235,-1-6 0,-4 8 0,1-6 0,-1-1 0,0-1 60,0 2 1,-5 2-1,1 3 1,-3-1 328,-1 2 0,0-4-132,0 3 0,0-11-27,0 2-39,0-3 1,0-2-1,0-2 1,0-2-1,0 1-1,0-1 1,0-2 0,0-2-1,0 2 258,0 3 1,0-3-154,0 3 1,0-4 306,0 0-377,0 0 0,-1-1 0,-2 1 0,-1 0 0,1-1 3,2 1 1,-3 1 0,0 0 0,1 0-118,2-3 1,1-1 88,0 2 1,0 1-209,0 0 129,0-6 1,0 3-1,0-5 1,0 3-1,0 0-40,0-1 1,0 5-1,1-5 1,2 1-127,1 1 0,1-5 148,-1 5 1,-2-2 271,2 1-182,-3 3 0,-1-5 0,0 4 1,0-3-1,0 0 101,0 1 1,0-5 0,-1 2 0,-2 0 100,-1-1 0,-1 2-153,1-2 1,2-1 50,-2 6-89,-3-6 1,6 7 0,-3-4 0,2 1-1,1 1 12,-3-1 0,3 5 0,-4-4 0,4 3-182,1 2 0,0-4 80,0-1 1,-4 1 196,0 3-130,0-5 0,4 5 1,-2-5-1,0 1 1,-2 1 47,1 1-115,1 1 1,-2 1 0,0 1-1,2 0 1,0 1-168,2 2 1,0-2 199,0 3 1,0 1 0,0-1 0,0 0 67,0 1 0,0-4-43,0 2 0,-1-2 133,-3-1-107,2 0 1,-7 3 0,5 2 0,0 0 0,-1 2-68,1-1 1,-4 2 0,4 4-1,0 0-68,-2 0 0,5 0-84,-3 0 1,-1-3 105,0 3 63,-4-8 1,6 12 0,-4-10 0,2 2 0,1 0 218,-2 1 0,5-3-521,-3 2 328,-3 0 0,6 4 0,-5 1 0,2 2 0,-1 1-82,-2-2 0,0 0 0,-3-1 1,2 2-48,-1 1 0,-1 0 64,2-4 1,-3-2 110,3-2 1,1 3-1,0-5 1,1-1 145,4-5 1,-4-2-98,2-7 0,0 1 267,4-5-223,0 0 0,-4-3 125,0-1 1,0-4-111,4 4 1,0-4-126,0 4 1,1-5-272,3 1 342,-2 3 0,9-4 1,-3 4-1,3 0 0,2-2 139,4 0 0,-1 0 0,9-5 1,5 0-244,4 0 0,7-5 0,0 1 0,4-5 0,-4 1 0,0-3 0,-5-2 0,-5 2 0,-6 3 0,-6-1 0,-7 5 0,-5-1-747,-1 5 0,-6 6 1,-2 2-1,0 4-1118,-3 5 1,-4-4-1,2 4 1,-1-3-4101,0-2 5965,-1-5 0,-14-24 0,-3-10 0</inkml:trace>
  <inkml:trace contextRef="#ctx0" brushRef="#br0" timeOffset="3">10325 5439 7803,'-12'-12'1087,"3"1"0,3 2 0,-1 2 3875,0 1-4464,4 2 1,-2 5 0,6 5 0,3 6 0,4 7 0,5 6 0,2 2 0,1 3 1555,-1 2 1,-1 1-1385,-2 4-719,0-6 0,-3 3 0,-1-5 0,0-2 0,0-1 1,0-2-1,1-3-1213,-3 0 0,4-6 0,-4 1 0,0-2-5832,4-2 7094,1-5 0,1-34 0,0-14 0</inkml:trace>
  <inkml:trace contextRef="#ctx0" brushRef="#br0" timeOffset="4">10288 6867 7847,'0'-12'425,"0"-1"1,0 1-1,0 0 4015,0-1-3557,0 1 1,1 5-1,2 4 1,1 8-1,-1 7 963,-2 7 0,-1 6-1046,0 3-566,0 4 1,-5 6-1,-5 2 1,-3 2 0,-4 2-1,2 1 1,1-1 599,2-3-959,0-8 1,1-3 0,3-7 0,4-3 0,4-5 0,4-5-562,4-6 787,8-8 1,5-3 0,6-5-1,3 0 1,2-1 0,1 1-1,1 0 59,3-1 1,-7 2-1,5 2 1,-3 1 143,-5-2 0,-2 3-69,-5-1-346,3 5 1,-13-4-1,2 5 1,-2-4-233,-3-1 389,-2-1 1,-5 0 0,0-2 0,0-2 0,0-4 119,0-3 1,0 4-1,-1-3 1,-2 1 82,-1 1 0,0 0 518,4 3 230,-6 1-804,5 5 1,-4 0 0,5 10-194,0 7 0,0 14 0,0 5 0,5 5 0,-2 7 0,4 1 0,-1 1 0,0-1 0,-1-2 0,5-2 0,-3-2 0,1-5 0,0-6 0,-4-2 0,4-7 0,-3 2 0,3-1-1640,-5-9 1,7 8-1,-1-9-8191,2 0 9680,-5-2 1,11-26 0,-3-7 0</inkml:trace>
  <inkml:trace contextRef="#ctx0" brushRef="#br0" timeOffset="5">10583 8344 7798,'0'-15'630,"0"2"1,-1 4 0,-2 0 0,-1 1 2230,1-1-2159,2-2 1,-4 3 0,-4 1-1,-2 3 1,-2 5 0,-2 6 984,-2 4 1,-5 7-1366,2 2-262,-9 9 0,2-1 0,-6 8 0,-1 4 0,-3 3 1,-1 7-1,1 3 151,5 3 0,6 1 1,7 5-1,7 0-262,6-1 0,5-6 0,4-6 0,5-8-79,8-7 0,6-2 0,3-6 0,-1-2 135,1-5 0,5-4 38,3-2 83,3-6 1,0 2 0,1-5 0,-1-1 0,-2-3 0,-2-4 0,-1-4 704,0-3 0,-7-2-601,0 1 1,-7-4-1,-1-1 1,-1 2 24,2 2 1,-9-4-301,0 1 1,-1-1 271,-3 5-506,0 0 0,-5-2 0,-2-1 1,-3-1-1,0 1-618,-4 1 0,-1 6 1,-1 1-1,-1 1-121,1 4 1,0 7 941,0 7 1,-2 6-40,-3 7 236,9-1 1,-7 1-1,11 0 1,1-1 0,2 1 436,1 0 1,0-6 0,0-3 0,1-4 739,3-3 1,5-4-1694,7-5 1,-2 0 202,2 0-1354,-2 0 1,-2-4 0,-1-2 1545,-3 0 0,-13-24 0,-9-10 0</inkml:trace>
  <inkml:trace contextRef="#ctx0" brushRef="#br0" timeOffset="6">11051 5033 7840,'-12'-7'295,"-1"-4"1,1 5-1,1-3 1,3 1 1879,4-1-1825,2 3 1,4-3-1,2 5 1,4 1 0,3 1-1,1 2 1,2 0 1365,2 0 0,-1 0-930,6 0-510,0 0 0,4 0 0,4 0 0,5 0 0,6 0 0,5-1 1,4-3 867,5-4-1100,-4 2 0,8-9 0,-8 3 0,-5 0 0,-5 1 0,-10 4 465,-7 1-483,-10 2 1,-9 4 0,-8 0 0,-4 0-1,-3 2 1,-2 0 406,1 2 0,0 6 0,-1-3 0,1 1 350,0 0-983,-1 0 201,1 5 0,5 0 0,3 3 0,1 1 1,1 1-48,-2 0 0,0 4 1,4 0-1,0 5 32,0 6 0,0 2 322,0 2 0,4 4-152,0 0-80,5 6 1,-6 2 0,4 8 0,0 4 0,-2 0-43,1 1 1,2-5 0,-3-1 0,1-1-179,-1-3 1,3-3 80,-3-4 0,-1-1 39,-4-3 1,4-1 0,0 3 0,-1 0 55,-2-4 0,-1 1 177,0 1 1,0-5 134,0 5-230,0-11 0,-4 9 0,0-9 1,1 2-1,2 2-52,1 2 0,0 2 1,0 2-1,0 2-94,0 2 1,0-3-124,0 4 0,-4-6 205,-1 2-35,1-2 1,0-6-1,0-1 0,1 1 1,2 0 587,1 0-347,0-6 1,0 9 0,0-3 0,0 1-1,0-1 47,0-5 0,0 4-346,0 1 0,0-2 0,0 2 1,0 0-227,0-2 0,0 5 112,0-4 1,-4 5 45,0 4 28,0-8 1,4 12-1,0-8 1,0 0 0,0 0-162,0 0 1,0-10-1,0 3 1,0-6 214,0-2 0,1 1 435,3 1 1,-2 0-134,2-4 25,-3 3 0,-1-3 0,0 4 0,0 1 1,0-1-299,0 1 0,4 5 0,0 3 0,-1 2 0,-2 2 0,-1-1 0,0-3 0,0 1 0,0-5 0,0 5 0,2-4 0,0 3 0,3-5 0,-3-3 0,0-4 0,-2 2 0,0-4 0,0 1 0,0 1 0,0-5 0,0 5 0,4-1 0,0 5 0,0 0 0,-4-1 0,0 1 0,1-1 0,2 1 0,1 0 0,0-1 0,-4 1 0,0-2-478,0-2 0,4-2 286,0-3 0,1-1-57,-5 6 173,0-6 0,0 8 0,1-2 1,2 2-1,1 1-108,-1 1 1,-2 0-1,0-2 1,2-1-176,1-2 0,0-1 309,-4 2 0,0-7-58,0-6 81,6-5 188,-5 7 1,5-7-392,-6 5 0,1-3 19,3 3 0,-3 0 0,3 4 1,-2 1-286,-2-1 0,1 0 250,3 0 1,-2 1 317,2-1-16,-3 0 0,-1-3 505,0-1 0,0-4 98,0 4-343,0-5 81,0 2-3112,0-5 1605,0 6 1476,0-5 1,-1 5 0,-2-8 1302,-1-2-1444,0-3 1,2-1-1,-2 1 1,-4 2 23,-3 2 0,3 2-961,0 1 0,0 0 0,-5 0 0,1 1-1130,0 3 1,-1 2 445,1 2 0,-4 1 1396,-1-4 0,-10 4 0,1-2 0</inkml:trace>
  <inkml:trace contextRef="#ctx0" brushRef="#br0" timeOffset="7">19591 14029 12145,'-6'-7'6025,"0"2"-5165,6 5 1,0 1 205,0 3-865,0-2 0,6 3 0,0-4 0,3 2 0,-1 1 0,1-1-55,2-2 1,6-1 0,1 0 0,1 0 22,3 0 1,1-1-61,1-3-154,-4 3 0,3-9 0,-4 5 1,0-1-1,-2 1 0,-4 2 1,0 1-1,-3 1 0,0-2-508,-2-1 0,-4 0-2246,5 4-1304,-7 0 3175,4 0-2917,-6 0 3845,0 0 0,11-16 0,2-5 0</inkml:trace>
  <inkml:trace contextRef="#ctx0" brushRef="#br0" timeOffset="8">22200 12885 8655,'0'-9'2375,"0"1"0,0-1-440,0-2 1,2 0 0,0 1-1255,3 2 1,-1 7-1,-4 1 1,0 6 0,0 5-795,0 2 1,0 0 0,0 2 0,0 3-1,0 0 1,0 0-1121,0-3 0,0 3 1,0-2-1,0-1 1,0-1-4459,0-2 5691,5-5 0,24-18 0,11-10 0</inkml:trace>
  <inkml:trace contextRef="#ctx0" brushRef="#br0" timeOffset="9">23665 12909 7881,'-8'-8'669,"1"0"0,1-2 0,4-1 4049,0-1-4013,2 5 0,2 7 1,0 10-1,2 3 0,-1 4 1,-1-1-510,-2 2 1,1-3 0,2 4 0,1-1 0,-2-3 0,0-1-1033,-2-2 0,1 0 1,3 1-1,5-2 1,1-3 835,3-4 0,37-52 0,-20 17 0,1 0 0</inkml:trace>
  <inkml:trace contextRef="#ctx0" brushRef="#br0" timeOffset="10">25019 12897 7881,'8'-1'643,"0"-2"1,0-3 0,0 1 354,1-1 1,-5 1-1,4 2 1,1-1-240,2 1 0,-2 3 1,-3 4-1,0 5 0,-3 2 1,-2 2-307,-1 4 1,0 0-1,0 5 1,0-3-566,0-1 0,0 3 0,0-5 0,0-1 0,0-1-4946,0-2 5058,0 0 0,16-54 0,5-14 0</inkml:trace>
  <inkml:trace contextRef="#ctx0" brushRef="#br0" timeOffset="11">26778 12885 7808,'0'-13'1190,"2"6"0,0 2 1,3 0-274,-3-4 0,0 11 0,-4 5 0,0 8 0,-4 4 0,1 3-492,-1 1 1,2 1 0,4 0 0,0-2-664,0-2 1,0-4 0,0 4 0,1-3-291,3-2-1058,-2-1 0,9-6 0,-3-1 1586,3-1 0,23-30 0,6-10 0</inkml:trace>
  <inkml:trace contextRef="#ctx0" brushRef="#br0" timeOffset="12">20625 11359 7749,'-5'6'771,"3"1"3086,-2-3-2094,3-2 1,1 2-1020,0-8 0,1 2 1,3-2-1,5 3-743,2 1 1,1 0 0,0 0 0,0 0 0,1 0 0,0 0-842,4 0 247,-4 0 0,5-1 0,-4-2 0,1-1 1,1 0 592,-1-2 0,-6-28 0,-4-13 0</inkml:trace>
  <inkml:trace contextRef="#ctx0" brushRef="#br0" timeOffset="13">20564 10239 7754,'-13'0'4265,"1"0"-3315,5 0 0,2-2 1,6-2-518,3-4 0,2 1 1,3 0-1,-1 2 0,2 1 1,1 0 494,1 0-957,1-6 0,0 9 0,2-3 0,2 2 1,-2 2-1,-2-1 0,0-2 0,-1-1-2247,0 1 1,1 2 0,-1 2 2275,0 3 0,1 3 0</inkml:trace>
  <inkml:trace contextRef="#ctx0" brushRef="#br0" timeOffset="14">20514 8971 7754,'-8'-8'1276,"1"0"1899,2-2-2794,1 5 1,1-1 0,3 6 0,6 0-1,3 0 338,3 0 1,5 0-424,-1 0-306,6 0 1,-7 0 0,6 0 0,-1 0-1,1 0 1,-2-1 0,-1-2-985,-3-1 1,-2-1 0,0 2 0,-1-1 993,0 1 0,-16-4 0,-4 0 0</inkml:trace>
  <inkml:trace contextRef="#ctx0" brushRef="#br0" timeOffset="15">20551 7765 12972,'0'-7'2787,"4"1"-2933,1 1 0,4 4 0,-1-4-1493,3-1 1148,2 5 1,-1-5 0,0 6 0,1-1 0,-1-2-2331,0-1 1377,0 0 1444,1-1 0,10-13 0,3-8 0</inkml:trace>
  <inkml:trace contextRef="#ctx0" brushRef="#br0" timeOffset="16">20354 6682 7787,'-12'0'2067,"0"0"0,6 0-1822,6 0 1,11-1-1,11-2 1,6-2 291,4-2-609,9-1 1,-2-5-1,3 1 1,-2 0-1,-2-1 1,-4 1-1,-1 0-1718,-2 0 1,-9 5-242,-1 3 2031,-12 2 0,-30 2 0,-14 0 0</inkml:trace>
  <inkml:trace contextRef="#ctx0" brushRef="#br0" timeOffset="17">20478 5685 7788,'-7'-5'720,"1"-2"0,2-1 2304,0 0-2741,0 5 0,5-7 0,3 6 0,6 0 0,4 0 0,3 0 0,4 0 1,4 0-1,3 0 486,4 1 1,-5 2-554,2 1-691,2-6 0,-3 5 0,3-3 0,-1 2 0,-3 2 475,-1 0 0,-12 0 0,-3 0 0</inkml:trace>
  <inkml:trace contextRef="#ctx0" brushRef="#br0" timeOffset="18">26409 6510 7788,'-8'4'546,"0"0"791,-2-1-883,5-2 1260,-1-1 716,6 0 1319,0 0-3313,6 0 1,-4 0-106,7 0 1,-5 0 0,3 2-43,-2 2 1,-1 3-1,-4 5-281,0 0 0,-1 1 1,-2-1-372,-1 0 0,-4-4 1,2-1-565,-1-1 611,-1-2 197,1-4 0,-2-6 0,5-2 1,1-3-1,2-1 0,1 0 90,0-1 0,1 5 121,3 0-84,-3 5 1,6-2-40,-3 5 0,-2 5 0,2 3-89,-3 3 0,-5 2 93,0-1 0,-6 0 88,2 0 1,1-5 0,-1-3 241,-1-2 1,2-2-119,-1 0 0,5-7 92,-1-5-124,2-1 1,2-4-1,2 6 1,0 1 119,3 2-88,-1 5-457,1-2 0,-4 6 1,4 3-1,-4 4-363,-1 3 1,0 2-2604,0-1 1551,0-5 1687,0-2 0,22-21 0,5-5 0</inkml:trace>
  <inkml:trace contextRef="#ctx0" brushRef="#br0" timeOffset="19">20625 13008 7842,'8'0'1056,"1"0"-411,-7 0 880,4 0 16,-6 0 404,0 0-1704,0-6-137,0 5 1,0-6 0,-2 4-40,-2-1 1,3-1-206,-3 1 1,1 2-709,-1-2 918,3 3 1,-5-1 684,6-2-95,0 3 0,0-10-385,0 3 0,0 4-1050,0 4 561,0 5 945,0 7 545,-5-5-574,-2-1 0,0-8-153,3-2-784,3 3 0,1-6-979,0 3 1214,0 3 0,11 6 0,2 9 0</inkml:trace>
  <inkml:trace contextRef="#ctx0" brushRef="#br0" timeOffset="20">20588 13020 7447,'7'0'1004,"-1"0"1,-6-1-146,0-4 132,0 4-342,0-4-577,0 5 2650,0 0-2758,5 0 822,-4 0-362,5 0 0,-6-2 0,1 0-198,3-3 1,-2 0-251,2 1 1,-3 1 0,1-4-121,2 2 0,-2-3 0,5 2-573,-1-1 854,-2 5 1,0-9 0,1 4-1,1-1 1,-1-1 0,-1 1-10,2 1 1,-3-2-1,3 3 1,1 1-235,0-1 1,-3-3-54,4 1 0,-1 1 0,3 0 72,-2 1 1,-4-2 187,4 4 1,-4-4 0,3 2 89,-1 0 0,2 2-221,-4-5 1,4 5 128,-4-4-104,6 5 0,-7-4 0,5 3 0,1-4-11,2-3 1,0 3 0,-1 1 0,-3 0 201,-2 1 0,5 1-163,-2-3 0,-1 4 83,1-4-196,-5 5 1,6-4 0,-3 5 0,1-4-93,2-1 1,-2 5-1,0-4 1,0 2 14,0 0 1,-3 0 107,4 4 1,-4-4-9,4 0 71,-5-1 0,8 1 0,-4-1 0,1-1 0,0 0 157,2-1 1,-3 3 0,1-5 188,1 0-319,2-2-18,2-1-30,-1-1 0,-4 5 0,0 0-135,2-2 0,-1-1 0,1 0-75,-2 3 0,-4-3 154,4 3 1,-5 1 294,1-1-126,3 0 1,-4 0 0,4-1-1,0 0 1,-2-2 29,0-1 0,4 3 0,-4 1 0,2-1-89,3-2 0,-4 3-174,3-1 0,-5 2 0,4-1 116,0-3 1,0 6-1,-1-5 1,0 3-1,0 1-61,2-1 0,-2 3 0,1-3 0,1 0 51,-3 0 1,5 3 29,-2-4 1,0 4-18,-1-4 44,3-1 1,-4 1 0,5 0 0,1 0 0,-1 0-22,0-1 0,1 1 0,-1-4 0,2 0-66,2-1 0,-2 1-48,2 0 1,-2-1 0,-2 2-1,0 2 34,1 1 1,-1-1 66,0-3 0,1 0 233,-1-1-198,-5 1 0,4 0 1,-3 0-1,3-1 0,1 1-10,1 0 1,-3-1 0,0 0 0,-2-2-285,2-2 0,1 1 114,1 3 1,0 1 0,1 0-1,-2 0-103,-3-1 1,3 2 314,-3 3 0,3-3 399,1 3-359,-5-3 1,4 0 0,-3 2 0,3 0 0,1 0 316,1-2-430,-1-1 0,0-1 0,2 1 0,1 0 0,1-1 13,0 1 1,1 0-1,0-1 1,-2 1-14,-2 0 0,0-1 274,-1 1 0,0 0 89,1 0-319,-1 5 0,0-4 1,1 3-1,-3-3 0,0-2-166,-2 1 1,0 0 0,5-1 0,-1 1-151,0 0 1,-3 4 200,-1-1 1,-1 1 5,1-4 138,3 0 0,-8-1 0,5 1 1,0 0 390,-1-1-442,4 1 0,-6 0 0,5-1 0,-2 1 0,0 0-225,-1-1 1,4 1 0,-3 0-1,3 1-112,1 3 0,1-3 219,-1 3 0,0-3 232,1-2-61,-1 1 1,-4 4 0,0 0 0,2-2 89,1-1 1,1-1-1,0 1 1,1 1-249,-1 2 0,4 0-389,1-4 1,1-1 189,-2 1 206,-2 0 0,8-1 0,-6 1 1,-1-2-1,-1 1 169,-2 0 1,-1-2 0,-1 7 0,-2-3 135,1-1 1,-2 0-65,1-1 0,-4 1 0,5 0 0,-1-1-414,-1 1 1,4 0 153,-3-1 0,1 1-307,0 0 381,2 0 0,-5-1 1,7 1-1,-2 0 1,-2-1 102,-1 1 1,1 0 0,3-1 0,0 1-173,1 0 0,-1-1 72,0 1 0,5-2-273,-1-2 244,6 2 1,-3-3-1,4 3 1,-1-1 0,-1-3-34,0-1 170,-3 4 0,4-4 0,-5 4 1,-2-2-1,-2 1 611,0-2-593,-1 5 0,0-7 0,2 5 0,1-1 1,1 0-159,-1-2 1,-1 0 75,-2-3 0,1 2 0,-1 4 0,0-1 123,1 1 1,-1-3-150,0 2 1,-4-1 403,1 5-306,-1-6 0,4 4 0,0-2 0,1 1 1,-1 0 142,0-1-322,1-1 0,3 1 1,2-1-1,1 2 1,1 2-108,0 0 1,1 0 418,-4-4-214,5 4 0,-9-5 0,5 4 0,-1-1 0,-1-3 181,-1-1 0,-1 3 0,-1-3 0,2-1-96,2 1 1,-1 3-237,-3-5 1,-1 5 169,0-5-83,1 6 1,-1-4 0,0 4 0,-1-1 0,-1 1 108,-2 1 1,-1 2 0,2 0 0,-1-2 81,2-3 1,1 4 41,1-4 0,1 6-3,-1-1-224,0 3 0,0-9 0,1 5 0,0 1 1,3 0-168,0 0 0,2-2 0,-3-1 0,1-2-31,-1 2 0,0 2 483,2 0 0,-4-3 0,4 0-106,-4-1 1,0 1 0,-1-1 0,-1 2 0,-1 2 133,-2 0 1,0 1 0,4 0-1,1-1-246,-1 1 0,0-2-253,0-2 1,1 5 66,-1-5 93,0 5 0,1-7 1,-1 6-1,0-1 1,1 0 107,-1-4 1,-4 4 0,0-4 0,2 4 61,1 0 0,-3 1-31,0 0 0,0-1 0,5 1 1,-1 0-163,0-1 1,1 1 13,-1 0 0,0 1-137,1 3 166,-1-3 1,0 1 0,2-5 0,1 1 0,1-1 68,-1 2 0,-1-1 0,-2 2 0,1-2 53,-1-2 1,0 2-13,1-2 0,3-2-137,0 1 97,1-5 0,-5 9 0,2-5 0,1 2 0,1-1 87,-1 2 1,-2 2 0,-4 0 0,-2 1 142,-2 0 0,4-1-5,-5 1 1,5 1-138,0 3-139,-4-3 1,5 4-1,-5-5 1,2-1-1,1 1-50,-1 0 1,4 0-1,-3-2 1,3-1-269,1-2 1,1 0 65,-1 0 1,0 4-60,1-4 457,-1-2 1,-1 5 0,-2-2 0,0 4 0,-1 2 128,-1 2 0,4 0 0,-3-5 1,3 1-109,1 0 0,0-1-131,1 1 0,4-2-14,4-2 1,-2 2 0,0-2-1,-1 1-80,-3-2 1,3 4 74,-2-4 1,1 4-1,-5 0 1,0 1 142,0 0 0,-3 0 114,-1-1-196,0 1 1,3 0 0,-1 1-1,-4 1-31,0 2 0,3 0-65,0-5 1,2 1 0,1-2 0,0-1-206,1-1 1,-1-5 21,0 5 0,5-6-52,-1 2 0,4-4 0,-2 1 0,0 1-169,0 2 0,-2 5 647,-3-2 0,-5 4-122,0 0 323,-5 6 1,6-3 0,-5 1-193,-1-2 0,0-1 1,0 0-1,2-1-238,2 1 0,-3 0-305,4 0 0,0-1 170,5 1 1,0 0-1,2-1 1,2 1-229,-2 0 1,-3 4 353,-4-1 1,2 5-1,-5-3 1,1 1 314,-1-1-181,-1 4 256,2-3-271,-5 1 1,9 2-1,-5-5 36,2-1-88,1-2 1,5-2 0,-2 1 0,-2 0-66,-1-1 0,-4 5-78,5 0 1,-3 0 0,4-3-105,-2 3 1,-4-3 293,5 2 0,-7 3-150,2-3 93,3 7 0,-5-9 0,3 3 0,-1-3-9,0-2 0,0 5 0,-2 0 1,0-2-323,3-1 275,4-1 0,-3 0-294,2-1 307,-3 1 0,1 1 0,1 2 0,1 0 0,-1 0 15,-2-2 0,3 3-7,-4 0 35,1-1 1,-1 1 0,1 1 0,1 0 0,0 1-46,1-4 1,1 5 0,3-1 57,-2 1 528,2 3-187,-5-9-273,7 10 1,-5-9 0,0 5 0,2-1-332,1 1 177,-5-5 1,5 9-1,-4-4 1,1 0-88,1 1 1,-5-1-164,4 1 220,-5 2 1,3-4 295,-1 1 1,-4 3 147,3-6 0,2 3-268,-2-3 0,1 5 0,-2-2 1,2 1-40,2 0 0,-3-4-169,4 4 1,-3-5-379,3 5 0,-4-4 0,4 3-212,2-2 1,-4 3 140,3-5 109,-7 7 0,8-5-829,-6 3 1302,0 2 0,-26 2 0,-5 7 0</inkml:trace>
  <inkml:trace contextRef="#ctx0" brushRef="#br0" timeOffset="21">26101 6744 7890,'-12'1'61,"0"2"1,0 1 0,-1 0 716,1 2-264,5-5 1,0 4 0,6-6 0,1-2 0,5-1 761,5 1 1,2-2-846,1 1-151,-1-6 0,4 8 1,1-5-1,-2 0 0,-2 1 1,0 1-1,-1 1 1339,0-2-1521,1 5 1,-1-9-1,2 5 1,1 0-1,1-2 1,0 0 0,2-3 97,3-1-235,2-1 1,-3 0 0,0 1 0,-3 1-1,-2 2 1,-1-2 91,-2 0 289,1 3 0,-6 0 1,-5 4 26,-4-1 1,-1 4-450,-5 4 0,4 6 0,-3-2 0,1 3-129,3 1 1,-2 0 199,1 1 1,-2-1-74,2 0 197,3 1 0,-6 3 0,4 2 0,-1 0 1,2 1 112,0 0 0,-2-3 0,0 5 1,0-1 98,-2-1 1,5 3-210,-3-5 1,3 3-183,1-3 0,0 3 1,0-3-1,0-2-88,0-2 1,0 0 14,0-1 0,0 0-15,0 1 418,5-7 0,-2 0 316,5-6-58,-5 0 1,2-2 291,-5-2-646,0-2-366,0-7 1,0 5 0,0 0-1132,0-2 995,0-1 0,0-1 0,0 0-158,0-1 1,0 1 274,0 0 1,0-1 163,0 1-28,0 0 1,0 0 0,0-1 0,0 1 0,0 0 25,0-1 1,0 0-1,0-2 1,0-2-149,0 2 1,0 0 26,0-1 0,0 2 16,0-2-22,0 2 1,-4 2 0,0-1-1,0 1-328,-2 0 204,5 5 0,-6 1 138,3 6 300,3 0 1,-6 0 1021,3 0-652,2 0-308,-3 0-168,-1 0 0,4 0 1,-6 0-1,-2 2 0,-1 2-239,-1 4 1,-6 3 0,-4 1 0,-4 2-281,-3 2 0,-1-2 102,2 3 0,2-4-159,-3-1 605,3 1 0,3-5 1,2-1-1,5-2 193,2-2 0,3-3-35,3-4 0,2 1-113,6-5 0,2 5 0,1-2 0,2 1-2,2 0 0,-3-2-88,4 2 1,0 1-237,5-5 247,-1 5 1,4-6 0,2 3 0,1 1 0,3-2 47,1 0 1,6 3-48,0-4-1,5 0 0,-7-5 0,5 1 0,-2 1 0,-3 2 38,-1 0 1,-5 2 0,-2-2 233,-1 1 109,-7 5-218,-6-2-90,-5 5 0,-1 5 0,-2 3 1,-2 4-1,-2 4 119,-3 0 1,3 6-1,0-2 0,1 4 216,-1 0 1,3 1-275,-5-1 1,7 0 4,-2-4-276,-3 3 0,5-8 1,-2 5-1,3-3-1776,1-2-42,0-6 1,0 2-1640,0-3 3571,0-3 0,16-16 0,5-9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3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2966 7211 7750,'0'-12'1177,"0"0"1,0 0 1686,0-1 1,-2 1-2071,-2 0 0,3 3 1,-3 4-1,2 4 568,2 6-1223,0 10 0,0 4 1,0 7-1,0 3 1,0 4-1,0 1 0,0 0-50,0-1 1,0-2 0,2 1-1,1-6 1,2-6 0,2-2-99,2-3 0,2-3 1,2-3-1,-1-7 198,0-4 0,2-5 0,1-7 0,1-2-202,-1-5 1,-5-2-1,-2-3 1,0-1-1,-1-3 1,-3-1 244,-2 1 0,-2 2 0,0 3 1,0 0-1,0 2 0,0 3 1325,0 3-1402,0 9 0,-2-2 1,0 9-1,-2 7 1,1 9-1,3 8-154,4 6 1,3 3 0,6 8-1,4 2-187,3 2 1,4 1-1,0 5 1,1 0-202,-1 3 0,-4-6 0,-5 2 1,-6-1 648,-5 0 0,-9 1 0,-9-1 0,-9-3 102,-9-4 1,-3-8-1,-2-4 1,-1-5 143,-3-3 1,1-5-1,-4-8 1,2-3-986,2-4 0,3-1 0,5 0 0,4 0-2567,6 0 0,10-1 3044,8-4 0,35-40 0,-10 15 0,-1 0 0</inkml:trace>
  <inkml:trace contextRef="#ctx0" brushRef="#br0" timeOffset="1">2757 6965 7805,'-9'-1'5800,"3"-3"-770,0-4-4676,2 2 0,4-1 0,3 5 0,4-3 0,6 3 1,5-1-1,5 0 1244,5-1-1680,3 0 0,11-1 1,2-2-1,1-1 1,-1-1-1,-2 1 1,-2 0-1,-3 1 1,-6 2-1017,-6 2 0,-6 2 939,-6 1 1,-7 1 0,-3 2 752,-6 1 1,-3 1-773,-7-1 1,5-2-1,1 3 126,2 1 1,-1-5 0,2 3 199,-4-3 1,1-2 0,-1-2 0,0-2 0,-1-2 0,1-1-1,-1 1 1,-2-8 0,-2 3-1,1-2 1,0 0 0,-2 2-424,-2 0 1,2-1 0,-2 2-1,2 2 1,3 1-3200,3-2 3474,-3 5 0,37 10 0,3 9 0</inkml:trace>
  <inkml:trace contextRef="#ctx0" brushRef="#br0" timeOffset="2">3840 7113 7798,'-20'-5'897,"3"2"0,4-4 1,1 1 165,0 4 1,6 2 0,6 2 0,8 3-569,7-3 0,5 4 0,6-2 1,2-1-266,5-2 1,4-6 0,1-2 0,1-2 143,-4 1-1291,-6 6 1,1-8-1,-5 4 1,-2 1-1,-4 1 917,-7 5 0,-43 27 0,-17 11 0</inkml:trace>
  <inkml:trace contextRef="#ctx0" brushRef="#br0" timeOffset="3">3840 7322 7810,'-7'6'3999,"3"-5"-3238,8 3 0,8-4 0,10-4 0,5-4 1,5-3-1,0 0 132,1 3 1,0-2-894,4 6 0,6-10 0,6-3 0,3 0 0,1-1 0</inkml:trace>
  <inkml:trace contextRef="#ctx0" brushRef="#br0" timeOffset="4">4873 6793 7744,'8'0'603,"1"0"2683,0 0 0,-5-1-2909,-4-3 0,-6 2 0,-10-2 0,-1 3 0,-1 1 0,-1 0-478,0 0 0,-2 4 1,-3 1-1,-1 1 1,2-1-1,1-1-197,1 2 0,6-5 1,-3 5-1,2-2 1313,0 0 1,1 5-169,6 0 0,9-4 0,9-1 0,2-1 0,2 0 1066,4 1-1792,-4 5 0,5-6 1,-6 5-1,1 2 1,-1 1-1,0 1 1,-1 2-1,-1 1 1,-2 3-165,2 1 1,-1 1 0,1 6 0,-2 3 0,0 5 0,0 4-746,1 3 633,-7 6 1,4-3 0,-6 6-1,0 4 1,-2 2 0,0 0 0,-4-2-1,-1 0 1,-1 0-89,1 2 1,-4-4 0,5 0-1,-3-5 1,2-5 0,1 1-3,-1 2 1,3-3 0,-3-1 0,0-3 59,0-1 0,-1 6 0,-4 1 0,1-1 185,3-2 0,-3-2 1,4-4-1,-1-1-93,-1-1 0,5-10 0,-3 1 0,2-5 205,2-4 0,2-1 242,1-2 0,5-5 1,3-3 261,3-3 0,3-1 0,3-1 0,3-2 153,3-1 0,2-6 0,1 1 1,1-5-352,2-2 0,4-1 1,-6 5-1,-2 0-860,-3-1 1,-7 2-1,0 2-3917,-6 1 4359,-3 5 0,-39-57 0,12 26 0,1-1 0</inkml:trace>
  <inkml:trace contextRef="#ctx0" brushRef="#br0" timeOffset="5">5316 7027 7718,'-1'-11'1064,"-2"1"0,-1 2 1273,1-1 0,2 4-1778,1 5 0,0 7 0,0 10 0,0 2-132,0 0 0,1 8 0,2-2 0,3 1-129,0 0 0,-2-1 0,5-1 0,0-1 0,1-2 0,-1-5 360,0-2-486,-1-2 1,4-5 0,2-3 0,1-4 0,1-5 0,-1-8 0,-2-6 0,-4-5 0,-1-5-211,2-4 0,-3-2 0,0-2 0,-2 1 1,-2 3-1,-2 6-894,-1 5 657,0-1 1,4 21 0,2 7 0,1 11 0,2 9-1,2 3 226,1 5 0,1 1 0,-1 0 0,2-2 0,-1-1 0,1-1 187,-3 1 1,-7-3-1,0-3 1,-4-1 0,-5 0-1,-9-2 358,-9-2 0,-3-5 0,-7 0 0,-1-4-448,-2-3 1,1-5-1,2 1 1,4-2-1012,3-2 1,7 0-777,3 0 1,7 1 0,5 3 0,3 4 1738,1 3 0,60 7 0,-22-8 0,-1-1 0</inkml:trace>
  <inkml:trace contextRef="#ctx0" brushRef="#br0" timeOffset="6">5845 7371 7718,'-5'-6'2852,"-2"3"0,0 6 3008,3 5-6025,3 3 0,1 1 0,0 0 1,0 1-1,0-1 0,0 0 0,0 1 1,0-1-1,0 0-3566,0 0 1,0 1 3730,0-1 0,5 6 0,2 1 0</inkml:trace>
  <inkml:trace contextRef="#ctx0" brushRef="#br0" timeOffset="7">5366 8085 8343,'0'-8'4464,"0"0"-3428,0-2 0,0 6 1,0 4-782,0 7 1,0 9-1,0 5 1,1 2-1,2 3 1,1 1 153,-2 2 0,4-2 1,-1-6-1,2-3 1,3-3-1,1-2-178,1-2 0,-4-6 1,0-4-1,2-8 0,1-9 1,1-8-313,1-4 1,-2-2-1,-2-5 1,-2 4-1,-2 2 1,-2 5-1147,-2 2 1,4 9 968,-1 5 0,5 15 0,-1 16 0,3 6 0,2 4 0,-1 4 155,0 2 1,1 7-1,-1-4 1,0 0-1,-1 2 1,-3-2 165,-4 1 1,-4-3-1,-5-8 1,-9-3-1,-9-4 1,-8-5 316,-5-3 0,-1-9 1,0-4-1,0-3 1,3-1-1,4 0-960,5 0 0,10-5 0,3-3 1,8-2-1,8 0-5564,8 2 6144,6 0 0,29-12 0,13-5 0,3-2 0,1 1 0</inkml:trace>
  <inkml:trace contextRef="#ctx0" brushRef="#br0" timeOffset="8">5845 8405 13566,'9'-7'416,"-3"2"1,1 1-1,0-2 25,3-1 0,1 5 0,0-4 1,-2 2-1,-1 0-497,2 1 1,-3 2 0,1 1-416,2 0 0,-5 1 257,-1 3 0,-2-1 1,-2 5-1,-2 2 182,-2 1 1,-3 1-1,-4 0 1,2 1-1,0-1 1,1 2 106,1 2 1,-2-2-1,3 2 1,1-2 0,-1-2 807,4 1-634,0-1 0,4 0 0,2-1 0,4-3 0,3-4 0,1-2 0,1-2 265,-1 0 1,4 0 0,1-2 0,-1 0 0,1-2-1,-1-1-1907,-1 0 1,-1 4 1392,-2-4 0,6-40 0,1-9 0</inkml:trace>
  <inkml:trace contextRef="#ctx0" brushRef="#br0" timeOffset="9">6301 6842 7688,'0'-8'768,"-2"1"1,0 0 873,-2 1 0,-2 3 0,3-3 1181,-1 1-2462,0 3 1,6-3 0,2 6-1,4 2-19,3 1 1,7 0-1,2-4 1,3-1-1,2-2 1,1-2-131,3-2 0,2 3 1,5-4-1,-2-1 0,-3 3 1,-2 1 154,-6 4-210,2 1 1,-12 0-1,3 1 415,-7 4 1,-3-3-1,-8 5 1,-1 0 598,-1 0-1159,0-4 0,4 7 0,-1-1 1,-2 2-1,-1 1 0,1 2 1,2 2-1,1 5 0,0 3-160,0 5 1,0 4-1,0 8 1,0 4-1,0 4 1,0 4-80,0 5 0,5-4 1,4 0-1,0-4 218,-1 0 1,3-1 0,-2-1 0,0-2 155,-1-1 0,3-5 0,-4 2 0,0 1 25,-3 2 0,2-4 0,-2-3 0,-2-4-91,0 1 1,-2 0 0,0 1 0,0-4-70,0-3 1,1 1 0,2-1-1,1-2 24,-1-1 0,-2-2 0,0-3 0,2 0-6,1 1 0,2 1 0,-4 2 0,3-1-120,-3 1 0,1-2 0,0-1 1,1-1-201,-1 0 1,2-1-1,-1-1 1,-1-2 432,-2-1 1,-1-7 52,0-1-426,0-5-1085,0 3 204,0-6 1554,0 5 300,0 2 0,-1 0-286,-3-3 1,1-3-1,-5-1-391,-2 0 0,-1 0 0,-1 0 0,0 0-514,-1 0 1,0 4 0,-2 2 0,-2-1-443,2 1 1,2 2-1,0-3 1,1 1-638,0-1 1,-1-1-1,1-4-800,0 0 1,5-1 2326,3-3 0,13-58 0,-2 22 0,0 0 0</inkml:trace>
  <inkml:trace contextRef="#ctx0" brushRef="#br0" timeOffset="10">8971 6928 7694,'-1'-8'1377,"-2"0"1,-2-2 3142,-2-1-4284,4 5 1,-2 2 0,5 8-1,0 4 1,0 4 0,0 5 0,0 4-1,0 5 1,0 3 422,0-2 1,0 4-1,0-3 1,0 0 413,0-2-936,0-7 1,0 3-1,0-6 1,1-2 0,2-6-1,2-9 1,2-10-177,3-9 0,5-3 0,2 0 1,1 2-1,1 5 0,0 2-346,3 2 0,0 5 0,0 3 0,-1 4 0,-1 4 0,1 6 209,-1 5 0,-5 4 1,2 4-1,-4-1 1,0-3-1,-1-1 1340,0-3-929,0-1 1,1-7 0,-1-3 0,0-6 0,1-6 0,-1-8 0,0-8 328,1-4 1,-7-4 0,0-5-1,-2 0-347,0 1 1,0 4 0,-5 3 0,-3 5-299,-4 3 0,-3-1 1,-2 7-1,1 4-1339,0 6 0,-1 4-2335,1 1 1,5 1 1565,3 3 0,8-3 2189,4 3 0,47-24 0,-21 6 0,-1 1 0</inkml:trace>
  <inkml:trace contextRef="#ctx0" brushRef="#br0" timeOffset="11">8910 6584 7694,'-13'-2'805,"2"-2"1,2-2 1283,1-1 1,6-3-1,4 6-1234,9 1 1,2 2 0,8 0 0,1-2-562,1-1 0,7 0 0,3 2 0,4-1-227,4-1 0,0-4 0,7 3 0,2-1 1,1-1-1,-2 1-305,-4-4 1,-4 3 0,-8 0 0,-6 2-695,-5 2 943,-9 2 1,-9 6 0,-8 3 0,-5 2-1,0 0 1,-1-2 467,2 1 0,4-3 0,-4-2 719,-2-3-1089,-1-6 1,3-2-1,0-5 1,-2-1-1,-1 1 1,-2 0-1,-2-1 1,-3 1 0,-1 0 1,-3 0 1,0-1 0,0 1 0,3 1 0,0 1 0,1 2-1255,0-1-1066,2 3 0,3-3 2209,1 4 0,27 7 0,7 5 0</inkml:trace>
  <inkml:trace contextRef="#ctx0" brushRef="#br0" timeOffset="12">10473 6559 8130,'6'-1'2646,"0"-2"-135,-1-1-1904,-3 0 0,3 3 0,-3-2 0,-1-1 0,-2 1-270,-9 2 0,-2 1-805,-9 0 388,-5 0 1,-7 4 0,-8 1 0,-2 1 0,-1 0 0,1 0 0,2-1-68,0-2 1,4 3 0,6-2-1,2-2 387,6 0 1,4 2 0,7 0 240,-1-1-4,6-2 0,3-1 1,8 0 143,5 0-584,-4 6 0,6-4 0,-3 7 558,3 0-408,-4-3 1,3 0-1,-6-1 1,0 3 413,1 3-521,-3-5 0,5 5 0,-5-2 1,4 0 239,1-1-339,-5 3 0,9-4 1,-4 5-1,0 1 212,-3-1-99,3 0 0,-4 5 1,3 1-1,1 1 1,-1 3 48,-1 1 0,1 7 0,-4 1 0,3 4-42,-3 1 0,0 0-90,-2 9 1,0-1-383,0 1 261,0 3 0,0-6 0,0 2 0,0-6 0,0-3-2,0-1 1,0-3 0,0 2-1,0 0 113,0-2 1,0 5 2,0-3 0,0 4 33,0 4-46,0-3 1,0 4 0,-2-6-1,0-2 1,-3-3 54,3-1 0,0-2 0,2-6 1,0-3-208,0-1 1,0-2 56,0-4 96,0 1-22,0-1 1,0 0 0,0 1 0,0-1 0,0 0-3,0 0 0,0 1 0,0 0 1,0 4 79,0 3 1,0 0-55,0 0 0,-4-4 334,0 5-242,-5-6 0,6 3 1,-4-6-1,0 0 86,0 1-190,5-6 0,-5-1 0,4-2 0,-1 5 80,1 2 1,-2-3 0,1 0 0,-1 2 276,0 1 0,4 1 130,-3 0-60,2 0 234,2 1 0,0-5-228,0 0 1,6-5 0,3 1-1,6-4 114,6-4 0,3-2-527,5-2 1,7-4 63,5 0-493,11-1 0,-7-6 1,9 4-1,-2-1 0,-4-1-3026,-8 0 2480,-2 3 1,-13-9-1,1 2 1,-7-2 972,-5-2 0,-27-32 0,0 24 0,-1 0 0</inkml:trace>
  <inkml:trace contextRef="#ctx0" brushRef="#br0" timeOffset="13">9722 7101 7879,'-8'0'990,"1"-2"1,0 0 2605,0-3-3269,4 1 0,-1 4 0,8 0 1,5 0-1,2 0-215,1 0 1,0 0-328,1 0-432,-1 0 1,0 0-1,0 0 1,1 2 0,-2 2 646,-3 4 0,-14 8 0,-7 4 0</inkml:trace>
  <inkml:trace contextRef="#ctx0" brushRef="#br0" timeOffset="14">9660 7298 7721,'-6'1'4795,"1"3"-3988,4-3 1,2 5 0,5-6-1,5 0-481,4 0 0,7 0 0,-2 0 0,4 0-826,0 0 0,5 0 1,1 0 499,1 0 0,19-22 0,7-5 0</inkml:trace>
  <inkml:trace contextRef="#ctx0" brushRef="#br0" timeOffset="15">10780 6879 7756,'-8'-4'1819,"1"-1"461,2-2-1594,1 4 1,4-1-1,0 8 1,0 6 747,0 5 1,0 5-863,0 9-451,0-3 0,0 9 0,1-2 1,2 1-1,2-1 0,2-4 1,3-3-35,1-1 0,1-10 1,2-5-1,1-4 81,1-7 1,6-10 0,-2-11 0,4-7-537,0-8 228,1 6 0,-2-9 0,-2 11 0,-4 3 0,0 4 0,-1 6-425,-1 2 1,-2 13 0,-4 6-1,-2 8-58,-2 3 1,4 5 560,-5-5 216,0 1 1,0-5 0,1-1 0,2-3 0,1-5 0,1-7 1308,-1-9 0,-4-6-795,4-10 1,-5-2 58,1-6-657,-3 0 0,-2 0 1,-3 0-1,-4 2 1,-3 2-1351,-2 4 0,1 9-1269,0 3 1,1 10 1117,3 7 1431,2 11 0,44 47 0,-14-22 0,0 0 0</inkml:trace>
  <inkml:trace contextRef="#ctx0" brushRef="#br0" timeOffset="16">11482 6879 7781,'-4'-8'1330,"-1"0"1850,1 5-2249,4-2-386,0 10 1,0 2-1,0 7 1,-1 2 0,-2 4-1,-1 2 1,1 0-972,2-1 1,1-1-277,0 5-611,0-6 1,1 3-1,2-6 1,1-1 1312,-1-1 0,-2-2 0,-1 1 0</inkml:trace>
  <inkml:trace contextRef="#ctx0" brushRef="#br0" timeOffset="17">10731 7790 7769,'-7'-12'1428,"3"-1"1,3 1 1893,1 0-2970,0-1 1,0 5-1,1 1 1,2 5-1,2 6 1,1 8-1,1 6 612,-1 4 1,-3 1-648,1 1-179,3 7 1,-6-1 0,4 2 0,-4-1 0,0-4 0,2-1 0,1-4 420,-1-3-505,-2-3 0,5-5 0,1-4 0,2-8 1,2-10-1,4-8 0,3-6 0,4-2-329,1-2 1,2-3-1,-1 8 1,-1 5-129,-2 4 0,1 8 0,-4 3 1,-1 5-50,1 7 1,-3 2-1,-5 9 1,-3 0 431,-2 0 1,1-4 42,-2 2 721,-3-4 0,5-8 0,-6-10 0,0-10 795,0-6 1,-5-10-1322,1-1 1,-5-9 0,2-5 0,-1 0-171,-1 1 0,3 4-1241,-3 8 1,0 4 274,5 9-966,0 2 0,4 13 1,1 6-1,3 8 1884,4 7 0,14 22 0,4 1 0</inkml:trace>
  <inkml:trace contextRef="#ctx0" brushRef="#br0" timeOffset="18">11297 7962 7768,'-8'0'4391,"0"0"-3717,5 0 0,-1-5 0,9-4-57,8-1 1,-1-3-233,4 1-313,3 0 1,1-1 0,4 1-1,1 1 1,-2 1 0,-1 4-1,-3 0-251,-1 3 1,-6 2 12,-4 1 23,-5 11 0,3-1 0,-8 10 0,-2 2 0,-4 1 0,-3 2 0,-1 1-799,-1 3 923,1-4 1,0 6 0,1-7-1,3-1 1,4-1 0,2-3 0,2-1 739,0-3 1,6-2 0,2-5-1,3-4 676,1-3 1,6-1-381,2 0-1172,4-5 0,-1-2 1,-1-7-1,-3-1 0,0-3-1240,0-1 0,-4 4 1,2-3 1394,-4 1 0,0-24 0,-1-11 0</inkml:trace>
  <inkml:trace contextRef="#ctx0" brushRef="#br0" timeOffset="19">11789 6547 7745,'-16'1'119,"0"2"0,0 1 1,3-1-1,1-2 2821,-1-1-2104,6 0 1,-1-4 0,8 0 0,6 3 0,5 3 726,5 7 1,3-3-937,6 3-478,-1-1 1,6 0 0,3-1 0,3-2 0,1-2 0,0-2 0,0-2 508,-1-3-687,-4-3 1,2-9-1,-4-1 1,-1 1 0,-2-1-1,-5 1 1,-3 1-1,-5 1 1,-3 3-953,-3 3 941,-5-3 1,-2 11 472,-5 0-276,-5 0 1,6 10 0,-4-5-1,0 2 1,0 3 240,-2 1 0,3 1-121,2 0-250,-3 1 0,6 0 0,-3 4 0,1 3 0,0 5-86,-1 4 1,-1 2 0,2 7 0,-1 2-112,1 1 1,-2 5 322,1 0 0,-2 7-1264,2 4 1186,3-2 0,-5 4 1,6-6-1,0-1 1,0-1 20,0-2 1,0-5-1,0-5 1,2-5-95,2-5 0,-2-3-50,7-1 1,-7-1 64,2 1-56,3 0 0,-5 1 0,2 2 0,-3 4 0,-1 1-98,0-1 1,0 1 0,0 3 0,0-2 812,0-1 1,0-6-778,0 2 1,0-5-340,0-3 410,0-3 1,0-2 0,0 1 0,0-2-1,0-2 62,0 0 1,0 0-1,0 2 1,0 2 141,0-2 1,0 3-124,0-2 0,0 4 54,0-3-59,0-1 0,0-3 0,0-1 0,0 0 0,2 0 224,2 1-84,-3-6 1,4-1 195,-5-1 0,2-4-444,2 3 0,-3-1-503,3 1 399,-2-3-16,-2 5 1,0-5 0,0 3-197,0 4 667,0-2 441,0-1-702,0-5 1,0-1 0,-2-2-1,0-2-181,-2-2 1,-6 4-301,2-1 1,0 3-410,-5 1 671,4 0 0,-10 1 0,2 3 0,-2 4 0,-2 3-70,1 2 1,1-1 0,-2 0 0,5-1-269,2-3 1,2 2-835,0-6 338,5 6 0,3-10 0,8 1 1025,4-4 0,14-32 0,5-16 0,3 0 0,0 0 0</inkml:trace>
  <inkml:trace contextRef="#ctx0" brushRef="#br0" timeOffset="20">13758 7162 7719,'-8'-4'866,"1"-1"1,2-2 2369,2-3-2758,2 5 1,2-1-1,3 6 1,4 2-1,3 0 1583,2 2-1905,4 1 1,-2-1 0,5 0-1,-1-1 1,0-2 0,3-1-1,1 0-213,2 0 0,3-1 0,1-4 1,-2-1-912,-1-1 1,-6-3 0,-4 6-1,-2 1-383,-2 2 0,-5 2 0,-5 3 234,-4 5 1,-6 6 1116,-9 1 0,-13 3 0,-8 0 0,-5 1 0,0 0 0</inkml:trace>
  <inkml:trace contextRef="#ctx0" brushRef="#br0" timeOffset="21">13746 7445 7719,'-7'7'0,"2"0"1974,5-3 0,1-3-209,3 3-1159,3-2 0,11-2 1,4 0-1,4 0 1,5 0-1,3 0 1,5-2-1249,-1-2 0,4 3-2232,-1-3 2874,0 3 0,2-5 0,0-1 0</inkml:trace>
  <inkml:trace contextRef="#ctx0" brushRef="#br0" timeOffset="22">14915 6793 7953,'-4'-8'3467,"0"0"-2002,-6 5-605,9-3-621,-4 6 0,5 2 0,0 2 0,0 5 0,0 5 0,1 4 0,2 1 275,1 3 1,5 1-1,-2 2 1,1-1-318,1 1 0,-1-4 1,5-2-1,2 0-107,2 0 1,1-8 0,-2 0 0,5-4-100,2-5 0,3-7 0,1-7 0,2-8-176,-2-3 0,-2-7 1,-3-3-1,-3-2-237,-1-2 415,-2 0 0,-9 1 1,-3 2-1,-3 3 0,-1 1 1,-1 4-1,-3 4 545,-4 5 1,1 5 0,-1 4-20,-2 4 1,0 13-658,2 8 148,3 5 1,5 8-1,0 3 1,1 2-1,3 2-100,4 0 1,5 1-1,2 2 1,3 2-223,1 2 1,1 1 208,5 4 0,-6-4 0,-3-1 0,-3 0 144,-5 0 1,-3-9 131,-5 2 1,-11-4-1,-6 0 1,-11-4 18,-9-3 1,-1-3-126,-7-3 0,-6-7 0,-6-9 0,-3-3-409,-2-1 1,12-1 152,5-3 1,16-3-1851,8-6 1261,12 7 0,1-5 0,8 4 1,6-1 777,8-1 0,27-15 0,11-9 0</inkml:trace>
  <inkml:trace contextRef="#ctx0" brushRef="#br0" timeOffset="23">14792 6362 7772,'-8'0'105,"0"0"0,-1-1 1292,3-3 1,0 1-1,6-5 207,0-2 1,6 5-834,2 1-522,3 2 0,5 2 1,2 0-1,1 0 1,3 0-1,1 0 1,3 2 60,3 2 0,-2-3 0,6 3 1,0-2-402,-2-2 1,4 0 0,-5 0 0,0 0-617,0 0 1,-3 0 149,-6 0 39,-4 0 1,-7 0 52,-6 0 1070,-11 0-453,-6 0 0,-9-2 0,5 0 0,1-3 0,-1 1 0,1 0 0,0-1 335,-2-2 1,0-1-653,-2-5 81,-4 1 0,5-4 1,-5-2-1,0 0 1,2-1-188,2 0 1,1 4 46,-2-2 1,4 5 0,4 4-1274,1 4-26,5 2 1,3 8 187,8 2 1335,8 3 0,18 7 0,9 4 0,4 1 0,0 0 0</inkml:trace>
  <inkml:trace contextRef="#ctx0" brushRef="#br0" timeOffset="24">15826 6645 7754,'-2'-12'528,"0"0"1,-4 1 3211,-1 3-3374,5 2 0,-4 7 0,5 5 1,-2 5-1,-1 7 0,1 5 0,2 6 1,1 2-1,0 3 559,0 5 0,0-7-871,0 5-125,5-8 1,-3 1 0,2-5-1,-3-1 1,-1 0 0,0-4-4104,0-4 2671,0-7 0,0-11 0,0-9 1503,0-4 0,-5-34 0,-2-4 0</inkml:trace>
  <inkml:trace contextRef="#ctx0" brushRef="#br0" timeOffset="25">15678 6830 8133,'1'-11'1218,"4"3"0,-3 2 337,7 6 0,-1 0 448,4 0-1893,6 0 1,-3 0 0,5 0 0,2 0 0,3 0-1,2 0 1,2 0-2055,-2 0 1,3 0 1510,-1 0-2864,5 0 3297,-8-5 0,4-13 0,-5-8 0</inkml:trace>
  <inkml:trace contextRef="#ctx0" brushRef="#br0" timeOffset="26">16269 6719 7746,'0'-8'555,"0"0"463,0-2 0,-2 5 0,0-1 675,-2 1 440,-1 3-1666,5-3 0,0 10 0,0 4 1,0 3-100,0 4 0,0 1 0,0 6 0,0 3-49,0 0 1,0 0 0,0-3 0,2-1-156,2-1 0,-1-6 1,5 1-1,1-4-27,2-3 0,2-4 0,0-6 0,4-5-63,3-6 0,-1-6 0,2-7 0,1 2-339,1 3 0,-4 2 0,-2 7 0,-4 3-219,0 4 0,-2 5 130,-3 7 354,3 0 0,-9 12 1,5-5-1,0 2 1,0 1 128,3 0 1,-4-3-1,3-7 1,1-4 252,6-2 0,-3-8-205,4-2 0,0-8-31,0-5-105,-6-8 1,-6 2 0,-5-6 0,-1 0 0,-3 2-19,-4 2 1,-9 5 0,-3 3 0,-4 6-677,0 6 1,3 3-276,1 6 0,5 0-2325,-2 0 984,9 0 0,-1 6 2269,4 2 0,23-19 0,10-4 0</inkml:trace>
  <inkml:trace contextRef="#ctx0" brushRef="#br0" timeOffset="27">16097 6436 7746,'5'7'1711,"-4"-2"0,6-5-1110,-3 0 1,3 0-1,5 0 1,1 0-1,0-1 1,4-2 957,3-1 0,4-1-696,0 1-793,6 2 0,0-5 0,5 5 0,-3-2 0,1 0 0,0-1 0,-2 1-225,0 2 1,-3-4 0,-3 2 0,-2 1-1,-2 2 1,-5 1-1088,-2 0 1130,-7 0 1,-2-1-1,-6-2 284,-3-1 0,-3-2 1,-6 4-68,1-3 1,0-4 0,-1 2 0,1-1 109,0 0 0,-2-1 0,-1-3 0,-3 0 41,-1-1 1,4 3 0,-1 0 0,2 2-133,2-2 0,-1-1 0,1 0 1,1 2-1262,3 1 0,-2 3-3904,6-3 5041,0 5 0,28-17 0,18-9 0,-1 2 0,0 0 0</inkml:trace>
  <inkml:trace contextRef="#ctx0" brushRef="#br0" timeOffset="28">17438 6916 8537,'0'-8'1678,"3"1"0,3 2-213,7 2-1626,7-4 0,-1 4 0,6-4 0,1 1 0,1 0 0,2 1 161,-2 2 0,-39-4 0,-11 0 0</inkml:trace>
  <inkml:trace contextRef="#ctx0" brushRef="#br0" timeOffset="29">17389 7027 7737,'-6'12'0,"5"0"0,-3 1 823,2-6 0,4 2 1,2-5-1,4-1 0,4-2 1,5-1-1,3-1 1700,4-3-2465,6 3 0,-2-9 1,9 4-59,6 0 0,-6-14 0,8-9 0,1-2 0,5-2 0,-1-1 0,1 0 0</inkml:trace>
  <inkml:trace contextRef="#ctx0" brushRef="#br0" timeOffset="30">18656 6436 7754,'-12'0'1145,"0"0"1420,-1 0-2399,1 0 1,4 0 0,-2 0 0,-3 0 0,-7 2 0,-4 2 0,-5 5 0,-5 5 0,-6 2 354,-5-1 0,-3-1-206,-1-2-262,0 1 1,5-7 0,4-1 0,6-4-1,5-1 1,6-1-140,7-4 0,5 3 280,11-7 1,1 7 388,3-2 0,-1 2-129,5 2 1,-4 2-1,3 2 168,-1 4 0,2 3-195,-4 1-312,0 6 0,2-3 0,0 6 0,3-1 1,-3 1 504,0-1-542,4 1 1,-5 3 0,5 2-1,-4 2 1,1 0 79,0 0 1,-3 2-1,3 0 1,-2 1-231,-2 3 1,3-2 54,-2 1 0,1-1-85,-1 5 124,-2 0 0,7 0 1,-5 0-1,0 0 1,1-1 46,-1-4 1,0 4 0,-3-5-1,2 2-91,1 0 0,0-6-27,-4 2 1,0 1-177,0-1 199,0 5 1,0-8-1,0 4 1,0-1-1,0 1-61,0 1 0,0-3 0,0 0 1,0-2 122,0-1 0,0 0 57,0-1 0,0-3 362,0-1-417,0 1 1,-1 3-1,-3 2 1,-3 2-1,0 0-139,3 0 0,-2-2 1,1 0-1,-1 1 63,1 2 0,0 0 58,0-5 1,4 1-220,-3-1 144,3 1 1,-1 4 0,-1-1 0,-1 0 0,2-2-6,0-2 1,-2 2 0,-1 2 0,-1 0-85,1 0 1,-3-2-75,3-2 1,0 1 473,1 0-225,3-1 0,-9-1 0,6-1 0,1-1 0,2 1-29,1 1 0,0 0 26,0-2-2,0 2 0,0-8 1,0 5-1,0 2 1,0 0 215,0-1-202,0 2 0,0-5 0,0 4 0,0-2 0,0 1-74,0-2 1,0 0-1,0-4 1,0 1 73,0-1 0,-2-1-59,-2-2 0,3 1 0,-3-1 0,2 0 54,2 1 1,0 3-84,0 0 1,-4 6 54,0-1-52,0 2 1,3 4 0,-2-1 0,-1-2 0,1-2 39,2-3 1,-3 3 0,-2-6 0,1-1 1,-1-1 0,1-3-11,1-3 1,2-1 18,-2-3-25,3-3 0,-3 10 0,-2-4 0,1 1-126,-1 0 124,-3 1 0,6 3 1,-4 0-1,0 0 428,1 1 712,3-6 614,-3-2-1122,6-5 1160,0 0-1739,6-5 0,1 3 107,5-2 0,0-1 0,2 1 0,2 1 109,5 1 1,3-3-183,5-3 0,-1 1 168,4-1-778,1 0 0,4-1 0,0 1 0,-1 0 1,-4 0-807,-3 0 618,-8 5 0,-4-3 1,-4 6-1,-2-1-5086,-3-3 5819,-3 2 0,-27-19 0,-5 0 0</inkml:trace>
  <inkml:trace contextRef="#ctx0" brushRef="#br0" timeOffset="31">18607 7002 8843,'-1'-7'4616,"-2"5"-4090,-1 4 0,0 5 0,4 7 1,0 1 8,0 1-405,0 6 0,0-7 0,0 4 0,0 1 0,0-3 0,1 1 0,2-3 325,1-1 0,1-2 0,-1-1-48,5-3 1,2-2 0,1-8-304,0-2 1,1-4-1,-1-8 1,0-6-3,0-6 0,1-2 0,-1-4 0,0 3-64,1 1 1,-2 1 0,-2 6 0,-2 2 19,-2 5 0,4 6 0,-4 3-220,2 2 1,0 8-109,1 9 227,3 6 1,-4 8 0,5 2 0,0 4 0,1 2-1,-1 2 1,0 2-297,1 0 0,-7 2 292,-1 1 0,-4-4 0,-4 1 1,-5-5-51,-8-3 1,-8-5 513,-4-5 1,-4-5 226,-5 1 1,-4-7 0,0-5 0,2-3 25,0-1 1,5 0-811,5 0 1,2-4-2063,11 0 1,-1 0-500,5 4 1,6 4 227,6 0 2473,6 0 0,39-20 0,8-5 0</inkml:trace>
  <inkml:trace contextRef="#ctx0" brushRef="#br0" timeOffset="32">19050 7236 9442,'0'-5'2476,"0"5"1,0 6 386,0 5-2745,0 2 0,-1 0 1,-2 2-1,-1 2 0,1-2 1,2 0-1,-1 0 0,0 1-2467,-3-1 0,1-1-594,4-2 2943,0-5 0,22-45 0,6-17 0</inkml:trace>
  <inkml:trace contextRef="#ctx0" brushRef="#br0" timeOffset="33">19505 6941 7767,'0'-13'794,"2"2"1,0 2 1362,3 1 1,0 6-532,-1 2-1334,-3 6 1,5 7-1,-6 4 1,0 3 0,0 5-1,0 2 1,0 3 100,0 2 0,0-5 1,0 2-1,1-3-724,3-1 0,-2-2 0,2-3 0,-3-3-810,-1-4 1,0-4 0,-1-3-1809,-3 0 2949,2-2 0,-30-53 0,15 18 0,-1 0 0</inkml:trace>
  <inkml:trace contextRef="#ctx0" brushRef="#br0" timeOffset="34">19382 7064 7763,'-7'-13'4607,"2"5"-3483,5 0 0,5 5 0,5-1 0,4 3-7,2 1 1,6-4-525,-2 0-1296,-2 0 0,5 4 0,-3 0 0,-1 1 0,-1 2 0,-2 2 703,0 2 0,17 1 0,0 4 0</inkml:trace>
  <inkml:trace contextRef="#ctx0" brushRef="#br0" timeOffset="35">19899 6916 7763,'-7'-5'2567,"2"2"-23,5-5-1906,0-1 1,1 3-1,3 0 1,4 2 427,3 0 0,0 1-749,-2 7-228,-4-2 0,-5 10 1,0-1-1,0 5 1,0 2-1,0 1 1,0 0-1,0 3 1,-1 2-104,-3 0 0,2-1 1,-2-1-1,3-3 81,1-1 1,0-6 0,1-5 143,3-1 0,3-3 0,5-8 0,1-4-65,-1-6 1,2 1-15,2-2-268,-2 2 1,3 2-1,-3 1 1,1 1-1,2 3 1,-2 2-1132,-2 2 1080,0 7 1,-1 3 64,0 5 1,-4-1 185,1-2 0,-5-4 14,4-5 139,-5-5 0,6-2 0,-3-7 0,-1-2 1,1-5 479,-4-2 1,4-6 0,-2 0 0,-1 2 353,-2 1 1,-5 3-1081,0 2 0,-6 5-1355,2 8-429,3-3 0,-6 9 0,4 0-363,0 4 1,2 1 0,6 4 2175,3-1 0,14 20 0,8 1 0</inkml:trace>
  <inkml:trace contextRef="#ctx0" brushRef="#br0" timeOffset="36">20478 7051 7744,'4'-8'2776,"0"0"-1363,0 5 0,-3-2-39,3 5-1055,-2 5 0,3 2 0,-5 5 0,0 1 0,0-1-155,0 0-415,0 1 0,4-1 0,0 0 0,-1 1 0,-2-1 0,-1 0 0,0 1 251,0-1 0,-10-5 0,-4-2 0</inkml:trace>
  <inkml:trace contextRef="#ctx0" brushRef="#br0" timeOffset="37">18644 8651 7703,'-6'-11'1193,"0"2"0,-3 2 3826,1 1-4416,5 2-481,-2 4 1,5 2 0,0 3-1,0 6 1,0 6 0,0 2-1,0 3 471,0 1 0,1 1-95,3 1-286,-2 0 0,7-6 1,-3-1-1,1-2 0,2-1 1,2-4 44,2-6 1,-3-5 0,0-4-1,-2-5-232,2-6 0,1-9 0,1-6 0,-1 0-106,-3 0 0,2 1-133,-6 5 223,0-1 1,0 2 0,0 3-1,0 4-92,2 7 0,1 5 113,5 8-200,0 8 1,0 9-1,2 7 1,1 7 0,2 4-367,-2 6 1,1 1 0,-2 1 0,-5 4-167,-2 0 0,-3-1 809,-4-1 0,-11-5-293,-5-3 338,-11-3 0,-9-2 0,-5-3 0,0-6 0,0-6 217,0-9 1,0-5 0,5-9 0,5-2 153,6-4 0,6-3-1664,7-1 0,5 4 194,3-1-965,3 7 0,6-9 0,5 3 1912,5-3 0,13-12 0,7-5 0,4-2 0,1 0 0</inkml:trace>
  <inkml:trace contextRef="#ctx0" brushRef="#br0" timeOffset="38">19075 8922 15136,'8'-5'346,"0"-4"0,2-2 0,1 0 232,1 3-733,0-3 1,0 9 0,1-5-1,-1 1 1,0 4 0,-1 2 0,-2 5-1,-5 6-1022,-3 4 0,-2 7 814,-3-2 363,-3 9 0,-6-3 0,1 3 0,1-3 0,2-2 1,0 0-1,1-4 0,1-3 0,3-4 902,3 0 1,2-3 0,3-1-660,5-5 1,3-3-1,3-2 1,3-3-872,1-5 1,1-3 0,5-3-1,0-3-2013,-1-1 1,1-1 2640,-1-5 0,6-16 0,2-4 0</inkml:trace>
  <inkml:trace contextRef="#ctx0" brushRef="#br0" timeOffset="39">19591 8565 8407,'-6'14'2434,"2"1"-1252,2 1 0,2 6-501,0-1-509,0 7 1,0 5-1,0 7 1,2 1-1,0 0 471,2 1-825,0-9 1,-4 5 0,0-13-1,0-6 1,0-4-1294,0-3 0,0-10 0,0-6 1475,0-6 0,-10-19 0,-4-3 0</inkml:trace>
  <inkml:trace contextRef="#ctx0" brushRef="#br0" timeOffset="40">19481 8885 7682,'1'-8'3165,"3"0"1,-1 4-2078,5-5 1,0 5-391,5-4-1398,-1 5 1,2-4-1,2 5 1,5-4-1,0 1 1,1-1 699,-1 4 0,27-11 0,10 0 0</inkml:trace>
  <inkml:trace contextRef="#ctx0" brushRef="#br0" timeOffset="41">19875 8725 9927,'5'-7'7366,"-4"2"-7192,5 5 1,-6 1 0,1 3-152,3 4 1,-2 9 0,2 3 0,-3 4-33,-1 0 1,0 1-145,0-1 116,0 1 1,0-2 0,0-2-1,0-5 1,1-3 0,2-4-1,3-2 10,1-2 0,-3-6 1,4-7-1,1-3-99,2-1 1,2-1 0,0 1 0,2 1-319,2 3 1,-1 2 0,-4 6 0,1 0 12,-1 0 1,0 2 0,1 2 457,-1 4 1,-4-2 327,0-2 1,-3-3 656,3-1-680,-6-5 0,4-8 1,-6-9-1,0-5 0,0-6 1587,0-2-1715,0-2 0,0 0 0,-1 1-545,-4 3 1,0 3-1589,-3 6 1,-3 6-2762,3 6 4690,2 5 0,6 23 0,7 5 0</inkml:trace>
  <inkml:trace contextRef="#ctx0" brushRef="#br0" timeOffset="42">20231 8897 7662,'11'-1'548,"-1"-2"1,-2-2 455,2-2 0,1-1-347,1-5-577,6 7 0,-1-5 0,5 2 1,-1 0-1,-1 1-24,0 4 122,3 2 0,-10 2 1,2 2-1,-5 2 1,-6 4 392,-2 3 0,-7 7 0,0 2 0,-2 3-351,-2 2 1,-1 0 0,2-1 0,4 1-217,2-1 0,2 0 7,0-4 186,0-2 1,2-6 0,2-1 0,5-3 0,5-3 0,2-5 603,-1-5 0,-1-1-1498,-2-7 575,1 1 0,-1-4 0,0-1-2610,1 2 0,-1 0 2732,0-1 0,-2-38 0,-2-15 0,-2 17 0,1 1 0,-1-1 0</inkml:trace>
  <inkml:trace contextRef="#ctx0" brushRef="#br0" timeOffset="43">20736 6522 7669,'-8'0'399,"0"-1"0,-2-2 0,-1-2 2881,-1-2-2689,5 4 1,-3-4 0,8 5 0,3-1 66,6 4 1,5-1-357,5 4-158,2-2 0,5 2 0,1 0 1,1-1-1,3-2 0,2-1 1,0 0 199,-2 0 0,1 0 0,-1 0 1,-2 0-78,-1 0 0,-7 0 1,-2 0-1,-5-1 469,-4-3-551,3 2 47,-9-3-415,3 5 0,-6 0 1,-3 0 106,-5 0 0,4 1 156,1 3 0,-2-1 0,2 5 0,0 2 122,-1 1 0,3 1-145,-2 0 0,2 6 136,-3 2-223,4 4 1,-4 4 0,5 3-1,0 0 1,1 5-162,3 3 260,-3-1 0,10 9 0,-4-5 0,1 2 0,-1 3 304,-1 0-293,3 3 1,-7-1 0,2-1-1,-3-2 1,-1-2 72,0-2 0,0-1-96,0-4 0,0-1 0,0-2 0,0-1-135,0 1 1,0 3-67,0 4 0,0 1 79,0 4 38,0-4 0,-1-1 1,-2 0-1,-1-1 1,0-3 31,-2-5 1,4 0-10,-7-3 62,7-9 1,-4 11 0,6-10 0,0-2 0,0-1-3,0-2 1,0 6 0,0-3 0,0 2 40,0-1 1,0 1-426,0 3 1,0 1 51,0 0 206,0-1 1,0-3-1,-1-1 1,-2 2-1,-2 1 204,-2 2 1,4-6-1,-2-2 1,1-4 183,-1 0 1,-3 0-269,4 4 0,-1-4-21,1 4 0,2-4 1,-2 0-1,3 0-124,1 4 1,-4-4-68,-1 4 0,1-3 142,4-2-54,0 0 0,0 0 0,-1 2 1,-2 1-1,-1 3 25,1 1 0,1-2 0,-1 2 0,-1 0 30,1 0 0,0 1-97,-1 5 0,3-4 113,-3-1-7,2-5 0,2 3 0,-1-6 1,-2 1-23,-1-1 0,0 0 0,3 0-408,-3 1 289,2-1 170,-3 0 1,5 1-1,-2-2 1,0-2 429,-2-1-481,0 1 0,4 3-289,0 0 0,0-4 188,0 1-410,0-7 1,0 5-6,0-3 698,0 3 0,0 1 370,0 1-326,-6-7 1,5 5 650,-3-3 196,2-2-188,2 3-316,0-5 1,0-1-674,0-3-392,-5 2-547,-2-3 851,-5 5 0,-2 1 1,-1 2-1,-1 2 0,-1 2-375,-1 3 1,5 1 0,-5 1 0,1-1-868,1-3 1,4 3-1750,4-3 3215,-1-2 0,13-17 0,5-10 0</inkml:trace>
  <inkml:trace contextRef="#ctx0" brushRef="#br0" timeOffset="44">22188 15518 7336,'-7'6'-195,"0"-5"25,3 3 481,3-3 0,-9 1 159,6 2-246,0-3-547,-1 5 0,2-2 323,-5 0 0,5 0 0,-2-4 0</inkml:trace>
  <inkml:trace contextRef="#ctx0" brushRef="#br0" timeOffset="45">22114 15567 7850,'-5'9'-1284,"-3"-1"1962,-3 1 0,-2-3 75,1-2 0,0-3-283,-1-1 0,2-1 0,2-2 0,2-2 612,2-2 0,-4 3-284,5-4 1,0 3 80,4-3 0,0 4-532,0-4 1,2 5 0,2-1-118,4 3 1,-1 1 0,0-2 0,-1 0 197,1-2 1,-3-1 0,5 4-82,0-3 0,2 3 0,0-5 1,-1 2 89,-2 0 1,0-2-1,4 4 1,1-4-120,-1-1 0,0 3 1,0-4-1,2 0-271,3 1 0,-2-4 0,4 4 0,0-1-154,0 0 1,0 0 0,3-5 0,0 1 44,4 0 1,-1-1 0,3 1 0,-2 0 63,-1 0 1,1-1 0,1 1 0,2 0 99,-2-1 1,-1 1-1,-1 0 1,-1-1 24,1 1 0,0 0 1,-2-2-1,-3-1-131,-3-1 1,-2-1 0,0 5 0,1 0-84,-1-1 1,-1 5-1,-2 0 1,1 0-14,-1 1 0,2-4 0,1 4 0,2-1 43,3 0 1,0-1 0,5-3 0,-1-1 85,1-4 1,0 3 0,-1-2-1,1 2-28,-1 2 1,1 0 0,-2-1-1,-2 1-79,-5 0 0,2 4 0,-2 1 1,-1 0-44,-1 0 1,-2 4 0,1-2 0,-1 1 27,0 0 0,1-5 1,-1 4-1,0 0 98,0-1 1,5-3-1,1 0 1,1-2 66,3-1 1,1 0-1,2-2 1,-1-1-38,1-1 0,-1-1 1,0 5-1,-2 0-12,-2-1 1,-4 5 0,4 1 0,-3 0-41,-2 1 1,-1 3-1,-2-3 1,1 2-103,-1 0 1,0-1 0,1 2-1,0-2 74,4-2 0,-4-2 0,4-3 1,-4 0 115,0 0 0,3-1 1,1 1-1,-2-2 123,-2-2 1,0 2-1,-1-1 1,0 4-138,0 3 0,1 1 1,-1-2-246,0 0 0,1 7 0,-1-4 1,0 2-50,1 0 0,0-1 0,2 2 0,2-3 290,-2-1 1,0 3-1,0-4 1,1-1 130,-1-2 1,-1 2 0,-2 1-1,1-1-29,-1-2 1,2 3 0,2-1-190,5 0 1,-6 2 0,0-1-139,0-2 0,0 3 0,-3-1 206,0-1 0,1 2 80,-1-2 1,0 5-1,1-2-254,-1 0 0,0-2 0,0 2 0,1 1 36,-1-1 1,0-3-1,1 2 1,-1-1 118,0 0 0,1 1 0,-1-3 0,0 2 212,0-2 1,1 4 0,-1-3 0,0 0-116,1-2 1,-1 3 0,0 1-1,1 0-167,-1 0 1,2 0-1,1-2 1,1 2-28,-1 1 0,-5-2 0,-2 3 0,1-2 109,2-3 1,2 1 0,-1-1 0,0 2 21,1-2 1,-1 4 0,-1-3 0,-2 1-97,0 1 0,-1-2 0,3 3 0,-2 1 43,0-1 1,-3-3 0,4 2 0,-2 0 81,2 3 1,-3-3-1,1 0-75,1 1 0,2-5 1,2 4-108,-1 0 1,0-4 0,1 4 0,-1 0 1,0 0-1,0 5 1,1-2 62,-1 1 1,0-3 0,2 1 69,2-2 1,-6 4 0,2-2 0,-1 1 34,0 0 1,1-4-1,1 3 1,-1 1-7,0-1 0,1 2 1,-1-4-1,0 0-4,1 1 0,-1 3 1,-1-3-1,-2 2-64,0 0 0,-5-4 1,4 4-1,0 0-155,-1-2 0,4 4 0,-3-5 35,3 1 0,-3 1 0,0 2 1,1-2 110,-2-2 1,3 3 0,-1-5 108,2 0 0,-3 2 1,0-1 34,2-2 0,-1 3 1,1 1-1,-3-1-196,-2 0 0,5 3 0,-4-4 0,3-1 35,-1 3 0,0-4 1,3 5-1,-1-2 99,-2-3 0,0 3 0,4-1 0,1 0 44,-1 1 0,0-4 0,1 4 0,-3-1-112,-1 0 1,2 4 0,-3-3 0,3 0-356,1 0 0,4 5 0,1-4 1,-2 2 77,-1 0 1,-2-2-1,0 4 1,0-2 389,1 1 0,-1-3 1,0 1 251,1-2 1,-5 4-1,0-2-109,2-1 0,1 1 0,1-5-230,0 2 1,-4 5 0,-1-2-1,0 1-89,0 0 0,-3-4 0,4 3 0,0 1-46,-1-1 0,4 2 1,-3-4 95,3 2 0,-2-3 1,-1 3-1,0 1 121,-1-1 0,4-1 0,-3-3 147,3 1 0,1 4 1,1-3 49,-1 1 0,-4 1 0,0 2-245,2-1 1,1-4 0,1 4-68,0 1 1,-3-3 0,-1 2 0,1 0 122,2-1 0,2 2 0,-1-4 0,0 0 26,1 1 1,-1-1 0,0-3 0,0 3-45,1 2 0,-1-3 0,0 2 0,1 1-76,-1-1 1,0-2 0,1 3 0,-1-1 118,0 1 0,1-5 1,-1 3 107,0 0 0,-4-2 1,1 3 58,0-1 1,2-1-695,1-4 0,-3 4-2143,-1 0 1,-4 5 0,4-1 0,-4 2 0,3 4-2802,-2 2 5334,0-3 0,-5-17 0,0-12 0</inkml:trace>
  <inkml:trace contextRef="#ctx0" brushRef="#br0" timeOffset="46">26323 12860 7906,'-12'-4'283,"-1"0"0,2 0 0,2 0 0,2-2 6172,2-1-5626,0 5 1,12-4 0,4 6 0,4 0-567,0 0 1,4 4-1,2 0 1,2 0-126,2 2 1,-5-5 0,1 3 0,1-2 0,0-2 0,-1 0-75,0 0 0,-5-4 1,4-1-1,-1 1 0,-2 0 1,1-1-847,-3-2 495,-7 4 0,2-1 1,-6 8-1,-2 6 1,-7 5-1,-7 7 1,-7 6-1,-4 8 299,-2 4 1,-1 2 0,-1-4 0,-2 1-1,3-5 1,4-4-1893,6-7 0,2 0 1880,2-6 0,43-77 0,-10 18 0,1 0 0</inkml:trace>
  <inkml:trace contextRef="#ctx0" brushRef="#br0" timeOffset="47">26544 13611 7844,'-5'-7'548,"4"0"1,-5 4 0,2-2 1972,0-2 1,0 6-1255,4 1-992,0 11 1,0 4 0,1 4 0,3 0-1,5 0 1,1 3 0,3 0 336,-1-2 0,2 2 1,1-5-1,1-2 1,-1-2-1,0 0-341,2-1 0,-4-5 1,4-3-1,-2-3 0,0-1 1,1-1-365,-1-3 0,-1-3 1,-3-5-1,-1-1 0,-2 0 1,0-2-444,-1-2 0,2-5 0,-5 3 1,-1-1-1,-1-1 0,-2-1 435,0-1 1,0 2 0,0 2 0,0 0 0,-2 1 0,-1 1 802,-1 2-718,0 6 0,4 7 1,2 8-189,2 7 1,-2 7 0,7 1 0,0 3 242,2 5 0,1-2 1,1 5-1,-1-1 26,0 1 1,2-3 0,0 3 0,-1 1 132,-2-1 1,-2-2 0,-1-6 0,-4 2 86,-3 3 0,-8-4 1,-6 1-1,-11-6-311,-7-2 1,-11 2 0,-6-5-1,-4-2-406,0-4 0,-3-6 0,3 0 1,3-7-253,2-9 0,15 0 1,3-6-1,10-1-1026,5 1 0,7 3 1,3-5 1709,3-1 0,17-23 0,5-7 0</inkml:trace>
  <inkml:trace contextRef="#ctx0" brushRef="#br0" timeOffset="48">26569 13389 7844,'-12'0'2317,"4"-1"0,-1-2-954,0-1 1,6 0 0,6 4 0,9 0-1124,6 0 1,8 0-1,7 0 1,4 0-1,2-2 1,4 0-90,0-2-297,-3-6 0,5 7 0,-8-4 0,-5 2 1,-6 2-1,-6 1 0,-4-1-121,-2-1 0,-8 0 900,-6 4 0,-6 0-45,-6 0 1,0 0 0,-1 0 0,1 0 618,0 0-1252,-1 0 1,-3-4 0,-2-2 0,0 1 0,-1-2 0,0 0 0,-1-1 0,-1-1-1,2 3-1122,1 0 625,2 2 1,3 0 0,1 0-1,0 1-3026,-1 2 2311,7 6 0,2 2 1,8 5 1256,4 1 0,27-10 0,12-5 0,3 1 0,1 1 0</inkml:trace>
  <inkml:trace contextRef="#ctx0" brushRef="#br1" timeOffset="49">22114 15494 7943,'-8'0'-859,"0"0"977,-2 0 0,3 0-10,-1 0 0,4 0 154,-4 0 0,5-2 200,-1-2-372,3 3 0,-1-5 279,-2 6 912,3 0-734,-5 0 0,5 0 1,-3 0-1,-3 2 678,0 2 1,2-2-283,5 7 1227,0-7-1603,0 4 1,5-12 0,2-2-1,1-3-378,1-1 1,-1-5-1,4 0 1,0-2-34,1-3 1,3-3 0,0-4 0,-1-3 35,-1-4 1,-2-2 0,1-2 0,0-2-179,4-2 0,-3-1 0,2-3 0,-2 3-127,-2 4 1,0 1 0,1 2 0,-1 1-20,0 5 1,0 5 0,-1 3 0,-1 0 94,-2 4 0,0-3 0,5 3 0,-1 0-3,0-1 0,1 4 1,-1-5-1,0-2-53,1 3 0,-1-1 0,0-3 0,0-1 86,1-3 0,0 3 0,2-2 0,0 2 150,-4 1 0,2 1 0,-5-1 0,3 0-13,1 1 0,0 3 1,1 2-1,-1 0-174,0 0 1,1 4-1,-1-3 1,-1 0-58,-3-2 0,3-1 1,-3-2-1,3-3 92,2 0 0,-5 0 1,-1 1-1,-1 1 226,1-1 1,-3 0 0,3 2 0,0 1-148,0 2 0,-3-1 1,4-2-1,0 1-167,-1 2 0,4 1 0,-3-3 1,2 1-86,-2-1 1,3-1 0,-4-2 0,1 1 151,0-1 1,-1 1 0,3 0 0,-3 4 106,-2 3 0,3 0 0,-2 0 1,-1 1-55,1-2 1,3 4-1,-1-3 1,3 0-166,2 1 1,-1-6 0,0 3 0,-1 0 60,-3 2 1,3-1-1,-2 2 1,2 0 106,1-2 0,-5 4 0,-2-2 0,-1 2 84,0 2 0,5-1 1,-4 1-1,0 0-94,1 0 0,-1-5 0,0 1 1,1-1-162,1 0 1,4 3-1,-4-3 1,1 2 105,0-1 1,-4 2 0,3-2 0,0 2 103,0 2 0,-3 0 0,4-1-74,2 1 0,-3 0-45,1-1 1,-1 1 0,2 0 18,0 0 0,-7 3 0,4 1 0,-2-1 104,0-2 0,4-2 0,-4 1 0,0 0 83,2-1 0,-5 1 0,5 0-30,-1-1 1,-4 1 0,5 0-117,-1 0 1,-3-1 0,2 1 0,-1 1-100,1 3 1,-3-5 0,5 3 0,-2-5 33,0-1 0,4 1 0,-4 0 0,0-2 33,2-3 0,-1 4 0,3-3 0,-2 1 30,-1 3 0,-2-3 1,5 2-1,0 1 7,-1 1 0,0 6 0,-4 0 0,2 0 127,2 1 1,-3-4-140,4 3 0,-1-3 0,3-2 0,-2 1-74,2 0 1,-4-1 0,3 1 0,0 0 44,2 0 1,-3-1-1,1 1 1,-1 0 121,-1-1 1,2 1 0,-3 0 154,0-1 0,1 1 1,3 0-173,-2-1 1,-4 1 0,3 0-179,-1 0 0,3-1 0,-2 1 0,0 0 25,-3-1 0,3 1 0,0 0 0,1-2 98,0-2 1,-4 2 0,3-2 85,-2 2 1,4 2-1,-5-1 1,0 2 136,1 3 0,-3-3-98,2 3 0,1-3 59,-1-1 0,2 5-368,-2 3-425,-3-3 0,6 6-1204,-3-4 0,-2 3 0,3-1-87,0-1 0,1-2 1880,2 2 0,3-35 0,-4-15 0</inkml:trace>
  <inkml:trace contextRef="#ctx0" brushRef="#br1" timeOffset="50">23554 11765 7927,'-8'0'681,"0"0"1,-1-2-281,3-2 1,-1 3 0,4-5-1,-2 2 819,-2 0 0,4-1-39,-1 1 0,1 2-278,-1-2 0,4 3 92,0 1-753,6 0 1,10-2-1,2-2 1,1-4-1,3-4 1,2-5-1,4-3 1,2-5-1,1-3-353,3-5 1,-2-3 0,-2 1 0,-3 2 0,-5 6 0,-3 5-1221,-4 5 1257,-6 4 0,-4 7 0,-6 7 0,-3 12 0,-5 9 0,-2 6 303,-1 4 1,0 5-1,0 4 1,-1-2 0,2-2-1,2-4-124,0-4 1,7-3 0,-2-3 0,2-2 0,4-6-1655,2-6 163,3-3 0,5-6 1,0 0 1385,1 0 0,10-33 0,3-8 0</inkml:trace>
  <inkml:trace contextRef="#ctx0" brushRef="#br1" timeOffset="51">23160 13303 7957,'0'-8'530,"0"0"0,0-2 1216,0-1 0,0 3 476,0 0-1469,0-1 1,2 4-527,2 5 0,-3 5 0,3 9 1,-1 1-1,0 3 0,1 1-100,-1 3 0,-2 1 0,-1 2 0,0-1 1,0 1-1,0-2-235,0-2 1,0-3-1,0-6 1,0 0 19,0 1 0,1-8 0,2-5 0,1-7 0,-1-5 1,0-3-22,1-2 0,-2-3 0,5 2 0,0 0 0,0 1 0,1 2-156,-1 1 1,4 6-1,-3 1 1,3 1 103,1 4 1,1 2 0,-1 4 0,0 4 0,1 3 273,-1 1 1,-4-1-1,0-1 0,2-4 1,1 0 333,1-3 1,-4-2-1,0-1 1,1-1 0,-2-3-200,-3-5 1,-2-2 0,1-1 0,1 0 0,-1-2-1,-2-1-860,-1-1 561,0-1 0,0 1 0,0-1 0,-1 1 0,-2 0 0,-2-1 0,-2 2-128,-3 2 0,-1 0 1,-1 1-1,0 1-130,-1 3 0,5-2 0,0 6-3656,-2 1 651,0 2 3314,3 6 0,12 24 0,9 11 0</inkml:trace>
  <inkml:trace contextRef="#ctx0" brushRef="#br1" timeOffset="52">23185 13069 7759,'0'-12'1363,"0"0"-783,-6 5 0,5 0 451,-3 3 659,3 2-960,1-3 1,1 5 0,2 1 468,1 3 0,5-2-978,0 2 0,1-3 0,3-1 0,-1 0-163,0 0 0,-3 0 0,-1-1 0,1-2 1,2-2-1,2-1-181,-1 1 4,0-5 1,1 9-1,-3-5 1,0 2-1,-2-1 1,2-1-1,1 1-1302,1 2 1,0 2 1836,1 1 586,-6 0-185,-2 0-370,-5 0 0,-1 0-2692,-3 0 1235,2 0 1313,-3 0 1,3 0 295,-2 0-325,3 0-860,-5 0 708,6 0 348,0 0 21,0-6-295,0 5 1,-1-9-682,-3 6 0,3-1 291,-4 1 1,0 1 0,0-4 129,-2 2 1,4-1 0,-3 3-189,1-1 0,4-1 1,-5 2-903,1-1 0,2 0-1514,-5 4 2668,5 0 0,14 5 0,9 2 0</inkml:trace>
  <inkml:trace contextRef="#ctx0" brushRef="#br1" timeOffset="53">26815 12626 8175,'0'-7'615,"0"-4"155,0 10 0,-1-9 488,-3 6 0,1 0-732,-5 4-643,5 0 0,-4 0 0,3 2-558,-4 2 1,2-2 0,1 7 0,1 0-334,0 2 1,0-3 942,4 1 1,-2-5 743,-2 4 1,1 0 678,-5 4-1265,6-5 0,-5 0 1,4-3-1,-3 3 1,1 1-540,0 0 0,-1-3 568,2 3 1673,3-6 907,-5 4-2942,6-6 1,0-1-701,0-4 1,0 3 0,0-6 939,0-2 0,6-23 0,0-7 0</inkml:trace>
  <inkml:trace contextRef="#ctx0" brushRef="#br1" timeOffset="54">26729 12712 8175,'0'9'1549,"1"-4"-1332,4-4 1,-4 1 0,4-10 0,-1-3 0,2-3-1,-1-4-136,1-1 1,2 4 0,-4-3 0,-1 2 0,0-1 0,-1 2-157,3 2 1,-1-4-1,-4 1 1,0 1 74,0 1 0,0-9 0,0-3 0</inkml:trace>
  <inkml:trace contextRef="#ctx0" brushRef="#br1" timeOffset="55">26864 12195 8175,'-12'0'478,"5"0"1,-2-1-1,3-2 1,1-2 414,-1-2 0,2-1 1,6-3-1480,2 3 1,-2-2-1,7 6 1,0 1 585,2 2 0,12 1 0,3 0 0</inkml:trace>
  <inkml:trace contextRef="#ctx0" brushRef="#br1" timeOffset="56">27000 11752 8175,'0'-8'180,"0"0"0,-2 0 1,0 0 94,-2-1 1,0 5-1,4-4-1048,0-1 773,5-2 0,7-7 0,7-1 0</inkml:trace>
  <inkml:trace contextRef="#ctx0" brushRef="#br1" timeOffset="57">27086 11359 8175,'-4'-9'-20,"0"1"1,1-1 19,2-2 0,12-13 0,2-2 0</inkml:trace>
  <inkml:trace contextRef="#ctx0" brushRef="#br1" timeOffset="58">27172 10965 8200,'-8'0'-315,"1"-2"315,2-2 0,11-2 0,8-7 0</inkml:trace>
  <inkml:trace contextRef="#ctx0" brushRef="#br1" timeOffset="59">27246 10608 8206,'-8'-1'148,"1"-4"0,1-3-58,4-3 1,6-1-1,4 0 1,3-1 0,3 1-91,2 0 0,25-39 0,-15 21 0,0 0 0</inkml:trace>
  <inkml:trace contextRef="#ctx0" brushRef="#br1" timeOffset="60">27431 10165 8206,'-7'0'-404,"1"-1"1,6-4-27,0-3 430,0-3 0,28-28 0,6-8 0</inkml:trace>
  <inkml:trace contextRef="#ctx0" brushRef="#br1" timeOffset="61">27541 9808 8163,'-1'-12'2829,"-3"-1"-2674,2 1 1,-3 0-1,5 0-746,0-1 0,1 5 591,3 0 0,11-20 0,5-7 0,3-5 0,0-1 0</inkml:trace>
  <inkml:trace contextRef="#ctx0" brushRef="#br1" timeOffset="62">27640 9427 8176,'0'-9'8,"0"1"272,0-1 30,0 3 0,-2-3 733,-2 4-1043,3-4 0,6-9 0,9-8 0</inkml:trace>
  <inkml:trace contextRef="#ctx0" brushRef="#br1" timeOffset="63">27664 9267 8254,'-8'0'860,"1"-2"-549,2-2 0,2-3 0,7-5-98,4 0-213,3-1 0,24-15 0,4-5 0</inkml:trace>
  <inkml:trace contextRef="#ctx0" brushRef="#br1" timeOffset="64">27578 9168 8254,'-12'0'812,"0"0"932,-1 0 1,5 0-270,0 0-1224,5 0 0,7-5 0,9-2 0,0 0 200,1 3 0,-6-2 0,0 2 0,2 0-131,1-1 0,-3 2 1,0-5-1,2-2-204,1-1 0,5-1 0,1 0 1,-2-1-277,-2 1 1,4-2 0,-1-1 0,0-1-413,2 1 1,-4 1 153,2 2 490,-7 0 0,0-1 1,-5 4 93,-1 5 0,-2 1 0,-2 11 0,-2 2 40,-1 1 0,-4 1-149,4 0 0,-2 1 1,4-1-1,-2 0 223,1 0 1,1 1-130,2-1 0,-1 0 413,-3 1-503,3-1 0,-5 0 0,5 1 0,-2-1 1,-1 2-73,1 2 1,-2-2 0,-1 2 0,1-2-132,-1-2 1,2 0-230,4 1-184,-5-1-38,3-5 514,-3 4 0,6-10 1,2 2-1,1-6 139,-1-5 0,4 1-105,1-1 0,-3 0 258,-1-5-224,3 1 0,-5-2 1,3-1-1,-1-1 1,0 1-19,-1 1-5,-2 2 1,-1 0-1,0-1 1,0 1-1,2 0-134,2-1 1,-3 1-1,3 0 1,-2-1-78,-2 1 1,0 0 222,0 0 1,1-1-132,3 1 261,-2 0 0,3 3 1,-5 1 24,0-1-58,-5 3 0,2-3 0,-5 4-134,-2 3 1,-1 0 0,-1 4-1,1 2-484,3 4 1,-3 3 294,3 1 0,-8 1 0,0-1 0,1 0-72,1 1 1,2 0 150,0 4 1,-1-4-136,1 4 315,-6-4 0,6 0 1,-3-1-1,4 0 1,0 1 80,2-1 1,0-4-1,0 0-359,1 2-256,5-5 598,-3 1 0,16-16 0,2-3 0,2-4 383,0-1 1,-1 1-203,4 0 1,-4 2 58,4-5-235,-4 5 1,0-3-1,0 6 1,2-1-312,2 1 0,-1 1-341,-3 3 0,-7 8-206,-1 8 1,-4 3 777,-1 1 0,-11 17 0,-3 4 0</inkml:trace>
  <inkml:trace contextRef="#ctx0" brushRef="#br2" timeOffset="65">22139 15518 8270,'-8'0'-1555,"-1"0"1828,7-5 1,-2-2 1222,8-5-849,-3 5 1,5-4-1,-6 3 444,0-3 1,1 4-609,3 3-484,-3 2 1,6 2 0,-3-1 0,6-2-1,4-2 1,2-2 242,-1-3-175,-1-1 1,-1-1 0,2-2 0,3-1 0,0-2 0,1-3-1,-1-1 263,0-3 0,4 4 0,-2-1 0,3-1 106,2-1 1,0-1-35,-1-1-315,1 6 1,-2-4-1,-1 2 1,-2-2-1,1-2 505,-2 1-543,4-1 0,-8-1 1,6-1-1,-1-3 0,1-1-17,-1 1 0,-3-2 1,2 1-1,0 1 1,0 0 1,-4 2-11,2 3 0,-2 4-69,1 1 148,-2-1 1,5-3 0,-4-1 0,3 1 0,1-1-2,3 0 1,1-1-1,3-1 1,3-2-53,3 2 1,4-3-17,1 1 0,0-5-31,0 1 31,-6-2 0,3-1 1,-6 2-1,-4 2 1,-2 1-14,0 0 1,-3 3 0,2 0-1,1 2-22,1 1 1,2 0 25,-1 1 1,2-1 7,3 0 56,-3-5 1,5 3 0,-2-6 0,2 0 0,1 1 183,-3-1 1,-3-1 0,-2-6-1,1-2-21,-1-2 1,1 4-89,0-1 1,1 4-438,2 4 182,-2-2 0,4 9 0,-5-3 0,0 5 0,-1 2 96,1 1 1,1 1 0,0-5-1,0-1 43,-3-3 0,-1 2-13,3-6 0,1 0-57,2-4 49,-7 1 0,7 0 0,-8 3 1,0 4-1,-1 2-23,-1-2 1,3 7 0,-5-1-1,-1 4 42,-1 4 1,-1 0 24,4-1 0,-2-2-47,5-3-33,-5-2 1,10 4 0,-2-8-1,5-3 1,0-5 51,2 1 0,-4 0 0,3-2 0,-3 2 197,-1 1 0,-2 2 15,-3-2 0,0 2-185,-4 2 66,-2 3 0,5-10 0,-4 5 0,3-2 0,1 2-189,3 1-94,1-5 1,1 5 0,1-2 0,0 3 0,-1 3-124,1 1 0,-1 1 0,1 0 0,0 3 167,-1 0 1,-3 1 48,-1-5 0,1 4 65,3 1 10,-4-1 1,-1-3 0,-4-1 0,3 1 0,-1-1 208,1 0 1,0 1 0,-3-1-1,1 0-89,-1 1 0,5-1-125,0 1 0,-1-1-28,2 0 40,-1 1 1,5-1-1,-1 1 1,1-1 0,0 0 44,-1 1 0,5-2 0,0-2 0,-1 0 67,2 0 0,-8 2-59,3 2 1,-9-1 0,1 2 0,-2 1 222,1 2 1,-6 3-143,2-3 0,-4 5-2,1-2-168,1-2 0,1 0 0,6-4 1,-1 1-1,2 1-141,3-1 0,2-2 0,1-2 0,1 0 1,0 3 1,-1 2 6,1 0 0,-5 0 68,1 4 214,-6 1 0,3 3 0,-7 1 0,-2 0 0,-1 0 418,2-1-518,1 1 0,3 0 0,1-1 0,1 0 0,0-4-167,2-3 0,-3-5 100,6-4 123,-6 3 1,8-8 0,-4 4-1,2 0 1,-1-1 59,2-1 1,1 5 0,2-2 0,1 3 235,3 2 1,-3-1-173,2 0 0,-2 5 64,-1-1-261,0 6 0,-5-7 0,-1 5 1,-1-1-1,-3-1-20,-1 0 1,-2 2 0,0-2 0,-1 0-33,-3 0 1,3 4 34,-2-2 0,2-1-37,1 2 25,0-6 0,5 4 0,-1-3 0,-1 0 0,0-1-52,1-1 0,-2 4 1,3 1-1,-4 2 14,-1-1 1,-3 1 35,-1 3 1,-1 5-209,1 0 199,-3 5 1,-3-6-1,1 3-53,1-1-31,5-1 0,-6 0 0,5 0 0,2-2 0,1-1-586,1-1 636,6-6 1,-3 5 0,4-5-1,-1 1 1,-3 1 115,-2 1 0,0 1 0,-1 3 0,0 2 149,1 1 1,-5 1-239,0-1 1,-4-2-101,4 6 73,-5-6 1,7 8 0,-5-5 0,1 0 0,0 0-81,1-3 0,1 2 0,5-3 313,-1-2 0,-4-2-33,0 2 1,-1 1 0,3 1-1,-3 1-41,-2 2 1,5 1-77,-2-1 0,-1-3-384,1 3 227,-5 3 0,4-5 0,-5 5 257,2-2 0,2 3-7,-2-5 0,-1 3 80,5-3 0,-5 3-169,1 1 1,1 3-1,1-5 1,1 0-99,2 0 1,-2 0 125,1-1 1,-4-3 0,4 4-1,1-1-3,-3 0 0,4 4-64,-6-4 0,2 4 17,-2-5-1102,-3 7-1191,5-4 147,-6 6 382,0 0 1,4-1 71,0-3 0,1 2 0,-1-2 1678,5 3 0,18-21 0,6-5 0</inkml:trace>
  <inkml:trace contextRef="#ctx0" brushRef="#br2" timeOffset="66">27578 8885 8384,'-5'-7'1519,"-2"-4"0,-1 10 355,-1-3 463,7 2-1842,-4-3 1,6 2-1,0-5 1,2-2 0,2 0-173,4-3 1,7 1 0,3 0 0,1-2-1,3-1 1,1-3-210,2-1 0,1 4 0,1-3 0,3 2-149,2-1 0,-5 2 1,2 7-1,-5 4-262,-3 3 0,-5 2 1,-8 4-1,-5 9 287,-6 9 1,-9 9 0,-10 8 0,-4 2 20,-3 2 0,1-6 1,4-1-1,4-7-457,4-4 0,2-1-1402,2-1 1280,5-10 1,3 1-1,9-11 568,7-1 0,18-26 0,7-13 0,6-2 0,1 1 0</inkml:trace>
  <inkml:trace contextRef="#ctx0" brushRef="#br2" timeOffset="67">24883 10854 8261,'-12'0'242,"4"0"1,1 1 1138,1 4-1171,2 1 0,4 4 1,2 1-1,2 3 0,4-1 1,1 1-1,1-2 0,-2 1 1,2-1 416,1 0 1,-3-1 0,-1-1-1,0-4-235,-1 0 0,-1-5 0,1-8 0,0-8-110,-3-6 1,-2-3-1,-1-8 1,0-3-152,0 0 0,0-1 0,0 3 0,0 5 182,0 2 1,-1 2-1,-2 4-227,-1 4 1,1 9 0,7 8-144,4 10 0,9 7 0,3 6 0,5 2 58,4 3 1,-2-2-1,4 5 1,-1 1 135,-2 2 0,-9-3 517,-7 9-534,1-6 0,-13 8 0,0-5 0,-7 2 0,-6-1-71,-3-3 0,-2-5 1,-4-7-1,2-4-817,-2-4 0,-1-7-55,-2-5 1,6-3 0,3-1-1754,2 0 0,7-5 2576,3-4 0,24-29 0,8-8 0</inkml:trace>
  <inkml:trace contextRef="#ctx0" brushRef="#br2" timeOffset="68">25166 10362 8338,'-11'1'1361,"3"3"1,4-1-1052,8 5 1,3 0 0,7 6 0,2 1 195,4 2-834,-2 4 0,5-3 0,-2 4 1,1-3-1,0 0 0,-3 1 0,-1 0-777,-3-1 0,-2 0-723,0-2 1828,-6-4 0,-29 27 0,-13 0 0</inkml:trace>
  <inkml:trace contextRef="#ctx0" brushRef="#br2" timeOffset="69">25203 10633 8338,'-7'-13'212,"3"1"0,3 0 224,1-1 1,1-4 0,3-3 0,6 0-143,5-1 0,0 6 0,5-1 1,2 2-4118,2 2 3823,-5 5 0,26-15 0,1 2 0</inkml:trace>
  <inkml:trace contextRef="#ctx0" brushRef="#br2" timeOffset="70">25523 10177 8384,'0'-8'699,"0"0"58,0 5-149,0-2 1248,0 5 1752,0 0-3441,0 5 1,0-2-1,1 5 1,2 3-15,1 4 0,4 4 0,-2 7 0,1 1-145,2 2 0,-2 4 0,1-4 0,1-2-223,-3-1 233,5-7 1,-5-1-1,3-6 1,0-2 0,-1-7-1,0-12 1,0-8 124,2-7 1,-3-6 0,1-1 0,1-1-279,2 4 1,2 2-216,-1 1 232,6 6 0,-5 1 1,4 7-1,-4 3 1,0 4-1,-1 4 1,2 5-301,2 8 1,-2-1 597,2 4-156,-2-2 0,-2-2 0,1-1 0,-1-2 295,0-5-12,-5-3 0,3-4 1,-6-4-1,-2-8 1,0-5 1602,-2-6-1591,0-7 0,-2 3 0,-2-4 0,-5 2 1,-5 2 538,-2 3-893,-1 1 1,1 7 0,-2 4 0,0 4 0,1 4-188,1 2-1469,3 0 1,2 7 0,3 2 1690,4 4 0,-3 3 0,0 1 0</inkml:trace>
  <inkml:trace contextRef="#ctx0" brushRef="#br2" timeOffset="71">24637 10608 8419,'-14'0'682,"-1"0"1,-1 0 1247,1 0 0,1 0-1181,2 0 0,6 0-404,6 0 0,6 0 74,6 0-333,0 0 0,-3 0 0,-1 0 1,3 0-1,3 0 0,2 0 1,-1-1 66,-1-4 0,-1-1 1,2-7-1,2 1 48,-2 0-231,-2-1 1,4-3 0,-2 0 0,-3 1 0,-2 1 0,-2 2 0,-1-1 93,-3 1 1,-3 4 163,-1 0-327,0 5 62,-5-3 1,2 6 0,-5 0-1,-2 2 14,-1 2-35,5-3 0,-5 5-11,2-6 1,3 0 52,-3 0 1,5 0 198,-4 0-188,0-6 1,0 5 0,-1-3-1,0 2-35,-2 2-149,-1 0 0,3 0 1,1 0-1,-1 0-494,-2 0 0,4-1-1694,3-3 1854,2-3 0,4-1 523,2 0 0,52-33 0,-19 14 0,0 0 0</inkml:trace>
  <inkml:trace contextRef="#ctx0" brushRef="#br2" timeOffset="72">25498 9931 8419,'-8'1'474,"0"4"1,-2 3 1002,0 3-1135,3-4 1,0 2 0,4-3 0,-2-1 0,-1 2 1028,1 0-676,1-5 307,4 4 0,1-7 967,3-4-1849,-3 4 1,10-10 0,-2 3-1,2-3 1,1-3 0,2-1-1,1-2-111,1-3 1,4 1 0,-2-3 0,1 2-1,2-2 1,-1 0-713,1 2 0,-2-2 319,2 5 119,-4 1 0,-2 4 1,-1 1-1,-4 1 348,-4 2 771,-1 5-674,-5-2-427,-6 5 1,5 1-163,-3 3 220,2-2-64,2 8-50,0-8-84,0 3 353,0-5 30,0 0 235,0 6 745,0-5 98,0 5-738,0-6-325,0 0 1,-5 0-95,-3 0 0,-3-2-133,-2-2 1,0 1 227,-4-5-121,4 5 0,-11-7 1,5 1-1,-1 0 0,-1-1-371,-1 2-311,5 0 0,-1 0 0,5 1 791,1 1 0,16 19 0,4 7 0</inkml:trace>
  <inkml:trace contextRef="#ctx0" brushRef="#br2" timeOffset="73">24526 10743 8479,'-1'-7'108,"-2"2"0,-2 1 1255,-2 0-415,4 0 0,-4 4 1498,3 0-1865,3 0-3,-5-6 0,6 3 0,2-3-278,2 0 1,-1-2-1,5 3 1,1-2-236,2-3 1,6-1 0,0-3 0,1-1-28,0-1 1,3-4 0,-4 2 0,1 0-363,0 0 0,-2 2 0,-3 3-264,-1 1 591,0 0-528,-5 5 0,0 2-357,-3 5 568,-3 0 0,6 1-238,-3 3 609,-2-3-202,3 5 292,-5-6 0,1 0-322,4 0 128,-4 0 0,6 0 235,-3 0-127,-3 0 335,5 0-202,-6 0 0,0-1 515,0-4-810,-6 4 0,3-4 0,-5 3-332,-1-2 350,-2 3 0,3-5 0,-1 5 0,0-2-743,-2-1 138,4 0 1,-4 4 687,3 0 0,2 33 0,1 8 0</inkml:trace>
  <inkml:trace contextRef="#ctx0" brushRef="#br0" timeOffset="74">23800 11629 6646,'-7'0'-304,"2"0"0</inkml:trace>
  <inkml:trace contextRef="#ctx0" brushRef="#br0" timeOffset="75">23788 11629 6502,'0'-6'245,"0"0"-266,0 6 1,1 0-3,3 0 0,-2-1-181,2-3 204,-3 2 0,-1-3 0,0 5 0</inkml:trace>
  <inkml:trace contextRef="#ctx0" brushRef="#br0" timeOffset="76">23788 11580 6382,'-7'-8'2231,"3"0"-1907,3 5-48,1-8 42,0 4 1,0-1 328,0 0-307,0 5 0,-6-2-131,-2 5 0,-2 1 1,1 2-1,1 2-256,-2 2 1,-1-4 0,-1 2-166,-1 1 0,1-5 0,0 5-1414,0-1 1626,-1 2 0,-5 11 0,-1 1 0</inkml:trace>
  <inkml:trace contextRef="#ctx0" brushRef="#br0" timeOffset="77">23296 11814 8162,'-14'-8'0,"-1"1"1500,-1 1-672,-1 2-585,10-1 1,0 4 0,5-2-1656,-2 6 1,-1 3 1411,5 7 0,-5 4 0,-2 3 0</inkml:trace>
  <inkml:trace contextRef="#ctx0" brushRef="#br0" timeOffset="78">23086 11962 8162,'-13'0'0,"-4"0"0,4 0 453,-4 0 1,-1 0 0,2 0 0,1 0-140,1 0 1,2 0-1,0 1-1202,-1 3 1,3-1 887,1 5 0,4 11 0,5 7 0</inkml:trace>
  <inkml:trace contextRef="#ctx0" brushRef="#br0" timeOffset="79">22742 12220 8162,'-14'0'0,"-2"0"0,2 0 167,-2 0 1,2 0-53,2 0 1187,5 0-1302,-4 0 0,21 6 0,-2 0 0</inkml:trace>
  <inkml:trace contextRef="#ctx0" brushRef="#br0" timeOffset="80">22459 12392 8167,'-25'0'0,"1"-4"0,-1 0 531,6 0 0,1 3 0,6-2 1,-1-1 705,1 1-1075,0 2 0,5 2-162,3 3 0,8 9 0,3 6 0</inkml:trace>
  <inkml:trace contextRef="#ctx0" brushRef="#br0" timeOffset="81">22028 12651 8167,'-30'-7'0,"4"-4"1288,-3 3-1148,9 2 1,2 1-1,6 5 1,-1 0-1,2 1-2807,3 3 2667,3 3 0,-6 22 0,-3 4 0</inkml:trace>
  <inkml:trace contextRef="#ctx0" brushRef="#br0" timeOffset="82">21597 12835 8167,'-23'0'0,"4"-1"704,-6-3 139,1 3 0,10-5 0,-2 6-666,2 0-177,7 0 0,-4 11 0,4 3 0</inkml:trace>
  <inkml:trace contextRef="#ctx0" brushRef="#br0" timeOffset="83">21216 13118 8167,'-19'0'-34,"1"0"34,6 0-59,-1 0 0,1 0 1,0 0-1,-1 0 59,1 0 0,0 17 0,0 3 0</inkml:trace>
  <inkml:trace contextRef="#ctx0" brushRef="#br0" timeOffset="84">20982 13254 8167,'-25'0'-109,"1"0"1,1-4-258,2 0 1,-2-1 117,2 5 15,4 6 0,-1-3 233,5 5 0,1 6 0,0 5 0</inkml:trace>
  <inkml:trace contextRef="#ctx0" brushRef="#br0" timeOffset="85">20687 13451 8213,'-13'0'118,"-3"-2"1,-2 0 0,0-4 302,1-1 0,0 5 0,5-3-694,0 4 273,5 1 0,1 33 0,6 8 0</inkml:trace>
  <inkml:trace contextRef="#ctx0" brushRef="#br0" timeOffset="86">20564 13537 8213,'-11'-2'11,"1"0"1,2-4 105,-2-1 1,-1 3-1,-1-3 489,0 2-606,0 1 0,5 15 0,1 3 0</inkml:trace>
  <inkml:trace contextRef="#ctx0" brushRef="#br0" timeOffset="87">20453 13512 8213,'-8'-4'170,"0"-1"0,-2-1 0,-1 1 0,-1 1 0,-1-1 797,1 1 1,0 0-1817,-1 4 606,7 0 0,0 2 1,6 2 242,0 4 0,0 8 0,0 4 0</inkml:trace>
  <inkml:trace contextRef="#ctx0" brushRef="#br0" timeOffset="88">20318 13561 8213,'-13'0'0,"1"0"0,0 0 801,-1 0 0,1 0-801,0 0 0,10 0 0,4 0 0</inkml:trace>
  <inkml:trace contextRef="#ctx0" brushRef="#br0" timeOffset="89">20121 13488 8213,'0'-13'0,"0"1"325,0 0 0,1-1 723,3 1-753,-3 5 0,5-1 0,-7 9-196,-4 9 0,-1 6 0,-7 9 0,0 0 0,-2 1 0,-3 1-169,-1 2 0,0 3 0,-3-3 0,1 0-171,-1 1 0,0-8 0,1 2 0,1-2-6,3-3 0,2-1 1,5-7 82,2-3 284,5-2 1,3-6 0,10 0 0,5 0-1,7 0 1,5-2 0,6-2 1219,2-4-1111,2-3 1,0-1-1,0-2 1,1-1-1,2-1 1,0 1 0,-3 1 560,-3 2 1,-8 4-1,-2 1-2305,-6 1 1,-10 8 32,-4 6 1482,-8 8 0,-41 20 0,15-14 0,0 1 0</inkml:trace>
  <inkml:trace contextRef="#ctx0" brushRef="#br3" timeOffset="90">21844 15518 8032,'-6'-7'828,"5"0"1,-5 5-1,2-4 954,0-1 1,0-1-1114,4-4 0,0 0-394,0-1 1,-4 5-1,0 0 1,0 0-223,-2 1 1,5 0-1,-5 4 1,1-1 0,-2 0 697,0-1-647,-4 3 1,4-7-1,-4 3 1,2 1-1,1-2 1,-2 0-1,-1-1 1,-1 0-1,0-1 98,-1 0 0,1-2 0,0-1 0,-1-1 0,1 1 1,0 0 20,-1-1 1,-3 1 0,0 0 0,-1-1 0,1 1 0,-1 1-48,2 3 1,2-3-1,-1 3 1,-1-3 0,-1-1-1,0 1-201,3 2 0,-4-1 0,1 1 1,0-2-1,-1-1 0,-1 0 7,-1-1 1,4 1 0,-3 0-1,2 0 1,-2-1 0,0 1 271,1 0 1,0-1-1,5 1 1,0 0 530,-1-1-697,1 1 1,0 4 0,-1 0 0,1-2 0,0-1 0,0-1 0,-1 1 59,1 3 0,0-3 0,-1 3 0,0-3-124,-4-2 1,4 1 0,-5 0-1,0-1-86,-3 1 1,-2 0 0,-1 0 0,-1-1-4,0 1 0,2 1 1,1 1-1,3 2 91,1-1 0,-1-2 0,6-2 0,2 1 35,0 0 1,1-1-1,1 1 1,0 0-22,0 0 1,2 3-1,0 1 1,0-1 9,0-2 1,1-2-1,-4 1 1,2 0-52,-2-1 0,-1 1 1,-1 1-1,0 2-19,-1 0 0,1 1 0,0-4 1,-1 1-30,1 3 1,0-3 0,0 3-1,-1-2-5,1 2 1,-2-3-1,-1 4 1,-1-1-38,1 0 1,1 1 0,2-3-1,-1 2 55,1-2 1,0 4 0,0-3 0,-1 0-24,1-2 1,0 3 0,-1-1 0,1 0-43,0-2 0,-1-1 1,1-1-1,0 1 1,-1 0 0,5 4 0,0-1 35,-2 0 0,0-2 1,-1-1 56,2-1 0,0 5 0,3 1 0,0 2 1,1-5 86,-3 2 1,4-3-1,-4 0 1,0 1-47,1 2 0,-3 0 1,5-3-1,-1 2-10,1 0 1,-5 1-30,2-4 1,-1 0 0,-1 1 0,2 1-44,-2 2 1,3 4-1,-1-3 1,-1 0-38,-2 0 1,-2 3-1,1-4 1,0 0 41,-1 1 0,0-3 0,-2 5 1,-2-1-17,2 1 0,2-3 0,0 2 0,0 1-27,-4-1 0,8-2 0,-4 3 67,2-2 0,2 3 1,-1-3 460,2 1 276,5 2-630,-2-1 1,5 2-756,0-5-387,0 5 1,1-2 0,3 5-639,5 0 0,3 4 1,3 1-1,1 2 319,-1 3 0,3 1 1,-2 1 1373,0 0 0,8 17 0,2 4 0</inkml:trace>
  <inkml:trace contextRef="#ctx0" brushRef="#br3" timeOffset="91">19751 14103 5828,'7'-7'1263,"-1"2"-835,-6 5 916,0-6-347,0 5 0,-2-5 196,-2 6 0,2 0-392,-7 0 0,7-1 1,-4-2-1,2-2-511,0-2 1,-2-1 0,4-5-1,-4 1 1,1-2 0,-2-2 442,0-5-745,-1-2 0,0-1 0,1-1 0,1 0 0,2-1 0,0 0 0,0 0 0,1 3 0,2 1-180,1 3 1,0 1 0,1 6 0,3 1 0,5 2 0,2 2 138,1 1 1,0-2-1,2 3 1,1-1 300,1 1 0,6 1 0,-1 4 1,3 0-54,5 0 0,-2 1 0,6 2 0,1 2-20,2 2 1,1 1-1,-2 4 1,0 1-60,-3-1 1,-6-4-1,0 1 1,-5-1 264,-3-1-450,-2 3-698,-9-8 0,-3 3-889,-8-5 1,-2 2 0,-2 2-432,4 4 0,3-1 2087,1 1 0,33-5 0,8 2 0</inkml:trace>
  <inkml:trace contextRef="#ctx0" brushRef="#br3" timeOffset="92">17019 14620 8063,'0'-13'392,"0"1"1,0 0-1,-1 1 1,-2 1-1,-1 2 5151,2-1-4982,0 3 0,2 6 0,0 10 0,0 5-212,0 5 1,-1 3 0,-2 2-1,-1 1-124,1 3 0,-2-3 0,1 2 0,0-2 0,-1-1 0,1 0-57,2-1 0,0-3 0,2-2 0,0-1 0,0-3 0,2-3-23,2-4 0,3-2 0,5-6 0,0-2 0,0-2 0,2-5-5,3-6-269,-4-4 0,9-2 0,-5 2 0,-2 1 0,-2 3 0,0 3 0,-3 2 0,0 3-115,-2 2 1,-5 2 0,2 7 0,0 4 0,0 3 167,2 2 0,-3 0 0,4 2 0,3 0 0,3-2 0,4-4 204,1 1 1,-3-5 0,5-1 0,-1-2 0,1-4 0,-2 0 234,-1-2 0,-6-6 0,-5 2 0,0-3 0,-2-1 0,0-1 64,-2 1 1,-3-4-1,-3-2 1,-2-1 0,-2-2-1,-2-1-439,-2-2 0,-2 2 1,1-8-1,0 1 0,1 0 1,1 3-2423,2 4 0,5 5 0,-2 4-3201,-1 1 5635,5 11 0,12 35 0,9 19 0</inkml:trace>
  <inkml:trace contextRef="#ctx0" brushRef="#br3" timeOffset="93">16946 14386 8062,'-13'-4'0,"1"-2"0,0 0 0,-1-3 3840,1 3-315,5 0-2825,2 6 1,10 1 0,3 2 103,3 1 1,2 0-1,-1-4-521,0 0 1,5 0 0,-1 0-1,1 0 1,0 0 0,2 0-146,1 0-253,3 0 0,-8 0 0,5-1 0,1-2 0,-1-1 0,0 1 0,-3 2 0,-2 1 0,0 0-407,2 0 1,-8 0-1,4 0 1,-2 0 307,0 0 244,1 0 0,-5 1-551,-3 4 224,-3-4 1,1 4-55,2-5 582,-3 0 925,5 0-259,-6 0-774,0 0 0,-2-4-72,-2 0 1,-3-5 0,-5 0-57,0-2 1,3-1-1,1 0 1,-1-2 74,-2-2 0,-2 1 0,1-4 0,-2-1-77,-2 1 1,2 4-1,-2-1 1,2 2-1192,2 2 0,0 1 1,-1 3-3142,1 4 4339,5 2 0,18 24 0,10 5 0</inkml:trace>
  <inkml:trace contextRef="#ctx0" brushRef="#br3" timeOffset="94">17684 14706 7972,'-8'0'772,"1"-1"1,0-2 1899,0-1 1,3-2 958,-4 2-1805,5 3-1003,-2-5 0,6 6 0,3 0-457,4 0 1,8 0 0,1 0 0,2 0 0,3 0 0,2 0-335,0 0-235,6 0 1,-4 0 0,4 0 0,-1-1 0,0-2 0,-3-1 0,-4 1 0,-6 2 0,-2 1-774,-2 0 1,-1 1-1,-4 2 1,-6 3-61,-4 0 372,-6-3 1,2 4 0,-5-4 0,-1 1 0,1-1 0,0-2 663,-1-1 0,12 0 0,2 0 0</inkml:trace>
  <inkml:trace contextRef="#ctx0" brushRef="#br3" timeOffset="95">18422 14644 7936,'-11'-1'643,"2"-2"1,1-2 0,-2-1 535,-1 1 0,-1 1 1,1 5-1,3 3-669,4 4 0,-2 3 0,2 2 0,1-1-163,2 0 1,1 5-1,0-1 1,1-1-48,3-1 0,-1 2 0,5-1 0,3-2 0,3-5 0,2-1 679,-1-1-901,-1-3 1,0 3 0,1-6 0,1-2 0,-1-2-1,-1-4 1,-2-3-91,1-1 0,-5-5 1,0 0-1,0-1 1,-1 0-1,-2 3 154,1 1 0,-5 2 0,3 0 0,-2-1 724,-2 1-862,0 5 1,0 3-1,1 8 1,2 4-118,1 3 1,6 2 0,-2 0 0,3 2-1,1 3 1,0 1 159,1 3 1,-2-3 0,-3 2 0,-3 2 0,-1 3 0,0 3 398,-1-2 0,-11 3 0,-6 0 1,-4 0 55,-3 0 1,-7 1 0,-2-4-1,0 0-250,0-4 1,-4 1 0,2-8-1,1-2-634,2-5 1,-2-3 0,-1-8-1,0-3-626,-1-7 1,5-2-1,1-5 1,4 0-720,2 0 0,10 4 0,0-2 400,5 3 0,3 8 1,7 2-328,4 2 1,4-3 1653,5-3 0,14-7 0,6-3 0,6-2 0,0 0 0</inkml:trace>
  <inkml:trace contextRef="#ctx0" brushRef="#br3" timeOffset="96">18385 14374 7936,'0'-9'481,"-1"3"1,-2-1-1,-1 0 1486,2-3 0,0 4 129,2-3-1630,0 7 0,6-4 0,2 6-214,3 0 1,1 0 0,0 0 0,1 0 0,0 0 0,2 0-225,2 0 0,1 0 0,-3 0 0,1 0 1,-1 0-1,-1 0-172,-2 0 0,0 0 1,1 0-1,-1 0 1,0 1-336,1 4 1,-5-4 0,0 3 336,2-3 1,-5 1 898,-1 2-279,-2-3-553,-2 5 0,-6-6-160,-2 0 384,2 0-94,1-6 1,-1-1-35,-2-5 0,1 4 1,-1 0-1,-1 0-47,-2 1 1,-2-4 0,1 4-1,0-1-527,-1-1 1,-3 3-1,0-4 1,1 3 552,1 2 0,23-16 0,7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1.823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3433 7298 7807,'-1'-9'326,"-2"1"0,-2 0 1,-1 0-1,1 0 1068,2-2 0,0 3 1,1-1 558,-2-2 0,0-1 1047,4-1-2391,0 5 0,1 2 1,2 6-319,1 3 0,0 0 0,-4 7 0,0 4 35,0 3 0,0 3 0,0 5 0,0 1-109,0 2 0,-4 5 0,-2-1 1,-2 2 324,-6 2-680,2 6 0,-7-4 1,4 6-1,-3 2 0,-1 1 1,-3 0-1,-1-3-704,-2-4 1,5-4 335,-1-5 308,1 4 1,-4-6 0,3 2 0,1-7 0,1-4-530,0-3 718,-1-2 1,-5-4-1,2-1 1,1-2-1,1-5 167,0-3 0,-3-2 0,0-3 0,0-6 62,4-5 1,-2-3-310,6-2 1,-1-4-1,6 4 1,2-3-143,0-2 1,7 5 109,-2-1 1,-2 5 0,2-5 0,1-1-292,2-1 0,1 0 105,0 2 0,5-2-144,4 3 433,2-4 0,1 4 0,2-1 0,2 1 1,4 1 387,4 2-302,0 4 0,5 2 0,1 2 1,0 5-1,2 3 215,-1 1 0,-4 0 0,2 3 0,-3 3 123,-1 7 1,-1 7-177,1 1 0,0 2 0,-1 2 0,1-1 458,-1 1 1,1 1-198,0 3 0,-1-8-34,1 4-344,-6-3 0,3 1 0,-6-1 1,-1-3-1,-1-1 134,-2-3-428,-5-1 1,3-2 0,-6 0-1745,-1 1-89,-2-7 0,0 0-592,3-6-603,-2 0 3209,3 0 0,12-6 0,3 0 0</inkml:trace>
  <inkml:trace contextRef="#ctx0" brushRef="#br0" timeOffset="1">4332 7396 8492,'-6'-7'746,"5"0"0,-3 3 0,1-4 1556,-1-3 1,3-1-412,-3-1-961,2 7 1,2 2 814,0 8-1529,0 8 1,0 7 0,2 6 0,0 1 0,2 1 0,0 3 0,2 0-1,2 0 1,-1-1 0,1-4 0,0-1-264,-1 1 0,4-6 0,-3-3 0,3-3 187,2-5-249,-1-3 0,4-6 1,2-3-1,1-6 0,2-6 1,-1-7-1,-1-6-262,-1-2 0,-1 2 0,-5-4 1,-1 0 279,-3 2 0,2 1 0,-6 5 0,-2 2 347,0 2 0,-2 3 723,0 6-703,0 5 1,-4 3-129,0 8 0,0 7 47,4 6-136,5 5 0,2-2 1,5 7-1,0 4 1,2 1-53,3 7 0,2 0 0,7 9 0,1 4-76,2 3 0,-1 2 80,-3 5 0,-6-3-1311,-2 2 1365,-4-2 1,-9 9 0,-6-2 0,-4-31 0,-2 0 0,-2 1 0,-2 0-111,-2 1 0,-2 0 0,-1-4 0,0-2 0,-1 0 0,-1-2 0,-19 26-429,-3-7 0,-5-8 577,-7-8 0,-2-14-155,-2-1 61,2-12 1,6-6 0,1-10 0,4-6 0,8-2-629,5-3 1,11-1-1,5-2 1,5 1-1047,6-1 0,3-5 1665,1-3 0,0-4 0,3-1 0,5 1 0,5 3 0</inkml:trace>
  <inkml:trace contextRef="#ctx0" brushRef="#br0" timeOffset="2">4172 7027 7846,'-8'-4'4749,"-1"0"-4132,7 0 0,-2 4 1,6 1-1,4 2 1075,1 1-1447,6 5 1,2-3 0,6 2 0,2-3 0,4 0 0,6-1 0,3-2 21,1 0 1,5-2 0,2 0 0,1 0-178,0 0 0,-5-2 0,-1 0 1,-4-2-183,-7 1 0,-7-3 1,-5 2-449,-2 2 623,-7-5 0,-7 5 280,-8-2 1,1 3-141,-2 1 0,5-2-672,-4-2 332,5 3 0,-3-9 1,3 5-1,-3-1 1,1 0-1,-2-1 1,0-3-138,-2-1 0,-4-1 238,-3 0 70,-3-1 1,-6 1 0,-1 0 0,-1-1 0,-3 1 271,-2 0 0,5 4 0,-2-1 1,5 1 109,3 1 0,-1 1-261,6 1 0,4 4-922,3-3-291,7 3 0,-2 1 0,8 0 1038,4 0 0,30 16 0,9 5 0</inkml:trace>
  <inkml:trace contextRef="#ctx0" brushRef="#br0" timeOffset="3">5341 7396 7798,'-12'-4'356,"1"-2"0,1 1 0,2-2 3488,-2 0-3067,5 5 1,1-4 0,8 6 0,5 0 0,6 0 0,6 0 597,2 0 1,6-4-1050,0 0-731,5 0 0,-3 4 1,6-2-1,-1 0 0,-3-2 1,-5 1-1,-3 1-1817,-5 2 1,-6 7-1,-8 4 1,-6 6 2221,-10 2 0,-32 6 0,-14 3 0,13-6 0,1 0 0,-1 0 0</inkml:trace>
  <inkml:trace contextRef="#ctx0" brushRef="#br0" timeOffset="4">5316 7667 7824,'-8'4'0,"0"0"2564,5 6 1,-1-9-1,8 3-413,4-3 1,9-5-1364,3 0-968,4-5 1,6 2 0,2-6 0,4 3 0,1 0 0,0 3 179,0 2 0,1-12 0,4-3 0,4-1 0,0 1 0</inkml:trace>
  <inkml:trace contextRef="#ctx0" brushRef="#br0" timeOffset="5">6941 7039 7802,'8'0'310,"-1"2"0,0 0 2663,-1 2-1271,-3 0-1152,3-9 1,-6 2 0,-2-4 0,-2 2 0,-5 2-11,-6 2 1,-1 1-1,-4 0 1,-2 0-767,-1 0 0,-9 5 0,-5 4 1,-6 1-43,-5 3 0,0 0 1,2 2-1,2 2-15,1-2 1,8-1 0,7-2 0,7-1 72,4-3 0,9-1 556,4-3 1,3-1 0,2 4 342,3-2 0,3 5 0,5-2 223,0 3 0,2 2-3,3 4-679,-4-4 0,4 5 0,-8-5 0,-1-1 0,2 2 600,1 2-674,1-2 0,-4 8 1,-1-5-1,0 1 1,-1 1 264,-1 0-358,5 2 1,-9 3 0,3 1-1,-3 0 1,-1 2-253,0 6 0,0-4 1,0 7-1,0 0-208,0 0 1,0 2 208,0 3 0,0-4 246,0 0-29,0 0 0,0-10 0,0 6 0,0 0 0,0-2 89,0-2 0,-1-2 0,-2 1 0,-1 2-57,1 1 1,-2-4-127,1 2 0,0 1-139,4-1 180,0 0 1,0-1 0,0 1 0,-2-2 0,0-1-24,-2-1 1,-2 0-1,3-1 1,-1 1-42,2-1 0,-4 1 262,2 0 1,-1-1 60,0 1-204,4-1 1,-4 1 0,3 0 0,-1-1 0,-1 2-42,2 3 0,-1-7 0,0 1 1,-1-4 66,1-4 0,2-1 3,1-2 1,0-3-6,0-1-169,0-6 0,0 5 346,0-3 0,1-2 62,3 2 1,3-3 482,6-1 1,0 0-357,4 0 0,2 0 1,7 0-1,3-1 93,3-3 1,4 1-547,1-5 1,-4 4-1,-2-4 1,-1-1-325,-3 2 0,-2 2-220,-4 5 0,-4-4 112,-4 0-1693,-6 0 0,-2 5 26,-5 3 1,0-1-1,-1 4 2131,-3-2 0,-20 10 0,-9-1 0</inkml:trace>
  <inkml:trace contextRef="#ctx0" brushRef="#br0" timeOffset="6">7322 7175 7770,'0'-9'596,"-1"1"1,-2-1 1655,-1-2-1321,0 4 1,5 3 0,2 8 0,1 4 139,-1 3 0,-2 1-681,-1 1-298,0-1 1,0 4 0,0 2-1,-1 1 1,-2 2 0,-2-1-1,-4 2 151,-4 4-440,0-1 1,-10 9 0,1-4 0,-5 1 0,-4 4 0,-2 0 0,0 2-1199,-1 0 1313,4-6 0,1-5 0,8-8 0,5-3 1,2-5-1,2-5 87,0-6 1,5-5 0,3-7-1,2-2 171,2-2 1,0-1-258,0 2 73,0 2 1,0-3 0,0 3 0,0-1 0,0-2 14,0 2 0,4 2 1,1-1-1,-1-1 149,1-1 1,1-1-67,2 5 1,3 0 342,-3-1-299,3 6 1,1-2 0,1 3 0,-1 1 0,0 0 118,0 2 1,2 1-1,1 2 1,3 2 180,1 2 1,-3 7-114,5 5 1,0 6 275,3-1-415,-5-4 1,5 7-1,-4-4 1,2 3 0,0 1 56,-2-4 0,-5 2 1,2-6-1,-5-1-767,-4-1 479,3-2 0,-9 1-2263,2-1 882,-3-5 0,-2-2 1,-3-5 1429,-5 0 0,-7-27 0,-3-7 0</inkml:trace>
  <inkml:trace contextRef="#ctx0" brushRef="#br0" timeOffset="7">7704 7334 7811,'-9'0'-2063,"1"0"2061,6 0 3,-4 0-2,6 0 0,0-1 0,0-3 318,0 3 0,-1-5 168,-3 6-517,2 0 1,-3-1 497,5-3-98,0 2 1,0-4-5,0 1 641,0 4 63,0-4-755,0 5 291,0-6 51,0 5 312,0-5 702,0 6 282,0 0-1457,5 0-61,-3 0-2,3 0-164,-5 0-267,0 0 0,0 6-249,0 2 147,0 3 0,0 1 0,0 0 0,0 1 0,0-1-87,0 0 0,4 2 0,2 0 0,0-1 192,4-2 1,-3-1 33,1 2 1,0-4 0,5-1 44,-1-1 1,0 2 49,1-4 1,-1 0-118,0-4 1,-1-1-1,-1-2 1,-2-2 19,1-2 0,-2-1 22,1-5 0,-1-3 0,1-2 0,-2 0 99,-1 1 0,-3-5 69,2 1 1,1 2-140,-1-2 85,1 6 1,-5-2-1,0 4 1,0 1-1,0 0 1146,0-1-763,0 7-893,0 0 0,0 17 0,1 4 50,3 3 0,2 5 280,2-2 1,3 2-1,-3 1 1,3 2 114,1 3 1,2-1-88,2 4 0,-6-3 890,2 4-591,-8-6 0,2 9 1,-6-5-1,-3 2 1,-4-2 1479,-5 0-1652,-9-3 0,-2 0 0,-6-4 0,2-6 0,0-7-211,-2-7 1,2-3 0,-4-1 0,4-1-588,4-3 0,6-2-174,1-2 0,6-1 79,2 5-712,6 0 1,-1-1-1,11 1 1,8 2-5670,6 0 7128,3-3 0,12-14 0,5-7 0,5-4 0,-1-1 0</inkml:trace>
  <inkml:trace contextRef="#ctx0" brushRef="#br0" timeOffset="8">8270 7458 10375,'0'-7'6775,"0"3"-6229,0 8 0,0 3 0,0 6 0,0 2-759,0 2 0,0 0 0,0-2 0,0 2-1393,0-2 1,0 0 1271,0 1-2450,0-2 0,-4 0 2784,0-6 0,5-44 0,6-6 0</inkml:trace>
  <inkml:trace contextRef="#ctx0" brushRef="#br0" timeOffset="9">7285 8147 7778,'0'-13'919,"0"1"2538,0 0-2933,0-1 1,0 8-1,0 5 1,0 7-1,0 4 1,0 1 528,0 0 1,0 6-735,0 3-161,0-4 0,0 11 1,-1-4-1,-3 2 1,-3 0-1,-1-1 0,-2 1 1,-2 1-1,-3 2-155,0-2 0,-4-1 0,-2-1 0,-3 0-342,-5-1 0,3-1 0,-4-2 0,1-5-41,0-2 0,1-2 1,4-1-1,2-3 167,2-3 1,9-4 0,-1-2 0,2-4 233,3-3 0,2-3 0,5-1 0,0-2 78,0-2 0,0 1 106,0-6-100,5 6 0,2-8 1,5 3-1,1-2 1,0 0 638,4 1-618,2 1 0,6-1 0,-1 2 0,1 3 1,1 3 431,3 4-510,-3 6 0,4-2 0,-7 7 0,-1 5 1,-2 7 134,2 4 1,-4 6-1,-2 5 1,-2-2 469,-2-1 1,1-1-57,-1 0 0,-1-5-10,-3 1-408,-3-6 1,0-2-1,-1-4-823,-2 0-1259,0-3-958,-2-6 0,1-7 2861,3-6 0,22-5 0,10-3 0,4-2 0,0-1 0</inkml:trace>
  <inkml:trace contextRef="#ctx0" brushRef="#br0" timeOffset="10">7728 8344 7778,'-12'0'4060,"0"0"-3435,5 0 0,1 5 1,6 5-1,0 5 1884,0 5-2264,6-2 0,-2 4 0,7-4 0,3-1 0,1 1 0,1-3 0,0-2 18,-1-5 1,-1-3-262,-2-5 59,1 0 1,-1-3 0,-1-3 0,-1-8 0,-4-5 0,1-6 0,-1-2-98,-1 0 1,1 1-1,-4 2 1,2 4-1,-1 3 1,-1 4 85,-2 0 0,1 7 1,2 3 0,1 6 0,4 10 327,-4 12-407,6-1 1,-8 16 0,5-2 0,0 5 0,-1 3-1,-1 2 1,-2 1 9,-2 1 1,-2-1-6,-3 0 1,-9-4-1,-9-1 1,-5-3 67,-6-6 0,-4-9-126,-4-9 1,-1-9-255,-3-4-23,2-2 1,13-12 0,6-2 0,7-2 0,8 0-1546,5 2 1,9 0-1,9-1 1,9 0 1903,9-4 0,30-7 0,-26 8 0,0 0 0</inkml:trace>
  <inkml:trace contextRef="#ctx0" brushRef="#br0" timeOffset="11">8257 8553 7755,'0'-18'0,"0"4"0,0-2 1312,0 2 1,0 6 0,0 0 1360,0-2 1,2 5-2158,2 1-421,3 2 0,5 1 0,0-2 0,1-1 0,0 1 581,4 2-709,-4-4 1,5 3-1,-5-2 1,-1 3 0,0 2-1,-1 3-571,-3 4 0,-2 7 226,-6 2 344,0 5 1,-6-3-1,-1 6 1,-1-1-1,0 1 138,-2-1 0,4 1 1,-1-2-1,1-1 565,4-1 1,0-2 77,2 1 841,0-2-1185,6-6 0,2-5 1,8-3-1,3-5 1,2-6-215,-1-5 0,1-7 0,4 2 0,-2 2-1556,-3 1 0,2 2-1126,-5 0 1,3 0-3025,-3-1 5517,-1 1 0,2-44 0,1-11 0</inkml:trace>
  <inkml:trace contextRef="#ctx0" brushRef="#br0" timeOffset="12">8762 7113 7741,'-12'0'319,"-1"0"1,1 1-1,0 2 1,-1 1 2066,1-1-1096,0-2 0,4-1 0,-1 0 0,3 0-429,3 0 1,8 0 0,13 0 0,3 0-310,5 0 0,0 0-322,6 0-214,-4 0 0,7 0 0,-3 0 1,1 0-1,-2 0 0,-1-1 1,-3-2-1,-1-1 0,-1 0-168,0-1 0,-5 2 0,-1-5 35,-1-2 0,-6 3 384,-3-1 0,-8 5-89,-1-1 72,0 3 0,-11 1 0,3 0 1,-3 1 910,-1 3-994,5 3 1,-3 5-1,6 1 1,1-1 178,2 0 1,1 2-4,0 2 0,0-1-2,0 6-252,0-1 1,0 11 0,0 1 0,-1 4 0,-2 2-4,-1 3 0,0-1 0,4 6 0,0 4 12,0 2 1,0 5-85,0-4 1,0-4-681,0-3 679,0-7 1,1 8 0,2-8 0,2-3 0,1-6-5,-1-4 0,1-1 0,-4-1 0,2 1 134,-1-1 1,-1 7-259,-2 1 1,0 5 77,0 4-89,0-2 1,0 3-1,0-5 1,0-2-1,0 0-98,0-3 0,0-4 0,0-1 0,0-5 73,0-6 1,0 2 563,0-1 0,0-1-463,0-4 1,0 1-1,0 0 1,1 2-72,3 2 1,-3 3-29,4-3 0,-4 5 0,-1-2 0,0 3-102,0 2 1,0-2 193,0-2 0,0-4 180,0-4-184,0-1 0,0-4 298,0 0 58,0-5-315,5 3-319,-3-1-41,3-3 60,-5 3 0,2-5 387,2 0-66,-3 0 603,5 0 336,-6 0 579,0 0-1092,-6 0 0,-1 1-255,-5 3 0,0-1-97,-1 5-236,1-5 1,-4 7 0,-1-5 0,1 2 0,-1 1-1540,1-1 0,4 3 0,3-5-3035,0 2 4735,3-4 0,28-42 0,12-15 0</inkml:trace>
  <inkml:trace contextRef="#ctx0" brushRef="#br0" timeOffset="13">4086 12220 7800,'-9'-11'576,"3"2"1,0 0-1,3 0 2364,2-2-1774,1 4 0,0-4 0,1 4 3376,4 0-3066,-4 2-839,4 5 0,-3 1 0,0 3 0,3 5-5,-3 2 0,0 1 1,-2 0-1,0 2 95,0 2-627,0 3 0,-6 11 0,-2 5 0,-4 3 0,-5 6 1,-5 4-1,-5 6-253,-6 5 1,-2-3 0,-1-3 0,2-3-776,1-5 1,4-3-1079,-3-5 1708,4-11 0,-2 0 1,7-12-1,1-5 0,2-2-224,-2-4 1,3-3 0,-1-6 0,3-5-84,2-4 0,1-2 256,2 0 0,1-1-353,2-2 553,4-3 0,5 4 1,1-6-1,3 0 0,5 1 52,2-1 0,5 0 495,0 1-227,6 5 1,-7-5 0,6 5 0,1 0 0,1 3 650,2 2 1,-1 3 0,1 3 0,-1 4 46,1 2 0,4 12-387,-1 2 0,5 13-175,-4 0 0,0 6 0,-5-1 1,1 2 87,0 2 1,-6-3-474,-3 2 1,-4-7 50,-3-1-509,2-6 0,-10-7 0,3 0 0,-3 1-2639,-1-1 1752,0-5 0,0-3 1423,0-8 0,11-41 0,3-15 0</inkml:trace>
  <inkml:trace contextRef="#ctx0" brushRef="#br0" timeOffset="14">4356 12429 7823,'-8'0'1062,"0"0"1,-2 2 2732,-1 2-3262,5-3 1,0 14 0,6-1 0,0 4 0,0 3 0,2 3 0,2 0 0,4 2 0,3 2 1136,1 0 1,0-3-835,1-5-560,-1-10 1,2 5-1,1-9 1,1-1 0,-1-1-1,-1-5 1,-2-7 1507,0-7-1776,1-5 1,3-10-1,-1-3 1,-2-2-1,-4-1 1,-1 2 0,0 3-1,-1 2 1,-1 6 702,-3 5-421,3 4-187,-4 8 0,3 7 1,-3 11-1,2 9 0,4 6 1,3 7-1,2 6 109,4 5 1,-2 3-213,5 1 0,1 6 0,-1-5 0,0 5 0,-3-2 0,-3 1-73,-4-2 65,-5-2 0,-12-1 1,-6-1-1,-12-4 0,-11-7 36,-7-7 0,-8-9 0,-5-5 0,-6-4-28,0-3 0,6-4 0,6-5 0,8-4 0,9 0 0,8-6 0,8 3 0,6-5-2205,3 0 1,8-2-1,8-1 1,4-3-2351,4-1 4555,4-1 0,6-9 0,5-5 0,2-2 0,0-1 0</inkml:trace>
  <inkml:trace contextRef="#ctx0" brushRef="#br0" timeOffset="15">4701 12097 7785,'-12'0'782,"-1"0"0,1 0 3467,0 0-2216,5 0 1,0-4 0,6 0-624,1 1 1,2 6-1,12 1 1,1 0-1030,2 1 0,6-3 1,0 2-1,4-3-272,1-1 1,2 0-1,-1 0 1,-1 0-175,2 0 1,-8 0 0,1 0 0,-3 0-257,-5 0 1,-2 0 0,0 0-135,-1 0 447,-5 0-96,-2 0 1,-6 0-1,-3 0 23,-4 0 1,1 0-1,-1 0 1,-1-1-1,1-3-138,0-4 0,4 1 6,-4-1 150,-1-1 1,-3-7 0,0-2 0,-2-1 0,-1-3-383,-1-1 454,-1-2 1,1 2 0,-1 3 0,2 3 0,2 3-121,0 2 0,2 4 0,2 1-1022,1 2-700,5 1 0,-2 5-2506,5 3 4339,0-3 0,21 16 0,7-4 0</inkml:trace>
  <inkml:trace contextRef="#ctx0" brushRef="#br0" timeOffset="16">5870 12282 7836,'-12'-7'1001,"-1"-3"1,3 7-3,1 5 0,4 10 0,5 13 1,1 6-1,2 6 0,2 4-198,2 4 1,-3-2 0,3-2-1,0-3-1331,0-1 0,-3-2 0,3-3 0,-2-6-1113,-2-4 0,2-7 1643,0 1 0,-12-40 0,-7-12 0</inkml:trace>
  <inkml:trace contextRef="#ctx0" brushRef="#br0" timeOffset="17">5661 12589 7825,'-7'-7'2987,"2"-4"0,10 5-1898,3-7 1,14 0 0,8-2-1,8-3-586,8-1 0,3-2 0,4-2 0,5 2-4566,2 5 4063,1 2 0,-25 8 0,1 0 0,0 0 0,1 0 0</inkml:trace>
  <inkml:trace contextRef="#ctx0" brushRef="#br0" timeOffset="18">6818 12700 7743,'-4'12'603,"-2"-1"1,1-1 1667,-1-2-1238,2-5 1,4 1 0,0-8 0,0-4 0,0-5 0,0-3-1,0-6 52,0-5 1,0-5 0,0-6 0,0-3-892,0-4 0,-5-9 1,-2-4-1,-1-8-225,3 29 1,1 0 0,3 2 0,0 0 0,-2-1 0,1 0 0,2-31-215,5 7 0,3 4 0,7 8 0,3 4 65,1 7 1,1 7 0,6 10 0,3 2-105,4 0 174,2 10 1,-2-3 0,-1 11 0,-4 0 0,-4 1 0,-8 5 0,-6 6-2007,-6 7 2051,-8 10 1,-9 2-1,-7 6 1,-5 2-1,-2 0 1,-2 1 0,2-3 410,1-3 1,5-5-1,2 2 1,1-1 210,3-2 1,7-8-171,4-4 0,4-3 0,7-5 158,9-4 0,9-3-267,12-1 1,5 0 0,5 0 0,3 0-71,3 0 1,4 0-237,-8 0 0,0 2-140,-12 2 0,-4 3 0,-14 6 1,-7 4-293,-6 3 0,-5 4 377,-1 0 0,-11 1 0,-5-1 0,-6 1 272,-3 0 0,-5-6-64,-3-3 1,-8-2 353,-4-2 0,-3-5 0,0-3 0,2-3 455,1-1 0,5 0-888,-1 0 0,12 0 0,6 0 1,4 0-4470,4 0 2393,7 6-1481,2 1 3511,12 5 0,23 0 0,10 1 0</inkml:trace>
  <inkml:trace contextRef="#ctx0" brushRef="#br0" timeOffset="19">7839 12282 7637,'-7'-6'204,"0"5"0,5-5 0,-2 1 2436,1-3-1709,-4 2 1,6-5 0,-4 3 2141,4-3-1707,1-1-956,0 5 0,1 1 0,2 8 0,1 2 0,-1 4 4,-2 3 0,1 7 1,1 4-1,1 5-324,-2 6 1,0-2 0,-2 2 0,0 0 33,0-2 0,4-1-416,0-5 278,0-6 0,-3-1 1,4-7-1,3-4 0,1-9 1,1-9 474,-2-8 0,2-4-680,6-2 0,-2-3 0,4-1 1,-2 3-371,0 4 1,5 4 286,-5 6-9,1 5 0,-4 2 0,2 5 0,2 3 0,-2 3-296,-2 7 0,-2 7 574,-2 1 0,2 1 0,-3-1 0,3-1 408,1-3 0,0 0 27,1-5 1,-1-1 590,0-3-795,1-2 0,-1-6 1,2 0-1,1-2 0,1-3 849,-1-7-922,4-6 0,-5-7 0,2-1 0,-3-1 0,-4-3 139,-1-2 0,-5 1 0,1-3 0,-4 4-1,-4 4 0,-3-2-430,-5 8 1,-4 2 185,-1 2-1128,1 7 1,-1 0-1,1 5 1,1 1-1,1 2-2577,2 1 0,4 0 3686,-1 0 0,7 0 0,-4 0 0</inkml:trace>
  <inkml:trace contextRef="#ctx0" brushRef="#br0" timeOffset="20">7814 11999 7809,'-5'-7'448,"-2"-3"0,-4 5 1,2-1-1,0 1 2774,0 2-1908,3-4 1,-3 7 1000,5 0-1934,0 0 1,9 10 0,3-6 0,3 0 0,2 0 0,0 0 0,2-1 439,2-2 1,5-1 0,-2 0 0,5-1-561,3-3 0,-2 2 0,4-3 1,-1-1-190,0-2 1,5 1-1,-3 1 1,2 0 0,-1 3-1,-2 1-474,-3-2 0,-1 2 0,-3-2 0,-2 3-339,-5 1 1,-2 0 67,-2 0 463,1 0 1,-5 0 344,0 0 4,-5 0 0,2 0 1,-6 0 156,-3 0-285,2 5 187,-3-3 31,-1 3 183,5-5-201,-4 0-64,5 0 0,-2 0 0,0-1 0,-4-3 633,-1-5-737,4 4 1,-6-6-1,3 3 1,0-3-1,-4-2-183,-1 1 0,-3 0 0,-1 0 0,-1-1-583,1 1 0,1 0 35,2-1 1,-2 5-999,-2 0 1214,8 0 0,-9 1 1,10 1-1,-1 2-995,0 0 0,5-1 1,1 2-462,4-1 0,5 0 1928,5 4 0,39-11 0,9-3 0</inkml:trace>
  <inkml:trace contextRef="#ctx0" brushRef="#br0" timeOffset="21">9402 11962 7780,'-16'0'-59,"-1"0"0,2 0 0,1 0 0,2 0 1600,0 0-84,5 0 1,-4 0 0,3 0 511,-3 0 0,10 1-905,5 3-715,5-3 1,9 5 0,2-6 0,4 0 0,0 0 0,2 0 0,2 0 17,0 0 0,2-1 0,-1-2 0,3-3-514,-1 0 1,1 1-824,-4-3 160,-2 5 0,4-6 0,-6 5 0,-4 1 0,-4 2 0,-2 2-4271,-2 3 4382,-5 3 0,-3 5 699,-8 1 0,-28 10 0,-14 4 0,-4 3 0,-1 0 0</inkml:trace>
  <inkml:trace contextRef="#ctx0" brushRef="#br0" timeOffset="22">9316 12294 7831,'-13'0'0,"5"0"1906,0 0 0,8 0 0,4 0 528,11 0 0,8 0-886,6 0-1618,3-6 1,0 1-1,1-5 1,0 2-1,0 0 1,0 1-1,1 2-2906,1-1 2976,2 5 0,28-10 0,-30 7 0,1 1 0</inkml:trace>
  <inkml:trace contextRef="#ctx0" brushRef="#br0" timeOffset="23">10965 11875 7777,'-12'0'119,"-1"0"1,1 0-1,0 0 1218,-1 0-396,1 0 0,4-1 1,0-2-1,-2-1 443,-1 2 0,6 0 0,5 2-863,6 0 1,11 0 0,3 0 0,4 0-162,0 0 1,6 0-1,3 0 1,3 0-265,1 0 1,5 0 0,3 0 0,3 0-141,1 0 0,0-4 1,-1 0-1,-1 1-271,-2 2 1,-12 2 0,-5 2 0,-10 4-157,-8 4 1,-6 1 0,-10 11 0,-7 5 343,-11 2 1,-11 4 0,-12 6-1,-3 1 25,-3-2 1,1 0-1,6-3 1,7 0 113,5-3 0,4 2 1,6-3-1,4-1 35,3-2 0,5-3-25,4-1 1,2-5 0,8-1-1,2-2 109,4-6 1,4 0 59,5-7 1,2 0-1,7-4 1,3-3 623,3-5 0,5-2-331,4-10 1,4 3 80,9-3-651,-9-1 1,7 1-1,-12 1 1,-5 1 0,-5 3-2397,-4 1 1,-8 6-3676,-6 0 6157,-5 5 0,-29-19 0,-5 2 0</inkml:trace>
  <inkml:trace contextRef="#ctx0" brushRef="#br0" timeOffset="24">11026 12171 7777,'-12'0'870,"0"0"0,5-2 2647,3-2-964,2 3-2082,8-4 0,1 5 0,6 0 0,2 0 0,5 0 0,1 0 0,7 0 1073,2 0 0,-1 0-2879,3 0 847,-4 0 0,7-2 0,-2-1 0,1-1 0,-1 2 0,-4 0 0,-3 2 488,-2 0 0,-10-27 0,-3-7 0</inkml:trace>
  <inkml:trace contextRef="#ctx0" brushRef="#br0" timeOffset="25">10879 11605 7777,'-13'0'343,"1"0"0,0 0 1134,-1 0 1,1 0 719,0 0-1604,5 0 0,-1 0 0,8-2 0,5 0 916,5-2 0,9-1-840,6 5-502,-1-5 0,12 4 0,-3-3 0,2 1 1,3 0-1,2-1 0,1 1 0,0 2 1,2-1-9,2-2 0,2 3 1,3-3-1,-1 3-253,0 1 1,-4 0-189,0 0 220,-10 0 1,-1 0 0,-14 0 0,-3 0 0,-4 0-1,0 0 385,-1 0-98,-5 0-111,-2 0-15,-5 0-304,0 0-163,-5 0 344,3 0 336,-3 0 1,4 0 202,-3 0-126,2 0-91,-3 0-236,5 0 0,-2 0-545,-2 0 150,3 0 181,-5 0 266,6 0-164,0 0-216,-5 0-246,4 0 1,-5-2 239,6-2 1,-1 3-695,-3-3 704,2-3 1,-5 1-1,3-3 1,-3 1-1,-1-2-183,0-1 1,-2-1 0,-5-1 0,-1 1-49,1 0 0,-3-1 218,2 1 0,-6 0-45,1 0-405,-2-1 0,3 2 0,-1 2 1,-1 1 724,-1-2 0,-2-39 0,1-11 0</inkml:trace>
  <inkml:trace contextRef="#ctx0" brushRef="#br0" timeOffset="26">27443 16626 8146,'-8'0'-687,"-1"0"-39,0 0 834,3 0 321,1 0 0,5 1 482,0 3-776,0-2-444,0 3 970,0-5 3444,0 0-3455,0-5-283,0 3 102,0-3 126,0 5-550,0 0 0,4-2 0,1 0 699,2-3-472,-4-4-125,8 8 1,-8-9-1,4 4 1,-1 1-76,1 0 1,1-4-14,5 5 0,-5-5 1,0 2-1,3-1 109,4-1 1,-1 1-81,2-4 0,2-2 178,-2-2-219,6 2 1,-7-5 0,4 3 0,1-4 0,-3 0 249,1-1-299,4 6 0,-7-6 0,6 3 0,0 0 0,3 0-73,0 3 0,5-3-194,0 2 205,5 0 0,-3-1 0,5 1 1,-3 1-1,-6 1 72,-5 2 1,0-1 0,-6 1 72,-1 0 0,-1 0 133,-2-1 0,-2 1-165,2 0 1,-6-1-1,7 1 1,1 0-116,1-1 0,7 1 137,-2 0 1,0-1-165,0 1 48,1 0 0,-1 0 0,1-1 1,0 1-1,3 0-27,0-1 0,1 1 0,0 0 0,1-2-30,2-2 1,-6 2 62,3-2 0,-7 2 81,2 2-29,-10-1 1,6 2 0,-8 2-1,3 1 89,1-2 1,1-1-1,-1 0 1,0 2-127,1 0 1,-1 1-16,0-4 1,6-1-106,3 1 1,-2 3 0,1-2 0,2-3-236,1 0 0,3 1 262,3 0 0,-7 1 241,3 0-79,-4-1 1,0 2-1,-2 2 1,-1 1 0,-3 0-106,-1 1 1,-2-3 0,0 5-1,0-1-113,1 1 0,-1-4 143,0 5 1,1-5-74,-1 1 0,-2 1 0,1-1 0,2-1 59,1 3 0,0-5-90,-2 2 216,0-2 0,6 1 0,1 0 1,2 2-1,-2-2 16,-2-1 0,5-1-84,-1 0 1,1 3 0,0 3 0,-3-1-36,-1 0 1,-1 0 33,0-1 1,-4-3-47,4 3 40,-3-3 0,-2 3 0,0-1 1,0 0-1,1-1 73,-1 2 0,0-3 291,1 3-288,-1-3 0,4-1 1,1-1-1,-2 1 0,-2 0 155,0-1 1,-1 1-1,0 0 1,1-1-165,-1 1 0,0 4-27,1 0 1,-5 5-235,0-1-63,-5-3 0,4 6-464,-3-3-1069,-3 2 1,3 4-1983,-8 2 3765,-3 3 0,-21-12 0,-5-3 0</inkml:trace>
  <inkml:trace contextRef="#ctx0" brushRef="#br0" timeOffset="27">29547 14964 8215,'-13'0'0,"-3"0"0,0 0 1644,1 0-1291,7 0 0,4 0 0,9 0 0,6 0 0,6 0 0,2 0 0,3 0 0,1 0 846,1 0 1,1 0-786,0 0-276,-6 0 0,4 0 0,-2 0 0,2-1 0,1-2 0,1-2 0,0-2 76,-1-3 1,5 4 0,0-3-1,-1 0-212,2-2 0,-8-1 0,3 1 0,-3 1-205,-3 2 1,-1 5 0,-7-2-591,-3-1 642,-3 5 1,-5-3 83,0 8 81,0-3 1,-4 6 0,0-3 79,1 4 0,2-2 1,0 5 0,-2-3 0,-3 3 0,-2 2 273,-5 4 0,-1-1 1,-8 8-1,-3 2 159,-2 0 1,-6 5-43,5 2-645,-1 2 1,2 1 0,1-5 0,4-5 0,4-5-509,7-3 1,0-2-597,7-4-1617,0 1 1450,4-7 1431,0 0 0,5-28 0,2-5 0</inkml:trace>
  <inkml:trace contextRef="#ctx0" brushRef="#br1" timeOffset="28">27627 665 8125,'9'-9'-207,"-1"1"1,-5 0 0,2-4 0</inkml:trace>
  <inkml:trace contextRef="#ctx0" brushRef="#br1" timeOffset="29">27271 16613 7402,'6'2'1195,"0"0"1,-2 4-208,0 1 1,4-3 0,-2 3-319,1-2-186,-5 5 0,5-9 0,-4 5 2299,1-1-2343,0-4-310,-4 5 1,-1-6-108,-3 0 1,2-1 0,-3-2 0,1-3 0,-2-1 0,1-2-125,-1-2 1,-3-1 0,0-1 0,-1 1 0,-3 0 0,0-2 602,-4-2-235,-2 2 0,-1-8 0,-1 4 0,-2-1 1,-3-3-1,-3-1 0,2-2 330,1 1 1,1 3-1,1 1 1,-1-2-482,0-1 1,-1-1-1,-1 3 1,-2 0-35,2-1 0,0 3 0,-1-1 0,-1-1-161,2 2 1,3-3-1,2 6 1,1-1-205,-1-1 1,4 5 0,2-5-1,2 2-472,2-1 0,0 5 0,-1 4 236,1-2 0,1-1 1,2 0-1,0 2-49,0 0 1,2 3-1,0-4 1,0 2-3111,1-2 3678,3 5 0,-8 5 0,4 7 0</inkml:trace>
  <inkml:trace contextRef="#ctx0" brushRef="#br1" timeOffset="30">26384 16084 7806,'0'13'1580,"0"-1"-163,0 0 0,0-6 1,0-6-1062,0-7 1,0-4-1,2-1 1,1-1-1,1 0 1,-2-3 211,0 0 1,2-7-1,0 0 1,-1-5 0,-3 1-1,-3 0 718,-1-2-1239,-6-3 1,3-5 0,-5 1 0,-1 0 0,-3 2 0,1 2 0,3 2-96,3 3 0,2 2 1,-1 5-1,6 5-402,9 5 1,3 10 0,10 10 0,1 3 0,-1 5 0,1 1-345,0 3 590,-3-4 0,0 4 0,-6-6 1,1-1-1,-2-1 0,-2-2-2438,-1 1 1935,-5-7 707,3 0 0,-45-44 0,-9-10 0</inkml:trace>
  <inkml:trace contextRef="#ctx0" brushRef="#br0" timeOffset="31">30212 14755 7299,'-8'0'-503,"-1"0"502,7 0 1,-3 0 0,8-1 0,3-2 710,1-1 1,1-4 0,3 2 0,-2 1 375,-1-1 0,-5 1-632,1 1-1231,3 2 1,-6-4 0,5 3-2374,-1-1 3150,-3 0 0,9 4 0,-4 0 0</inkml:trace>
  <inkml:trace contextRef="#ctx0" brushRef="#br0" timeOffset="32">30507 14546 7230,'-7'-1'1048,"5"-4"1,4-3-850,6-3 0,-1 3 0,1 0 0,2 0-874,1 1 0,-3 0 675,0 3 0,1 3 0,3-5 0</inkml:trace>
  <inkml:trace contextRef="#ctx0" brushRef="#br0" timeOffset="33">30729 14374 8014,'8'0'-93,"-1"-2"1,-1-2 1254,1-4 1,-4 1-2132,1-1 969,-2 5 0,8-8 0,4 4 0</inkml:trace>
  <inkml:trace contextRef="#ctx0" brushRef="#br0" timeOffset="34">30901 14300 8014,'8'0'402,"0"0"0,-5-2 608,1-2-186,-3 3-824,-1-4 0,33-12 0,8-3 0</inkml:trace>
  <inkml:trace contextRef="#ctx0" brushRef="#br0" timeOffset="35">31282 14152 8014,'-12'-12'-11,"4"1"0,1 1 0,2 2 210,2-1 0,1-2 1,2-2-1,2 1 0,2 1-980,4 3 475,3-3 1,5 8-1,1-4 306,-2 2 0,15 6 0,3 6 0</inkml:trace>
  <inkml:trace contextRef="#ctx0" brushRef="#br0" timeOffset="36">31541 13955 8589,'-13'0'98,"5"0"0,0-1 247,-1-3 1,-2 1-1030,-2-5 398,12 5 1,-2-4-1,11 5 1,3-3 285,4 3 0,43-22 0,-22 11 0,0-1 0</inkml:trace>
  <inkml:trace contextRef="#ctx0" brushRef="#br0" timeOffset="37">31725 13808 8014,'13'-6'-972,"-5"5"1677,0-3 0,-7 2 1508,-1 2-3770,-5 0 1557,-2 0 0,13-5 0,7-2 0</inkml:trace>
  <inkml:trace contextRef="#ctx0" brushRef="#br0" timeOffset="38">31910 13734 8014,'-12'0'-153,"-2"0"0,-1 0 0,-1 0 263,1 0 1,8 0-111,7 0 0,38-22 0,15-6 0</inkml:trace>
  <inkml:trace contextRef="#ctx0" brushRef="#br0" timeOffset="39">32107 13598 8014,'-12'0'0,"-1"0"0,1 0 319,0 0 1,3 0-1,1 0 1,0-1-231,1-3 1,3 3-1,8-5 1,6 2-90,5 0 0,37-22 0,-19 12 0,-1 1 0</inkml:trace>
  <inkml:trace contextRef="#ctx0" brushRef="#br0" timeOffset="40">32144 13426 8014,'-8'0'-414,"-1"0"0,0 0 839,-2 0 1,4-1 0,3-3 322,3-5 1,2 4 309,3 1-634,-3-3 0,9 7-250,-6 0 1,6 0 0,-2 4 0,3-1 0,1 0 0,0 1-58,1-2 0,4 0 0,3-2 0,0 0 0,1 0 0,1-2-234,1-2 84,1 3 0,1-9 0,0 5 0,-2-1 1,-3 1-1,-3 1 0,-4 0 0,0 0-358,-1 1 0,-6 2 363,-6 1 0,-6 1 0,-6 3 0,-1 3 0,3 1-426,1 0 421,-2 0 0,5 5 0,-7-1 0,1 0 0,0 2 0,-1 2 0,0 5-42,-4 2 1,-2 3-1,-7 3 1,-3 4 138,-3 2 0,-4-2 1,-1-1-1,2-4 173,2-5 1,7 1-482,5-8 0,14-5 0,6-7 1,12-2-648,7-2 0,6-6 891,5-2 0,1-20 0,2-10 0,0-2 0,1 0 0</inkml:trace>
  <inkml:trace contextRef="#ctx0" brushRef="#br1" timeOffset="41">32587 13266 13781,'-7'0'-990,"-4"-16"0,4-5 0</inkml:trace>
  <inkml:trace contextRef="#ctx0" brushRef="#br1" timeOffset="42">32291 12860 7395,'-12'0'81,"0"0"0,0-1 0,-1-2 0,1-1 1835,0 1 0,5 0-952,3-1-2718,2 3 369,2-5 1385,0 6 0,0 6 0,0 1 0</inkml:trace>
  <inkml:trace contextRef="#ctx0" brushRef="#br1" timeOffset="43">32070 12737 7941,'-12'-7'388,"-1"0"1,2 3-71,3-4 0,4-2 0,7 1-2530,1 1 2212,6 5 0,-26-8 0,1 4 0</inkml:trace>
  <inkml:trace contextRef="#ctx0" brushRef="#br1" timeOffset="44">31922 12540 7975,'-13'-8'-53,"-2"0"1,-2-1 0,2 1 0,1 0-352,2-2 339,5 5 0,-2-6 0,5 3 0,1-3 0,3-1 65,4-1 0,8 1 0,7 0 0</inkml:trace>
  <inkml:trace contextRef="#ctx0" brushRef="#br1" timeOffset="45">31738 12306 7975,'-13'0'-281,"1"0"0,0 0 336,-1 0 1,1 0 0,1-1 626,3-3-884,3 2 1,5-9 201,0 3 0,21-19 0,7-6 0</inkml:trace>
  <inkml:trace contextRef="#ctx0" brushRef="#br1" timeOffset="46">31578 12060 7975,'-13'-7'-190,"2"2"1,2 1 211,1 0 1,-1-5 0,-1 4 0,0-1 410,2 1 1,5-5-282,-1 2-309,3 3 1,-5-1 156,-2 6 0,-3 17 0,-1 3 0</inkml:trace>
  <inkml:trace contextRef="#ctx0" brushRef="#br1" timeOffset="47">31307 11949 5805,'0'-8'93,"0"0"75,0-2 1,0 4-169,0-3 0,-5 12 0,-2-2 0</inkml:trace>
  <inkml:trace contextRef="#ctx0" brushRef="#br1" timeOffset="48">31762 12232 7893,'-7'6'32,"-3"-3"0,1 3 0,-2 1 163,-1 0 1,7-6-432,5-1 1,4-1 0,5-6-7,-1 2 137,1 1 0,-1 4 0,-1-2 1,0 0 104,-1-3 0,-8 1 0,0 4 0</inkml:trace>
  <inkml:trace contextRef="#ctx0" brushRef="#br1" timeOffset="49">31701 12417 9322,'0'-8'3349,"0"0"-3179,0 5 0,0-4 1,0 3-1,1-4 24,3-3 1,-1-2-1,4 0 1,-2-2 0,-1-3-1,0-1 19,1-3 0,-1-3 0,-4-2 0,0-2 0,0 2 1,0 1 637,0 1-791,-6 6 1,3 1 0,-3 6 0,-1 1-1,1 4-455,1 7 0,2 6 0,7 6 0,4 0 0,3-1 275,2-2 61,-1-4 0,0-5 1,1 0-1,-1-1 1,0-2-1,1-3 59,-1 0 0,6-24 0,1-10 0</inkml:trace>
  <inkml:trace contextRef="#ctx0" brushRef="#br1" timeOffset="50">31602 12466 7893,'-7'-1'3166,"3"-3"1,3 1-2925,1-5 1,0 4 0,1-3 0,2 0 0,3 2 346,0-1 1,-1-2 0,1 2 25,0 0 1,3-3 0,-2-3-330,0 0 0,0-1 0,-4 1 18,1 0-364,0 0 0,-3-5 1,2 1-1,2 1 1,1 1-1,1 2 0,-2-1-217,1 1 1,-1 0 0,-2-1-1,2 1 1,1 0 0,-1 0 226,-2-1 0,-2 1 1,-1 0 679,0-1-510,0 1 1,-5 4-50,-3 0 1,2 3 124,2-3 1,1 6 0,1-4 433,-2 1-600,-1 3 1,7-3 24,2 5 0,-1 1 0,5 2-47,1 1 0,1 1 1,0-2-1,-2 1 78,1-1 1,2 2 0,2 1 34,-1 1 0,0-4 1,-1 2-1,-1-1-48,-2 0 0,-4 2 1,4-4-38,2 3 1,-1 0 0,1-2-57,-2 1 1,0 0-186,5-4 0,-1 4-95,0 0 0,-4 0 0,1-4 28,0 0 0,-2 0 176,1 0 1,-5 2 0,3 0-94,-1 2 424,-4 1 1,9-4 164,-6 3-366,0-3-14,-4 5 53,0-6 1,-5-2 4,-4-2 1,3 3 0,-3-3-1,0 1-15,-2-1 1,3 3 0,-1-5 0,0 2-59,-2 0 0,-1-1 1,-1 2-1,1-3-103,0 0 1,-1 3 0,1-3 0,0 2-34,0 0 0,-1-1 1,1 2-12,0-1 0,-1-2 0,1 4 9,0-3 0,-1 1 259,1 4 1,4-4 697,0 0-452,5 0 1,-4 4-311,3 0 1,3 1-445,-3 4 0,2-3-82,2 6 0,0 1 1,0 3 122,0 0 0,0 1 0,0 0 223,0 4 1,0-4-1,0 4 1,0-2-31,0 1 1,0-1 0,0 4 0,0 1-38,0-1 0,0 0 0,-1 3 0,-2-2-6,-1 2 0,-4 1 1,4 2-1,0 0 11,-2-1 1,3 1 0,-3-2 0,0-1 186,3-2 1,2-5 0,1 2 539,0-3-111,0-8 0,0-2-19,0-8 1,0 2 0,0-7 0,1 0 1,3-2 0,-2-1 0,2-1 0,-3 1-516,-1 0 1,2-5-1,0 1 1,2 1-526,-1 1 0,0 1 0,0-3 0,1 0-1054,-2 1 1,4 1 1675,-2 2 0,17-11 0,-1-3 0</inkml:trace>
  <inkml:trace contextRef="#ctx0" brushRef="#br1" timeOffset="51">31615 11740 7353,'0'-7'-587,"0"2"451,-6 5 1,5 1 0,-5 2 0,2 2 0,-1 1 135,-2-1 0,4 1 0,-2-3-160,-1 1 292,-1 0 0,-1-4 0,1 1-275,2 3 0,-1-2-15,2 2 296,3-3 0,-6-1 1229,3 0 1,3-1 389,-3-3-779,2 2 1,1-2 501,-3 8-1749,2-2 1,-3 4-1727,5-1-772,0-4 2767,0 4 0,-11-16 0,-3-2 0</inkml:trace>
  <inkml:trace contextRef="#ctx0" brushRef="#br1" timeOffset="52">31369 11543 7906,'-9'-12'369,"2"0"87,2-1 0,0 6 0,2 2 340,-1 0 0,-2 3 130,2-2-1540,3 3-914,-5 1-323,6 0 1851,0 0 0,-11-11 0,-2-3 0</inkml:trace>
  <inkml:trace contextRef="#ctx0" brushRef="#br1" timeOffset="53">31258 11346 7906,'-8'-4'451,"1"-1"-27,1-2 0,-2 3 0,3-3 241,-2 2-2295,4 0 1630,-2 5 0,5 0 0,0 0 0</inkml:trace>
  <inkml:trace contextRef="#ctx0" brushRef="#br1" timeOffset="54">31110 11211 7906,'-12'0'170,"5"-6"1,-4 5-225,3-3 54,2 3 0,6 1 0,7 0 0</inkml:trace>
  <inkml:trace contextRef="#ctx0" brushRef="#br1" timeOffset="55">30999 11174 7929,'-7'0'-303,"2"0"0</inkml:trace>
  <inkml:trace contextRef="#ctx0" brushRef="#br1" timeOffset="56">30876 10903 7923,'-1'-8'-143,"-2"0"1,-1-2 3300,1-1-2238,2 5 1,1-5 0,0 2 111,0-2-2119,0 5 1,0 2 1086,0 8 0,16 24 0,5 12 0</inkml:trace>
  <inkml:trace contextRef="#ctx0" brushRef="#br1" timeOffset="57">30618 10989 7683,'-7'-8'1711,"3"0"1,3 4-1350,1-4 1,0 4 0,0-5 0,0 0-248,0-2 0,0-1 1,1-1-1,2 1 1,1-2-1,-2-2-299,0-5 1,2 2-1,0-1 1,-1-1-1,0 1 1,-1 1 104,2 1 0,0 1 0,-4 5 0,0 0 0,0-1 372,0 1 1,0 0-1,0 0 222,0-1-185,0 6 1,0 1 729,0 1-1284,0 4 0,2-4 151,2 5 1,-1 0 0,5 0-1,1 1 269,2 3-70,2-3 1,-5 6-1,0-4 1,2 3-1,1-1 1,1 0-1,0 0 31,1 0 0,0-4 0,2 5 1,2-2-170,-2 0 0,-2 0 1,0-2-1,-1 0-146,0 2 0,-4 2 0,1-3-12,0 1 1,2 4-1,1-4-156,1-1 0,-1 2 136,0-1 1,1 0 59,-1-4-289,-5 0 1,-3 0-322,-8 0 0,1 0 1,-5 0 739,-2 0 0,-22 0 0,-8 0 0</inkml:trace>
  <inkml:trace contextRef="#ctx0" brushRef="#br1" timeOffset="58">30347 10509 7904,'0'-12'556,"0"4"0,0 0 1,0-2 1649,0-1-1910,0-1-2723,0 5 2427,0 7 0,-11-15 0,-3 0 0</inkml:trace>
  <inkml:trace contextRef="#ctx0" brushRef="#br1" timeOffset="59">30150 10177 7936,'-12'-5'518,"1"-3"0,1-2 994,2 2 0,5 1-2072,-1 3 0,4 2 560,4-2 0,-8 3 0,3 1 0</inkml:trace>
  <inkml:trace contextRef="#ctx0" brushRef="#br1" timeOffset="60">29916 10005 7938,'0'-8'84,"0"0"1,2-2-1,0-1 1,3-1 249,-3-1 1,4 1-631,-2 0 1,0 6 0,-4 6 295,0 7 0,-22 31 0,-5 9 0</inkml:trace>
  <inkml:trace contextRef="#ctx0" brushRef="#br1" timeOffset="61">29818 9845 7956,'-1'-8'199,"-2"0"0,-1-2-16,1-1-183,-4 4 0,0 2 0,-5 5 0</inkml:trace>
  <inkml:trace contextRef="#ctx0" brushRef="#br1" timeOffset="62">29658 9673 7977,'0'-13'188,"0"7"1,-4-5 0,0 2 11,1-2 0,2 3-200,1 0 0,5 5 0,2-2 0</inkml:trace>
  <inkml:trace contextRef="#ctx0" brushRef="#br1" timeOffset="63">29560 9537 7977,'-9'0'-1360,"1"0"1360,5 6 0,14-5 0,10 5 0</inkml:trace>
  <inkml:trace contextRef="#ctx0" brushRef="#br1" timeOffset="64">29461 9870 7977,'-11'-6'-29,"3"-2"1,4-3 0,2-1 315,2-1 1,0 1 0,2-2 0,1-1-1,2-2 1,0-1-47,1 0 1,4-4-1,-4 2 1,1-4-1,-1 0 1,-2-1 551,0 1-735,0 4 1,-4-1-1,0 3 1,0 0 0,0 0-1,0 3 1,0 1-213,0 2 1,0 4 147,0 0 103,0 5 0,5-2 1,4 5-1,2 0 0,2 0 1,2 1 54,2 3 1,5 1 0,-2 5 0,2-3-1,0 0 1,-3 0-813,-1 2 339,4-3 1,-9 3-1,4-3 1,-4 0 0,0 3 320,-1-2 0,-11-7 0,-2-7 0</inkml:trace>
  <inkml:trace contextRef="#ctx0" brushRef="#br2" timeOffset="65">27381 16601 8151,'0'-12'-385,"0"-1"0,0 1 580,0 0 0,0 4 1,2 1-1,0 0 0,4 1 46,1 1 0,-3 0 1,4 0-45,2-3-85,-5 3 0,6-5 1,-4 5-1,1-1 1,-1-1-1,0 1 163,0-4 0,-1-1 1,3-1-1,-4-1 1,-1 1-1,2 0-78,0 0 1,-3-1 0,1 0-1,-1-2 1,0-3 0,1 0 214,-1 0-384,-2-4 0,0 3 1,2-7-1,1-1 1,-1-3-1,0-2 0,-1 0 1,2-1-1,1 0 59,0-1 1,-4 4 0,5 1 0,-2 3 0,0 3 0,0 1 34,2 1 0,-5 5 0,3-3 1,-1 1-1,0 2 0,2-2 244,2-3-340,-4-2 0,6-2 0,-3-1 0,1-2 0,2-5 0,2-1 0,1 1-224,1 4 0,-1-1 0,0 1 1,1 3 92,-1 5 1,-4-1-1,0 5 271,2 2 1,-5 2-1,1 0 1,-2 0-150,0-4 0,6 3 1,-4-3-1,3-1-41,-1-3 1,0-2 0,4-1-1,-1-1 30,-3 0 1,3 1 0,-4-1 0,0 0 53,-3 1 1,2 3 0,-1 2 0,2 0-166,3 0 0,-4 0 1,3-3-1,0 3-44,2 1 0,1-4 1,1 3-1,-2-2 201,-3 1 0,1 4 1,-3-5-1,1-1 134,2-1 0,-3 2 1,-1 1-1,-1-2-32,0-1 0,5-2 0,-5 2 0,0 1-104,1 2 0,-3 3 1,3-2-1,-1 0-62,0 0 1,0 4 0,-4-2-1,2 4 95,2 0 0,-3-3 0,3-1 0,-2 1-126,-2-2 1,1 5 0,2-5-1,1 1 58,-1 1 1,-1-5 0,1 5-1,1 1-25,-1 1 0,0 1 0,-1-2 0,3-2 172,-3 2 0,1 2 1,0 0-1,1 0-107,-1-4 1,-1-2 0,1-6 0,1 1-144,-1-1 1,2 1 0,-1-1 0,1 0 54,0 1 1,-4-1 0,5 0 0,-2 1-9,0-1 1,0 6 0,-4 3 0,2 2 49,2 2 0,-3-1 0,3 1 1,-2 0 59,-2-1 1,1 1-1,2-1 1,1-4-7,-2-3 1,4-4 0,-1 0 0,1-2-86,-1-3 1,4 3 0,-5-3 0,0 3-31,1 2 1,-2 1 0,4 1-1,-2 1 54,-2-1 0,-2 4 0,-1 1 0,2 0 43,2 1 1,-3-2-1,3 3 1,-1-1-132,1 1 0,-3-5 1,5 0-1,-1-3 35,4-2 1,0-1-1,1-1 1,-2-2 33,2 2 0,-4-1 1,1 2-1,0 0 94,0 3 0,-4 7 0,1-2 1,-2 2-52,3-1 0,-4-3 0,4 3 0,0 2-123,-1 2 1,1-4 0,-2 1 0,1-1 198,-1 0 1,-2 3 0,0-3 0,2 2 105,1-1 1,0 2 0,-4-2 0,0 2-115,0 2 0,4-4 0,1-2 0,-1-1-78,1-3 0,-2-2 0,5 0 1,2-2-115,1-3 0,-3 3 0,0-4 0,2 1 12,0 1 1,-1-1 0,-1 4 0,0 1 84,-1-1 0,0 5 1,-3 0-1,3 1 13,0 0 1,-1 0 0,-3-3 0,3 2 51,0-2 1,-1-1 0,1-2 0,1 0 150,0 1 1,-4-5 0,2 0 0,-1 2-181,0 1 1,2 5 0,-3 2 0,2 0-298,2 0 1,-4 4 0,2-3 0,-1 2 64,0-1 0,5 1 0,-4 4 0,0-1 180,1 1 0,2 0 1,-4-1-1,-1 0 301,-2-4 0,3 2 1,2-5-1,-1-1-144,1 2 0,2-4 1,-2 2-1,-1-3-125,0-5 1,4 7-1,-4-2 1,1 2-153,-1 3 1,5-3-1,-3 4 1,1 0 61,0 0 0,0 1 0,4 2 0,1-3 74,-1-1 0,-1 2 1,-1-2-1,-2 0 102,1 0 0,2 2 1,0-2-1,-1 0-62,-2 0 0,0 0 0,3-2 1,-1 4-68,-2-1 1,-1 0 0,2-3 0,-2 5 10,-1 2 0,2 1 0,-3-2 0,1-2 74,-1 2 0,1 4 0,-4 0 0,3-2-76,-3-1 0,4 0 0,-1 1 0,1-2 7,-1-2 1,5-5-1,-3 2 1,1-2-6,0 1 1,-1 0 0,2 4 0,-2 1-12,-1-2 0,2 4 1,-4-2 26,-1 2 1,2 2 0,-1 0-27,-1-1 0,0 0 0,-1-2-45,3-2 0,0 1 0,-2 2 1,2-2 49,2-5 1,-4-1 0,2 0-1,-1 3 180,1 1 0,3 2 0,-4 4 0,-1-1 13,-2 1 1,-1 4 0,0 0-170,0-2 0,1 3 0,2-1-179,1-1 1,0-2 0,-4-3 134,0-2 0,4 6 0,0-2 0,1 1 32,0 0 1,-4-2-1,3 1 1,-1 0 56,1 0 1,-2-1 81,2 1 1,-1 1 0,-1 1-284,2 2 0,0 4 0,-2-4-62,2-2 1,-1 4-1,3-3 1,0 0 170,-3-2 0,2-2 1,1 1-1,-1 0 163,1 0 0,2-1 1,-4 1-1,0 0-60,1-1 0,-2 1 0,4 0 1,0-1-40,0 1 0,-3 1 1,3 2-1,-2 0 108,-2 0 1,2-2 0,1-1-57,1-1 1,-5 1 0,4 0 0,-1-2-92,3-2 0,-1 2 0,0-2 0,0 2-8,0 2 0,0-1 0,2 1 0,-2 0-16,-1-1 0,-1 5 229,-1 0 0,-4 5-739,0-1 0,-1 7 0,-6 2 0,0 2-589,0 3 0,3-1 0,-3 1 0,2-2 39,2 2 1,2-4 0,-1 1-402,-2-1 1505,3-2 0,-16-15 0,4-3 0</inkml:trace>
  <inkml:trace contextRef="#ctx0" brushRef="#br2" timeOffset="66">29116 9660 8317,'-12'0'-172,"0"4"1,0 2 0,-1-1-1,2 2 1279,3 0 0,-1-3 0,6 3-806,4-2 1,5 0-1,6-5 1,2-2-1,1-2 1239,1-4-1361,6-3 0,-4-7 0,5-4 0,0-4 0,5-4 0,0 0 0,4-1-142,-1-1 1,2 4 0,3-3 0,-4 6 0,-4 5-1,-6 5-469,-6 3 279,-2 5 1,-6 2 0,-1 7 0,-2 7-1,-2 7 1,-3 7 0,-3 5 241,-1 0 0,-6 5 1,4-3-1,-1 0 1,1 0-1,2-4-139,0-4 1,0 0-1,4-5 1,1-4 0,4-2-1,3-4-1010,3-2 0,-3 0 0,0-5 0,2 0 1060,1 0 0,1-11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39.4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56 383 7747,'-5'0'1,"0"0"1,0 0 313,-1 0 1,1 0 1286,1-3 490,-1 3-969,-2-4 4,3 4-197,-2 0-368,5 0 6,-2 0 197,3 0-477,3 0 0,-1 0-34,2 0 0,-1 0 59,1 0 0,-1 0 122,1 0-292,1 0 0,2 0 24,0 0 1,0 0-102,0 0 1,1 0 88,1 0 1,1 0-152,1-3 0,3 3 75,-3-3 0,5 0-136,0 1 1,3-3-11,-3 3 0,3-1 139,0 1 0,-1 0-179,0-3 1,-2 4 42,0-2 1,-2 0-71,-3 1 0,2 0-13,-4 2 0,-2-3 41,-2 1 44,-4 0 21,2 2-145,-3 0 123,0 3 1,-1-2-8,-1 1-26,1-1 24,-2 2 0,3-2 63,0 5 0,0-5 12,-3 4 1,2-3 97,-1 3 1,-2 0-92,0 2 1,0-1 4,-1 1 1,0 0-15,-5 0 0,2 3 0,-4-1 0,3 3-192,-3 0 0,1-1 115,-3 0 0,-2 2-185,-1 3 1,0 0 51,1 2 1,1-2 85,-1 0 0,2-1 9,3 2 1,-3-3-6,3 2 0,1-2 53,0-2 0,3 0 15,0-2 0,0 2-5,0 0 1,1-2 20,1-1 1,-1-1-35,1-1 1,1 0-1,0 3 1,2-5 27,0 2 0,0-2-1,0-1 196,1 3-178,-2-4 179,3 1 20,0-1 1,1-3-51,1 0 1,0 0 8,2 0 0,-1 0-71,1 0 0,1 0 144,2 0 0,0 0-36,0 0 0,1 0 69,1 0 0,-1 0-88,4 0 0,0 0 12,5-3 1,-1 2-58,5-4 1,-1 1-3,5-3 0,0 0-37,1 3 0,0-2 56,-3 1 0,0-1-222,-5 2 0,-2 0-203,-4 2 0,-4 1-729,-4-1-195,-2 1-1474,1 1 0,-8 0 2699,-2 0 0,-11-6 0,-1-2 0</inkml:trace>
  <inkml:trace contextRef="#ctx0" brushRef="#br0" timeOffset="529">63 578 7772,'-4'0'1775,"-2"0"-932,5 0 795,-5 0-815,5 0 185,-2 0-5,3 0-484,3 0 1,3 0-92,3 0 0,5 0 64,0 0 1,3 0-279,3 0 1,1-2-166,0 0 1,0-3-539,0 3 1,-3-3 385,-2 3 0,-1-3-357,-1 3 0,-4-1-1416,-3 1-1137,0 1 3013,-7-2 0,-9-7 0,-6-1 0</inkml:trace>
  <inkml:trace contextRef="#ctx0" brushRef="#br0" timeOffset="1498">70 209 7772,'-3'4'243,"2"0"512,-1-2-147,-2-1 1,2 2 180,-3-3 73,4 0-203,-2 0 1043,3 0-1137,3 0-177,1 0 1,3 0-100,0 0 0,0 0-77,0 0 1,0-2-113,0 0 1,3-1 2,1 0 1,2 2-71,1-1 1,3-2 25,2 0 0,1 0-152,1-1 0,0 1 56,0 0 1,0-2-56,0 4 1,-4-1-102,0 0 1,-3 3 61,0-3 0,-1 3-62,-1 0 0,-2 0 15,-3 0 0,-2 0-142,-1 0 292,1 0 1,0 0-23,-1 0-67,-2 0-1,1 0 722,-3 0-672,-3 0 126,2 0-189,-2-4 88,3 4-30,0-3 120,0 3 247,0-4-151,0 4-7,0-3 0,-1 2-48,-1-1-38,1 1 0,-3-3-39,2 2 1,1 0-19,-1-3 1,-2 1-1,-1 0 1,0-2-24,0 1 0,-1-4-56,1 0 0,-2-1 47,-2 1 1,1-1-213,-1-2 0,1 0-106,1 3 0,-2-1-97,0 3 0,-3 0 76,3 0 1,0 3-64,2 2 0,2 1-1914,0 1 2355,4 0 0,13 3 0,8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54.7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132 245 7769,'-4'0'1137,"-1"0"37,3 0 207,-4 0-517,6 0-89,-7 0-408,7 0 58,-4 0 229,4 0-156,-3 0-13,3 0-298,-4 0 1,4 3-1,0 1 1,0 0-21,0 1 1,0 0-86,0 5 0,-2-3-103,0 3 1,0 0 33,2-1 0,0 3-145,0 0 1,0-1 2,0 0 1,2-1 125,0 1 1,1-2 16,0 0 1,-3-1-77,3-1 0,1 0 65,0 0 0,0 0 2,1 0-30,-1-4 1,3 3-212,0-4 170,0 1 1,0-3 66,0 0 0,-2-1-7,-1-2 1,1 2 12,2-4 1,-2 1 18,-1-3 1,-1 0-32,1 0 0,-1-3 5,1 1 0,-2 0 17,0 2 0,1-1-5,0-1 1,-1 1 38,-2-1 1,2 0-49,1 0 1,-1 4 108,-2-2-58,0-2 1,0 1 95,0-1 1,0 4 27,0 0 190,0 4-305,0-3 302,0 4-279,0 4 1,0-1 182,0 4 1,2 0-23,0 0 0,1 0 89,-3 0 1,3 0-94,2 0 0,0 2-19,0 1 0,2 2-244,0 0 1,0 2 94,2 2 0,1 2-168,-1 3 1,3-1-49,-3 1 1,0 0-45,-2 0 1,-1 0 143,-1 0 0,-2-2 21,-3-1 0,-4-2 405,-3 3 0,-3-3-156,-4 3 1,0-4 162,-3 1 1,2 1-75,-4 0 1,-1-1 382,-1-2 1,-1-3-220,3-2 0,2-2-486,1-2 0,1-3-71,1-4 0,0-5-26,-3-5 1,3-1-444,-2-1 1,3-2-948,2-1 1,4 4-905,0 1 1,5 3 2394,0-3 0,23-24 0,6-9 0</inkml:trace>
  <inkml:trace contextRef="#ctx0" brushRef="#br0" timeOffset="941">104 161 7765,'-3'4'-981,"-1"2"1970,-2-5 0,1 2 82,0-3 32,4 0 340,-6 0-995,7 0 0,-4 0 876,2 0-497,1 0 97,-2 0-20,3 0-406,3 0 0,-2 0-201,4 0 1,0 0-58,2 0 0,0 0-104,-1 0 0,2-2 75,2-1 1,0 1-164,1 2 1,5-2-48,-2-1 0,2-1-98,0 1 1,2-1-10,3 1 0,-3-1-134,1 1 1,-4 0 62,2 1 0,-1 1 56,-2-1 0,-2 1-98,-5 1 122,0 0-127,-3 0 93,-1 0-348,-3 0 242,-3 0 98,2 0 187,-2 0-45,3 0-33,0 3 30,0-2 52,0 2 677,0-3-653,-3 0-36,2-3 1,-3 2 1,2-1 1,1-1-1,-4 1 0,0-4 51,-2 1 0,0 2 1,-3-2 1,-1-2-26,-2-2 1,-1-3-10,0 3 1,0-3-329,0 3 0,0-3 98,0 3 0,3 0-590,2 2 1,1 1-163,1 1 0,2 2-1801,1 3 1751,2 0 1,-1 3 971,3 2 0,16 1 0,3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6.7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1 307 7777,'0'-5'-399,"0"0"1,0 3 1296,0-2 1573,0 2-879,0-4-1137,0 5 0,0-3 551,0 2-179,0 1-554,0-2 0,0 4-1,0 1 0,0 0 101,0 2 1,2-1 13,0 1 1,1 1-69,-3 2 0,0 2-218,0 0 0,0 4 116,0-2 1,0 3-114,0-1 1,2 4-25,0-1 1,1 3-112,-3-3 1,0 3-42,0 0 0,0 0-116,3 0 0,-2-1 48,1-4 1,1 1-24,-1-6 0,1 3 52,0-3 0,-2-3 91,4-3-91,0-3 140,1 0 0,1-3 3,0-1 1,0-3-1,-3 0 1,2-2 90,-1 0 0,-1-4-162,1 2 0,-2 1-263,2 1 129,1-2 0,-4 3-92,2-1-85,-2 4 294,1-1-20,0 5 38,-2 1 0,3 4 23,-2 3 0,-1 0 120,1 0 0,0-3-17,0 1 1,0 0-42,2 2 0,0 0-33,1 0 0,1 0-247,-1 0 0,0 0 80,0-1 1,1 1 126,-1 0 1,1 0-6,1 0 1,2 0 89,0-3 1,1 2 67,-3-4-151,0 0 1,-1 1 128,1-1 1,0 0 9,0-2 1,-2-1-169,0-1 0,-1 1 60,0-4 0,2 0-11,-4-2 0,3 0 6,-3 0 0,3-2-61,-3 0 0,3-1 89,0 0 0,-1 2 93,0-4 0,0 2-42,1-2 1,0-1-50,-2 1 1,1-1 191,-1-1 1,1 0 61,-1 0 0,-1 0 153,-2 0 1,0-2-73,0 0 0,0-3 30,0 3-1,-1-1-343,-1 1 1,1 1 112,-1-1 0,-1 2-385,0 2 1,1 0 124,2 3-576,-3-1-479,2 3-1063,-2 3 187,3 1 592,0 3 0,0 3 1433,0 2 0,6 11 0,2 2 0</inkml:trace>
  <inkml:trace contextRef="#ctx0" brushRef="#br0" timeOffset="1017">70 140 7818,'-4'2'295,"-1"0"603,4 1 686,-6-3-622,3 3-362,-2-3 1,1 4 163,0-4 43,4 0-539,-2 0 0,3 0 489,0 3-51,-4-3-283,4 4 1,-3-4-53,6 0 1,-2 0 127,4 0 0,-3 0-179,3 0 1,0 0 36,1 0 1,1 0-223,0 0 1,3 0 81,-1 0 0,3-3-129,0 1 0,-1-3-25,0 3 0,1-1-131,2 0 0,0 3-61,0-3 1,1 0-100,-1 1 0,2 0-11,-5 2 0,0-1 65,1-1 1,-1 1 124,0-2 1,-1 3 16,-3 0 1,0-1-31,0-1 0,0 1-67,0-2-8,0 3-41,0 0-272,0 0 9,-3 0 132,2 0-74,-5 0 242,2 0 209,0 0-132,-2 0 163,2 0 1,-2 0 72,1 0-210,-1 0 133,2 0 0,-2 0-65,1 0-150,-1 0 108,2 0 0,-2 0-33,1 0 16,-1 0 6,2 0 1066,-3 0-1005,0-3-25,0 2 53,0-2-52,0 0 0,-1 2-72,-1-1 0,0-2 72,-3 2 0,3-1 46,-2 1 1,1 0-23,-1-2 92,-1-1 1,-4-2-58,-1 0 0,0 2-26,1 1 0,-1 0 53,-2-1 1,-3-1 125,1 1 1,-2 1 66,2 0 0,-1 0-32,1-1 1,-1 0-788,6 3 0,0-3 65,2 3-1864,0-1-24,0 0 838,3 2 1,2-2 610,4 3 900,2 0 0,15 3 0,4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6.7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598 60 7694,'0'-14'465,"0"1"392,0 9 1247,0-14-582,0 16-640,0-7 47,0 9-259,0 0-287,8 9 1,-5 2-15,3 9 0,-4 2 7,-2 4 1,0-1-144,0 8 1,-2-7 0,-4 8 1,1-1-79,-8 7 1,0 2 55,-7 4 0,0-4-258,0 4 0,-7 3 101,1-2 1,-9 6-579,1-7 0,-1-2 96,2-11 1,-3 1-78,10-15 0,-9 4 210,1-17 1,6 1-46,1-7 1,5-2 12,2-5 1,2-4 9,5-9 1,-5-2 74,5-5 1,4 3 40,3-9 1,-3 6 90,2-6 1,1 9-14,6-3 1,0-1 134,0 1 1,2-6-71,4 6 1,6 1 165,7 6 1,-3 0 158,4 0 1,-5-4-122,12 4 0,-5-4 52,-2 10 1,0 6-38,0 1 1,6-2 64,1 2 1,-1 1 63,-6 6 0,0 0-107,0 0 0,6 2 17,1 5 0,-1-3-2,-6 9 0,0 1 117,0 5 0,0 1-50,0 0 1,0 2 17,0 5 0,-3-5-44,-3 5 0,3-3 45,-3 2 0,-3-1-64,2 8 0,-6-9-6,6 3 0,-2 4-44,2 2 0,-2-4-75,-4-3 0,-5-2-93,5 3 0,2-5 87,-3 5-73,1-5 1,-5-5 53,5-3 0,-5-3-335,5-5-131,-5-3-55,-2 5-82,0-8 0,0-2-1546,0-4-2159,0 3 4237,0-14 0,9-21 0,2-15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3.9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81 697 7751,'-11'0'823,"-7"-9"1,9 5 196,-4-10-231,4 10 1,7-12-199,-5 10 1,5-3 561,-5 2-238,5 5 134,2-16-374,0 16 67,0-15-509,9 14 0,-7-3-23,5 12 0,-5 5 161,-2 9 1,0 9-117,0 4 1,0 5-97,0 2 0,0 2-58,0 4 0,2-4-164,5 4 0,-5-6-400,5-7 1,-3-4 114,3-9 63,-5 0 0,16-9 77,-5-4 1,4-14-68,3-6 1,0-12 3,0-1 0,2-7-25,5 6 1,-5 1 196,4 6 1,-1 2 109,1 5 1,-4 4-26,5 9 1,-3 0 146,3 0 1,-3 0 121,9 0 0,-8 0-92,1 0 1,3 0 33,-3 0 1,8-9 8,-8-4 0,-2-5-77,-10-2 1,1-6 45,-8-1 1,-1-6 126,-6 6 1,-2 1 8,-4 6 1,-12-6-115,-9-1 1,-6 3-320,7 10 1,-8-3 95,8 3 0,-1 6-614,8 1 1,-1-2-1045,0 3-1108,0-1 1180,0 7-81,9 0 1248,2 0 1,89-18-1,-31 7 1,1 0-1</inkml:trace>
  <inkml:trace contextRef="#ctx0" brushRef="#br0" timeOffset="548">777 20 7747,'0'-11'3888,"-9"2"-2932,7 9-328,-7 0 0,9 9-236,0 5 0,0 3 114,0 3 0,0 9-106,0 4 1,0 5-158,0 1 1,2 10-60,5 4 1,-5-2 0,5 2 0,-3 0-89,3 7 1,-5-3 75,5-4 0,-5 3-134,-2-10 1,0 0 51,0-6 0,0 4-130,0-4 1,0 2-105,0-15 201,0-1 34,0-6-16,0-9 175,0-2 0,-7-18-50,1-4 1,-1-5-327,7-2 1,0-8 85,0-5 1,0-3-346,0 3 0,0-5 47,0 5 0,9-4-104,4-3 1,-2 2 158,2 5 1,1 2-22,6 5 0,-1 6 21,1 0 298,0 0 1,0 18-37,0-5 1,0 7 160,0 7 1,-7 10 367,0 10 0,-6 8-241,6-2 1,-6 5 384,6 2 1,-2 0-241,3-1 0,-3-8-55,-5-4 1,3-5-63,4-2-254,5 9 0,-14-14-379,10 5-437,-10-13 0,7 2-3102,-4-9 2089,-5 0 1788,7 0 0,9-54 0,4-12 0</inkml:trace>
  <inkml:trace contextRef="#ctx0" brushRef="#br0" timeOffset="941">1274 776 7747,'0'12'2057,"9"-4"1,-4-8-1547,8 0 0,0 0 82,7 0 0,0 0-126,0 0 1,2-8-129,5-6 1,-5 3-287,4-2 0,-4 0 105,-2-7 0,7 0-200,-1 0 0,-6 0 26,-7 0 0,-2 0 12,3 0 1,-5 0-308,-9 1-119,0-1 0,-3 6-230,-3 1 1,-8 9 265,-12-3 1,-5 14 88,-9 6 1,3 7 105,3 6 0,-8 3 372,9 4 0,-7 5 118,14-5 1,-1 5 292,8 1 1,-1 1-233,0 0 0,9-7 211,4 0 0,14-8 368,6 1 0,7-4-425,6-2 1,5-9-100,9-4 1,0-7-99,0-7 0,6-4-654,1-9 0,-3 7-381,-11 0 0,2 2-776,-8-3 1,-1-3 256,-6 4 0,0 1 1245,0-1 0,-18-27 0,-4-13 0</inkml:trace>
  <inkml:trace contextRef="#ctx0" brushRef="#br0" timeOffset="1267">1792 697 7930,'2'11'1424,"5"-4"729,-5-5-372,7 7-1279,-9 2 0,2 9 22,5-1 0,-5 1-161,4 0 0,-3 0 265,-3 0-451,0 0 0,0 0-66,0 0 1,0-7 350,0 0-232,0-8 1,-3 1-258,-3-12 1,4-8 93,-5-12 1,5-5-235,2-9 0,0 0 96,0 1 0,0-1-20,0 0 0,6 2-59,1 5 1,6-2-135,-6 8 1,8 3-273,-1 11 1,3 4-551,3 9 0,0 0-523,0 0 0,0 9 1629,0 4 0,44 22 0,11 7 0</inkml:trace>
  <inkml:trace contextRef="#ctx0" brushRef="#br0" timeOffset="1657">2150 717 7747,'-11'11'1711,"0"4"-479,4-8 0,5 2-639,-5-3 1,7-3-31,7 3 1,4-4 180,9-2 1,2 0-288,5 0 1,-5-6-20,4-1 1,3-8-122,-3 1 1,8-3-289,-8-3 1,3 0 72,-3 0 0,-10-6 108,4-1 0,-5 0-156,5 8 0,-7-4-265,1-3 0,-10 10-618,3-3 1,-5 3 380,-2-4 1,-2 9-290,-5 5 1,-4 3 288,-9 3 1,-6 3 33,-1 3 1,-6 14 206,6 13 0,-6-2 299,7 2 0,-7 0 96,6 7 0,1-7 431,6 1 0,6-1 568,1 7 1,9-1-526,-3 1 0,7-2 98,7-5 0,6 2-299,13-8 0,5-1 378,9-6 1,0-9-107,0-4 1,0-5 133,-1-2 1,1-2-447,0-5 0,-2-4-48,-5-9 1,2 0-1873,-8 1 1262,8-1 1,-13 2-1793,5 5 1,-12-3-164,-2 10-1191,1-1 3383,6-2 0,-18 7 0,-4-7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40.0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418 419 7726,'12'0'1735,"-4"0"-307,1 0-943,-7 0 1,7-3 374,-9-3-379,0 3-90,0-14-364,0 6 0,-2-7 72,-5 5 1,-4 4-206,-9 9 0,-6 0 131,-1 0 0,-8 2-323,2 5 0,2-3 102,-2 9 1,8 1 18,-1 6 1,-3 0 73,3-1 1,1-5 73,12-1 1,-2 0 120,8 7 1,0-7-100,7 1 0,0-8 665,0 8-446,9-10 1,2 7 275,9-4 1,7-5-65,-1 4 1,7-1 82,-6 2 1,13-3-162,-7 9 1,9-6-136,-9 6 0,5-6-164,1 6 0,-1-6 174,-5 6-103,-4 0 0,-18 7 54,-4 0 0,-7-2-324,-7-5 1,-13 5-34,-13-5 0,-14-2-99,-6 2 0,-2-8 81,2 1 0,-2-4-93,8-2 1,8 0-520,5 0 0,3 0 342,-2 0 1,11 0-1514,9 0 884,8 0 290,-3 0 0,10 0 48,4 0 764,6 0 0,38-7 0,17-3 0,3-1 0,1 0 0</inkml:trace>
  <inkml:trace contextRef="#ctx0" brushRef="#br0" timeOffset="616">916 598 7726,'11'0'-1743,"-2"8"3605,0-5-637,-7 5-521,16-8 1,-14 0-240,9 0 0,-8-2-67,1-4 0,3 1 257,-2-8-243,-1 0 0,-6-7-58,0 0 0,0 7 61,0-1-357,0 1 0,-2-5-38,-4 5 0,-6 4-122,-7 9 0,-1 0-5,0 0 1,-2 3-149,-5 3 1,5 5 103,-4 9 1,-5 2-79,-3 5 0,6 1 202,1 6 0,5 3 323,2-4 0,2 5 50,5 2 0,4-3-135,9-3 1,0 1 430,0-9 1,16-1-6,4-12 1,13 2 71,0-8 1,5 0-298,1-7 0,1-2-93,0-5 1,-7 2-748,0-8 0,-6 7 349,6-8 1,-9 3-1376,3-2 1,-12 2 717,-1 4 0,-8 5-2356,8-5 1740,-10 5 1352,5-7 0,8-19 0,6-14 0</inkml:trace>
  <inkml:trace contextRef="#ctx0" brushRef="#br0" timeOffset="984">1553 578 6107,'8'-11'4320,"-5"2"-3412,6 9-414,-18 0 1,-2 0-57,-9 0 0,-2 0-12,-5 0 0,-2 9-142,-4 4 1,-4 5 21,3 1 1,-1 4 67,2 3 1,4-4-112,9 5 1,0-5-73,0-2 16,9 0 1,5-3 156,12-3 0,14-6-130,13-8 0,5-8-53,2-6 1,6-1 75,1 2 0,-3 2 99,-11 4 0,2 5-308,-8-5 1,0 5 63,-8 2 0,-5 6-65,-1 1 1,-9 9 72,3-3 1,-5-2-2208,-2 2-452,0-8-1232,0 3 2709,9-8 1062,2-8 0,9-65 0,0-25 0</inkml:trace>
  <inkml:trace contextRef="#ctx0" brushRef="#br0" timeOffset="1276">1811 21 10164,'0'-11'1631,"0"2"0,0 11-591,0 5 0,0 6 251,0 13 0,2 7-638,5 14 0,-2-3 234,8 9 1,-7 0-397,8 7 0,-3 0-112,2-1 0,5-1-297,-5-5 1,2-5-260,-1-8 0,1-2 153,-8-5 3,-1 5 1,-6-16-1111,0 4 1,0-10 439,0-3 1,-2-9-1322,-4 3 1,1-3 67,-8 3-1788,9-5 2163,-14 7 1569,16-9 0,19-62 0,16-15 0</inkml:trace>
  <inkml:trace contextRef="#ctx0" brushRef="#br0" timeOffset="1693">2488 518 7715,'0'-13'-745,"0"-1"3149,0 10-1792,0-5 1,-9 9 8,-4 0 1,-5 0-154,-2 0 1,-6 9-134,-1 4 1,-2 5 128,3 2 1,1 6-104,-8 1 0,9 6 113,-3-6 0,8-1-124,5-6 0,5 0-161,9 0 1,0-7 69,0 0 1,9-8 0,5 1 0,10-6-228,2-6 1,10 1 69,-3-8 0,2 2 0,-2-2 0,-4 2 56,-9 4 0,0 5-568,0-5 58,0 5 1,-7 2-349,0 0 1,-8 2-356,1 5-689,-3-5-381,-3 7 2125,8-9 0,21-32 0,7-16 0,7-1 0,0-1 0</inkml:trace>
  <inkml:trace contextRef="#ctx0" brushRef="#br0" timeOffset="1960">2766 637 7707,'0'20'-617,"0"0"1,0-7 122,0 1 3446,0-1-1804,0 7 0,7-7 902,0 0-1184,-1-8-163,-6 4 323,0-9-366,0 0-372,-9 0-83,7-9 1,-13-2-104,8-9 1,-2-7 59,3 1 0,3-10-88,-3 3 0,10-4 123,3-3 1,11 7-31,1 0 1,4 8 202,10-1 1,0-3-60,7 2 0,6 10-184,0 10 1,8 5 88,-8 2 1,0 0-915,-6 0 1,-2 9-205,-5 4 1,-4 3-664,-9-3 1,-3 4 473,-3-3 1091,3-5 0,-23 17 0,3-4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8.48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100 617 7736,'0'-13'0,"0"0"1,0 6 2732,0-6-578,0 8-9,0-12-1629,0 15 1,-2-7 465,-4 9-614,3 0 0,-5 9-119,8 4 1,0 7 28,0 6 1,2-4-63,4 5 0,-3-3-185,3 3 1,-1-5-152,1 4 1,-4-4-204,5-2 1,-5 0-104,-2 0 1,3-7-507,3 1 1,-4-8-1919,5 8 1367,-5-10-249,-2 5 1731,0-9 0,0-115 0,0 43 0,0 0 0</inkml:trace>
  <inkml:trace contextRef="#ctx0" brushRef="#br0" timeOffset="184">81 120 7753,'-14'-20'2236,"1"0"-930,0 0-779,2 0 0,0 3 499,4 3-1258,5 5-578,-7 9 1,9 9 809,0 5 0,18 30 0,4 9 0</inkml:trace>
  <inkml:trace contextRef="#ctx0" brushRef="#br0" timeOffset="766">717 398 7735,'11'0'717,"-2"0"1,-2-2-7,-1-4-393,1 3 0,-7-8 172,0 5 108,9 3-271,-7-5-164,7 8 0,-18 0 11,-4 0 1,2 0-1,-2 0 1,-1 6-80,-6 1 0,0 6 75,1-6 0,-1 6-173,0-6 1,7 6 84,-1-6 1,8 6-4,-8-7 48,10 10-44,-5-5 1,18 7 64,4-5 0,5-2 15,2-4 0,9-5 10,4 4 1,2 6-51,-2 1 1,5-2-127,-5 2 0,-4-2 95,-3 2 1,1 5-164,-7-5 0,2 5 98,-16 2 1,8 0-87,-8 0 45,1 0 0,-16 0-52,-4-1 1,-7-7 25,-7-6 1,-1-4-56,-6-2 1,-1 0-34,9 0 0,-8 0-179,8 0 1,-1 0-575,7 0 1,1 0 362,-1 0 1,0 0-1875,0 0 2392,0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008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4627 7125 7858,'-5'-8'516,"-4"0"0,-1 0 0,-3 1 2932,1 3 1,4 2-2114,-1 2 1,7 2-495,-2 2-597,2 3 1,2 5 0,0 2 0,0 3 0,-1 7 0,-3 6 0,-6 4 555,-5 4 1,-4 7-481,-6 0-320,1 9 1,-1 2 0,-1 7 0,13-31 0,0 1 0,0 1 0,0 1 0,2-1 0,0 0 0,-9 32-337,1-3 0,6-7 1,0-3-1,0-4-343,4-4 1,3-1 33,-2-3 491,5-3 1,-3 5 0,3-8 0,-1 0 0,0-4 67,-2-1 0,5-5 0,-3-6 0,1-1 21,-1-3 0,3-6-63,-4-1 109,4-5 0,1-3 164,0-8 1,1-8-119,4-5-167,1-8 0,7-2 1,-1-7-1,0-5 1,1-5-827,-1-4 793,6-1 0,-5 4 0,4 0 0,-4-1 0,1 0-280,3-3 378,-4 2 1,5 0 0,-6 6 0,1-1 0,-1-2 146,0-1 1,-1 5 0,-1 3 0,-3 3 377,-2 1 0,-1 4-232,-4 0 0,0 10 161,0-2-219,0 9 1,0-3 0,0 4 0,0-2 0,0 2 514,0 1 1,0 2 0,0 0 671,0 0-538,0 5-90,0-4-449,0 9 0,2-3 0,2 6-152,4 3 0,-1 2 0,-1 3 0,1 0 252,0 0 1,0 6-128,1 2 0,2 5 1,-5-2-1,2 3 97,3 2 0,-4 1-211,3 3 0,-1-1 0,4 8 0,1 2-65,-1 0 0,0 6-28,0 1 0,1 9-1437,-1 3 1370,0-2 0,1-1 0,-1-4 0,0-2 1,-1-3-507,-3-4 497,3-3 1,-8-5-1,5-2 1,1 1 0,-1-2 11,0 0 0,-4-1 0,3-5 0,0 1-203,0-1 1,-3-3-659,4-1 0,-4-5-614,4 2 1,-4-5-1134,4-4-2652,-5-2 5441,3-6 1,-17-17-1,-3-3 1</inkml:trace>
  <inkml:trace contextRef="#ctx0" brushRef="#br0" timeOffset="1">4332 8036 16467,'12'0'1110,"0"0"0,3 0 0,5 0 0,6-1 1363,4-4-2674,-3-1 0,9-3 0,-5 1 1,0 0-1,-2 0 0,-3 1 1,-1 2-1,-2 2 0,-1 0-5271,-2-1 5472,-5 3 0,-19 6 0,-11 9 0</inkml:trace>
  <inkml:trace contextRef="#ctx0" brushRef="#br0" timeOffset="2">6338 7864 7760,'-9'0'1014,"1"-2"1,-1 0 4535,-2-3-4114,4 1-1232,1 4 0,20 0 1,4 0-1,4 0 0,4 0 1,2 0-444,4 0 1,1 0 0,4 0-1,0 0-839,0 0 1,-2 0 0,-1 0-1,-2 0 1078,-2 0 0,-2-5 0,-3-2 0</inkml:trace>
  <inkml:trace contextRef="#ctx0" brushRef="#br0" timeOffset="3">6645 7704 13767,'13'0'447,"6"0"1,4 0 0,6-2-240,2-2 1,7 1 0,8-3-1,1 0-220,3 3 1,-2-2 0,-5 1 0,-7 2-47,-10 5 1,-8 5-1,-10 9 1,-7 5 128,-8 5 0,-12 5 1,-15 4-1,-4 3-152,-3 2 0,4-8 0,7-1 1,2-6-528,5-5 1,8-3-1,1-7 608,5-3 0,39-46 0,5-17 0</inkml:trace>
  <inkml:trace contextRef="#ctx0" brushRef="#br0" timeOffset="4">8602 7667 7775,'8'0'1466,"0"0"-961,1 0 1,-1 0 386,0 0-308,-5 0 1,4 0 1451,-3 0-1123,3 0 0,1 0-361,0 0 1,-4 0 0,3-2-226,-2-2 1,-1 2 0,-4-7-205,0 0 1,0 2-1,0-1 1,-1 0-46,-3 1 1,1-4 0,-5 4 0,-1-1-196,-2 0 0,-2 1-152,1-2 178,-6 4 1,5 1 0,-5 0 0,1 1 0,0 2 0,-3 2 0,-1 3-247,-3 4 0,4 5 229,-1 3 1,1-1-1,-3 6 1,1 1-59,1 1 1,5 5 12,-5 1 1,6 0-123,-1-4 204,8 5 0,-3-4 0,4 4 1,0-2-1,3 1 50,2-2 0,2-2 0,0-3 0,2-3 132,2-1 1,3-2 12,5-3 0,0-1 134,1 0-206,4-5 1,-3 3 0,4-6 0,-2 0-1,1 0 137,-2 0 1,-2 0 0,0-5 0,0-2 95,4-1 1,-8-6-141,4 2 1,-4-3-105,4-1 1,-1 0-1,0-1 1,-1 1-99,-3 0 0,3-2-4,-3-2 1,3 2-295,2-3 275,-6-2 1,2 6 0,-3-5 0,-1 1 0,2 1-7,0 1 1,-5 1 0,3 2-1,-3-2 263,2-2 1,-2 6 113,2-2-77,-3 3 0,-2-4 1972,-3 1-1752,-3 5 0,-1-3 90,0 6-380,5 0 1,-3 6-194,6 2 1,0 3-1,0 5 220,0 0 0,0 1 38,0-1 1,4 0 600,1 0-509,4 1 1,-3 3 0,3 2-1,-1 0 1,2 1 6,1 0 1,5-3 0,1 4 0,-1-3-70,2-2 1,-4-1-183,2-2 0,2-1-232,-2-3 1,1 2 0,-5-4-563,0 0 0,-4-3-3280,1 1 2182,-7-2-769,4-2 2604,-6 0 0,0-28 0,0-6 0</inkml:trace>
  <inkml:trace contextRef="#ctx0" brushRef="#br0" timeOffset="5">9230 8036 7802,'6'-1'517,"-1"-4"1,-4-3 974,-1-3 0,0 3 1388,0 0-2059,0 0-521,0 1 1,-1 1 0,-4 8 0,-1 3-1,-3 6 1,1 6-23,-1 2 0,2 3 0,0 6 0,0 7-189,0 4 1,5 1 0,-3 4 0,4-3-131,1-6 1,6 1-1,2-8 1,4-2-298,5-4 0,2-9 91,5-9-114,1-3 1,4-6-1,-1-5 1,-2-5-1,-4-4 1,-5 0-1,-2 1 361,1 0 0,-19-6 0,1-8 0</inkml:trace>
  <inkml:trace contextRef="#ctx0" brushRef="#br0" timeOffset="6">9279 7728 7790,'-12'-12'1938,"-1"0"0,1 1-973,0 3 1,1 3 0,3 10-1011,3 3 1,4 0 44,1 4 0,49 20 0,-18-10 0,0 1 0</inkml:trace>
  <inkml:trace contextRef="#ctx0" brushRef="#br0" timeOffset="7">9636 8073 7784,'-8'0'2569,"-1"0"0,8 5-2149,1 4 0,11 4 0,11 6 0,5 7 238,6 4-514,3 9 0,-4-1 1,0 4-1,-4-1 1,-6 0-1,-8-1 1,-10-3 556,-7-4 1,-10-2 0,-12-5 0,-6 0-518,-5-3 0,-5-7 0,1-4 0,4-7-821,1-3 0,5-4 1,0-3-1,7-7-2968,4-8 3605,8-8 0,14-10 0,5-5 0,2-6 0,0 0 0</inkml:trace>
  <inkml:trace contextRef="#ctx0" brushRef="#br0" timeOffset="8">9660 7827 7784,'-1'-11'2685,"-2"1"-995,-1 2 1,0 4-387,4-4-2625,0 5 1321,0-2 0,16 43 0,5 10 0</inkml:trace>
  <inkml:trace contextRef="#ctx0" brushRef="#br0" timeOffset="9">11962 7593 7950,'6'-1'894,"-1"-4"1,-4-3 2365,-1-3-2478,0-1 1,0 4 0,0 0 0,0-2-1,-1 0 274,-4 2-3190,4 3 834,-4 5 0,1 1 1300,-1 3 0,-4 30 0,2 13 0</inkml:trace>
  <inkml:trace contextRef="#ctx0" brushRef="#br0" timeOffset="10">11900 7925 7824,'0'-8'907,"0"0"1,0 4 2079,0-5 0,0 5-1902,0-4 0,0 7-1559,0 1 1,22 22 0,5 11 0</inkml:trace>
  <inkml:trace contextRef="#ctx0" brushRef="#br0" timeOffset="11">13266 7741 7767,'-8'-5'1006,"0"1"445,-2 2 1,6 0-1,4 2 1,8 0-271,7 0 0,4 0-843,6 0-234,5 0 0,2-5 0,4-3 0,3-5 0,0-3 1,2-3-1,-1-3 14,-2-3 1,-2 6-167,-3-10-165,-9 12 0,-7-12 0,-9 8 0,-4 0 0,-5 0 0,-8 6-1884,-7 5 1771,-6 5 0,-8 5 0,-3 3 0,-2 4 1,-4 6-1,0 6 0,-4 7-166,0 6 1,7 3 0,1 4 0,3 0 280,5 2 1,6 6 316,5-2 0,8-7 0,4-4 0,4-5 1433,4-6 1,4-10-257,8-1-632,-2-8 0,11 2 0,-2-9 0,5-4 0,5-5 1062,6-2-1822,-2-5 0,5 1 0,-5-2 0,0 3 0,0 3 109,0 2 0,-11 5 0,-3 2 0</inkml:trace>
  <inkml:trace contextRef="#ctx0" brushRef="#br0" timeOffset="12">13832 7642 9057,'-5'7'1222,"3"4"1,-2-3 0,3 3-401,1 1 0,0 5-334,0-1-334,0 1 1,0-1 0,0 0 0,1-2 0,2-6 610,1-8 0,7-11-68,1-9-500,6-9 1,7-2 0,1-6 0,2 1 0,4 3 0,1 5 0,-2 3-84,-1 5 0,-1 7 0,-6 11 0,-4 6-739,-6 8 1,-7 11 101,-6 10-58,0 8 0,-5 1 1,-2 2-1,0-6 0,3-6 1,3-5-1,1-5 581,0-3 0,5-46 0,2-15 0</inkml:trace>
  <inkml:trace contextRef="#ctx0" brushRef="#br0" timeOffset="13">14374 7187 7787,'0'-6'1827,"0"8"51,0 9 0,0 12 389,0 10-1859,0 2 0,0 8 0,0 3 0,0 6 0,0 6 0,1 0 0,2 0-479,1-5 1,1-2 0,-2-5 0,1-6-964,-1-11 1,-2-9 0,1-9 0,0-1 1033,2-2 0,-16-27 0,-8-3 0</inkml:trace>
  <inkml:trace contextRef="#ctx0" brushRef="#br0" timeOffset="14">14263 7593 7777,'0'-12'320,"0"-1"0,0 1 1322,0 0 1,0-1 0,0 1-226,0 0 1,9 1 0,4 1 0,2 3-1344,3 2 0,-1 1 0,5 4 0,-1 0-2388,1 0 1371,6 5 1,-2 2-1,4 4 943,0-3 0,7 9 0,7-4 0</inkml:trace>
  <inkml:trace contextRef="#ctx0" brushRef="#br0" timeOffset="15">14657 7704 7777,'-7'12'574,"0"-4"0,4 0 302,-1 2 0,0-3 1,3 0-1,-2-1 881,-1 1 0,0-7-1209,4-4 0,0-4 0,1-14 0,3-2-239,4-4 1,5-6 0,2 3 0,1 0-748,-1 7-31,4-1 0,-4 12 1,5-2-1,-1 5 0,-2 6 1,1 2-1,-3 5 469,-1 5 0,4 39 0,1 19 0</inkml:trace>
  <inkml:trace contextRef="#ctx0" brushRef="#br0" timeOffset="16">14866 7630 7777,'-8'0'3932,"-1"0"-3013,7 0 0,-8 1 1179,6 3-1848,0-2 0,5 5 1,2-3-1,4 2 1,2 3-1,7-3 1,1 0 115,5-3 0,6 2-672,0-1 305,6 6 1,-8-3-1,3 5 1,-3 2 0,0 2 60,3 5 0,-9 3 0,1 6 0,-8 6 732,-4 3 1,-5 8-340,-8-2 1,-10 3-984,-11 1 578,1 0 0,-16-1 0,2-3 1,-3-5-1,-3-7-476,0-9 1,5-8 0,-2-10 0,1-2-1310,-1-5 1,3-6-2139,-3-9 3875,-3-3 0,0-5 0,-2-2 0,5-4 0,5-1 0</inkml:trace>
  <inkml:trace contextRef="#ctx0" brushRef="#br0" timeOffset="17">16613 7667 7783,'-1'8'398,"-2"0"1,-2 0 0,-1 2 0,-1 1 0,2 3-1,0-1 650,2 1 1,1 2 0,2 1 0,0-2-1605,0-2 0,0 0 0,2-2 556,2-3 0,14-19 0,8-10 0</inkml:trace>
  <inkml:trace contextRef="#ctx0" brushRef="#br0" timeOffset="18">16589 7273 7783,'-6'-16'0,"-2"-2"0,-3 0 1452,-1 0 1,0 3 1091,-1 7-2180,1 3 1,6 6-365,6 3 0,17 14 0,9 8 0</inkml:trace>
  <inkml:trace contextRef="#ctx0" brushRef="#br0" timeOffset="19">16921 7630 7792,'-12'31'174,"-1"-1"0,1-6 1,0-4 606,-1-3 0,5-5 1,1-5 77,2-7 0,6-7 1,9-11-1,5-7-329,5-6 1,4-5-1,2 0 1,4 0-79,7 3 0,5 3 0,7 7 0,-1 4 56,-3 6-650,3 7 1,-11 14 0,0 8-1,-8 12 1,-7 7 0,-7 5-1,-6 1-1465,-5-2 1491,3 0 116,-5-2 0,-2-50 0,-7-11 0</inkml:trace>
  <inkml:trace contextRef="#ctx0" brushRef="#br0" timeOffset="20">18496 7248 7730,'-1'-12'953,"-3"1"1,-3 4 3794,0 7-4462,2 11 1,5 14 0,0 8-1,1 2 1,3 3 0,3 3-1,1 5 1,0 1 0,2 1-425,1-3 1,-3 1-1511,0-10 1496,0 4 1,-1-14 151,-3 3 0,-8-20 0,-3-4 0</inkml:trace>
  <inkml:trace contextRef="#ctx0" brushRef="#br0" timeOffset="21">18349 7568 7768,'1'-12'1763,"3"1"1,4 0-682,3-1 0,8 2 0,5-6 1,4 4-1136,4 3 1,1-2-1,3 5 53,1-1 0,-3 1 0,2 1 0,3 1 0,0 1 0</inkml:trace>
  <inkml:trace contextRef="#ctx0" brushRef="#br0" timeOffset="22">18865 7051 7768,'2'-10'3248,"2"1"-2849,-3 4 1,5 12 0,-6 6 0,1 11-79,3 7 0,-2 10 1,3 4-1,-1 3 867,0 1-873,0 6 0,0 0 1,1 3-1,-3-3 0,0-4 1,-2-8-1,0-4 395,0-6-683,0-9 0,1-7 0,2-12 1,1-9-1,-1-12 0,-1-10 1,2-7-273,5-3 0,2-5 1,2 0-1,2 3-176,2 4 1,-1 5-1,-2 8 1,1 6 96,1 6 0,1 5 0,-5 8 0,0 7 422,1 8 0,-5 3 0,0 9 1,2-1 307,0-2 0,3-4 0,0-3 0,4-6 56,3-6 1,5-3 0,4-7 0,2-6 558,1-10 0,3-3-1165,-2-13 32,-3 0 1,-3-2 0,-10 2-1,-9 4 1,-5 4-1179,-3 5 888,-6 8 1,-12 8 0,-10 10 0,-8 9 0,-3 10 13,-2 5 1,1 7-1,7 4 1,6-1 427,5-2 1,5-1 615,9 0 0,5-4-144,12-1-88,4-10 1,17 2 0,5-13 0,4-3 0,8-4 465,5-3-1551,-7-12 0,3 2 0,-11-12 0,-2-1 661,-2-1 0,-14-29 0,-8-7 0</inkml:trace>
  <inkml:trace contextRef="#ctx0" brushRef="#br0" timeOffset="23">20699 7347 7745,'0'-13'1955,"0"1"1820,0 0-3515,0 5 0,-4 3 0,0 8 0,1 4 1,0 5-1,1 3 0,-2 4 0,1 4 1,1 0 301,2 1 0,0 0-248,0-1-61,0 1 1,2-6 0,1-1-1,2-3 1,2-2 0,2-3 0,2-3 1427,2-4-2009,-1-2 1,2-1 0,1-3-1,2-4 1,1-6 0,0-5-1,-2-3-4822,2 2 5150,-4-4 0,-13-23 0,-9-13 0</inkml:trace>
  <inkml:trace contextRef="#ctx0" brushRef="#br0" timeOffset="24">20687 7138 7755,'-7'-13'0,"-3"1"2165,6 0 666,-5 5-5203,7-4 2372,-3 10 0,38 6 0,8 9 0</inkml:trace>
  <inkml:trace contextRef="#ctx0" brushRef="#br0" timeOffset="25">21093 6855 7755,'0'-13'461,"0"5"0,0 0 0,0-2 1233,0-1 1,0 6 0,0 5-1042,0 7 1,0 9 0,0 6 0,0 4-285,0 3 1,-4 5-415,0-1-199,0 2 0,4-3 0,0-4 0,-2-2 1,-1-1-1,-1 0 0,2-2-2051,0-3 0,2-6 0,-1-7 2295,-3-2 0,-3-44 0,-5-16 0</inkml:trace>
  <inkml:trace contextRef="#ctx0" brushRef="#br0" timeOffset="26">20908 7015 7755,'0'-7'3077,"0"1"0,10 5-2593,2-3 0,9 2 340,-1-2-1125,3 3 0,2 1 0,1-1 0,1-2 0,2-1 301,-2 1 0,16-31 0,2-7 0</inkml:trace>
  <inkml:trace contextRef="#ctx0" brushRef="#br0" timeOffset="27">21277 6744 7755,'13'0'1999,"-6"-6"-929,-2 5-433,1-5-311,-5 12 1,4 5 0,-5 7-1,0 1 1,0 3 0,0 1 0,0 2 1463,0-1-1646,0 1 1,0-5 0,0-1-1,0-1 1,2-4 0,2-5-1,4-4 815,3-4-850,7-7 1,6 0 0,9-7 0,3 1 0,1 1 0,-2 3 0,-1 4 204,-1 2-605,-11 8 1,1 2 0,-12 8-1,-3 6 1,-2 4 0,-2 4 0,0 0-5517,-1 1 5807,4-8 0,0-49 0,5-17 0</inkml:trace>
  <inkml:trace contextRef="#ctx0" brushRef="#br0" timeOffset="28">22779 7334 7711,'0'13'263,"0"-1"1,0 0 0,0 1 0,0-1-1,0 0 1,0 2 456,0 2 1,0-2 0,1 4-1,2-2 1,1 1 0,-1-1-327,-2 2 1,3-9-1,0 4-43,-1-2 1,-2-9-128,-1-6 0,0-8 0,0-14 1,0-4-1,2-7 0,0-7 39,3-4 1,4-1 0,1 0-1,3 1 1,5 3 0,1 5 846,3 6-1453,7 4 0,-2 15 0,5 4 0,-1 6 0,-1 7 0,-1 11 1,-4 9-1,-5 6 0,-2 4-7359,-3 2 7702,-1-4 0,-8 0 0,0-5 0</inkml:trace>
  <inkml:trace contextRef="#ctx0" brushRef="#br0" timeOffset="29">23308 7224 7711,'-8'12'293,"0"-1"0,-2-1 185,-1-2 0,0 4 0,2 6 1,2 1-1,0 1 0,1 1 95,1 0 1,1-1 0,5 3 0,5-4 0,5-5 0,5-6-255,3-2 0,6-4 0,5-7 1,0-7-1,1-7 0,-1-5-249,1 0 1,-8-5-1,-7 0 1,-4 1-1,-5-1 1,-8 0-1013,-10 2 408,-7 6 1,-6 5-1,-1 8 1,0 4-1,-1 2 1,0 5 0,0 4-1,5 5 534,1 2 0,20 21 0,9 5 0</inkml:trace>
  <inkml:trace contextRef="#ctx0" brushRef="#br0" timeOffset="30">23653 7261 8219,'-9'0'3815,"2"1"-2846,2 3 1,1-1 0,4 5 0,0 2-347,0 1-555,0-5 0,5 1 0,4-4 1,3 1-1,3-1 0,3-2 0,1-1-71,3 0 0,2 0 0,2 0 0,0 0 0,-2 0 0,-3 0-452,-1 0 502,3 6 1,-10-1-1,4 5 1,-3-2 0,-2 0-1,0-1 1,0-3 327,1-3 0,-6-7 1,-3-7-1,-3-6 0,-1-4 1,0-2 88,0 1 1,-5 3-1,-5 2 1,-4 1-1,-2 3 1,0 3-2084,-2 4 0,4 2 0,-2 6 1,3 2 1618,5 2 0,25-14 0,10 2 0</inkml:trace>
  <inkml:trace contextRef="#ctx0" brushRef="#br0" timeOffset="31">25548 7051 7702,'4'-12'152,"0"0"0,-1 0 0,-2-1 0,-1 1 0,1 0 1716,3-1 0,-1 1-1373,5 0 1,-5 10 0,1 8 0,-1 7-63,1 8 1,-3 8-1,4 5 1,-4 6-118,-1 5 1,4-2 0,0 1 0,-1-1 0,0-4 0,-1-2 492,2-4-791,6-3 1,-7-7 0,4-2 0,-2-5 0,-2-5 0,-2-7-453,-1-8 0,-9-7 0,-5-5 1,-4-5-1,-4-2 0,-1-2-177,-2 1 0,1-2 1,-1-2-1,2 1 1,2 3-1,5 3 749,2 3 1,2 3 0,1 10 1234,3 9-923,8 3 0,11 10 0,8-4 1,3-1-1,7-1 0,5-3 1,8-4 546,5-2 1,2-2 0,0-2 0,-1-2-2073,-3-4 1,2-3-1,-8-1 1,-3 1 1074,-6 3 0,-21-14 0,-5 1 0</inkml:trace>
  <inkml:trace contextRef="#ctx0" brushRef="#br0" timeOffset="32">27295 7138 7721,'0'-9'890,"-1"3"0,-1 1 10,2 7 0,9 10 1,11 11-1,3 6 1,2 3-1,0 2-481,-1 1 0,1 2 1,-2 0-1,-2 0 1,-6-1-1,-6-2-200,-5-1 0,-9-7 1,-7 0-1,-9-6 0,-6-2 1,-8-5-543,-4-3 1,-5-4 0,-5-6 0,0-3 0,1-4 0,3-8-1382,4-7 0,9-1 0,8-9 0,6 0 1704,4-4 0,19 2 0,5-4 0,1-8 0,0 1 0</inkml:trace>
  <inkml:trace contextRef="#ctx0" brushRef="#br0" timeOffset="33">27086 6879 7742,'0'-12'946,"0"0"1,1-1-1,2 1 1,1 0 3418,-1-1-4365,-2 1 0,16 43 0,3 12 0</inkml:trace>
  <inkml:trace contextRef="#ctx0" brushRef="#br0" timeOffset="34">27591 6719 7744,'0'-5'1185,"-2"5"0,-1 8-669,-1 7 0,-4 5 0,3 8 0,-1 1 0,-1-1 0,2 1-1234,-1 0 1,2 3 0,4-3 0,2-3 717,2-4 0,14-21 0,8-9 0</inkml:trace>
  <inkml:trace contextRef="#ctx0" brushRef="#br0" timeOffset="35">27418 6891 7759,'8'5'2711,"1"-1"-2470,-1 0 1,4-4-1,0-2 1,1 0 0,0-2-1,2 1-241,2 1 0,43-25 0,-26 10 0,-1 0 0</inkml:trace>
  <inkml:trace contextRef="#ctx0" brushRef="#br0" timeOffset="36">27701 6645 7759,'13'0'-242,"-2"2"1,-3 2 0,-4 4 1021,-3 3 0,-1 3 0,-1 2 0,-2 3 1,-2 2-1,-1-2-140,1-1 1,1 2 0,4-3-1,0-2-488,0-2 0,5-6 0,5-4 0,5-6 0,7-6 0,5-5 119,6-3 1,2-3-1,1 5 1,-2 4-1,-4 5 1,-3 5 296,-3 1-836,-8 11 0,-4 4 0,-8 12 0,-2 4 0,-2-1 0,1 0 0,3-3 268,5-1 0,18-23 0,6-6 0</inkml:trace>
  <inkml:trace contextRef="#ctx0" brushRef="#br0" timeOffset="37">29412 7076 7724,'0'-8'317,"0"0"0,0-2 1,0-1-1,-3-1 200,-5 0 0,-2 5 0,-10 3 1,-2 2-1,-1 2 0,-3 2-325,-3 2 1,3 8 0,-4 10 0,1 5 0,0 6-1,4 3 240,3 1 1,5-1 0,9 1 0,4 0 627,3 0-730,1-5 1,10-8 0,8-9-1,8-5 1,8-6 0,6-4-1,4-4-586,0-4 0,3-5 0,-1-3 0,3-5 0,1 0 1,0-1 255,-7 1 0,-8-5 0,-5-5 0</inkml:trace>
  <inkml:trace contextRef="#ctx0" brushRef="#br0" timeOffset="38">29695 7113 7724,'-12'11'277,"-2"-2"1,-1 1-1,-3 2 1,0 5 416,1 2 1,-4 1 0,5 5 0,1 0 0,2-1 0,5 0-18,4-4 1,8 1-1,7-8 1,7-3-429,6-3 1,9-5 0,0-6 0,4-5 15,4-6-308,-3-5 0,3-4 1,-8-2-1,-6-1 1,-6-2-1,-9 1 1,-8 3-1,-8 1 1,-9 4-556,-11 3 1,-2 5-1,-6 4 1,-3 4-1,1 4 1,1 4-3107,5 4 2833,2 3 871,6 1 0,52-27 0,17-7 0</inkml:trace>
  <inkml:trace contextRef="#ctx0" brushRef="#br0" timeOffset="39">29916 6793 7724,'0'-12'1556,"-5"5"0,4-4-918,-4 3 1,10 2-1,1 5 1,3 8-1,-1 11 1,0 7-115,-1 8 1,2 4-1,-4 3 1,-3 4-1,0 1 1,-2 3-614,0-2 0,0-5 1,-2 0-1,0-4 0,-3-4 1,1-6-4863,-1-5 4951,3-4 0,13-39 0,10-7 0</inkml:trace>
  <inkml:trace contextRef="#ctx0" brushRef="#br0" timeOffset="40">30187 7125 7751,'-5'8'587,"-4"1"-122,-1 0 0,3 2 0,1 2 0,2-1 0,0 0 1,1 0 199,2 1 0,1-1 1,1 0-1,3 1 0,5-1 1,3 0-316,4 1 0,-2-7 0,4-1 0,0-4 0,2-2 0,3-4-169,2-3 0,-6-8 0,-3-5 0,-2-2 0,-3-2 0,-1 1-522,-2-1 0,-5 1 0,-1-1 0,-4 2 1,-7 2-2943,-2 5 1089,-1 8 1,0 2 2193,-1 6 0,18 22 0,3 5 0</inkml:trace>
  <inkml:trace contextRef="#ctx0" brushRef="#br0" timeOffset="41">30544 7138 7751,'0'8'2947,"0"0"-2441,0 0 0,0 0 1,0 1-1,-1-1 0,-2 0 183,-1 0 0,0 0 0,4 5 1,0-1-426,0 0 0,0 1-191,0-1 1,0-7-1,0-5 1,1-8 0,3-5-213,4-4 0,3-3 1,2 2-1,-1 0 1,0 0-1,1 5 139,-1 3 203,0-1 0,-4 8 0,1-3 1,0 1-1,1 7 0,-1 3 698,-1 2 1,-3 3 0,3-6 0,1-1-1,2-2-661,2-1 1,-1 0 0,0-1 0,1-2 0,-1-3 0,0 1-1323,0-1 1,-3 4-1,-3 6 1,0 4-5117,-3 3 6198,-2 1 0,5-10 0,0-4 0</inkml:trace>
  <inkml:trace contextRef="#ctx0" brushRef="#br0" timeOffset="42">30975 7088 7751,'-7'7'228,"-3"0"1,5-4 0,-1 2 4338,1 2-4035,1 1 1,4 0 0,0 1 0,1 0-1,2 2 1,1 2 0,0-1 0,2 0-318,2 0 0,-1-5 1,1-3-1,1-4-569,2-4 1,-2-4-1,0-8 1,3-5 171,3-2 0,7-2 0,-3 1 1,2-1 278,-1 0 1,1 6-1,4 3 1,-2 4 72,-3 3 1,2 4 0,-5 6 0,-2 3-138,-2 5 1,-6 7 0,-3 6 0,-2 4-298,-2 3 1,-4 2 0,-2-5 0,1-3-938,-1 0 1,-3-1 0,2-1-4022,0-5 5222,-4-2 0,4-18 0,-5-4 0</inkml:trace>
  <inkml:trace contextRef="#ctx0" brushRef="#br0" timeOffset="43">25105 9107 7827,'-4'12'2684,"-2"-1"-1986,-1-3 1,5-1 0,-4-4 0,2 2-1,0 2 1,1 2 643,2 2 1,2 2-1,3-2 1,4-3-1,3-4-778,2-3 0,3-2 0,2-4 0,1-6 0,3-6 0,1-3-471,2-6 0,-3-6 1,-1-9-1,3-7 0,-2-8 1,-11 23-1,1-1-488,0-3 0,-1-1 307,2-2 1,-1-1 0,-2-3-1,-1 0 1,-1 0 0,0 1 0,-1 3-1,-1 1 1,-2 3 0,0 1 0,1-25-1,-1 8 1,0 8 0,-1 6 977,-1 6 1,-4 12 1177,-2 8-2031,3 5 0,-5 18 0,8 6 0,0 11 0,4 9 0,1 8 0,2 7-204,2 5-36,1 3 1,1 7-1,-1 2 1,-6-34 0,0-1-1,8 35 1,1-4 0,3-3-2313,1-3 1987,2-13 0,-2-3 1,-3-16-1,-2-5 1,-3-6-1,-3-2-1368,-4-2 1,-4-5-1,-5-3 1,-6-4 1895,-4-4 0,-29-25 0,-3-10 0</inkml:trace>
  <inkml:trace contextRef="#ctx0" brushRef="#br0" timeOffset="44">25314 8836 7838,'-11'-8'1004,"3"-1"1487,4 0 0,4-2 0,4-1-1716,4-1 1,7 6-1,3 2 1,1 1-964,3 0 1,1 0 187,2 4 0,38-6 0,-27 3 0,0-1 0</inkml:trace>
  <inkml:trace contextRef="#ctx0" brushRef="#br0" timeOffset="45">25843 8097 7838,'-20'0'664,"0"0"1,3 0-1,2 0 1,1 0 798,2 0 0,6 5 0,6-1 1,7-2-1,4 1-538,1 1 0,7-2 1,5 2-1,4-3-570,4-1 1,-2 0-1,4 0 1,2-1-465,-2-3 1,0-2 0,3-3 0,0 0 0,0 0 0,0-3-1024,0-5 1,-6 3 0,-4-2-1,-3 2 1,-7 2-1304,-3 0 0,-6 5 0,-12 3 2435,-4 2 0,-47 8 0,-12 1 0</inkml:trace>
  <inkml:trace contextRef="#ctx0" brushRef="#br0" timeOffset="46">26077 8073 8144,'-7'-1'2676,"3"-1"-1391,3 2 1,1 4 0,0 14 0,0 5 0,0 6-1,0 2-814,0 4 0,0 4 0,0 2 0,0-2 0,0-5 0,0-6-1301,0-2 1,1-5 0,3-2 0,4-2-6601,3-7 7430,1-3 0,-5-45 0,-1-10 0</inkml:trace>
  <inkml:trace contextRef="#ctx0" brushRef="#br0" timeOffset="47">20428 9513 7808,'2'-13'935,"2"1"1,4 1 0,3 0 0,1 0 0,2-4 135,2-3 0,3-2 1,7-6-1,2-5 1,0-9-1,1-9-965,1-6 0,-4-4 0,-11 27 0,-1-1 0,-1-3 1,0-1-1,-1-2 0,-1-1 0,0-3 0,0 0-77,0-1 1,-1 0 0,-3 3-1,1 0 1,0 2 0,0 1 0,-1 3-1,0-1-1230,5-29 1610,0 18 0,-5 10 0,-3 25 1753,-2 12-2081,-2 19 0,5 4 1,3 14-1,3 7 1,2 7-1,0 7 0,2 7 1,-6-31-1,0 1 1,0 2-1,1-1-353,1 1 1,0 0 0,8 30-1,2-6 1,-1-7 0,1-9 0,-2-8-1434,-1-7 0,-2-10-2524,-4-3 2656,-5-4 0,-7 0 0,-8-2 1573,-3-3 0,-1-3 0,-1-5 0</inkml:trace>
  <inkml:trace contextRef="#ctx0" brushRef="#br0" timeOffset="48">20687 9082 7872,'-7'-5'5669,"-4"2"-1490,3-5-3713,2 5 0,4-7 1,8 6-1,8 1 1,4 2-1,5 1-2333,4 0 1661,5 0 1,10 0 205,3 0 0,4-7 0,5-2 0,5-2 0,0 1 0</inkml:trace>
  <inkml:trace contextRef="#ctx0" brushRef="#br0" timeOffset="49">21425 8725 11445,'12'-4'670,"1"0"0,-1 0 1,2 0-1,1 0 0,1-1 1,1 1-1248,0 0 1,-3-4 0,4 4 0,-2 1-1,1 2-1999,-2 1 0,-7 1 2576,-4 3 0,-52 25 0,17-9 0,1 0 0</inkml:trace>
  <inkml:trace contextRef="#ctx0" brushRef="#br0" timeOffset="50">21413 8836 7862,'0'8'3070,"0"0"-2350,0-5-359,5 2 1,-2 0-1,5-1 1,2-2-1,2 0 1,6-2-1,5 0 1,6-2 0,2-2-2986,3-4 2624,2-3 0,0-16 0,3-7 0,4-3 0,-1 0 0</inkml:trace>
  <inkml:trace contextRef="#ctx0" brushRef="#br0" timeOffset="51">22188 8270 8538,'0'-8'6675,"0"-1"-6425,0 7 0,-1-4 0,-5 8 0,-6 0 1,-7 4-370,-4 1 1,-3-1 0,-2 4 0,-2-3 0,0 0 0,0-2-48,3 1 0,2-2 1,5-4-1,3 1 1,3 2 531,2 1 0,4 0 1,1-3-1,2 3 1,3 3 2714,5 0-2809,-2 4 1,10-4-1,-3 5 1,3 2-1,2 1 1,-1 4-1,0 3 1,2 5 0,1 3 77,1 5 1,0 1 0,-7 6 0,-1 4 0,0 5 0,-1 2 101,-3-1-682,-2-2 1,-2-4 0,-2-1-1,0-2 1,-4-2 0,1-5 0,-1-5-1,4-5 1,0-4-374,2-5 1,2-4-1,2-2 1,5-2 0,5-5-1,4-3 1274,1-1-341,-4 0 0,8-5 0,-2-4 1,0-2-1,1-2 0,-1-2 0,-1-2-340,0 2 0,-3 2 0,-4 0-2121,-1 1 0,-4 4 2131,0 0 0,-10-6 0,0-5 0</inkml:trace>
  <inkml:trace contextRef="#ctx0" brushRef="#br0" timeOffset="52">22373 8479 7842,'-2'7'4824,"-2"-3"1,4-3-4567,0-1 0,3 0 0,9 0 0,7 0 1,7-1-1,9-2-210,4-1 1,9-5 0,7 2 0,-1-2-819,1 1 1,-3 1 0,-7-2 0,-4 2-2630,-2 2 2184,-13-5 1,-3 9 0,-14-3 1214,-5 2 0,-27 2 0,-16 0 0</inkml:trace>
  <inkml:trace contextRef="#ctx0" brushRef="#br0" timeOffset="53">22434 8750 8404,'6'-7'1071,"-4"0"1,7 4 0,2-1-1,2 0-440,4-1 0,5 3 0,-2-3 0,5 1 0,2-2 0,3 1-908,2-1 1,-1-2 0,2 3 0,-5-1 0,-2 1-1,-2 1-2049,-4-2 0,2 5 618,-5-3 1281,-7 2 0,-5 8 0,-10 2 0,-3 2 427,-3-2 0,-23 19 0,-6 0 0</inkml:trace>
  <inkml:trace contextRef="#ctx0" brushRef="#br0" timeOffset="54">22447 8959 14077,'8'0'795,"1"0"1,4 0 0,4 0-1,5 0-471,4 0 1,8 0 0,2-1 0,4-2 0,-1-3 0,0 1-1262,-3-1 1,-4 1 0,-5 2 0,-5-1 0,-5 1-4098,-4 2 5034,-6 1 0,-23-11 0,-12-3 0</inkml:trace>
  <inkml:trace contextRef="#ctx0" brushRef="#br0" timeOffset="55">23160 8270 7818,'-19'-7'784,"-3"0"0,6 4 1,1-1-1,1 2 1,2 0 192,0 2 0,5 2 0,4 0 0,7 4 0,7 1 0,5 1-683,4-1 0,1 2 0,7-3 0,2-1 0,0 1 0,1-4-259,1 0 1,-3-2-1,2 0 1,0 0-1,-2 0 1,-2 0-330,-3 0 1,-6-4-1,-1-2 1,-2 1 302,-4-1 1,-8 2 0,-3 5 552,-7 4-411,-4 7 0,0 3 0,2 7 0,1 2 0,-1 5 0,2 4 0,3 4 0,3 5 1,1 6-183,0 7 0,0 4 0,0 2 0,0-1 0,1-2 0,2-5-77,1-2 1,0-9-1,-4-5 1,0-8-1,0-6 1,0-3 200,0 2 1,0-4-1,-1-2 1,-2-1-1,-2 1 1,-3 0 247,-6-1 0,2-1 0,-6-2 0,1-1-14,1-3 0,-5-2 1,4-8-1,-1-2-410,0-4 1,2-3 0,5-1-1,1-1-1340,2 1 0,5 0 1,1-1 1422,4 1 0,22-6 0,8-1 0</inkml:trace>
  <inkml:trace contextRef="#ctx0" brushRef="#br0" timeOffset="56">26495 8639 7856,'6'-11'1293,"5"1"1,6 2-1,11 0 1,6 0 298,8 0-3508,5-1 1,5 3 1915,-3 1 0,14-1 0,-6-1 0</inkml:trace>
  <inkml:trace contextRef="#ctx0" brushRef="#br0" timeOffset="57">26606 8787 11380,'12'-7'1027,"13"0"0,8 3 0,11-3 401,7 0-1428,6-4 0,-12 1 0,4-3 0,2-3 0,0-1 0</inkml:trace>
  <inkml:trace contextRef="#ctx0" brushRef="#br0" timeOffset="58">28083 8048 8798,'0'7'4062,"0"0"-3259,0-3-250,0-3-427,0 5 1,-2-6 0,-2 1 0,-4 2 0,-4 1 0,-6 0 0,-7 0 50,-6 0 1,-7 5-1,-6-4 1,-5 1-258,-2-1 0,0-1 1,5-4-1,4 0-163,5 0 0,9 0 0,4 0 0,6 0-628,4 0 767,2 0 1,7 0 1245,5 0-466,5 0 1,3 0 0,-1 1 38,-2 4 0,1-3 0,-3 7-473,1 0 0,1 3-19,-1 5-134,-2-4 0,5 11 0,-5-4 0,4 3 0,-1 2-9,1 0 1,2 1 0,-3 2 0,1 5-14,-1 3 0,4 2-128,-5 3 0,1 3-13,-1 5 12,-2 0 0,3 2 0,-5-1 0,0 1 0,0-3-204,0 0 1,-4-7-1,0-4 1,1-9 24,2-6 1,1 0 65,0-5 303,0-1 0,0-8 1,1-1 363,3-2 1,-1 0 233,5-5 0,-4 0-36,4 0-565,1 0 1,3 0 0,0 0-1,1 0 1,-1-2-143,0-2 0,0 3 0,2-5 0,1 2 235,2 0 1,0-1-1418,0 1 1,-2 1 85,5-5 1113,-5-1 0,9-17 0,3-9 0,0-2 0,-1 0 0</inkml:trace>
  <inkml:trace contextRef="#ctx0" brushRef="#br0" timeOffset="59">28107 8294 7852,'-1'-12'2278,"-3"0"0,-2 6-1808,-2 6 0,3 11 1,5 11-1,0 5 1260,0 6-1487,0 8 0,4-1 1,1 5-1,2 2 0,1 0 1,1 3-1,-3-1-34,0 0 1,2-4-1,-2-2 1,-1-5-873,0-7 0,0-9 0,-5-5-783,0-4 0,0-7-854,0-6 1,-6-7 2299,-2-9 0,-3-36 0,-1-14 0</inkml:trace>
  <inkml:trace contextRef="#ctx0" brushRef="#br0" timeOffset="60">28501 8282 7852,'-4'-12'-195,"0"-1"1,0 3 1088,-2 1 1,5 5-1,-3 8 1,4 6-1,3 5 1,2 5 204,2 4 0,1 6 1,3 3-1,-1 2-150,-2 2 0,-1 0-810,1 0 1,1 0-1,-3 0 1,-1 0-1,1-2 1,-3-1-347,-2-1 0,-1-5 1,0 0-1,0-3-1520,0-5 1,-5-3 0,-2-8-2614,0 0 4340,1-7 0,6-45 0,0-19 0</inkml:trace>
  <inkml:trace contextRef="#ctx0" brushRef="#br0" timeOffset="61">28821 8331 9641,'0'-7'3142,"0"3"-2407,0 8 0,0 5 0,0 7 0,1 6 1504,4 5-2077,-4 5 0,9 9 0,-5 0 0,2 0 0,1 1 0,0 2 0,-1 0-590,-1-3 1,2-4-1983,-4-5 1805,0-1 0,-5-12 1,-2-3-1,-4-4 1,-3-3-1,-3-7 605,-1-4 0,-11-54 0,13 19 0,-1 0 0</inkml:trace>
  <inkml:trace contextRef="#ctx0" brushRef="#br0" timeOffset="62">29080 8085 7001,'-9'0'6843,"1"0"-5595,5 0-360,-2 0-784,5 0 0,1 0 0,3 0 1,5 0-1,2 0 0,1 0 0,2 0 42,2 0 0,-1 0 1,4-1-1,-1-2-245,-3-1 1,0-4-1,0 2 39,1-1 0,-1 3 0,-5-2 362,-2 0 125,-5 2 1,1 4-26,-8 0-405,3 0 1,-9 5 0,6 4 0,1 2 0,0 1 0,1 0 30,-2 0 1,0 6-1,4 3 1,0 2 175,0 2 1,0 3 361,0 1-379,5 5 0,-2 2 1,4 5-1,-2 0 1,-1 0 833,2 0-1173,-5 0 1,6 0 0,-4 0 0,1-1 0,0-3-51,1-5 1,-3 4 0,2-5 0,-3-1-72,-1-5 1,0-2 18,0-6 1,0 0-25,0 0 0,0-8 302,0 4-36,0-9 70,0 1-174,0-5-537,0 0 494,0 6 49,6-5 690,-5 5 852,4-6 103,-5 0 256,0 0-1569,0 5 1,-5-4-140,-3 4 0,-3 0 0,-2 0 0,1 1-508,0-1 0,1 1 258,3-2 1,-3-1-2399,3 5-1799,2-5 4364,-5 2 0,32-43 0,1-10 0</inkml:trace>
  <inkml:trace contextRef="#ctx0" brushRef="#br0" timeOffset="63">4135 11839 7835,'-7'-9'2422,"3"1"0,3-1-941,1-2 1,5 0 0,2 1-1,1 2-581,0-2-691,0-1 0,5-2 1,-1-4-1,0-5 1,2-5-1,1-6 0,2-4 291,-2-4 0,0-8 0,0-8 0,0-5-293,-4-3 1,0 3 0,-6-1 0,1 6-85,-1 2 1,-1 2 0,-3 3 0,2 3 9,1 1 0,2 5 0,-4 9 1,3 3 1259,-3 3-894,5 7 1,-5 8 0,2 11-1,-3 8-449,-1 7 1,0 6 0,0 7 0,1 6-52,3 6 0,-1 3 63,5 2 1,1 4-1,3-1 1,0 4-63,1 0 0,0-2 0,4-1 0,-4 2-1084,4 2 1084,-4-2 0,4 4 0,-1-7 0,-1-5 0,-1-6-1305,-2-7 1,1-4 0,-3-2-4321,-1-4 3202,2-2 0,-11-11 1305,0-3 1,-3-3 1117,-9-1 0,-31-11 0,-16-2 0</inkml:trace>
  <inkml:trace contextRef="#ctx0" brushRef="#br0" timeOffset="64">4258 11568 7885,'-7'-6'1209,"0"4"-877,3-7 1,3 5 1207,-3-4 0,4 4 4612,4-4-5695,8 5 0,7-6 1,6 4-1,1 1 0,3 0-2384,3 0 1927,4 0 0,4 1 0,6 1 0,3-2 0,1 1 0</inkml:trace>
  <inkml:trace contextRef="#ctx0" brushRef="#br0" timeOffset="65">5821 11174 7901,'-2'-19'177,"0"1"0,-2 2 1,0-1-1,-1 2 1665,1 2 1,-1 0-1,2 1 31,-1 0 0,0 8-832,4 8-743,0 8 1,0 14 0,0 4 0,1 6 0,2 5 0,2 1 0,1 0-164,-1-2 0,0-2 0,-4-1 1,2 0-755,1 0 0,1-5 1,-2-4-1,1-3-2919,-1-5 1,-2 0 3537,-1-4 0,-11-35 0,-2-4 0</inkml:trace>
  <inkml:trace contextRef="#ctx0" brushRef="#br0" timeOffset="66">5612 11371 7896,'0'-7'5124,"1"-2"-3692,3 4 0,3-3-1229,5 4 1,6-4 0,3 2 0,3 1 0,3 0 0,5 0-714,3 0 0,0 4 1,7-4 509,0 4 0,2-8 0,5-4 0,7 0 0,-1-1 0</inkml:trace>
  <inkml:trace contextRef="#ctx0" brushRef="#br0" timeOffset="67">6608 10953 7887,'-12'-6'0,"-2"3"0,-2-5 1046,2 5 0,1-2 1,6 6-1,0 3 1,2 6-1,-1 5 0,3 7 313,2 5 1,1 2 0,1 6-1,2 5-105,1 3-1157,6-4 1,-5 8-1,5-6 1,-3-2-1,-1 0 1,0-2-1,-1-3-1270,-2-6-57,-1 1 1,-2-15 0,0 4 0,-2-3 1229,-2-3 0,-14-24 0,-8-16 0</inkml:trace>
  <inkml:trace contextRef="#ctx0" brushRef="#br0" timeOffset="68">6498 10928 7880,'-6'-11'380,"-2"3"1,-3-3 80,-1 3 0,4-3 1,1-2-1,1 1 1520,4 0 0,0-1 443,2 1-1948,6-6 1,6 5-1,10-4 1,7 2 0,7 0-1,10-1 1,6-1 1993,5 0-2470,-2 3 1,3-4-1,-4 7 1,-4 3 0,-3 4-1,-8 3 1,-7 3-1308,-12 6 860,-7 6 0,-20 12 1,-7 3-1,-9 4 1,-8 2-1,-5 4 1,-1 0-54,0 2 0,4-4 454,1-4 247,4-6 1,4 3 0,7-6-1,5-4 1,4-2 177,4 0 1,9-9 0,9 2 0,9-3 245,8-1 1,10-3-432,5 5 1,1-1-337,3 4 51,-7-5 0,-2 8 1,-9-1-1,-9 2 1,-12 5-155,-14 2 382,-14-1 0,-20 13 0,-10-2 0,-3 3 0,-4-2 59,2-6 1,-1 0 0,2-13-1,3-4-352,1-6 1,11-3-1242,7-2-2794,9 0 2058,18-6 2133,9-1 0,25-15 0,10-6 0,5-2 0,-1 0 0</inkml:trace>
  <inkml:trace contextRef="#ctx0" brushRef="#br0" timeOffset="69">8504 11174 8800,'-7'0'5178,"-4"0"-5022,9 0 1,-2 0 0,8 0 0,7 0 0,10-1-1,12-2 1,10-3-343,9 0 0,9-3 0,4-2 0,-1 2 0,-2 2 0,-6 2-3500,-7 2 2889,-10 2 1,-15 1 0,-9 1 796,-5 3 0,-70 19 0,19-6 0,0-1 0</inkml:trace>
  <inkml:trace contextRef="#ctx0" brushRef="#br0" timeOffset="70">8602 11432 7884,'-7'0'6784,"14"0"-4864,14 0-1906,7-5 0,9 0 0,1-5 0,3 2 0,5-2 0,1 1 0,1-1-14,-3 2 0,-1-8 0,4-4 0,1-3 0,1 0 0</inkml:trace>
  <inkml:trace contextRef="#ctx0" brushRef="#br0" timeOffset="71">10362 11014 7854,'-19'-11'1310,"2"2"1,4 2 0,2 4-364,2 8 1,5 4 0,7 13 0,3 2 0,0 5 0,4 2-248,1 3 1,0 2 0,-2 2 0,0 2-697,0 1 1,-2 0 0,0-5-1,-2-2-881,-2-1 0,-2-2 0,-1 0 1,0-5-666,0-4 0,-4-7 0,-1 0 1542,-2-5 0,-7-34 0,-2-18 0,-4-2 0,0-1 0</inkml:trace>
  <inkml:trace contextRef="#ctx0" brushRef="#br0" timeOffset="72">10300 10965 7854,'-19'-12'519,"-3"-1"0,6 1 0,1 0 0,3-2 643,3-2 0,4 2 1,5-3-1,0 4 1,1 0-1,3 1-345,5 0 0,3 0 0,4-1 0,6 1 0,5 0 0,8-1-516,4 1 1,5 0 0,7-1 0,1 2 0,1 2 0,0 2-619,2 2 1,-6 0 0,0 5 0,-9 2-1,-10 3 1,-11 8-646,-8 6 0,-9 9 0,-15 5 0,-13 4 0,-11 3 0,-8 2 49,-3 2 992,5-4 1,2-3 0,9-9 0,6-2 0,6-2-1,3-4 1,6-4 0,7-2 0,8-3 578,9-3 1,6 3 0,9-3-1,7 3 1,3 2 0,4 0 1196,2 4-1956,-4 2 1,-5 5 0,-11 2 0,-11 3 0,-10 4 0,-13 3 0,-14 0 0,-16 1-1,-9-1-152,-4-3-311,-6-3 1,8-11 0,-2-4 0,4-5 0,5-6-1,7-3 1,10-4 563,9-5 0,23-16 0,16-15 0</inkml:trace>
  <inkml:trace contextRef="#ctx0" brushRef="#br0" timeOffset="73">12023 10977 7776,'-7'-5'1341,"-4"2"0,3-4 0,-1 3 86,0 5 1,4 12 0,6 11 0,2 8 0,3 3 0,0 4-907,4 2 0,-1-3 0,1 4 0,-2-1-1009,2 0 1,-1-1 0,0-7 0,-4-3-955,1 0 1,-5-4-1,2 1 1,-6-5-1906,-5-5 0,-9-9 3347,-3-4 0,-30-29 0,-11-14 0,16 11 0,1 1 0,-1 0 0</inkml:trace>
  <inkml:trace contextRef="#ctx0" brushRef="#br0" timeOffset="74">11703 11359 7776,'0'-13'1045,"2"1"1,2 1 155,4 3 1,10-3-1,8 1 1,11-3-1,10-4 1,11 2-1494,6 2 1,-1 2 0,1 1-1,-2 3 1,-3 0 0,1 2 291,-1-1 0,-8-5 0,6-4 0,4 2 0,1-1 0</inkml:trace>
  <inkml:trace contextRef="#ctx0" brushRef="#br0" timeOffset="75">13217 10916 7801,'0'-13'682,"-6"1"0,0 0 1,-1-1-1,1 1 517,1 0 1,2 5-1,-4 4 1,2 6 0,1 8 1002,-2 8-1926,5 7 0,-10 15 1,3 3-1,-3 2 1,-2 6-1,1 2 1,-2 3 164,-2 3 1,1-1 0,-4 7 0,1-5 0,3-5-1,1-5-455,2-5 0,1-13 0,2-3 1,2-8-143,1-4 1,2-9-1,4-9 1,0-8-1,0-7 23,0-5 0,6-9 0,2-5 0,3-6 0,2-5 0,2-4-119,2-5 0,3 0 0,-2-5 0,0 1 0,0 0 0,-2-4-280,2-3 609,1 2 1,0 1 0,-2 9 0,-5 5 0,-3 5 0,0 9 0,-1 7 586,-1 8 0,2 12 0,-3 10 1,-1 10-1,2 9-626,0 8-145,1 15 1,4 2 0,1 9 0,-1 0-1,0 0 1,1 2 0,-1-1 0,0-1 0,1-3-2498,-1-5 2105,0 1 1,-5-10-1,-3 2 1,-3-4 0,-2-4-1,-3-5 1,-6-3-1219,-5-5 0,-5 2 1,-7-7-1,-2-4 1717,1-5 0,-14-34 0,-7-14 0,-4-2 0,-1-1 0</inkml:trace>
  <inkml:trace contextRef="#ctx0" brushRef="#br0" timeOffset="76">13045 11383 9423,'1'7'3253,"3"-3"1,6-2-1735,5-2 1,4 0 0,5-2-1,1-1-1508,0-1 1,5 0 0,1 3-1,2-2-3384,0-1 3373,0 0 0,31-18 0,-29 8 0,1 1 0</inkml:trace>
  <inkml:trace contextRef="#ctx0" brushRef="#br0" timeOffset="77">16453 11149 7982,'-8'-6'1158,"0"1"0,0 5 0,1 6-92,3 6 1,2 2 0,2 6-1,2 2 1,1 0 0,2 0-262,2-1 0,1-2 1,6 1-1,2-5-245,5-5 0,-2-5 0,1-5 0,2-2-426,1-7 1,3-4-1,2-13 1,0-4-1,-2-6 1,-2-4-225,-4 1 0,-5 1 0,2 2 0,-4 5-91,0 6 79,-7 17 0,1 16 0,-4 19 0,1 12 0,-1 11 1,-2 9-1,1 9 0,-1-31 0,0 0 0,1 2 0,-1 0 226,-1-1 1,-1 1 0,-2-2-1,-1-1 1,-3 0 0,-3-2-1,-11 32 1,-8-6 0,-7-7-117,-3-8 1,-8-10-1,1-8 1,-5-5-1,-1-7 1,4-6-525,6-4 1,5-11 0,3-8 0,2-7-1,2-7 1,6 1-678,6 1 1,7 1-1,12 1 1,6-2-1,10-3 1193,10-4 0,10-2 0,13-8 0,1-2 0,-9 8 0,-1 1 0,1-1 0,0 1 0</inkml:trace>
  <inkml:trace contextRef="#ctx0" brushRef="#br0" timeOffset="78">16909 11248 7819,'-8'0'5782,"-1"0"-2958,7 0-2454,-4 0 0,17-6 0,7-2 1,8-4-1,7-3 0,4-3 0,2-1-853,2-3 1,0 3 0,-5 0 0,-6 1-81,-10 3 0,-11 7 0,-23 6 0,-15 11 0,-12 11 58,-7 10 1,5 7 0,2 3 0,4 2 1239,4 2 0,5-4 0,12 1 0,8-5 352,5-3 1,6-4 0,5-8 0,8-6-798,6-6 0,8-3 0,3-9 0,4-4-1027,4-5 1,4-9-1,7-1 737,2-5 0,-5-12 0,4-8 0,-16 12 0,0 0 0,0 0 0</inkml:trace>
  <inkml:trace contextRef="#ctx0" brushRef="#br0" timeOffset="79">17770 11014 7819,'10'-1'132,"1"-2"1,2-3-1,1 1 1,0-2-1,-3 0 1219,-3-2 1,1 2 0,-6 0-765,-4 2 1,-10 5 0,-10 5 0,-3 2-222,-5 3 1,2 5 0,-5 1 0,2-1 16,3-1 1,5 2 0,3 0 0,1 0-1,3-3 1,3 0-103,3-1 0,7 0 1,10 2-1,10 1 0,8 1 1,8-1-126,5-1 0,0-2 1,0 1-1,-4 0 0,-8 2 1,-7 3-298,-7 1 0,-10 2 1,-16 5-1,-13 1 0,-11 3 1,-8-1-575,-3-3 1,0 0-1,3-10 1,4-1-1,4-2 1,6-5-2601,6-4 1,6-4 3314,7-4 0,11-25 0,2-11 0</inkml:trace>
  <inkml:trace contextRef="#ctx0" brushRef="#br0" timeOffset="80">14275 10940 7865,'-5'-12'340,"-1"0"1,-3-1 0,0 1-1,1 0 1,1-1 0,3 1 638,3 0 0,2-1 0,5 3 0,5 0 0,7 3 0,5 0 1400,7 0-2295,4 5 1,13-8 0,2 6-1,0 1 1,-3 3 0,-6 4-1,-6 6-317,-5 5 0,-14 6 1,-9 7-1,-13 5 0,-14 3 1,-10 2-352,-9 3 0,2-3 0,-2 3 0,6-4 0,5-4 0,5-3-1786,3 0 0,5-5 2370,8-1 0,18 6 0,11-4 0</inkml:trace>
  <inkml:trace contextRef="#ctx0" brushRef="#br0" timeOffset="81">14374 11716 9616,'-13'0'2515,"1"0"1,0 0 196,-1 0 1,9-5-2713,8 1 0,37-10 0,18-3 0,8 0 0,0 0 0</inkml:trace>
  <inkml:trace contextRef="#ctx0" brushRef="#br0" timeOffset="82">16355 12146 7865,'-12'-13'435,"1"-2"1,2-3 0,7 0 0,9-3 0,16 0 0,29-5 387,-12 12 1,6 2 0,18-5-1,7 1 1,-8 4 0,5 0 0,2 0-1,-9 2 1,1 0 0,3-1-1,0 1-823,-7 2 0,1-1 0,1 1 0,4-1 0,4-1 0,-10 2 0,3 0 0,3-1 0,3 0 0,1-1 0,2 0 0,0 1 0,0-1 0,0 0 0,-7 1 0,0 0 0,1 1 0,-1-1 0,0 0 0,0 0 0,1 0 0,-1 0 0,0 1 0,1-1 0,-1 0 0</inkml:trace>
  <inkml:trace contextRef="#ctx0" brushRef="#br0" timeOffset="83">4750 14324 7788,'-8'5'819,"1"0"0,0 0 2169,0 1-2267,5 4 1,-4-8 0,6 6 0,2 1 0,0-1 0,4-1 2499,1-2-1654,-5-1 1,5-4-1,-4-2 369,1-7 1,4 0-1807,-4-12-235,1 1 1,-5-6-1,0-3 1,0-4-1,0-2 1,0-2-1,0 1-273,0 3 0,4 1 0,0 6 0,-2 2-1062,0 1 956,-2 11 313,0 1 1,0 12 0,0 3 0,1 7 0,2 7-792,1 7 818,6 7 0,-4 0 0,8 5 0,3-2 0,3 0-115,3-3 0,2-4-23,-1 0 240,7-2 1,0-6-1,6-4 1,-2-4-1,-2-4 403,-4-3 1,-3-4-1,-3-1 460,-2 0 0,-5-6-477,-8-2 0,-1-4 638,-3-4-724,-2-4 0,3-4 1,-6-2-1,-2-3 1,-2-5 595,-2-6-701,-1-9 1,-5-7 0,0-7 0,-2-1 0,-2-3-22,10 32 1,-1 1 0,-7-23-244,-1 4 0,6 9 0,-2 12 0,1 8-3012,0 6 1327,4 10 1,2 4 84,5 8 1,0 4 0,1 7 0,3 3-3808,4 1 5518,3 2 0,18 20 0,4 4 0</inkml:trace>
  <inkml:trace contextRef="#ctx0" brushRef="#br0" timeOffset="84">5439 14103 7838,'-5'-7'2994,"4"-4"0,-9 11-1965,6 0 0,0 3 865,4 9-1588,0 3 1,0 10 0,0-1-1,0 2 1,1 2 0,3 0-1,6-2 990,5-4-978,-2 2 1,12-16 0,0 0 0,5-5-1,3-6 1,-2-7 0,-1-10 2199,-3-10-2411,-6-6 0,-9-1 1,-8 2-1,-5 1 1,-9 4-1,-10 4 0,-11 6 1,-9 7-1,-4 5-2334,0 3 0,2 11-2489,5 6 3809,6 1 1,6 10 0,10-4 906,5 0 0,32 10 0,12-3 0</inkml:trace>
  <inkml:trace contextRef="#ctx0" brushRef="#br0" timeOffset="85">5796 13660 7831,'0'-12'1988,"0"-1"1,-1 6 1120,-3 3-358,2 3-2245,-3 1 0,5 12 0,0 9 0,1 9 0,3 7 1446,5 4-1640,-4 8 0,6 7 1,-4 6-1,1-1 0,0-1 1,0-2-1,1-5-532,-1-2-515,-5-13 1,2-2 0,-5-13 0,0-3-1,0-3 1,-1-5-8454,-3-4 9188,-3-2 0,-33-56 0,17 20 0,0-1 0</inkml:trace>
  <inkml:trace contextRef="#ctx0" brushRef="#br0" timeOffset="86">5722 14115 19505,'11'-12'2189,"-1"0"-2664,10-1 0,6 5 0,7 0 0,4 0-2218,4 1 2693,-3-4 0,21-1 0,-1-8 0</inkml:trace>
  <inkml:trace contextRef="#ctx0" brushRef="#br0" timeOffset="87">7888 14152 7754,'-8'-7'3113,"0"3"0,5 8-2579,-1 5 1,3 3 0,1 3 0,0 1 936,0-1-1006,5 4 1,-4-4-1,4 5 1,-4-3-1,-1-2 585,0-1 1,1-8-1,2-9-836,1-12 1,6-11-1,-2-15 1,3-4-101,1-3 0,6-3 1,2 2-1,4 4-157,0 9 0,1 14 1,0 10-1,-1 9-122,1 10 0,-6 18 0,-4 17 0,-5 7-286,-6 5 0,-3 1 0,-1-5 0,0-1-1213,0-5 1,1-10 0,3-6-359,5-7 0,6-11 2022,1-14 0,-4-26 0,-2-13 0,0-6 0,-1-1 0</inkml:trace>
  <inkml:trace contextRef="#ctx0" brushRef="#br0" timeOffset="88">8331 14128 8524,'-7'5'2813,"2"-4"-1846,5 10 1,1-9 246,3 2 1,5-4-1,6-6 1,2-6-268,3-7 1,0-4-1209,5-2 0,-5 0 0,-2 1 1,-3-1-614,-4 1 1,-7 4-713,0 4 1228,-2 8 0,-9 4 1,-7 9-1,-8 9 1,-7 10-526,-2 12 0,0 5 998,-2 4 0,4 3 1,9-4-1,5 0 1237,5-3 0,4-10 347,6-6 1,11-2-487,6-7-825,10-5 0,1-7 0,3-8 1,0-4-1,1-3-1677,2-1 0,2-5 0,-1 0 0,-1-3 1289,-1-1 0,-6-3 0,4 0 0</inkml:trace>
  <inkml:trace contextRef="#ctx0" brushRef="#br0" timeOffset="89">8873 14091 7784,'0'-13'0,"0"1"0,4 0 1533,0-1 0,4-3-115,-4 0-732,6-1 0,-9 1 0,5-1 0,-2 2 1,-1 3 173,-5 4 1,-5 4-1282,-9 8 304,-3 8 1,-6 10 0,-1 9 0,0 6 0,0 2 0,4-1 0,3-3 0,4 0 0,3-4 687,4-1 1,2-1 331,6-4-316,6-6 0,3-3 1,10-8-1,7-4 1,4-4-1,5-4 1,0-5-1193,2-6 0,1 0 22,3-6 583,-8 1 0,19-27 0,-7-5 0</inkml:trace>
  <inkml:trace contextRef="#ctx0" brushRef="#br0" timeOffset="90">9439 14128 7784,'-18'0'557,"4"0"1,-3 0 773,-1 0 1,6 1 0,-1 3 2869,8 4-3669,3 3 0,8 0 0,3-1 0,5-4 0,4 0 1773,1-3-2200,2-2 0,7-2 0,2-5 0,0-5 0,1-5 0,-4-3 0,-1-2-1937,-2 2 1389,-4-4 0,-3 5 1,-6-2-1,-2 3 0,-8 5 1,-8 4-1,-9 4-3386,-6 2 3647,-8 8 0,2 7 0,-3 12 0,-1 6 0,2 5 1,0 1-1,4-2 760,4-2 0,6-3 1909,8-5-1937,2 0 1,6-6 0,3-4-1,4-6 1,7-5 0,3-2-1,5-2-367,1 0 1,2-6-1686,0-2 0,5-4-3589,3-5 5091,-3 4 0,2-15 0,4-6 0,0 1 0,1-1 0</inkml:trace>
  <inkml:trace contextRef="#ctx0" brushRef="#br0" timeOffset="91">9980 13955 7784,'-12'0'0,"0"0"0,-5 0 916,1 0 1,-6 0 2855,2 0-3085,-4 6 0,4-4 0,1 7 0,1 0 0,4 2 1746,5 1-2226,3 1 0,7-2 0,4-2 1,4-1-1,8 1 378,7-2-407,6-2 1,3-4 0,-1 2 0,-2 3 0,-2-1-275,2 0-139,-9 5 1,1-3-1,-14 7 1,-4 1-1,-4 2-767,-4 3 843,-8 0 0,-14 7 0,-13-1 0,-7-2 0,-6-2-469,0-3 1,4-3-520,7-8 1,7-2-276,13-6 1,17-6-374,17-2 1,15-3 254,17-1 1540,3-6 0,-6-1 0,4-3 0,2-4 0,1 0 0</inkml:trace>
  <inkml:trace contextRef="#ctx0" brushRef="#br0" timeOffset="92">10337 13918 7784,'-12'0'0,"0"0"1487,-1 0 0,-3 0-105,-1 0-635,-4 6 1,1 2 0,-4 8-1,-1 5 1,2 2-162,2 2 0,5 3 1,8 1-1,4-1-1,2-2 0,5-7-257,5-3 1,7-4-9,14-3-62,3-4 0,9-5 0,0 0 1,-2-1-1,-2-2 390,-4-1 1,-8 0-585,-9 4 1,-12 1-255,-12 3 1,-11 3 221,-18 5-832,-6 6 1,5-4 0,-3 2 0,4-1 0,6 0-7402,6 2 8201,6-1 0,61-31 0,14-7 0</inkml:trace>
  <inkml:trace contextRef="#ctx0" brushRef="#br0" timeOffset="93">10596 14017 7784,'5'-13'0,"2"3"3283,5 1-1203,-5-2 0,-3 11-1022,-8 0 1,-7 11-1,-7 10 1,-1 3-46,-3 5 1,-1 3-275,-2 5 1,5-2-48,-1-2-445,6 2 1,-1-9 0,8 2 0,5-8-64,6-7 0,8-8 0,8-10 0,3-8-88,4-6 1,1-10-729,-2-3 1,3 0-2716,1-1 1792,0 1 1,-5 0-1,1 5 1,0 6 0,-2 8-4215,-3 3 5769,-2 7 0,-16 36 0,-4 15 0</inkml:trace>
  <inkml:trace contextRef="#ctx0" brushRef="#br0" timeOffset="94">10793 14164 7784,'0'13'620,"0"-5"902,0 0 1,0-4 3839,0 4-3535,0-5 0,0 1 1,0-9-1,0-7 152,0-8 1,5 0-1684,3-5 0,-1 7-296,1-6-502,6 2 0,0 3 1,2 2-1,-2 5 0,-1 4-1891,4 4 0,-2 4 0,4 4 0,0 4-4382,0 3 6775,-4 7 0,9 12 0,-5 8 0</inkml:trace>
  <inkml:trace contextRef="#ctx0" brushRef="#br0" timeOffset="95">11125 14041 7757,'-6'7'6254,"5"4"-4330,-3-3 1,3-1-847,1 1-876,-6 1 1,5 3-1,-3 0 1,2 1 0,2-1-1,0 0-3800,0 0 3301,0-5 1,0-3 296,0-8 0,9-32 0,4-17 0,1-4 0,-1 0 0</inkml:trace>
  <inkml:trace contextRef="#ctx0" brushRef="#br0" timeOffset="96">11211 13783 7757,'-4'-12'1555,"0"-1"1,-4 1 1685,3 0-591,-4-1 0,6 2-1258,-5 3 0,5 8-1806,-1 8 0,3 3-3262,1 2 2733,0-1 0,5 4 0,3 1 0,5-2 0,3-3-4946,5-4 5423,-4 3 1,7-9 465,-4 2 0,16-16 0,6-8 0,5 0 0,-1-1 0</inkml:trace>
  <inkml:trace contextRef="#ctx0" brushRef="#br0" timeOffset="97">11482 13758 7757,'7'2'0,"-3"2"0,-2 3 1355,2 5 0,-2 2-81,2 2-576,-3-2 0,-1 14 0,-1 1 0,-2 7 0,-1 5 120,1 4 0,2 3 0,1 0 0,0-3-644,0-4 1,1-10-107,3-6 0,2-10-181,2-7 18,3-5 1,-4 1 0,5-10 0,-1-6 0,-1-7-1849,-2-4 1267,0-2 1,3 5-1,-1 0 1,-2 3-1,0 2-455,-1 1 1,2 2 0,-3-1 940,1 1 1,0 4 138,1 0 1337,3 5-921,-10-3 0,6 6 1,-4 2-1,1 2 0,0 4 794,1 3 1,-2 3-1,5 2 1,2 5-322,1 2 0,0 3-498,-3 3 0,3 3-323,-3 9 54,-2-2 1,-1 9 0,-5-3-1,-3 1 1,-5 1 203,-8-2 1,-9-6-1,-6 1 1,-8-6 52,-3-5 0,-9-9-608,-6-3 0,-5-9-136,-3-4 1,9-4 0,4-4 0,12-3-1894,10 0 1,11-4 1370,7 3 0,5-7-2828,7-1 3766,0-6 0,38-30 0,-14 19 0,0 0 0</inkml:trace>
  <inkml:trace contextRef="#ctx0" brushRef="#br0" timeOffset="98">12355 14300 7722,'5'-8'3342,"-1"-1"0,-2 0-885,0-2 1,-4 4-1,-2 3 1,-4 3-1763,-3 1-1228,-1 0 533,0 0 0,-6-22 0,-1-6 0</inkml:trace>
  <inkml:trace contextRef="#ctx0" brushRef="#br0" timeOffset="99">6633 16736 7794,'-12'0'8789,"-1"0"-7956,7 0 1,6-1 0,8-3 695,3-4-1310,1-3 1,4-1 0,1-2 0,-1-3 0,1-3 0,-1-3-1,0-3 302,2-3 0,-3-7 0,4-6 0,-1-3-344,-3-6 0,-1-1 0,-2-8 0,1-4-206,-1-3 0,-5 3 0,-2-2 0,-1 3-117,0 2 1,0 5 0,-4 4 0,0 5 47,0 6 0,2 7 0,1 4 0,1 4 639,-2 7 0,0 8 906,-2 3-343,0 5-1042,0-3 0,0 8 0,0 3 0,1 6-502,3 4 0,-1 11 596,5-1 1,0 9-52,5 3 1,-5 1 0,0 9-1,2 2 96,1 3 0,0 5 138,-3-3 1,4 4-1668,0 0 1328,1 2 0,9-1 0,-5-5 0,2-7 0,3-6-350,2-5 1,2-12-2083,2 1 1562,-7-9 1,6 1 0,-10-8 0,-2-2 0,-2 0-2327,0 0 1984,-7-5 1,0 9-1,-6-2 1212,0 1 0,0-3 0,0-1 0</inkml:trace>
  <inkml:trace contextRef="#ctx0" brushRef="#br0" timeOffset="100">6867 16441 7834,'0'-12'0,"-4"4"1837,0-1 0,0 5 0,5-4 964,3-2 1,7 5-507,5 1-2507,6 3 0,-1 1 0,7 0 0,5 0 0,3 0 212,1 0 0,6 0 0,5 0 0,5 0 0,0 0 0</inkml:trace>
  <inkml:trace contextRef="#ctx0" brushRef="#br0" timeOffset="101">9673 16195 7769,'0'-12'2646,"-2"3"1,0 1 6327,-3-1-8349,1 3 0,4 2 1,2 8-626,2 4 0,52-19 0,-19 4 0,0-1 0</inkml:trace>
  <inkml:trace contextRef="#ctx0" brushRef="#br0" timeOffset="102">12725 15690 7793,'-6'-6'911,"5"-5"0,-5 4 2447,1 0-2808,3 1 1,-2 9 0,7 5 0,3 9 0,0 6 0,3 4 3018,-3 2-3219,5 11 0,-9-7 0,2 9 0,-3-1 0,-1 0 0,0-1 0,0-1 163,0 2 1,-4-2-1,-1 2 1,-2-4-1304,-3-5 0,-1 3-1293,-1-7 1620,5 1 1,-2-2 0,3-2 0,1-6 462,-1-4 0,24-68 0,-4 18 0,-1 0 0</inkml:trace>
  <inkml:trace contextRef="#ctx0" brushRef="#br0" timeOffset="103">12762 15530 7810,'-10'-8'1021,"-1"0"56,-3-2 0,-1 4 1,3-1 875,0 1 0,5 1 1021,3 1-1471,2-3-1291,2-5 0,3-1 0,5 1 0,9 0 0,7-2 0,9-1 0,10-3 432,7-1-699,12-1 1,2-1 0,-29 11 0,0 1 0,-1 0-1,0 0 1,30-5 0,-8 5 0,-9 6-1747,-10 6 1503,-11 4 0,-14 12 0,-11 7 0,-7 8 0,-12 7 0,-8 3 0,-7 2 36,-3 2 0,1 0 259,2-3 225,-2-3 0,10-6 0,0-2 1,8-4-1,4-4 350,5-7-516,8-4 0,8-2 0,10-2 0,7-2 0,6-2-14,5-1-106,6-2 1,-4 0-1,3 1 1,-4 2 0,-5 3 106,-8 1 1,-10 6 0,-13 4 0,-7 4 976,-11 3 1,-16 4 66,-8 5 0,-4 0 0,-1-1 1,1 1-35,-2 0 0,6-11-1081,4-5 1,11-8-19,10-4-820,8-4 0,3-1 0,11 0 0,6-1-1448,7-2 1838,10-6 0,-3-2 476,3-5 0,2-39 0,1-9 0</inkml:trace>
  <inkml:trace contextRef="#ctx0" brushRef="#br0" timeOffset="104">5870 17524 7801,'0'-8'162,"0"0"1,-1-2 1624,-3-1 1,2-1 286,-2 0-344,3 5 0,1 0-759,0 3 0,0 4 0,-2 0 0,0 8-719,-2 7 1,-5 4 0,4 7-1,-1 3-291,1 4 0,-3 4 1,2 2-1,1 2-251,-1-1 0,2-2 0,4-2 0,0-3-339,0-5 1,2-3 0,3-5 308,7-3 0,1-9 1,3-4-1,-1-4-221,2-4 1,-4-3-4,4-5-197,-4-6 1,0 4 0,-2-3 0,-2-1 740,-1-3 0,-16-35 0,0-9 0</inkml:trace>
  <inkml:trace contextRef="#ctx0" brushRef="#br0" timeOffset="105">5796 17216 7808,'-12'-5'1198,"0"2"1,-1-4 0,1 2 1063,0 2 1,3-2-310,1 1-795,6-1-1734,-4 5 1,7 0 575,4 0 0,34 6 0,15 1 0</inkml:trace>
  <inkml:trace contextRef="#ctx0" brushRef="#br0" timeOffset="106">6842 17487 7861,'-7'0'9687,"2"1"-9196,5 4 0,5-1 0,4 7 0,2 2 804,1 1-1355,6 5 1,-5-4-1,4 4 1,-4 0 0,1-1-1,1 0 1,2-2-4405,-2 2 3888,-7-4 0,1 4 576,-5-6 0,-10-22 0,-8-5 0</inkml:trace>
  <inkml:trace contextRef="#ctx0" brushRef="#br0" timeOffset="107">7039 17426 7803,'-12'5'603,"4"2"1,-1 5-1,0 1-98,-2-1 1,-3 7 0,-1 6 0,-3 6 1300,-1 5-1777,-1 6 1,1-4-1,2 2 1,4-6-1,2-7 1,2-5-1,5-5-29,3-4 0,6-17 0,2-4 0</inkml:trace>
  <inkml:trace contextRef="#ctx0" brushRef="#br0" timeOffset="108">7507 17561 7797,'-13'0'1402,"5"0"0,1 1 1,2 3-216,2 5 1,7 3-1,5 3 1,3 3 109,4 1-1186,-2 1 0,9 5 1,-4 1-1,0 3 1,-4 4-1,-5 2 0,-6 2-64,-2 0 1,-9 0-1,-6 0 1,-6 0-1,-5-2 1,-4-3-345,0-8 0,-5-5 0,4-8 0,2-2-421,1-5 0,2-8 1,4-5-1,5-3-2832,5-4 3550,5-3 0,11-15 0,4-6 0,1-3 0,-1 0 0</inkml:trace>
  <inkml:trace contextRef="#ctx0" brushRef="#br0" timeOffset="109">7445 17352 7806,'-7'-6'1113,"-4"5"0,5-5 0,-3 2 3805,1 0-5648,5-5 730,-2 2 0,32 0 0,8 2 0</inkml:trace>
  <inkml:trace contextRef="#ctx0" brushRef="#br0" timeOffset="110">12257 17327 7727,'-5'-7'2386,"2"2"1,-4 3 0,3 1-1196,5 1 1,10 8 0,10 13-1,2 2 1,0 3 0,-1 1-659,-1 2 0,-5 5 0,2-1 1,-5 3-305,-6 1 1,-4 4 0,-4 0 0,-5-2 167,-6 0-953,-6-3 1,-8-4 0,-1-5 0,-3-5 0,0-7 0,-1-5 0,4-8 555,1-4 0,10-33 0,2-14 0,-2-5 0,1 0 0</inkml:trace>
  <inkml:trace contextRef="#ctx0" brushRef="#br0" timeOffset="111">12220 16970 7727,'-7'-12'1353,"-4"4"1,3 0 713,-3-2 1,4 3-2068,3-1 0,47 27 0,11 3 0</inkml:trace>
  <inkml:trace contextRef="#ctx0" brushRef="#br0" timeOffset="112">12798 17241 7727,'-6'-5'2348,"2"-4"-767,2-2 1,4 6 0,2 5 0,5 7 0,5 5 0,4 3-1086,1 2 0,1 0 1,4-2-1,-3 2 0,0-2 1,-1-2-831,0 0 0,-1-1 0,-4 0 0,0 1 0,-3-2-3433,-2-3 0,-9 1 3767,-1-5 0,-22-21 0,-11-11 0</inkml:trace>
  <inkml:trace contextRef="#ctx0" brushRef="#br0" timeOffset="113">12971 17204 7727,'-13'6'432,"1"-5"0,0 10 0,0-2 1,-1 5-1,1 4 78,0 1 1,-1 2-1,1 3 1,0 1-1,1-1 1,1 0-1448,2-4 0,5-2 0,-1-6 937,3 1 0,28-45 0,7-10 0</inkml:trace>
  <inkml:trace contextRef="#ctx0" brushRef="#br0" timeOffset="114">13697 16958 7727,'-2'-8'1008,"0"0"0,-4-2 0,-1-1 1238,-2-1 0,-1 8 1,2 8-1,5 11-1491,6 7 1,0 8 0,4 3 0,-2 2-513,-2 2 1,2 5 0,-1 2-1,-1 1-231,-2 0 0,-1-5 0,0 0 0,0-5 1,0-3-1,-1-4-1429,-3-4 0,1-5 0,-5-8 0,0-2-597,1 0 0,2-12 0,5-3 0,1-6 2014,3-4 0,30-45 0,-11 28 0,1-1 0</inkml:trace>
  <inkml:trace contextRef="#ctx0" brushRef="#br0" timeOffset="115">13857 17130 8492,'8'-13'0,"0"-2"0,2-2 0,-1 2 1937,0 1 1,1 2-1431,-1 0 0,-4 6 0,-2 6 0,-6 9 0,-5 4-189,-3 4 1,-5 4-1,-2-1 1,0 0-107,0 1 0,0-1 0,3 3 0,-1-2 73,1-5 1,1-2-1,3-2 1,2 1 604,1-1 1,6-5-674,2-3 0,11-3 0,11-1 0,5 0 130,6 0 0,4 6 1,3 2-1,1 3-312,-2 1 1,-2 5-1,-5 0 1,-6 1-681,-4 0 0,-7 4 1,0-3-1,-6 0-2990,-5-3 0,-1-3 3635,1-5 0,9-35 0,6-14 0</inkml:trace>
  <inkml:trace contextRef="#ctx0" brushRef="#br0" timeOffset="116">16540 15826 7735,'-13'-6'1048,"2"4"0,2-7 0,2 0 0,4-1 0,9 2-191,9 4 1,9 3-1,8 1 1,6 0-1,4 1 1,5 2-881,1 1 0,1 1 1,-1-2-1,-3 2-1052,-4 2 1,-8-4 0,-6 2 0,-4 0-3743,-2-1 4817,-12 0 0,-47 1 0,-23 2 0</inkml:trace>
  <inkml:trace contextRef="#ctx0" brushRef="#br0" timeOffset="117">16601 16183 7741,'1'6'3940,"4"-1"-2781,3-4 1,14-1 0,6-3 0,8-5 0,5-7-1,4-4-1068,3-2 0,-6 5 0,-3-2 0,-7 3 0,-2 4-91,-2 0 0,-2-5 0,-2-3 0</inkml:trace>
  <inkml:trace contextRef="#ctx0" brushRef="#br0" timeOffset="118">20588 15186 7741,'0'-12'220,"2"-2"0,0-1 1,2-2-1,-1 2 0,-1 2 1,-2 0 527,0 1 0,0 0 1,0-1-1,-2 3 0,-1 0 1,-2 2-257,-2-2 1,3 3 0,-4 1 0,-3 0-388,-4 3 0,-4 3 0,-9 4 1,-4 6-1,-9 6 0,-6 9 173,-2 6 0,0 6 0,-1 3 0,1 2 0,1 2 0,3 3-106,4 1 1,7 1-1,3 0 1,-1 2 0,3 1-1,3 2 3,7 2 1,10-8 0,6 0-1,6-3 1,8-4 0,6-4-22,8-10 1,9-2 0,2-9 0,6-1 0,5-2 0,3-5 96,1-4 0,10-8 0,8-6 0,-31 3 0,2-1 0,2-1 0,0-2 0,-1 0 0,-1-1-267,-4-1 0,-1 1 0,25-9 0,-17 4 0,-9 2 0,-9 5-3397,-6 3 2458,-8 3 1,-6 10 0,-5 2 0,0 3 0,0 1 0,0 0 954,0 1 0,0-12 0,0-2 0</inkml:trace>
  <inkml:trace contextRef="#ctx0" brushRef="#br0" timeOffset="119">9722 16158 8127,'7'-1'2779,"-2"-2"-1223,1-1 0,-4 0-494,7 4 0,-5-4-847,4 0 1,-5 1 0,-1 7 0,-4 3-384,-7 0 0,3 4 0,-3-5 1,0 3-1,-2-3 0,-1 0-196,-1-3 0,1-2 0,0-1 1,1-1 406,3-4 0,-2-1 1,6-7-1,1 1 1,2 0 306,1-1 1,4 5 0,1 1 0,2 2 0,3 2 0,1 0-52,1-1 1,-4 3 0,0-2 0,1 6-281,-3 5 0,0 3 0,-7 0 0,-4-3 1,-3-4 376,-3-2 0,-1-2 1,0 0-1,1-2-1016,3-2 1,-2-3 0,7-4-1,5 3 620,4 4 0,55-8 0,-24 5 0,-1 0 0</inkml:trace>
  <inkml:trace contextRef="#ctx0" brushRef="#br0" timeOffset="120">19272 16983 7719,'-6'-7'1213,"5"-4"1,-3 3 0,1-2 559,-1 2 1,2 4-1,-2 9-1456,3 7 1,-3 6 0,0 8-1,0 2-110,-2 0 0,5 6 1,-3-1-1,1 3 3,-1 1 1,2 0 0,-2-2 0,3-2-50,1-4 0,1-9 0,3-3 1,5-4-1,2-2 0,2-2-463,4-5 1,-4-4 0,5-4-1,0-5 1,1-2 0,2-2-1841,-1-4 1,-5 0 0,0-5 2141,-5 1 0,-13-11 0,-5-6 0,-2-5 0,-1 0 0</inkml:trace>
  <inkml:trace contextRef="#ctx0" brushRef="#br0" timeOffset="121">19259 16773 7719,'-12'-11'0,"1"2"0,1 2 3137,2 2 0,1-5-3134,-1 2 0,4 2 0,10 4 0,6 4 0,7 6-3,4 3 0,27 5 0,12 3 0,-17-6 0,0 0 0,-1 0 0</inkml:trace>
  <inkml:trace contextRef="#ctx0" brushRef="#br0" timeOffset="122">20145 16946 7742,'-12'0'1783,"1"1"0,3 3-200,4 4 1,4 3 0,4 3-1,4 2 1,4 5 0,3 3-1441,2 5 0,5-3 0,-2 2 0,2-5 0,0-4 0,-3 0-2532,-1 0 0,-2-4 496,-3 2 0,-7-11 0,-3-7 0,-4-10 1893,-3-8 0,-11-32 0,1-7 0</inkml:trace>
  <inkml:trace contextRef="#ctx0" brushRef="#br0" timeOffset="123">20416 16884 7741,'-12'0'182,"-2"4"0,-2 3 0,-6 4 766,-6 7 0,1 5 0,-6 6 0,0 4 0,2 3 1,2 4-782,3 1 1,3-1 0,4-7 0,7-5 0,6-3-1,5-5-1014,1-3 1,1-9 0,3-4 0,4-5 846,3-7 0,24-22 0,8-9 0,4-7 0,1-1 0</inkml:trace>
  <inkml:trace contextRef="#ctx0" brushRef="#br0" timeOffset="124">21019 16601 7727,'-7'-5'1741,"0"3"1,5-3-145,-3-1 1,1 8-1,4 2 1,2 11 0,2 9-919,4 9 0,2 3 1,-2 12-1,-3 4 0,-1 2 1,1 6-534,-3 5 1,-2-8-1,-4 1 1,-3-8 0,-1-5-1,0-5-1963,-2-6 1,-1-5-1,0-9 1,2-5-5989,1-5 7805,5-15 0,15-29 0,9-12 0,3-7 0,0 0 0</inkml:trace>
  <inkml:trace contextRef="#ctx0" brushRef="#br0" timeOffset="125">21364 16810 7718,'6'-8'4007,"-1"0"-3572,-4 5 0,-2-2 0,-4 6 1,-3 4-1,-4 6 0,-3 6-210,-2 2 0,-4 1 1,1 5-1,1 0 1,2-2-1,0-3 432,1-3 1,-1 1 0,5-2 0,1-1 0,1-3 409,2-3 0,7 0 1,1-5-813,7-1 0,5-2 0,3-1 1,3 0-1,1 0 0,3 0-379,1 0 1,0 6 0,-1 2 0,-1 3-1,-1 3 1,-1 1-362,-2 1 1,-4 6 0,-2-1 0,-1 0-1,-3 1 1,-2-3-3640,-2-1 2193,-2 4 0,-1-8 1931,0 2 0,6-30 0,1-7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13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9094 5562 7770,'2'-8'1012,"0"0"1,4-2 0,-1-1-204,1-1 1,2 4-1,-3 1 1,2 0-1,2 0 1,-1-1 347,0 1 1,-4-4-1,3 3 66,-2-3 0,4-1-220,-5 0-950,0 5 1,-6-3 0,-2 5 0,-4-1 0,-3 1 0,-1 1-40,0-2 0,-1 4 0,1-5 0,-2 1 0,-1 4 0,-1-1-146,1-1 1,-3 2 0,0-2 0,-1 3 94,-3 1 0,3 5 0,-1 4 1,-1 3-19,2 4 0,-3-1 1,4 6-1,-1 2-66,-3 4 0,4 5 1,2 5-1,2 0 3,2 0 0,0 4 1,1 0-1,3-3-18,3-4 1,5-5 0,5-9 0,3-3 229,3-4 1,6-2 0,3-2-1,0-5 267,1-3 0,-1-2 0,3-3 0,-1-5-43,-1-2 1,-6-1 0,3 0 0,-2-2-199,0-2 1,1-2-1,-6-4 1,-2 2-100,0-2 0,-3-2 1,4-2-1,-2-1-111,2-2 1,-5 1 0,1 3 0,-2-1 113,0-3 0,0 9 0,-4-1 1,0 6 379,0 3 0,1 5-329,3 3 1,-1 10-1,4 6 1,0 7 260,0 4 1,1 7 0,6 2 0,1 1 213,1-1 1,6 0 0,-2 1 0,2-5-551,-1-2 0,2-2 0,-2-4 0,0-3 0,0-4 0,1-2 0,-6-3 0,-1-4 0,-5-2-1199,-2-2 0,-5-2-2915,1-2 1,-3 4 4113,-1 0 0,-11 11 0,-2 8 0</inkml:trace>
  <inkml:trace contextRef="#ctx0" brushRef="#br0" timeOffset="1">9562 4996 7367,'-8'0'2710,"0"0"-266,-2 0 1,4-1-189,2-3-1368,3 2 1,6-3 0,5 5-436,5 0 1,0-1 0,7-2 0,4-3-318,5 0 1,5-1-1,1-3 1,1 2-279,3-2 0,-3-1 0,2-1 0,-6 1 1,-6 2-1,-6 2-2615,-6 1 0,-2 1-1933,-2 1 3857,-5 2 1,-7-3-1,-8 5 1,-3 0 832,-2 0 0,-10 5 0,-3 2 0</inkml:trace>
  <inkml:trace contextRef="#ctx0" brushRef="#br0" timeOffset="2">9771 5021 15056,'0'14'511,"0"1"1,0 1-1,0-1 1,0 0-643,0 2 0,0-4 1,0 4-1,0-4 1,1 0-1,2-1-6076,1 0 6207,6 1 0,8-7 0,8 0 0</inkml:trace>
  <inkml:trace contextRef="#ctx0" brushRef="#br0" timeOffset="3">10559 5132 7727,'0'-9'-225,"0"1"0,0-1 0,0-2 1076,0-2 1,0 1 0,0 0-1,0 0 970,0-1 0,0 1 293,0 0-1709,0-1 1,1 6 0,2 5-86,1 4 1,0 7 0,-3 7 0,2 5 78,1 2 0,4 3 0,-2 3 0,-1 5 0,1 4 0,-3 4-211,-2 2 0,-1-3 0,0 4 0,0 2 1,0-1-1,0-1-230,0-4 1,-1-2 0,-2-5 0,-1-4-482,1-5 0,-4-10 753,-1-3 0,2-7 109,2-9 1,-1-3 0,1-5 0,1 0-200,2 0 1,1-5 0,0 1 0,0-1-116,0 0 1,0-1 0,0-4-1,0 3-185,0 1 0,1-3 0,2 4 1,2-1-96,2 0 1,-3 2 0,4 2-1,1-1 132,-3-1 1,5-1 0,-2 5 0,3 0 90,4-1 0,-2 5 1,4 0-1,0 0 23,2 1 1,-1 1 0,2 6 0,1 0-71,1 0 1,1 0 0,1 0 0,0 2 42,-1 2 0,-3-1 0,-1 5 1,1 3-2,-2 4 0,0 0 1,-4 5-1,2 2-130,-2 1 1,-3-2 0,-3-1-1,-2 2 94,-1 2 0,-2 0 1,-4 1-1,0-1 14,0 1 1,-1-4-1,-4-2 1,-4 0 106,-6 0 0,-4-8 0,-7 1 1,-3-2 318,-4-3 1,-4-2 0,-2-5-1,-2 0 299,1 0 0,2-4 1,2-1-1,3-1-478,5 1 1,3-5 0,4 3-1716,5 0-560,8 2 0,8 5 0,8 0 2087,3 0 0,29-11 0,6-3 0</inkml:trace>
  <inkml:trace contextRef="#ctx0" brushRef="#br0" timeOffset="4">8541 5242 7696,'-2'-6'1337,"-1"0"1,-2 2 720,-2 0 0,6 0 1,1 4-1440,7 0 1,8 0 0,1 0 0,0 0 0,1 0 0,1 0-184,1 0 0,1 0 0,5 0 0,-1 0 1,1 0-1,1 0-363,3 0 1,-6 0 0,4 0 0,1 0 0,-4 0 0,1 0-245,0 0 1,-8 0 0,7-2 0,-5 0 0,-4-2 0,-2 1-934,0 2 1090,-6 1 1251,-2 0 0,-6 0-1060,-3 0 1,1 0-383,-5 0 337,5 0 1,-3-2 0,5-1 0,-2-2-1,-2-2-37,-2-2 0,3 2 1,-4-1-1,0-2 1,-1-1-411,1-1 1,0-1 0,-3 1 0,1-2-136,2-2 1,0 2 0,-4-3-1,-1 0-143,1 1 1,1-1 0,2 5-1,0 0-433,0-1 1,3 1 0,1 1-3699,-1 3 4724,5 2 0,34-10 0,15-4 0</inkml:trace>
  <inkml:trace contextRef="#ctx0" brushRef="#br0" timeOffset="5">10485 4861 6720,'-8'0'7154,"-1"0"-5198,7 0-1268,-4 0 0,8 0 0,2 0 0,4 0-325,3 0 0,3 0 0,1 0 0,2 0-313,3 0 1,0-4-1,6 0 1,3 0 0,4 0-1,2-1-110,2 3 1,-4-1-1,0 0 1,-1-1 0,0 1-1,-5 2-685,-5 1 690,1 0 0,-9 1 0,1 4 663,-5 3 0,-6-3-188,-8-1-401,2-2 315,-3-2 1,3-2-348,-2-2 0,3 1-130,-3-5 1,3 4 0,-1-3 0,-1 0-41,-1 1 0,-1 2 1,1-3-1,-4 0-25,-3 0 1,-2-1 0,1-4 0,0-1-203,-1 1 0,1-5 1,0 1-1,1 1-229,3 1 0,-2 2 0,5 1 0,-1 2-1155,1 0 1794,1 7 0,20 2 0,4 6 0</inkml:trace>
  <inkml:trace contextRef="#ctx0" brushRef="#br0" timeOffset="6">13611 5304 7790,'-4'-8'1229,"-1"0"0,4-1-310,4 3 0,4 0 0,6 6 0,2 0 1,2 0-1,-1 0-523,2 0 1,-3-4 0,4 0 0,-1 1-352,-3 2 0,0 1 1,0 0-1,1 0-141,-1 0-876,-1 0 0,-2 0 1,1 0-1,-1 0 1,0 0-1,1 0 972,-1 0 0,-22 5 0,-5 2 0</inkml:trace>
  <inkml:trace contextRef="#ctx0" brushRef="#br0" timeOffset="7">13709 5464 9385,'-7'0'1814,"3"0"0,7-1-942,1-4 1,10 4 0,-2-3-1,3 3-697,3 1 1,-3 0-1,4 0 1,-1 0-1,-2 0 1,1 0-652,-1 0 1,0 4 0,-3 0-1,-1 0 1,0 1-5805,1 4 6280,-1 2 0,-16-26 0,-4-7 0</inkml:trace>
  <inkml:trace contextRef="#ctx0" brushRef="#br0" timeOffset="8">16724 5070 12989,'12'-1'704,"1"-2"0,-1-2 0,0-1 0,-1-1 27,-3 0 1,2-1-1,-6-4 1,-1 0-1,-2-1-483,-1 1 1,-5 0 0,-3-1 0,-5 2-302,-3 3 1,-3-3 0,-6 4 0,1 1-50,-1 2 0,-4 2 1,-1 2-1,0 0-72,0 0 0,0 10 0,3 3 0,-2 5 72,1 4 1,7 1 0,1 2-1,1 1 1,2 1 0,0 3-36,6 2 0,-1-3 0,5 3 0,0 1 0,3 0 0,3-3-1021,1-4 1017,0 1 1,1-13 0,3 2 0,4-2 0,5-3 0,2-3 0,3-4 0,-1-2 0,2-4 322,1-2 1,-1 2 0,3-7 0,-3 0-1,0-2 1,-1-1 749,-1-1-831,5 1 1,-8 0 0,2-1 0,-2 1 0,-2-2 0,1-1 0,-2-3 17,-3-1 0,1 3 0,-3-5 1,-1 0-48,1-3 0,2 1 0,-4 3 0,-1 3 469,-2 3-386,-1 2 1,0 16 0,0 9 0,0 8 38,0 8 0,6 1 0,2 4 0,1-2-5,0-2 0,6 0 0,-3-4 1,2 0-113,-1-3 1,-4-6 0,-1-1 0,1-4-962,2-3 0,-3 0-1355,1-5 0,-5 0 2239,4-4 0,11-22 0,7-5 0</inkml:trace>
  <inkml:trace contextRef="#ctx0" brushRef="#br0" timeOffset="9">17007 5427 7717,'-8'0'4269,"0"0"-2220,5 0-1396,-2 0 0,5 6 1,0 2-1,0 3 0,0 1-228,0 0 1,4 1-1,0-1 1,-2 0-846,0 0 0,-2 1 0,0-1 0,0 0-4604,0 1 5024,0-1 0,11-27 0,2-7 0</inkml:trace>
  <inkml:trace contextRef="#ctx0" brushRef="#br0" timeOffset="10">17413 5230 7956,'-1'-7'4304,"-2"2"1360,-1-1-6781,-5 5 0,7 1 0,-2 8 1117,3 3 0,39-20 0,10-6 0</inkml:trace>
  <inkml:trace contextRef="#ctx0" brushRef="#br0" timeOffset="11">17684 4775 8168,'-5'-7'1029,"3"-4"1,-3 4 0,1-1 140,0 0 1,1 5-1,7 0-685,4 6 1,-1 4 0,0 5-1,-2 2 1,-2 2 0,-2 5 1166,-1 2-1562,0 2 0,0 3 0,0 2 0,0 2 0,0 2 0,0 0 0,0 0 0,0-2 0,0-2-126,0-3 1,0-1 0,0-2 0,-1-5 0,-2-6-581,-1-3 771,0-7 0,4 1 0,0-10 0,0-5 0,0-4 0,0-1 1,1 0-1,3-1 30,5 2 1,0-3 0,2 1 0,0-1-1,4-1 1,2 1-313,0 0 1,5-2 0,-1 3 0,2 2-1,2 1 1,-1 2-58,1 0 0,-5 5 1,1 3-1,-1 2 1,1 2-1,-2 3-408,-1 5 537,-2 1 0,-3 14 0,-1-3 0,-1 4 0,-2 0 1,-2 1-1,-1-1 0,-4 1 0,-2 0 38,-4-1 1,-3-3 0,-6-2-1,-4-1 1,-3-3 0,-3-2 307,-2 0 1,-5-6-1,-3-3 1,-1-3-43,1-1 1,-2 0 0,3-1-1,1-2-954,2-1 1,7 0 0,3 4-606,1 0 1,9 0 0,10 0-511,10 0 1,7-2 1819,6-2 0,22-1 0,9-2 0,6-3 0,-1 1 0</inkml:trace>
  <inkml:trace contextRef="#ctx0" brushRef="#br0" timeOffset="12">18262 5267 7706,'2'-7'2806,"1"2"-1559,1-1 0,0 6 0,-3 0-707,3 7 0,-2 4 0,2 1 0,-3 1 0,-1-1 1,0 0-458,0 1 1,0-1 0,0 0 0,0 1 0,0-1-2293,0 0 0,0 0 2209,0 1 0,5-34 0,2-7 0</inkml:trace>
  <inkml:trace contextRef="#ctx0" brushRef="#br0" timeOffset="13">19222 4726 7704,'-12'0'884,"0"-5"1,1 3 0,3 3 0,2 6 0,2 5-64,0 5 1,0 3 0,5 9 0,2 4 0,2 4 0,2 4-399,3 4 0,1 1 0,1-1 0,0-4-529,1-2 0,-2-6 0,-2-3 0,-1-4-1483,2-7 0,-3-6 1,1-4-2608,1-5 4196,-3-3 0,-33-45 0,-14-10 0</inkml:trace>
  <inkml:trace contextRef="#ctx0" brushRef="#br0" timeOffset="14">19050 5107 8152,'-7'-1'1754,"3"-3"0,4 1-966,4-5 0,10-1 0,10-3 0,9 1-337,7 3 1,8-3-1,6 4 1,3 0-1,-1 3 1,-4 3-2949,-7 1 2497,-6 0 0,-7 5 0,-2 2 0</inkml:trace>
  <inkml:trace contextRef="#ctx0" brushRef="#br0" timeOffset="15">20539 4886 7208,'1'-9'-296,"4"1"660,-4 5-34,4-2 34,-5 5 1,4-1-1,2-2 1,1-3 427,2 0 1,-3 1 0,-1-1 178,1 0 1,-1-3-488,3 0 1,-3 0-403,-10 1 1,-7 2 0,-10 6 0,-5 1-82,-6 4 1,-8 1-1,-3 8 1,-1 3-84,0 3 1,3 5 0,1 3 0,8 5 15,5 3 1,9 5 0,4 0 0,6-3 332,5-4 1,12-9-11,4-9-151,14-2 1,0-7 0,12-5-1,3-6 1,5-8 0,1-8 0,4-8 262,2-5 0,-9-2-106,-3-2 0,-8 5-15,-8 4 47,-12 7 0,1 8 0,-14 14 12,-6 15 0,-3 12 1,-2 9-1,1 0-617,2-1 1,5-3-25,-1 0 0,3-8 1,2 1-1,3-3-2308,5-5 0,3-9 2642,4-5 0,25-46 0,-15 15 0,0-1 0</inkml:trace>
  <inkml:trace contextRef="#ctx0" brushRef="#br0" timeOffset="16">20982 5193 7706,'0'-8'777,"-1"1"1702,-3 2-587,2-5-1566,-3 3 0,5-1 1,0 0-1,1-2 0,3-1 1,6 0-1,5 2 18,5 1 0,4 1 0,-1-3 1,-1 3-552,-2 2 0,-5 2 0,2 7 0,-5 6-64,-4 5 0,-2 4 0,-8 7 1,-3 3-121,-7 4 0,-2 2 1,-7 1-1,1-3 578,1-5 1,1 1 0,6-3 0,1-4 439,2-3 0,4-3 1,6-5-1,3-3-141,5-3 1,7-5 0,5-5 0,2-3-258,1-3 1,2-2 78,3-4-1563,-3 4 1,4-7 0,-7 5-1,-2-1 1255,-5 1 0,-2-15 0,-2-3 0</inkml:trace>
  <inkml:trace contextRef="#ctx0" brushRef="#br0" timeOffset="17">21597 4812 7701,'-8'-7'511,"1"1"1,1 2 1864,-1 0-2046,4 0 0,-3 5 0,6 4 0,0 3 0,2 3 0,1 2 0,2 4 1,1 3 727,-1 4 0,3 0-748,-4 1-405,6-1 1,-5 5-1,4 0 1,-4-3-1,-1-3 1,0-2-1,0-1-1242,2-1 0,-5-1 1,3-6-1,-2 1-1850,-2-1 3187,0-5 0,-11-24 0,-3-10 0</inkml:trace>
  <inkml:trace contextRef="#ctx0" brushRef="#br0" timeOffset="18">21450 5033 9427,'8'-4'2323,"0"0"-888,2 1 1,2-2-407,4 1-937,-2 0 1,9 0 0,-2-1 0,2 1 0,2 0 0,-1 0 0,1 1-983,0 2 1,-6 1-1946,-3 0 778,-2 0 2057,4 0 0,12-33 0,8-8 0</inkml:trace>
  <inkml:trace contextRef="#ctx0" brushRef="#br0" timeOffset="19">22114 4590 7699,'-8'2'241,"0"0"375,-2 2-392,5 1 1,-1-4 0,8 2 1886,2 1-1595,3 0-68,-1-4 0,4 1 0,-4 2-194,0 1-711,-3 0 1,3-3-1644,-6 4 2100,0-4 0,-39 10 0,-9-4 0</inkml:trace>
  <inkml:trace contextRef="#ctx0" brushRef="#br0" timeOffset="20">21573 4959 7800,'-7'0'3591,"1"0"-2670,6 0 0,2 2-304,2 2 1,-1-1-1,5 5-52,1 1 1,-3-2-189,-2 1-403,-3 1 0,-1-1 1,0 0-1,0 2 1,-1-1-1,-2 1-158,-1-2 1,-5-5 36,0 1 0,4-4-3,1-4 226,2-3 1,2-1-1,0-1 1,0 0 0,2-1-1,1 1 823,1 1-748,5 5 0,-2-3 1,5 8-16,1 2-236,-6 3 0,-2 5 1,-5 0-1,-1 2 1,-3 1-788,-5 1 792,-2 1 1,-5-5 0,-2 0 0,0-1 0,1-2 320,2-5-141,-5-3 1,7-6 0,-4-5 0,5-4 0,4-3 50,4-3 0,2 0 0,4-3 0,2 1-81,4 1 1,4 8-118,5 0 1,2 2 145,6 7-138,-1 0 1,-3 5 0,-2 4-1,-3 3 1,-5 4-77,-5 4 0,-5 4 0,-4 4 0,-5 1 87,-8-1 1,-6 0 129,-3-4 0,1-2-135,-1-6 298,0 1 0,5-7 0,1-3 0,2-7 1,5-8 610,2-7-798,8-5 1,-4 0 0,9-1 0,4 2 0,5 2 11,2 5 0,5 2 1,1 3-1,2 3-163,-1 4 1,-2 3-55,-3 1 0,-3 1-259,-1 3 222,-5-2 1,-7 10 0,0-1-1,-2 4 1,-2-1-2665,-4-5 1174,3 2 0,-6-6-2164,2 4 3833,4-4 0,32-38 0,14-8 0</inkml:trace>
  <inkml:trace contextRef="#ctx0" brushRef="#br0" timeOffset="21">21659 4775 7204,'0'-8'2543,"0"-1"-1613,0 7 0,0-5 703,0 3-832,0 2 0,-1-7-81,-4 5 0,4 1 0,-3 7 0,3 4-221,1 3 0,0 7 0,0 2 0,0 5-159,0 4 1,1-2-1,2 7 1,1 3-272,-1 3 1,-2 1 0,-1-6 0,0 0-52,0-3 0,0-6 1,0 0-1,0-5-156,0-3-205,0-2 384,0-9 0,0-3-28,0-8-64,-6 3 0,5-6 1,-3 3 51,3-3 1,1-5 0,0-1-13,0 1 1,1 0 28,3-1 1,-3 1 42,4 0-50,1-1 1,-3-3-1,4 0 1,0 1-57,0 1 0,-3 2 0,3-1 1,-1 2-184,1 3 0,-3-1 150,5 4 0,-5 0-220,4 1 254,0 2 0,4-4 0,1 3 0,0-1 4,4 1 1,-4 2 0,4 1 0,-3 0 49,-2 0 1,4 0 89,1 0 1,-1 4-330,-4 0 158,1 5 0,-5-2 0,0 6 0,0-1 0,0 0-27,1 1 0,-7-1 0,3 0 1,-4 2-4,-1 2 0,0-2 42,0 2 0,-6 2-95,-2-1 216,-3-1 1,-1 0-1,-2 1 1,-1-2-1,-3-2 216,-1 0 0,-1-5 1,-5-1-1,1-2 509,-1-2 1,4-2-195,1-1 0,-1-1-57,-3-3-339,5-3 1,1-5 0,7-1 0,1 1-929,2 0 1,5 4-677,-1-1 1,4 7 1106,4-2 1,3 2-332,6 2-5795,4 0 6426,-3 0 0,42-11 0,4-2 0</inkml:trace>
  <inkml:trace contextRef="#ctx0" brushRef="#br0" timeOffset="22">22090 5218 7694,'-9'0'2838,"1"0"-1916,5 0-657,-2 0 1,15 0 0,2 0 0,2-2 0,-1 0 327,0-2 0,0 0-109,4 4-382,-4-6 1,5 5 0,-6-3 0,1 2 0,-1 2-1,0 0 1,1 0 0,-1 0-706,0 0 1,-5 6 389,-3 2 0,-2 3 0,-2 1 0,-2 0 145,-2 1 1,-3-1 0,-5 0 0,0 1 157,-1-1 1,1 4-1,0 1 1,-1-1 272,1 2 1,1-4-1,2 2 1,2-2 675,1-2-779,2 0 0,4-3 1,2-3-1,2 0 1,4-3-1,4-2 1,5-1 625,3 0 0,-1 0-826,2 0 71,-1-6 1,-1 5-1,-1-4 1,-1 1-1307,-1-1-277,0 1 1,-3 0-5706,-1 0 7157,-5 0 0,-18-1 0,-10-2 0</inkml:trace>
  <inkml:trace contextRef="#ctx0" brushRef="#br0" timeOffset="23">23259 4738 7650,'-7'-6'462,"0"4"1,4-7-1,-2 1 2884,-2 1-2254,4 2 0,-1 2 811,8 3-1774,-2 3 1,4 11-1,-3 1 1,3 2-1,-1 3 1,2 1-1,-2 3-83,1 0 0,-2 1 1,-3 0-1,2-1-313,1 1 1,0-1-542,-4 1 335,0 0 1,0-5-1,0-1 1,0-1 0,0-2-1,0 1 1,0-1-1962,0-1 0,0-5 2434,0-2 0,-5-33 0,-2-3 0</inkml:trace>
  <inkml:trace contextRef="#ctx0" brushRef="#br0" timeOffset="24">23148 4984 7650,'1'-12'3235,"3"-1"1,5 5-2372,7 0 0,3 4 0,7-3 1,2 0-355,0 0 0,6 5 0,-2-2 0,1 2-1653,0 2 0,-6 0 432,2 0 0,-2 2 0,-1 0 711,-2 2 0,15-16 0,-6-8 0</inkml:trace>
  <inkml:trace contextRef="#ctx0" brushRef="#br0" timeOffset="25">23862 5046 16860,'0'8'-1126,"0"0"1,16 11-1,5 7 1</inkml:trace>
  <inkml:trace contextRef="#ctx0" brushRef="#br0" timeOffset="26">24280 5033 7650,'-12'0'1515,"1"-1"1,1-2 0,2-1 2785,-1 1-6023,-2 2 0,5 1 428,6 0 0,6 0 1294,6 0 0,17 11 0,3 3 0</inkml:trace>
  <inkml:trace contextRef="#ctx0" brushRef="#br0" timeOffset="27">24452 5046 8685,'7'0'7579,"-1"-6"-8150,-6 5 0,0-3-2,0 8 573,0-3 0,11 10 0,2-4 0</inkml:trace>
  <inkml:trace contextRef="#ctx0" brushRef="#br0" timeOffset="28">25203 4689 7650,'-8'0'2361,"1"1"0,2 3 1491,2 4-3631,1 3 1,2 4 0,0 4-1,0 7 1,2 3 0,2 3 0,3-1-1,1 3 1,0 0-404,2-1 1,-1-3 0,1-5 0,-3-2-2187,-2-2 1,3-8 256,-3-4 1,-1-8 2110,-4-1 0,-22-16 0,-6-10 0</inkml:trace>
  <inkml:trace contextRef="#ctx0" brushRef="#br0" timeOffset="29">25080 4922 8708,'0'-6'6957,"6"-4"-6178,2 6 1,8-1 0,5 2 0,3-1-612,5 1 1,1-3 0,3 2 0,-3 2-587,0 0 0,-5 2 0,-1 0 0,-5 2-980,-1 2 0,-8-2 0,1 7 1398,-4 0 0,-20-3 0,-7-1 0</inkml:trace>
  <inkml:trace contextRef="#ctx0" brushRef="#br0" timeOffset="30">26397 4750 9923,'8'0'1487,"0"0"159,2 0-825,-5-5 0,6 3 1,-4-3 481,0-1-1006,-2 5-542,1-4 0,-5-1-93,3-2 324,-2 2 1,-2 0-1,-2 3 1,0-3 0,-4 1-1,-1-2 1,-2 2 0,-2-1-162,-2 3 1,1 2-70,0 1 96,-1 0 1,0 0-1,-2 0 1,-2 0-1,1 0 1,-2 0-1,-1 0-188,0 0 0,-4 6 525,2 2-205,-2 3 1,0 1 0,1 0 0,3 1 0,1 0 57,3 4-68,1-4 0,2 6 0,1-3 1,3 0-1,4-1-59,2-1 72,2-2 0,0 4 1,2-1-1,0-2 1,4-4 166,1 1 0,-1-3 20,3 1 0,2-1 1,-3 1-1,3-3 159,1 1 0,0-5-226,1 3 1,-1 2 0,0-2 0,1-1 67,-1-2 0,0-1 35,1 0 0,0 0 23,4 0-78,-4 0 0,6-5 0,-4-4 0,3-2 0,0-1 256,0 0-379,4-1 1,-9 1 0,4 0 0,-4 1 0,0 1-438,-1 2 209,0 0 251,1-4 0,-7 3 1,0 1 31,-1-1-86,-3-2 0,3-2 0,-5 1 0,0 0 13,0 0 0,0-1 0,0 1 45,0 0 0,-4 3-11,0 1 1,-1 5 0,0-1 67,-3 3 1,3 2 90,1 3 0,-2-1-104,2 5-15,0 1 1,0 3 0,0 0 0,1 1 0,2-1 449,1 0-340,0 6 0,0-4 0,1 3 0,3 0 1,3 1 1173,0 1-1186,4-4 0,-4 4 0,5-4 0,0 0 0,1-3-206,-1-2 0,0-3 1,0 2-1,1-2-232,-1-1 0,-4-2-618,0-4 0,-1 1 0,3 2-982,-2 1 0,0 0 9,5-4 1,-5 0 314,0 0-1253,0 5 2781,-1-3 0,4-30 0,-4-13 0</inkml:trace>
  <inkml:trace contextRef="#ctx0" brushRef="#br0" timeOffset="31">26975 5033 6092,'0'-7'0,"0"2"-38,0 5 296,-5 0 51,3 0-539,-3 0-35,5 0 354,0 0 393,0-6-556,0 5-561,0-4 635,0 5 0,0 0 0,-6 0 0,5 0 0,-6 0-116,3 0 4,3 0 118,-10 0-6,9 5 0,-4-4 0,2 4 0,-5-4 0,4 0 1,-1 2 29,1 1 0,2 0-28,-5-4 0,5 2 143,-1 2 241,3-3 262,-5 5-197,5-6-254,-5 0 44,6 0 1287,0 0-312,0-6-228,0 5 1,0-10 441,0 3 1,0 1-353,0-1-203,0 5-372,0-3 1,0 8-250,0 2 0,2 4 0,1 8 0,1 5-13,-2 2 1,0 2-218,-2-1 0,4 0 1,0-2-1,-1-3 76,-2-2 1,0 0 150,4-5-92,-4 0 61,4-5 0,1-4 1,1-10-1,1-6-123,0-5 1,-4-3-1,3-5 1,0-1-470,0-2 0,0 5-110,1 3 0,3 6 92,-3-1 97,-3 2 0,6 7 1,-3 4-1,3 6-37,2 5 0,-5 5 0,-1 3 0,-2 5 74,-2 2 0,0 1 92,1 1 1,-3-4-75,3-1-517,-2-5 0,-2 3-1261,0-6 1,0-6 2015,0-6 0,22-61 0,-9 21 0,1 0 0</inkml:trace>
  <inkml:trace contextRef="#ctx0" brushRef="#br0" timeOffset="32">27406 4479 7645,'0'-8'324,"0"0"1,-1-2 1157,-4 0-768,4 3 1,-4-4 0,5 3 183,0-3 1,0 5 0,0 8-457,0 8 0,0 8 0,0 8 0,0 4-87,0 7 0,0 6 1,0 4-1,0 0-160,0-2 1,-2-1-1,0 1 1,-4-4-85,-1-3 0,4-6 0,-1-5 1,2-5-168,-2-6 63,2-7 1,-3-7-1,5-10 1,1-8-1,3-8-65,4-4 0,3 2 0,2-3 0,-1 3-132,0 1 0,1 1-50,-1-1 143,0 6 1,2 1 0,1 7 0,3 3 0,-1 4-1,3 3 1,-1 2-353,3 3 0,1 3 358,1 5 0,1 2 0,0 1 0,-2 1-17,-3-1 1,-3 0 45,-9 2 0,-3-3 197,-5 2-86,-5-2 0,-9 2 0,-10 0 0,-8 0 0,-5-3-43,-4-1 1,-1-3 0,-5-2 0,4-2-562,0-2 1,6 2 111,5-1 1,6 2-119,1-2 0,7-1 0,10 5 0,5 3-3020,6 4 3581,9-7 0,27 1 0,13-2 0,4-3 0,1-1 0</inkml:trace>
  <inkml:trace contextRef="#ctx0" brushRef="#br0" timeOffset="33">27861 5058 8480,'2'-7'2199,"2"3"0,-3 1-818,3-1-139,-2 3-748,-2-5 0,0 8 0,0 2 1142,0 4-1337,0 3-192,0 1 1,0 0-1,0 1 1,0-1 0,0 0-1,0 1 1,0-1 7,0 0 0,0 1-431,0-1 84,-6-5 53,5-2 1,-6-5 101,3 0 1,2-5 0,0-3 44,4-3 0,1-6-99,5 1 114,-5-6 1,8 7 0,-3-6 0,3-1 0,1-1-54,1-1 72,-1 4 1,0-1 0,1 4-1,-1 2 1,0 0 79,1-1 0,-1 6 1,0-1-59,1 4 1,-1 3-5,0 4 0,0 2 1,1 2 39,-1 4 0,-4 3 8,0 1 1,-1 5 55,2-1-60,-4 6 0,-1-3 0,0 6 0,-1-1 1,-2 1-21,-1-1 1,0 1 0,0-2 0,0-2-135,0-5 1,0-2-309,0-2 1,0-4-1162,0 1-665,0-7 1463,0 4-3619,0-6 4380,0 0 0,11 0 0,3 0 0</inkml:trace>
  <inkml:trace contextRef="#ctx0" brushRef="#br0" timeOffset="34">29387 4824 7722,'-12'-5'722,"4"3"1,1-3 0,1-1 382,4-2 0,2 3 1,4 0-1,4 4 12,3 1-893,1 0 1,1 0-1,0 0 1,2 0 0,2 0-1,-1 0 1,0 0 166,1 0 0,3 0 1,-2 0-1,0 0 88,0 0-1086,-2 0 1,1 0 0,0 0-1,1 0 1,0 0 0,-3 0 606,-1 0 0,-2 0 0,0 0 0</inkml:trace>
  <inkml:trace contextRef="#ctx0" brushRef="#br0" timeOffset="35">29387 5058 7753,'2'-8'1661,"2"-1"0,3 5-775,5-4 1,6 0 1250,2-4-2087,3 5 1,3-3 0,2 6 0,0 1 0,0 2 0,-2 1 0,-2 0-51,1 0 0,21-11 0,6-3 0</inkml:trace>
  <inkml:trace contextRef="#ctx0" brushRef="#br0" timeOffset="36">30987 4652 7713,'12'-14'829,"-3"-5"1,-3 9-1,1 1 1,0-1 3799,3 3-3308,-5-4-1059,6 16 1,-10-4 0,3 13-1,-2 1 1,-2 2 0,0 4 0,0 4 292,0 2 0,0 3 0,-2-3 0,-2 3-271,-4 2 1,-7-1 0,-3 2 0,-1-3-189,-3 0 1,-2-2-1,-4 3 1,-2-1-148,-1-3 1,-2-2-1,-4-4 1,-1-4-1,-2-2 1,-1-2-888,2-6 0,0-5 456,2-2 301,6-5 0,-2-7 0,7-9 0,6-4 0,3-3 0,8-4 0,2-1-72,4 1 1,3 0 0,5 1-1,6 5 312,4 4 1,7 7 199,-1-2 1,3 5 0,4 4-1,2 4 473,1 2 0,2 4 79,4 2 1,0 4 18,0 9-519,0 7 0,5 8 0,3 7 0,2 4 0,-2 3-69,-4 1 1,-4-6 0,-4 0-1,-5-4 72,-2-5 0,-11-3-2523,-2-8 1294,-9-4-1619,1-4 0,-3-6-4000,2-3 6534,3-3 0,10-12 0,3-3 0</inkml:trace>
  <inkml:trace contextRef="#ctx0" brushRef="#br0" timeOffset="37">7925 8331 9596,'0'-8'9171,"0"0"-8224,0 5 1,0-8 505,0 3-1220,0-3 0,0 3 0,0 0 0,0-2 0,-1-2 0,-2-3 41,-1-2 1,-6 5-1,4 4 1,-3-2-210,1-1 1,0 0-1,-4 2 1,-2 2-149,-2 2 0,1 0 1,-5 5-1,1 2-193,0 2 0,-1 3 0,-5 6 1,0 4-131,1 3 0,-1 4 0,2 2 0,1 1 38,2 2 0,4 5 1,0-1-1,2 2 150,2 2 0,1-1 0,3-2 0,4-1 323,2 1 0,2-4 482,0-1-458,6-9 0,2 2 1,7-6-1,3-2 1,1-3 668,3-3-608,1-5 1,2 1-1,1-8 1,1-6-1,1-3 48,-5-4 0,0-6 0,-5 0 1,0-5 102,-1 1 0,-2-3-49,-6 1 0,0 1 51,-5 3-191,0 0 0,0 1 0,1 1 0,-3 1 0,0 2 412,-2 3-594,0 6 0,0 4-196,0 11 1,0 6 215,0 14 0,4 1 0,1 1 0,2 1 162,3 2 0,-4 4 557,3-5 0,-1 1-33,4-4-622,-5-1 0,3-3 1,-5-2-1,2-1 1,1-3-55,-1-2 0,-2 0-2490,-5-1-3649,0 0 3617,0-5 1753,-5-1 769,4-6 0,-5-50 0,6-11 0</inkml:trace>
  <inkml:trace contextRef="#ctx0" brushRef="#br0" timeOffset="38">7630 7950 7848,'-12'-6'442,"3"5"0,1-3 1,-1 3 2143,-2 1 90,4 0 1,0 0 22,3 0 1,4 0-914,0 0-1364,5 0 0,8 1 1,0 2-1,4 1 1,3-2-1,3 0 1,2-2-70,0 0 1,3 0 0,1 0 0,0 0-354,1 0 0,-3-2 0,5 0 0,-2-4-79,-3-1-508,-1 5 0,-3-8 0,-2 6 0,-5 1-164,-2 2 1,-7 2 992,-3 3 1,-4-1 395,-4 5-371,2-5 1,-4 4-1,1-4 721,-3 1-481,3 0 1,-2 0-508,3 0 0,3 0 0,-6-4 0,3 0 0,1 0 0,-4-1-509,2-3 1,-4 1 347,5-5 1,-5 0 0,0-5 0,0 1-16,1 0 0,-3-2 36,3-2 1,-3 0-32,-2-4 64,1-1 1,0 2 0,-1 3-1,1 2 1,1 2-2608,3 0-1787,-3-1 1014,10 6-168,-5 2 2602,6 10 1053,6 2 0,17 22 0,10 4 0</inkml:trace>
  <inkml:trace contextRef="#ctx0" brushRef="#br0" timeOffset="39">8577 8541 7860,'0'-9'2246,"0"1"0,0-1 4886,0-2-6168,0 4 0,0-4 1,2 4-2440,2 0 1475,3 2 0,49 10 0,11 2 0</inkml:trace>
  <inkml:trace contextRef="#ctx0" brushRef="#br0" timeOffset="40">8996 7864 7860,'0'-13'760,"-2"1"0,0 0 0,-2-1 2800,1 1-2981,2 5 1,2 2 0,3 8 0,4 3 0,2 8 0,-1 4 0,0 5 456,0 4 0,-2 6 0,0 8 1,-2 3-269,-2 0 0,2 8-174,0-3-457,-1 3 1,-4 0-1,0-2 1,-2-4-1,-2-5 1,-3-9-1,1-3 1,0-8 173,1-6 1,2-7-1,-4-14 46,2-6 1,0-6 0,5-6-1,2-1-267,2 1 1,3-1 0,5 0-1,2 1-133,2-1 1,5 6-224,7 3 176,4 2 0,6 3 1,2 3-1,2 5 0,1 6 1,-1 5-1,-2 4-1210,-2 5 0,-11 2-116,-2 5 1148,-14 1 0,0 0 0,-11-1 1,-3 1-1,-5-2 210,-9-2 0,-11 0 1,-9-4-1,-8-2 487,-7-1 0,1-6 52,-2 0 0,2-5-1009,2 1 280,5-3 0,4-1 0,10 0 0,9-1-2426,5-3 660,7 2 0,10-3 2014,10 5 0,2 0 0</inkml:trace>
  <inkml:trace contextRef="#ctx0" brushRef="#br0" timeOffset="41">8984 7618 7860,'-9'0'1561,"1"0"3634,-1 0-4631,3 0 0,1-2 0,6-1 0,3-1 0,4 2 0,5 0 0,3 2 1,5 0 1066,2 0 0,3 0-1579,2 0 0,0 0 0,5 0 0,-1 0 0,1 0 0,-1 0-212,-2 0 0,-2 0 0,-4 0 0,-2 0-197,-2 0 0,-5 0 0,2 2-159,-4 2 0,-5-3 667,1 3 1,-8-2 108,-1-2 0,-5 0-136,-8 0 0,5 0 1,0 0-1,-2 0 229,-1 0 1,-1 0-1,-2 0 1,-2-2 293,-5-2 1,2-3-115,-1-5-475,-1 0 0,-2-1 1,1 1-1,3 0 1,1-1-483,3 1-1007,2 5 0,4-2 0,4 5-920,3 1 1,8 3 0,14 4 0,9 4 2350,5 3 0,6 5 0,10 7 0,1 0 0,5 1 0,-1 1 0,1-1 0</inkml:trace>
  <inkml:trace contextRef="#ctx0" brushRef="#br0" timeOffset="42">10103 8061 8389,'-8'0'9521,"0"0"-5900,0 0-1541,1-6-1954,1 5 0,8-5 1,2 6-1,4 0 0,4 0 1,3 0-608,2 0 1,5 4 0,-2 0 0,2-1-420,-1-1 1,2-2-1,-4 0 1,0 0-929,-2 0 1,-5 1-1,-3 2 1,-2 2 11,-1 2 0,-3 1 1816,-8 4 0,-40 12 0,-15 2 0</inkml:trace>
  <inkml:trace contextRef="#ctx0" brushRef="#br0" timeOffset="43">10054 8294 7813,'-8'4'0,"1"2"0,0-1 2015,0 1 1,3-1 4946,-4-1-5072,5-2-1599,3 3 0,9-5 0,7-1 1,5-3-1,2-4 0,1-3 1,2-2 764,3 1 1,-4 4-2315,-1 0 157,1 5 1,-7-7 0,2 6-1,-2 2 1,-2 0 1100,1 2 0,-39 11 0,-14 3 0</inkml:trace>
  <inkml:trace contextRef="#ctx0" brushRef="#br0" timeOffset="44">12122 7494 7750,'4'-12'394,"1"0"0,2 1 1146,3 3 1,-4-2 0,3 6 1201,0 1-2158,-3 2-128,-1 1 0,-5 5 0,0 4 0,0 2 0,-1 1 1,-3 0 438,-5 0 0,-7 6 0,-6 3 0,-5 3-709,-6 5 0,-4-2 1,-3 6-1,-2 1-277,-2 2 0,-1-3 0,-4 0 0,1-1-235,3 0 0,5-3-95,12-9 186,-1-2 0,17-6 1,-2 1-1,6-1 169,2 0 1,8-5 41,6-3 409,3-3 0,1-1 1,2 0-1,2 0 1,5 0 355,2 0 1,7 0 0,3 0 0,4-1-116,4-3 0,-2 3-535,7-4 0,-3 0 145,2 1-312,-2 0 1,-8 4 0,-2 0-1,-4 0 1,-5 0-20,-3 0 1,-7 0-1,-6 0-229,1 0 122,-3 0 1,-1 1-385,-5 3 244,0-2-74,-5 3 69,4-5 1,-6 4 0,3 2-82,-5 1 1,-2-1 0,1 4-1,0-3 377,2-2 0,-5 5 39,-3-2 0,-2 3 423,2 1-294,-3 1 0,-6 3 0,-1 2 0,-3 1 0,-3 4 15,-4 4 1,-1 1 0,0 3 0,0 1-81,0-1 1,2-2-187,2 4 1,3-6-1,7 0 1,2-3-147,5-4 0,2-3 102,2 3 0,4-6-29,-1-2 276,7 0 1,-4-5 0,6 6 647,0-1-67,0-5 838,0-2-747,6-5-403,0 0 0,7 0 1,-1 0-1,2 0 1,1 0-33,1 0 0,6 0 0,0 0 1,4 0-307,3 0 0,5 0 0,-1 0 0,8 0 0,4 0 0,3 0 0,-3 0 0,-1 0 0,-2 0 0,-2 0 0,-2 0 0,-7 4 0,-3 2 0,-6-1 0,-6 1 0,-2 2-973,-2-4-614,-5 6-1234,-2-9-1096,-5 4 0,-5-5-60,-3 0 3977,-3-5 0,-18-2 0,-4-5 0</inkml:trace>
  <inkml:trace contextRef="#ctx0" brushRef="#br0" timeOffset="45">11568 9242 7750,'0'-16'1360,"0"-1"2512,0 2-3593,0 7 1,-4 4 0,-2 9-1,1 6 1,-2 6 0,1 2-1,0 3 1,-1 1-59,-3 1 0,5 0 0,-1-2 0,2-2 43,0 2 0,0-3 1,4 0-1,0-1 180,0-3 1,0-1 0,0-2 0,1-1 216,3-3 1,3 2 0,6-6-1,-1-1-437,0-2 1,2-2-1,1-3 1,1-5-1253,-1-2 0,-1-1 0,-2-2 0,1-1-4763,-1-1 4371,0-6 0,-5 8 1420,-3-2 0,-19-41 0,5 23 0,0 1 0</inkml:trace>
  <inkml:trace contextRef="#ctx0" brushRef="#br0" timeOffset="46">11568 8922 7750,'0'-12'0,"-4"-1"0,0 1 2644,-6 0 0,7 1 0,-4 1-2476,2 2 0,2 7-1092,7 1-1899,3 5 0,1 6 2823,1-3 0,10 31 0,7 2 0</inkml:trace>
  <inkml:trace contextRef="#ctx0" brushRef="#br0" timeOffset="47">11765 9070 16011,'8'0'897,"0"-2"0,3 0-358,4-3 0,0-3-224,6 4-554,-1-5 1,5 6 0,-1-4 0,1 2 0,0 0 0,-2 1 0,-1 0-2356,-2 2 0,-1 0 0,2 2 2594,-5 0 0,-18 6 0,-7 0 0</inkml:trace>
  <inkml:trace contextRef="#ctx0" brushRef="#br0" timeOffset="48">11851 9340 12230,'8'0'2813,"2"0"1,2 0-2555,3 0 1,7-1 0,-2-2 0,4-2-1709,0-2 1,1 3-1794,-1-4 1,-3 1 3241,-1-1 0,6-20 0,6 1 0</inkml:trace>
  <inkml:trace contextRef="#ctx0" brushRef="#br0" timeOffset="49">12257 9045 7750,'7'6'1410,"-3"2"-245,-3 3 1,-1 2 0,0 2 0,0 3-577,0 1 1,0 7 0,0 6 0,0 1-491,0-1 1,0-3 0,0 3-1,0-4-720,0-5-221,0 2 0,0-11 842,0 2 0,0-46 0,0-12 0</inkml:trace>
  <inkml:trace contextRef="#ctx0" brushRef="#br0" timeOffset="50">11654 7076 7717,'-8'-8'1359,"1"0"1866,1-2-2805,2 5 0,4 1 1,2 9-1,0 6 0,4 5 1,-1 3-1,2 5 0,-1 2 1,1 2 1052,-1 0 0,-3-2-873,1-2-432,-2-5 1,2 5 0,0-5 0,-1 1-1,-2 0 1,-1-3 674,0-2-715,0-1 1,-1-7 0,-2-4 0,-1-6 0,1-5 62,2-3 0,-4-3 0,1-1 0,2-1 0,0-1 0,2-1-127,0-2 0,2 1 1,0-2-1,4-2-73,1-4 0,1 1-495,4-3 311,1 3 0,4 0 1,4-1-1,2-2 1,3 2-1,3 2 0,4 3-479,2 2 1,-2 10 667,0 2 1,-6 5-1,0 4 1,-5 5 138,-5 6 0,-4 7-43,0 10 1,-6 3 319,-3 4-260,-3 1 0,-2 4 0,-2 2 1,-3-2-1,0-2 132,-4-3 1,0-7 0,1-2 0,2-5-827,2-6 0,-1-3-804,2-5-520,3-3 887,-5-5 0,8 0 0,2 0-105,4 0 1,3-4 0,1 0-1,0 1-2482,1 2 3566,-1-4 0,6-8 0,1-6 0</inkml:trace>
  <inkml:trace contextRef="#ctx0" brushRef="#br0" timeOffset="51">13118 8036 7792,'2'-7'532,"1"2"0,1-1 575,-2-2 0,0-3 0,-2-1 1,0-1-23,0 1 0,0 4-306,0 0-668,0 5 0,-4-4 0,-2 4 0,-2-1 0,-4 2 0,-3 0 0,-2 4-4,-1 2 0,-2 4 0,-7 7 1,-2 3 336,1 1-332,-3 7 0,5 5 1,-3 6-1,3 0 1,3 0-1,3 0 1,5-2-1,5-2 1,6-4 277,3-3 0,7-8 1,7-6-1,6-6-191,4-5 0,7-8 0,2-5 1,0-9 61,1-6 1,-1-3-1,2-4 1,-3 2-173,-1 2 1,-6 4 158,-8 10-113,-2-1 0,-7 17 1,-3 2-1,-3 9 592,-1 8-783,-5 9 1,2-2 0,-4 3 0,2-3 0,2-3-1530,1-2 0,8 1 1,2-7-1,3-3-1160,1-2 0,1-8-1000,-1 3 3745,0-10 0,17-45 0,-13 16 0,1 1 0</inkml:trace>
  <inkml:trace contextRef="#ctx0" brushRef="#br0" timeOffset="52">13438 8331 7831,'-5'-7'2675,"-3"3"0,1 4-2261,-1 4 0,4 3 0,-3 7 0,1 1 606,4 1-820,-5 6 1,5-4 0,-2 4-1,3-3 1,1 0 0,0-1-1,0 0 638,0-3 0,5-1-412,4-2-370,-4-5 1,7-2 0,-1-5 0,4 0 0,0 0-1,0-1 1,0-2-3010,2-1 1715,-1-6 1,-3 4 0,-1-5 0,-1 1 1237,-3 2 0,-19-22 0,-9-10 0</inkml:trace>
  <inkml:trace contextRef="#ctx0" brushRef="#br0" timeOffset="53">13438 8171 7830,'-5'-7'3620,"4"-3"-284,-10 3-2365,9 0-1848,-3-4 1,6 10 0,3-4 0,4 4 876,3 1 0,45 6 0,11 0 0</inkml:trace>
  <inkml:trace contextRef="#ctx0" brushRef="#br0" timeOffset="54">13795 8233 8061,'-8'0'3816,"0"0"-3379,5 0-437,-2 0 0,37-27 0,9-8 0</inkml:trace>
  <inkml:trace contextRef="#ctx0" brushRef="#br0" timeOffset="55">13980 7765 7821,'-6'-7'1500,"4"1"0,-5 1 1450,1-3-2556,2 3 1,4 1 0,2 8 0,0 4 0,4 3 0,1 3 0,2 3 0,2 7 1145,1 3 0,1 6-1282,-1-5 1,-4 7 0,-1-3 0,-1 4 0,-4 0 0,0-2-15,-2-1 0,0-5 1,-2 2-1,0-2-265,-3-5 0,-4-7 0,1-1-106,-3-5 0,4-6 0,3-9 1,2-8-106,2-6 1,0-5-1,2-4 1,1 0 102,1 0 0,5 2 0,-1 2 0,3 0 203,2 4 1,-1 1 0,2 4 0,1-2 14,1 2 0,1 7-100,-5 4-219,0 3 0,5 1 1,0 1-1,1 3 1,1 6-1,0 3 1,2 5-766,-2 1 1,-1-2 682,-6 3 0,0-1 0,-1 3 0,-2-1-219,-5 0 1,-4-1 282,-4 0 1,-9 1-79,-7 3 444,-9 1 0,-7-6 1,-6-3-1,0-2 1,-1-3 60,4-3 1,0-2 0,4-6 0,3 1-1024,8 3 1,5-2-728,6 2 1,6-2 626,3 2-77,3-2 0,11 3 1021,2-5 0,28-6 0,12-4 0,2 0 0,0-1 0</inkml:trace>
  <inkml:trace contextRef="#ctx0" brushRef="#br0" timeOffset="56">14509 8307 8196,'-8'0'2671,"0"0"1,5 1-2417,-1 3 0,1-1 1,0 5-1,-1 2 301,1 1-361,2 1 1,1 2-1,0 1 1,0 1 0,0-1-1,1-1 1,2-2 1516,1 0-1562,6 1 1,-3-6 0,5-2 0,2-1 0,1 0 0,1-1 0,1-3-860,0-4 0,-2-2 0,5-3 0,-3 1 709,-2-2 0,-6-39 0,-4-11 0</inkml:trace>
  <inkml:trace contextRef="#ctx0" brushRef="#br0" timeOffset="57">14607 8011 7759,'-17'0'1254,"3"-1"0,-2-2 0,2-1 1054,2 1 1,3 2-4369,1 1 2060,5 0 0,31 6 0,13 0 0</inkml:trace>
  <inkml:trace contextRef="#ctx0" brushRef="#br0" timeOffset="58">10165 11949 7874,'-12'-11'634,"1"2"1,1 2 0,3 0-1,3 2 1,6-2 1062,4 0 1,11 4-1,5-1 1,5 1-324,6-1-1483,2-3 1,6-1-1,0 1 1,-1 1-1,-3 0 1,-4 1 0,-3 2-962,0 2 1,-10 1-1,1 0 1070,-6 0 0,-19 0 0,-4 0 0</inkml:trace>
  <inkml:trace contextRef="#ctx0" brushRef="#br0" timeOffset="59">10276 12220 7893,'-7'-8'5982,"3"0"-5282,2 5 1,13-7 0,6 5 0,6-1-692,6 1 0,3 1-9,10 4 0,4-9 0,6-4 0,7-1 0,0 1 0</inkml:trace>
  <inkml:trace contextRef="#ctx0" brushRef="#br0" timeOffset="60">11125 11371 7833,'-2'-11'1954,"0"1"1,-2 5 2099,1 4-3690,2 9 1,5 18 0,1 11 0,2 8 0,2 7 0,1 7 0,-2 6-1,-5-28 1,0 1 0,-1 4 0,0 0-66,0 2 1,0 1 0,0-1 0,-1 1-1,-2-5 1,-1 0 0,-1-3 0,0-1-77,-3 27 1,2-13-1,-3-10 1,0-7-254,0-9 1,4-5-1,-1-6 1,3-1-2685,1 0 1,1-5-797,3-3 3510,-2-2 0,20-35 0,-2-8 0</inkml:trace>
  <inkml:trace contextRef="#ctx0" brushRef="#br0" timeOffset="61">11556 11519 7833,'-7'-9'7438,"3"1"-7060,2 5 0,2 5 1,0 10-1,2 7 497,2 5-701,-3 6 1,6 1 0,-4 7 0,1 3-1,0 4 1,0 5 0,0 2 263,-1 1 0,-2-1 1,-1-7-1,0-5 97,0-6-202,-5-9 0,2-5 0,-5-8-301,-2-5 1,1-10 0,0-5 0,5-3 0,3-1-516,1 0 1,0 3-524,0 1 686,0 6 0,1-8-79,3 6 168,-2 0 136,3 4 1233,-5 0 1008,0 5-1326,0-3 0,-1 3-247,-3-5 1,2 1-330,-2 4-302,3-4-140,1 4 87,0-5 766,0 0-96,-6 0-45,5 0-268,-4 0 0,5 2-830,0 2-191,0-3-564,0 5 50,0-1-188,0 2 849,0 0-3435,0 4 4063,-6-10 0,10 21 0,-2-1 0</inkml:trace>
  <inkml:trace contextRef="#ctx0" brushRef="#br0" timeOffset="62">11543 11679 7102,'0'-9'4683,"0"1"-3927,0 5 1,2-6 256,2 5-461,-3 0 0,5-2 0,-6-2 0,0-3 861,0-1 1,0 4-1296,0-1 0,-6 3 1,-2-3-1,-3 5-184,-1 3 1,-2 1-1,-1 0 1,-3 1-85,-1 3 0,4 7 1,-3 7-1,2 1-41,-1 3 1,0 1-1,2 2 1,-2 1-371,2 3 497,1 2 0,2 6 0,0 0 0,1-2 0,3-2 0,4-4 1,2-3 105,2-1 103,0-1 1,2-5 0,0-2-1,4-5 1,1-2 0,2-2 426,2 1 0,-3-3-210,1-2 1,-5-3 0,4 1-213,1 2 1,2-3-158,2 3 1,-1-2 0,0-2 0,1-2 87,-1-2 1,0 3 106,0-3 0,1-3-81,-1-1 175,-5-3 0,4-2 0,-3 1 0,2 0 0,-1-2-54,-1-2 0,-1 2 0,3-4 0,-3 2-421,-2-1 1,3 1 41,-4 4 0,5-5 0,-4 1 0,1 1-49,-1 1 0,-1 2 228,-4 0 0,0-1 450,0 1-275,0 0 0,0-1 0,0 1 0,0 0 0,0-1 324,0 1 1,-4 0-389,0 0-1,-6-1-571,9 6 309,-4 2 311,5 5 1,0 1 0,0 3 354,0 5 0,0 3-340,0 4 0,0-1 0,0 4 0,0 1 139,0-1 0,0 3-237,0 6 0,4-2 206,0 3-237,5-3 0,-2-1 1,4-2-1,-1-1 1,-2-3-41,1-1 1,2-2-1,2-5 1,-1-3-34,0-4 0,1-2 0,-1-2 0,0 0-475,-5 0 1,4 0 0,-3 0-4268,3 0 0,-4-2 4742,-3-2 0,3-52 0,-4 19 0,1 0 0</inkml:trace>
  <inkml:trace contextRef="#ctx0" brushRef="#br0" timeOffset="63">11962 11260 7776,'-13'0'413,"2"-1"0,2-2 0,1-1 3740,-2 1-3522,5 2 0,-5 2 1,6 5-1,3 5 0,3 6 1,5 7-1,1 7 0,1 9 1335,0 9 1,2 6-509,1 6-1308,-5-25 1,-1 1 0,-2-2 0,-2 1 0,1 4 0,-1 2 0,-1-1 0,-1 0 0,0-1 0,0-1 0,0-2 0,0-1 0,0 25-90,0-10 1,0-13 0,0-11-2372,0-5 1,0-11-3100,0-11 5409,0-5 0,33-51 0,-13 22 0,1 1 0</inkml:trace>
  <inkml:trace contextRef="#ctx0" brushRef="#br0" timeOffset="64">12294 11272 7802,'-4'-8'0,"-2"1"1712,-1 2 1,3-3 2612,-4 4-3816,5 0 1,-2 5 0,6 3-1,3 6 1,3 6 1621,0 9-1576,4 5 1,-4 12-1,5 5 1,1 3 0,-1 5-1,-1 2 1,-2 5 1644,0 2-2019,-7 2 0,4-6 1,-6-3-1,0-5 1,0-5-1,0-8 0,0-4-1130,0-7-519,0-13 1,0-5 0,0-14-3449,0-4 1,0-3 4757,0-2 1,11-10 0,2-3 0</inkml:trace>
  <inkml:trace contextRef="#ctx0" brushRef="#br0" timeOffset="65">12688 11236 7787,'-13'0'3121,"1"0"0,4 0-1361,0 0 0,5 1-18,-1 3-1410,2 3 1,7 11 0,0 4-1,2 5 1,1 7 0,0 6 0,0 6 417,2 6 0,-4 4 1,-2 4-1,-3-1-344,-1-1 0,0-6 0,0 0 0,0-6-351,0-5 0,0-10 0,0-6-83,0-7 1,0-11-1,-1-7 1,-2-8 0,-1-8 1,0-8-1,4-9 1,0-1-217,0 1 0,1-1 1,2 5-1,2 0-384,2-1 0,1 8-346,5-2 705,-1 7 0,2 0 1,2 4-1,5 2 0,2 3 1,1 4-1,2 3-794,3 1 0,3 7 879,4 5 1,-4 2-1,-3 7 1,-5 4-41,-3 2 1,-8 3 49,-4-1 0,-8-1 679,-1 4-360,-11 1 0,-14 3 0,-9-2 1,-4-3-1,-4-2 364,-2-6 1,4-4-1,-1-8 1,3-2-240,1-5 0,7-4-807,5-4 1,3-3 405,10-6-1394,2 1 1,6 0-1,2 0 1,4-2-2377,9-3 3900,2-2 0,19-21 0,8-10 0,0-3 0,1-1 0</inkml:trace>
  <inkml:trace contextRef="#ctx0" brushRef="#br0" timeOffset="66">13266 11113 7770,'-7'-6'2703,"0"3"2353,3-5-4289,3 5 0,-5-1 0,6 10 0,2 7 0,2 12 1,4 11 3044,3 7-3583,1 16 1,1 1-1,-8-24 1,1 1-1,-1 0 1,-1 1 0,0 0-1,-1 1 1,1-2-1,-1 1 1,0-3-1,-1-1 166,4 27 1,2-15 0,-4-9 0,-1-7-903,-2-4 1,-1-11-6508,0-3-808,0-7 7822,0 0 0,-11-27 0,-2-5 0</inkml:trace>
  <inkml:trace contextRef="#ctx0" brushRef="#br0" timeOffset="67">14177 11568 7752,'8'-8'1518,"0"-1"1,0 0 2269,-1-2-3447,-1 4 1,-2-9-1,0 1 1,-1-3-1,-2 0 1,-1 0-1,0-1 1,0-1 734,0-1 1,-3 6-748,-5-1-354,0 2 0,-11 3 1,2 3-1,-5 4 1,-4 4-1,-4 5 0,-1 9 1,-2 9-1,2 9-583,2 3 0,3 6 1,3 2-1,4 0 494,6 4 1,2-5 0,9-1 0,4-4 629,9-4 0,4-3 1,9-7-1,3-4 592,3-6 0,-1-6 1,3-7-1,3-2-990,0-2 1,2-3 0,-1-6 0,-3-2-2669,-5-2 1,2-5 2549,-1 2 0,16-25 0,0-7 0</inkml:trace>
  <inkml:trace contextRef="#ctx0" brushRef="#br0" timeOffset="68">14546 11432 7816,'-12'0'0,"-5"0"0,1 0 787,-6 0 1,8 2 0,-2 3 0,2 6 0,2 6-1,1 2 1,3 3 1375,4 1 0,4 2-1923,4-1 0,3 1 0,6-2 0,4-2 252,3-5 1,5-4-168,3-4-87,9-2 0,2-12 0,2-3 0,-4-6 0,-3-6 459,-1-2-699,-11-7 1,5 0 0,-12-4 0,-4 2 0,-6 1-210,-3-1-5,-8 5 0,-6-2 0,-9 9 1,-2 5-1,-3 5-837,-3 6 1,3 3 0,-2 3-1,2 7-1887,1 7 0,6 2 1935,3 2 1,3 1 1004,5 3 0,57 1 0,-14-13 0,-1 1 0</inkml:trace>
  <inkml:trace contextRef="#ctx0" brushRef="#br0" timeOffset="69">15001 11322 7811,'-7'0'1355,"-4"1"-881,3 3 0,-3-1 1524,-1 5-1472,0-5 1,-1 8 0,0-3 0,-1 3 0,0 3 0,3 1 0,2 1 293,2-1 0,2-1 0,6-2 0,3 0-369,4 1 0,10-1 0,7-1 0,6-1-257,5-2 1,5-4 0,0 4-1,-2 0-462,0-1 1,-9 4 473,-6-3-521,-5 9 1,-12-2 0,-7 5 0,-11 2 0,-15 1 0,-11 1 0,-9-3-373,-6 0 0,1-6 504,-2 1 0,9-2 0,7-3 0,7-3-1958,4-4 1562,13-2 0,4-2 579,18 0 0,18-18 0,9-8 0,7-1 0,0-1 0</inkml:trace>
  <inkml:trace contextRef="#ctx0" brushRef="#br0" timeOffset="70">15912 11162 7772,'-4'-13'2392,"-2"2"1110,0 3-3257,3 3 0,-8 5 0,4 1 1,-1 5-1,0 6 0,-2 7 0,-1 6 1,-1 5 272,-1 7 0,3 2-199,1 11-143,-2-9 0,10 12 0,-3-9 0,3-1 0,1 0 0,1-4 0,3-2-146,4-5 1,5-10-1,2-6 1,2-4 0,1-3-1,1-5 2,0-3 0,-2-4 0,3-5 0,2-8 447,1-6 1,6-8 0,0-4 0,0-6 217,1-5 0,-4-4-359,2-5-305,-2 4 1,-7-5 0,-3 6 0,-7 1 0,-5 1 0,-5 5 0,-7 4-174,-9 6 0,-6 12-1925,-6 8 1090,3 5 1,-4 7 0,6 1 0,0 5 0,2 6-3278,2 7 4252,5-1 0,-3 21 0,6 1 0</inkml:trace>
  <inkml:trace contextRef="#ctx0" brushRef="#br0" timeOffset="71">15875 11432 7875,'-12'0'1256,"1"-1"0,1-2 2631,2-1-2018,5 0 0,-1 4 0,8 0 130,4 0 1,5 2-1508,3 2 0,3-3 1,6 3-1,1-3 0,1-1 1,2 0-494,-2 0 0,-1 0 0,-1 0 0,0 0-1029,-1 0 0,-5 0 1,-2 0-1,-4 0-1119,0 0 0,-1 0 0,-1 2 2149,-3 2 0,-46 3 0,-17 5 0</inkml:trace>
  <inkml:trace contextRef="#ctx0" brushRef="#br0" timeOffset="72">24071 13328 7862,'-18'-6'0,"-1"1"0,-4-5 0,1 3 1463,1 2 0,6 1 0,-1 4 1,4 1-1,3 3 0,7 3 1957,4 0-3206,11 4 1,6-6 0,8 5-1,5-2 1,7 0 0,6-1 0,6-3-1,1-2 1,3-2 183,2 0 1,3-2-1,3-2 1,4-4 0,-30 3-1,0-1 1,4 0 0,0 0-336,3-1 1,1 1-1,-2 0 1,0 0-1,1 0 1,0 0 0,-2 0-1,0 1 1,2 0-1,0 0 1,3 1-1,0 1-123,4 1 1,-1-1 0,-2-2 0,-1 0 0,1 1 0,-1 0 0,0-1 0,-1-1 0,1 0 0,1 0 0,0 0 0,1 1-126,1 1 0,-2 0 94,-6-2 0,-2 1 1,0 4-1,-2 0 1,24-3-1,1 3 1,2 1-1,4 0 1,-1 1-1,-4 2 1,-3 3-98,-4 0 1,3-2 0,8 3 0,-31-4 0,0 0-1,1-2 1,0 0 0,-1 0 0,-1 0 258,34-1 1,-4-4 0,-10-2-1,-6-1 289,-3-2-205,-7 3 1,7-3-1,-3 5 1,-1 1 0,-7 2-1,-5 1 1,-7 1 528,-3 3-932,-4-3 0,-4 10 1,-1-4-1,-1 1 1,-1-1-1,-4 0-3463,0 0-844,3-4 4555,-7 2 0,-2-16 0,-7-2 0</inkml:trace>
  <inkml:trace contextRef="#ctx0" brushRef="#br0" timeOffset="73">27443 13057 9307,'14'0'1055,"1"0"0,2 1 0,2 2-473,3 1 1,13 0 0,7-4-1,11-1 1,13-2 0,-28 1-1,0-1-500,4-1 1,0 1-1,-2 1 1,-1 1 0,-2-1-1,-1 0 1,24 1-83,-14 1 0,-16 5 0,-20 5 110,-13 5 0,-12-2 1,-19 5-1,-13 0 1,-13 2-1,24-8 1,-2 0 352,-4 0 0,0 0 0,1-1 0,1-1 1,-1 0-1,1 0 0,4 1 0,1 0 1,-25 11-1,10 0 352,7-2-1487,16-5 0,9 3 0,15-5 0,6-3 0,7 0 0,3-3 0,5-2 0,1-2 672,3-2 0,18-28 0,5-7 0</inkml:trace>
  <inkml:trace contextRef="#ctx0" brushRef="#br0" timeOffset="74">26409 13931 7912,'7'-9'1943,"-3"1"226,-3-1 1,4 2 0,-1-1-907,-2-2 0,-2-1-974,-4-1 0,-3 5 0,-6 1-249,-4 1 1,2 4-1,-4-3 1,0 2-1,0 4 1,-4 0-138,-5 2 0,1 6 0,-5-2 0,2 3 0,2 1 0,-1 2 15,0 2 1,1 1 0,3 6 0,2 3-1,2 1 1,5 2-8,2 0 1,6 5 0,1-2-1,2-1 1,2-2 0,3-5 13,4-3 1,3 1 0,5-7 0,0-3 0,1-4 0,-1-2 350,0-4 0,2 0 0,2-2 0,4 0 1,0-2-1,1-2 81,0-4 1,3-3 0,0-1 0,1 0-1,0-1 1,-1 0-274,1-4 0,-1 2 0,0-5 1,-4-2-1,-3-1 0,-4-2-538,0 0 385,-1 1 0,-1 0 1,-3 3-1,-4 1 0,-3 3 1,-1 2-1,0 1 167,0 2 1,0 3 415,0 1 1,-1 5-329,-3-1 1,-3 8-1,-4 5-139,3 2 1,-2 1 0,6 0 0,2 2 3,0 2 0,-2 3 0,0 5 1,1-2 236,2-2 1,1 1 0,1 2 0,2-1 366,1-2 1,7-5-1,0 2 1,4-4-310,0 0 0,4-6 0,2-3 1,2-3-347,2-1 0,-2 0 0,-1 0 0,-2 0 0,2 0 0,-8-4 0,-2 0 0,-2 0-6290,-4-2 2341,5 5 1,-9-6 3948,2 3 0,-30-25 0,-8-10 0</inkml:trace>
  <inkml:trace contextRef="#ctx0" brushRef="#br0" timeOffset="75">23874 13278 10628,'0'7'3240,"0"-1"-1784,0-6 74,0 0 578,0 5-1598,0-3 1,0 2-352,0-8 0,0-3 1,0-6-241,0 1 0,0-4 0,0-1 0,0 1 35,0-2 1,0-1 0,0-6 0,0 1-1,0-1 1,0 0 228,0 1 0,0-1 0,-1 1 0,-2-1 1,-1 0-1,1 1 131,2-1-365,-5 1 0,5-1 1,-3 2-1,2 1 0,2 1 1,0-1-1,0-1 0,0 0 1,0 2-234,0 5 0,0-2 0,0 1 0,0-1 0,0 0 0,0 3 155,0 1 0,-1-2 0,-2-2 0,-1 0 23,1 1 0,2-1 0,1 3 0,0-3-1,0-1 1,-1 2-1,-2-2 1,-1 0 61,1 0 1,0 3 0,1-5-1,-2 1-2,1 0 1,2 1 0,-1 3 0,-1-5-71,-1-2 0,0 3 0,4 0 0,0 1 48,0 0 0,0-1 1,0-4-1,0 2 31,0 2 0,0 5 0,0-3 0,0 2 41,0-1 0,0-3 1,-1 2-1,-2-1 7,-1-3 0,0 3 0,4-2 0,0 0 111,0-3 1,0 0 0,0 0 0,0 3 2,0 0 0,0 2 0,0-2 0,0 5-51,0 2 1,0-2-1,0-1 1,0 2-65,0 2 0,0 0 1,0 1-1,0-2-56,0-2 0,0 2 1,0-2-1,0 2 76,0 2 0,0-4 1,0-1-1,0 2 1,0 1 1,-4-2 0,0-2-1,0-1-57,-2-3 0,5 3 0,-3-1 0,2-2-25,2-2 0,0 4 0,0-1 0,0 0-70,0-3 1,0 1 0,2 1-1,0 2 94,2-2 1,1 3 0,-5 0 0,0 1 67,0 3 0,0-4 0,0-1 0,0 0-1,0-1 0,0 5 1,0-6-1,0-2-2,0-4 1,0-2 0,0 3 0,0-2-49,0 2 0,0-1 0,0 2 1,0 0 29,0 3 1,0 3 0,0-2-1,0 3 172,0 1 1,0-3-1,0 5 1,0-1-48,0 0 0,0 2 0,1-6 0,2-1-121,1-1 0,0-2 1,-4 1-1,0-2-82,0-3 0,0 3 1,0-3-1,0 3 60,0 2 1,-1-1 0,-2 2-1,-1 1-38,1 2 1,0 5 0,0-2-1,-2 3-282,-2 2 1,4 0 0,-2 1-1,1 1-493,0 2 0,-4 4 0,2-3-2416,-1 2 3228,5 1 0,7 9 0,9 2 0</inkml:trace>
  <inkml:trace contextRef="#ctx0" brushRef="#br0" timeOffset="76">23468 9144 7915,'-12'-6'268,"-1"5"1,2-5 0,3 1 0,4-3 431,3-3 1,1-2-1,0 1 1,1 1-1,3 1 216,4 2 1,3 6-1,2-3-158,-1 4 1,0 2 176,1 4-693,-1 1 1,-4 8 0,0 2 0,0 5-1,1 4 1,-3 3 0,0 5 1214,-3 3-1387,-2 6 1,-1-2-1,0 5 1,0 0 0,0-1-1,-1-3 1,-2-4 0,-1-5-1,0-3-545,-2-3 372,5-7 1,-5-8 0,5-11 427,-3-7 1,3-8 56,-3-1-308,2 0 0,2-1 0,0 1 0,0-1 0,0 1 1,2-1-1,2 1-74,4-2 1,3 5-382,1-4 287,0-2 0,5 5 0,1-2 0,1 2 1,4 3-89,4 3 0,-1 3 0,4 5 0,-1 0-269,0 0 0,0 5 153,-5 3 0,1 3-26,-1 2 209,-5 4 1,-1 3-1,-7 4 1,-3 1 0,-3 1 175,-4 2 0,-11 3 1,-3 3-1,-7-1 239,-5 1 0,-6-4 205,-5-1 0,-7-3-37,-2-2-201,-3-10 0,-1-3 0,0-11 0,1-2 0,4-3 619,7-7-1246,6-1 1,12-4-1,4 4-2205,5 1 0,6 1 501,8 3 2064,3 2 0,26-13 0,12-5 0,2-4 0,0 1 0</inkml:trace>
  <inkml:trace contextRef="#ctx0" brushRef="#br0" timeOffset="77">23874 12651 9220,'-4'-8'6590,"0"-1"-3345,-6 7-1389,9-4 286,-5 6-1208,6-5 1,2 3 0,2-2-586,4 3 1,4 1-1,3 0 1,3 0-161,1 0 1,3 0 0,6 0 0,2 0-175,1 0 0,3 0 1,6 0-1,1 0-222,-1 0 0,-8 0 1,-3 0-1,-4 0-123,-5 0 0,-2-2 1,-6 0-58,1-2 267,-6 0 12,-2 4 1,-5-2-678,0-2 171,0 3 638,-5-5 89,3 6 1,-5 0 9,3 0 201,3 0 100,-5 0-57,6 0 1,-1 0-209,-3 0 1,1 0-1,-4 2-423,2 2 0,1-2 143,4 7 0,0-5-59,0 4 112,-6 0 0,5 0 0,-3 1 0,2 2 0,2 2-255,0 4 347,0-1 0,0 0 0,0 2 0,0 1 0,0 5-6,0 3 1,0-1-1,0 3 1,0-2-30,0 2 1,0-2 45,0 6 1,0-6 0,0 2 0,2-3 28,2-2 1,-3-3-36,3 0 1,-1-6 33,1 1-60,-2-2 0,3-2 1,-4 0 54,4 1 243,-4-1-101,4-5-388,-5-2 0,0-6-1187,0-3 1029,-5 2-720,4-3 0,-6 6 0,4 3-877,-1 5 0,0 1-36,4 3 625,0-1 719,0-5 635,0-2 0,22-65 0,-9 23 0,1-1 0</inkml:trace>
  <inkml:trace contextRef="#ctx0" brushRef="#br0" timeOffset="78">23456 8811 7859,'-13'0'-1397,"1"0"1273,0 0 0,5-1 105,3-3 496,2 2 148,2-9 1,-5 10 97,-3-3-512,2 3 0,-1 1 0,5-2 434,-2-2 1,-2 3-1,3-5 1799,-1 1 257,0 3-1319,4-3-657,0 5-571,6 0 0,-4 1 0,7 2 0,0 3 1,3-1-1,3 1 0,5-4 391,3 0 0,0-2-359,10 0-182,0 0 0,4 0 0,0-2 0,0 0 0,-2-3-88,-2 3-233,2-5 1,-9 5 0,2-2 0,-6 3 0,-6 0-898,-2-3 870,-2 2 573,-5-3 53,-2 5-390,-5 0-422,-5 0 340,4 0 44,-5 0 749,6 0 163,0 0-766,-5 0 0,3-2-19,-2-2 0,-1 2-223,1-7 204,-1 7 1,1-9 0,-1 1 0,-1-4 0,0-2-140,-1 1 139,-1 1 0,-1 2 0,1 0 0,0-1 1,0 1-393,-1 0 1,3-1 0,-4 2-1458,2 3-865,0-3 2752,1 10 0,23 1 0,12 7 0</inkml:trace>
  <inkml:trace contextRef="#ctx0" brushRef="#br0" timeOffset="79">25917 13783 7958,'-12'0'1659,"-1"0"2437,1 0-3735,5 0 1,3 0 0,9 0-1,6 0 1,6-1 0,2-2 0,3-1 660,1 1 0,2-2-347,-1 0-548,1 1 1,0 4 0,-1-1 0,-1-2 0,-1-1 0,-1 1 0,-1 2 480,-1 1-648,5 0 1,-7 0 0,5 0 0,-3 0 0,1 0 0,-3 0 0,3 0-230,-1 0 0,0 0 0,1 0 0,-3 0 0,-4 0 0,0 0-174,-1 0 0,-1 1 475,-3 3 160,3-2 585,-10 3-463,5-5 0,-6-1-35,0-3-115,0 2-193,0-3-3,0 0 1,-1 3-6,-4-2 209,4 3 55,-4 1-53,5 0 1,-2 0 155,-2 0 77,3 0-195,-5 0 0,5 0 19,-3 0-340,2 0 243,-3 0-255,0 0 1,2 0-1,-4-2 35,2-2 47,0 3 0,0-6 1,-3 4-1,-3-2 1,-2-2 12,1-3 1,0-1 0,-2-1 0,-1 0-160,-1 0 1,-2-1-126,2 1 1,2 1 0,-3 1 0,4 4-2171,1 0 0,3 2 1400,1 4 1,5 1-968,-1 4 1060,3 1 987,1 7 0,33 26 0,8 8 0</inkml:trace>
  <inkml:trace contextRef="#ctx0" brushRef="#br0" timeOffset="80">10337 15912 8038,'-5'-7'919,"2"-2"0,-4 3 0,2-1 2644,2-2-3381,2 3 0,1 2 1,0 8-1,0 4 1,0 3-1,1 3 380,3 2 1,-3-1 0,4 6-1,-4 1 1010,-1 1-1333,0 2 1,0 1-1,0 1 1,0 2-1,0-1 1,0 3-1,-1 0 1,-2 0 0,-1-3-602,1-6 0,0 1 1,0-4-1,-1 0-2091,2-2 0,2-9 2453,4-4 0,19-57 0,-7 18 0,1 1 0</inkml:trace>
  <inkml:trace contextRef="#ctx0" brushRef="#br0" timeOffset="81">10239 15580 7959,'-19'-9'998,"2"3"0,5-1-7,4 0 1,5 4 0,10-1-992,5 3 0,24-2 0,9 0 0,2 0 0,0-1 0</inkml:trace>
  <inkml:trace contextRef="#ctx0" brushRef="#br0" timeOffset="82">10965 15678 9278,'-7'-1'1265,"3"-3"1,3-5 1501,1-2-2575,0-6 0,0 2 0,0-4 0,-2-1 0,-2 1 0,-4-1 0,-4-1 1,-6 2-1,-5 0 65,-5 0 1,-5 4-1,3 0 1,0 5-1,0 6 1,3 4-403,1 4 1,5 8 0,2 10 0,3 6-1,5 4 1,5 5 62,5 4 1,1 5 0,1 6 0,3 2-1,5 1 1,2 0 387,1-3 1,0-6 0,0-4-1,-1-2 1,-1-4 0,-3-2-479,-2-3 1,1 1 0,-4-6-1,3 0 1,-3-4 0,0-3-2550,-2-4 1,0 0 2720,0 1 0,-11-13 0,-3 1 0</inkml:trace>
  <inkml:trace contextRef="#ctx0" brushRef="#br0" timeOffset="83">10620 16023 7975,'0'-9'920,"0"1"161,0-1 0,2 2 0,2 0 1,4 2-1,3 2 0,3 1 2450,2 2-3848,-2 0 0,10 0 1,-1 0-1,5 0 1,1 2 316,1 2 0,1-14 0,6 2 0</inkml:trace>
  <inkml:trace contextRef="#ctx0" brushRef="#br0" timeOffset="84">12368 15863 7916,'1'-7'302,"2"1"1,2 2 0,1-1 3861,-1-2-3535,-1-1 1,-4 0 0,0-1 0,0 0-1,0-2 22,0-1 1,-5-1 0,-3 2 0,-3 2-597,-2 1 0,0 3 0,-2-1 0,-3 0 1,0 3-1,-1 2-252,0 1 0,-2 5 0,-3 5 0,1 5 0,1 6 0,1 2 22,-1 1 1,3 2 0,0 2-1,3 2 1,3 0 0,5 1 280,3 1 0,0-3 0,5 2 0,0-1 0,2-3 0,2-2 1078,4-4-976,9 2 1,-2-11 0,4 0-1,0-6 1,-1-5 0,1-1-1,-1-1 1,1-3 0,-2-6 83,1-5 0,0-3 0,-3-3 0,1-1 1,0-3-1,-4-2-351,-4-1 0,2 6 0,-6 2 0,-2-1-262,0 2 0,-2 2-44,0 4 1,0 8-1,0 5 189,0 7 0,4 9 0,1 5 0,1 2 472,-1 1 1,5 1 0,-2-2 0,3-1 110,1-1 1,1-6 0,-2 1 0,-2-2-412,-1-2 1,-1-4 0,3-1-1,-3 0-2047,-2 0 1,1-5 2050,-2 3 0,8-37 0,7-9 0</inkml:trace>
  <inkml:trace contextRef="#ctx0" brushRef="#br0" timeOffset="85">12798 15937 14328,'-6'0'2623,"-5"0"-2623,9 0 0,30 0 0,13 0 0</inkml:trace>
  <inkml:trace contextRef="#ctx0" brushRef="#br0" timeOffset="86">13155 15469 7916,'-8'-8'422,"0"-1"1,0 0 0,1-2 3107,3-1-2655,2-1 1,4 7 0,1 3-417,1 6 1,1-1 0,-2 6 0,1 2 0,0 1 0,0 1 18,0 1 1,2 0 0,-4 2 0,3 3 0,-1 1 0,0 3-154,0 1 1,1 3 0,-2 2 0,3 2 0,-1 0 0,0 1-211,-2 1 0,0-4 0,0 4 0,1-2 0,-2-3 0,0-2-220,-2-5 1,4-2 0,0-5-1,-1-1 263,-2 0 1,-2-5 522,-3-3 0,-3-4 1,-4-4-524,3-4 1,2 1 0,6-1 0,0-2-1,0-1 1,0-1-576,0 0 341,0-1 0,2-4 1,2-3-1,3 0 1,1-1-1,0 1 0,2-1-68,0 1 1,-1 3 0,-1-2 0,1 2 104,2 1 0,2 3 0,-1 2 1,2 1-67,2 2 1,-2 5 0,4-1-1,-2 3 1,0 1 0,2 5 1,-1 4-1,2 1 31,0 3 0,3-1 1,-5 2-1,3 1-201,1 1 1,-3 2 0,0-3-1,-2 1 140,1-1 1,-5 3 0,-4-1-1,1-1-40,-3 2 0,0-3 0,-7 4 1,-4 0 32,-3 0 1,-4 0 0,-5 2 0,-4-3 192,-7 0 0,-3-5 0,-6 4 1,0-5 336,0-4 0,2-2 0,2-6 0,3 0 264,0 0 1,8 0-1,-2 0 1,5 0 101,4 0 1,2-2-1441,0-2-1961,1-3 0,6 0 0,6 3-4985,7 3 7631,4-4 0,34-19 0,9-9 0</inkml:trace>
  <inkml:trace contextRef="#ctx0" brushRef="#br0" timeOffset="87">11912 15592 7979,'0'-8'1275,"2"1"1,2 0-283,4 0 1,3 3 0,1-3 0,2 0 231,2 1-1028,4 3 0,0-4 0,1 4 0,-1-1 0,1 0 0,-1 0 0,1 0 66,-2 1 0,3 2 0,-6-1 1,-1 0-364,-1-2 0,2 0 0,1 4 0,-2 0-293,-2 0 0,0 0 0,-1 0-341,0 0 0,-4 0 51,1 0 941,-7 5 498,4-4-435,-6 5 16,-6-6 0,4 0 263,-7 0-469,7 0 1,-5 0-1,3 0 305,-4 0-394,2 0 1,-5-4 0,3-2 0,-3 1 0,-1-2 1,-1 0 0,1-1 0,0-4 0,-2-1-255,-2 1 1,2 0-237,-2-1 1,-1 1 113,5 0-3209,-3-6 3542,8 4 0,28-3 0,7 4 0</inkml:trace>
  <inkml:trace contextRef="#ctx0" brushRef="#br0" timeOffset="88">13081 15297 7986,'-5'-7'289,"0"0"0,-5 4 1,3-2-1,0-1 2038,0 1 1,5-1-277,-2 2-1419,2 3-419,2-5 1,6 6 0,2-1 0,3-2-1,1-1 1,2 1 0,1 2 254,1 1 0,6-1 1,-1-2-1,2-2-433,2-2 1,-1 4 0,1-3 0,1 2-63,2 0 0,0-4 0,3 4 0,1 1-83,-1 2 0,-3 1-554,0 0 459,-2 0 0,-3 0 0,-2 0 0,-5 0 0,-2 0-178,-2 0 934,-5 0-183,-1 0-323,-6 0 0,-2 0-185,-2 0-283,3 0 308,-5 0 177,6 0 0,-1 0 157,-3 0-30,3 0 1,-6 0-62,3 0 1,1 0 0,-4-2-1,0 0 32,0-2 0,-1-6-73,-4 2 0,-6-3 44,-2-1-103,-4 5 1,0-4 0,-1 3 0,0-3 0,-1-2-35,-2 1-156,7 0 1,-6 4-1,10-1 1,2 1-1,2 1-4937,0 3 2253,7-3 2846,0 12 0,50 1 0,11 13 0</inkml:trace>
  <inkml:trace contextRef="#ctx0" brushRef="#br0" timeOffset="89">14669 15481 7944,'-12'0'337,"-1"-1"1,1-2 0,0-1 1541,-1 1 1,5 1 0,3-1-501,3-1 1,9 0-657,10 4-495,5 0 0,-3 0 1,5 0-1,2 0 0,2 0 1,0 0-1,0 0-301,-2 0 1,-2 0-1,1 0 1,0-2-1422,-1-2 1,1 3 232,-1-3 245,-5 2 0,1 2 0,-5 0 1016,1 0 0,-32 0 0,-13 0 0</inkml:trace>
  <inkml:trace contextRef="#ctx0" brushRef="#br0" timeOffset="90">14743 15715 7962,'-7'-7'4093,"2"-4"1,6 10-3160,3-3 0,4 2-646,9 2-808,-4 0 1,12 0 0,0 0-1,6 0 1,6 0 519,4 0 0,17-9 0,10-3 0,-18 2 0,1 1 0,-1 0 0</inkml:trace>
  <inkml:trace contextRef="#ctx0" brushRef="#br0" timeOffset="91">15875 15444 8002,'-12'0'0,"-1"0"0,0 0 791,-4 0 1,2 0-1,-5 0 1,-1 0 101,2 0 1,-4 7 0,2 4 0,-2 5 251,-2 4-949,1 0 1,5 9 0,4 1 0,5 1 0,6 4-1,3 0 1,3 2 1481,7 0-1470,4-6 1,12-1 0,1-5 0,1-2 0,3-2 0,0-6 0,2-4 954,-1-3-1018,-3-5 1,6 2 0,-4-6 0,0-5-1,0-6 1,-1-7 0,1-6 684,3-3-853,2 2 0,1-10 0,-3 5 0,-5-2 0,-2 0 0,-2 0 1,-5 2-685,-7 2 0,-5 3 464,-7 1 288,0 1 0,-11 1 0,-7 2 0,-8 5 0,-8 2 95,-6 2-67,-3-1 1,-7 2 0,2 3 0,3 3 0,4 1 165,3 0 0,2-1 1,4 7-1,3 1-692,3 1 0,7 5-583,2-1 0,4-1 1,2 1-2517,3 2 0,3 1 3552,10 1 0,29-5 0,12-1 0</inkml:trace>
  <inkml:trace contextRef="#ctx0" brushRef="#br0" timeOffset="92">17795 15481 8060,'-17'7'232,"1"-1"0,1-2 1,1 0-1,2-2 2418,0 0-749,-1-2 1,1 0 2084,0 0-3150,5 0-509,7 0 1,8 0-1,8 0 1,5 0 0,2 0-1,3-2 1,2 0 270,0-2 0,5 0 1,-3 4-1,0-2-266,0-2 1,3 3-39,-4-3-230,5 2 0,-7 2 0,6 0 1,1 0-1,1 0 0,0 0 0,1 0-233,2 0 0,2 0 1,-3 0-1,-1 0-290,1 0 0,-1 0 133,-3 0 1,2 0-1,-3 0 1,-1-1-196,-2-3 0,1 1 251,-1-5 1,-1 4-1,-4-3 1,-4 1 10,-3 4 0,-4 0 17,0 2 278,-7 0 0,-1 2-170,-10 2 1,-1-2 0,-7 7 0,1-1-1374,0-1 1,-1 4 265,1-3 1,0-1-2287,-1 1 2494,1-5 1033,0 2 0,21-60 0,-1 21 0,-1 0 0</inkml:trace>
  <inkml:trace contextRef="#ctx0" brushRef="#br0" timeOffset="93">17622 15334 8054,'-16'0'55,"0"0"0,1 0 0,1 0 1373,2 0-1031,5 0 0,3 4 0,9 0 0,6-2 1,6 0-1,2-2 610,3 0 1,2 0 0,5 0 0,4-2-338,2-2 0,2 3 0,0-4 0,0 0-276,0 1 1,0 0 0,-2 4 0,1 0-307,1 0 0,-3 0 1,7 0-1,-1 0-2,1 0 0,4-4 1,7 0-1,3 0-181,1-2 0,-6 4-518,-1-6 347,-5 5 1,-4-7 0,-5 6 0,-7 1 0,-9 2 0,-5 1-451,-2 0 1,-5 1 759,-3 3-77,-3-2 0,-6 3-211,-4-5 1,-1 0-1,-3 0-997,1 0 0,4 0-506,-1 0 0,1 0 1747,-4 0 0,-6 6 0,-1 1 0</inkml:trace>
  <inkml:trace contextRef="#ctx0" brushRef="#br0" timeOffset="94">18841 15149 8034,'-14'0'0,"-1"0"0,-1 0 0,1 0 1253,1 0 0,2 0 1,1 1-1,3 3 1,5 3-1,7 1 861,8 1 1,6-1-1916,7 4-196,5-5 1,5 4 0,6-4 0,-1 1 0,-2-1 0,-1 0 0,0-2-145,0 1 1,-2-1 0,-2-2-1,-4 1-58,-3-1 0,-1 2 1,-2-1 72,-3-1 1,-6 2 254,-6 0-119,-5-1 1,1-4 0,-8 0 0,-4 0 0,-5 0-9,-3 0 0,-4 5 180,-9 3-155,-3 9 0,-5-2 1,-1 5-1,-1 1 0,-1-1-174,4 1 1,5-6-1,6 1 1,2-2-3071,2-2 1097,9 1 1,8-7 2119,8-2 0,30-30 0,13-8 0</inkml:trace>
  <inkml:trace contextRef="#ctx0" brushRef="#br0" timeOffset="95">17426 15309 7986,'0'-12'744,"0"-1"1849,0 1-1925,0 5 0,-2-1 0,-3 9 0,-6 8 0,-6 6-140,-2 4 1,-1-2-387,-5 8-56,1-3 0,-5 8 0,-1-5 0,0-1 1,0 1-1,4 0 0,4-1-135,5 1 1,5-6 0,4-1-1,5-2 1,6 0 0,6 0 202,6-3 1,10-2-1,9-1 1,6-3 590,5-2 1,3-1-1,1-4 1,0 0-283,1 0 1,-5-4-1,-2-1 1,-2-1-1022,-5 1 1,-6-4 0,-8 5 0,-2 2-1978,2 0 1,-4 2 2534,-2 0 0,-13-38 0,-4-10 0</inkml:trace>
  <inkml:trace contextRef="#ctx0" brushRef="#br0" timeOffset="96">21154 15186 6229,'9'-2'2495,"-1"-2"-1039,-5 3-627,2-4-353,0 5 0,-3-2 0,3-1 347,1-1 0,-5-5 0,5 1-470,-1-3 0,-4-2 1,4 1-1,-5 1-237,-5 3 1,-1-2 0,-7 5 0,0-1-52,-4 1 0,-2 1 0,-7 5 0,-3 5-277,-3 6 0,-4 2 0,-2 7 0,-2 4 25,-1 2 0,0 8 0,5-3 0,4 4 320,3 1 0,8 0-15,5 0 8,8 0 1,-2-6-1,8-2 1,3-5-1,7-3 1,7-5-1,6-3 516,2-5 1,7-3-100,3-5 0,4-5-30,4-3-243,-3-3 0,4-7 1,-5-3-1,-1-2 1,-3-3-142,-5-2 1,-3 0-1,-4-3 1,-5 1 42,-2 2 0,-8 8 384,-1 3-617,-4 4 0,-1 17 215,0 8 1,1 9-1,2 3 1,2 1 576,2-1 0,6-3-587,3-1 0,6-4 0,-2 0 0,4-2-252,0-2 1,5-5-1077,0-3 0,-1-3 0,-4-1 0,-4 0-1120,-3 0 0,-4-5 1247,0-3 1057,-7 2 0,-17-49 0,-9-6 0</inkml:trace>
  <inkml:trace contextRef="#ctx0" brushRef="#br0" timeOffset="97">20687 14903 8005,'-13'-6'523,"1"4"0,0-7 3035,0 0-3132,5 3 1,3 1-1,8 5 1,5 0 0,6 1-1,6 2 1,3 2 0,6 1-1,7-1 1402,7-2 1,9-1-1079,5-2-686,-3 0 0,-1 0 1,-6 0-1,-3 0 1,-4 0-1,-4-2 1,-5-1-499,-8-1 193,-5 0 0,-13 3 0,-6-2-60,-7-1 467,-4 0 0,-1 3 1,0-2-1,-1-3 1,1 1-1,-2-2 1,-1 0 141,-1-2 1,-5 2 0,5-1-1,-1-1-88,0 3 1,2-5-1025,-6 2 31,6 4 1,-3-5 0,7 5 0,2-1-1611,1 1 0,2 1 0,2 4 2383,8 0 0,66 0 0,-26 0 0,-1 0 0</inkml:trace>
  <inkml:trace contextRef="#ctx0" brushRef="#br0" timeOffset="98">22003 14509 8005,'-8'-12'377,"1"-1"0,1 2 0,0 2 835,1 1 1,2 5 0,7 0-1,4 6 1,5 7-470,3 5 1,-1 9 0,4 10 0,0 6 142,0 5 1,-4 0 0,2 3 0,-3 4-307,-2 3 1,-5-3 0,-3 2 0,-3 0-218,-1-1 1,0-4-1,0-5 1,0-3-746,0-5 1,-1-6 0,-2-10-2810,-1-3 536,0-4 1,4-11-1486,0-6 2987,0-1 1153,5-5 0,8-19 0,6-11 0</inkml:trace>
  <inkml:trace contextRef="#ctx0" brushRef="#br0" timeOffset="99">21893 15370 7961,'-13'-1'1074,"1"-2"2391,0-1-705,5-5-2133,2 7 0,0-5 0,3 5 1,3-2-1,7 1 0,7 2 271,6 1 1,9 0 0,7 0-1,8 0-630,7 0 1,0-5 0,4 1 0,1 0-73,3-1 1,-2 2-1,3-4 1,-7 0-169,-8 1 1,-9 1-798,-8-3 209,-14 5 1,-4-3 0,-12 3-1,-4-1-2898,-3 1 258,-3 2 1534,-1 1 1,0 1 1665,-1 3 0,12 3 0,2 5 0</inkml:trace>
  <inkml:trace contextRef="#ctx0" brushRef="#br0" timeOffset="100">23000 14620 7927,'-4'-15'138,"-1"2"0,-1 2 1,-1 2 3289,1 1-2830,3-3 1,-3 11 0,8 1 0,0 9-1,4 6 1,1 5 0,2 3 957,2 4 0,0 7-882,-3 2-270,3 0 0,-8 7 0,4-5 0,-2 4 0,-2 1 1,-1 2-1,-2 1 1402,0-2-1708,-6-3 0,3-11 1,-4-2-1,1-4 1,-1-6-1,-3-7 1,1-8-1,0-6 52,5-7 0,-1-7 1,1-6-1,1-4-331,2-3 1,6-1-557,3 2 648,3 2 0,2 0 0,-1 7 1,0 1-1,2 3 0,1 1 0,1 3-144,-1 3 0,5-2-135,0 6 157,3 0 0,6 5 0,0 4 0,-2 3 0,-1 4-738,-1 5 521,-1-4 0,4 9 0,-4-4 0,-5 1 0,-5 3-148,-6 1 0,-2 2 0,-8-1 1,-3 1 375,-7 0 0,-12-5 347,-9 1 1,-8-6-1,-4 1 1,-3-4 535,-1-3 0,0-4-297,0-5 1,5-1 699,3-3-1202,8 2 0,5-7 0,8 3-5065,8-1 4084,11 5 1,14-4 0,13 6 1096,10 0 0,18-18 0,11-8 0,-17 8 0,0 0 0,1 0 0</inkml:trace>
  <inkml:trace contextRef="#ctx0" brushRef="#br0" timeOffset="101">22840 14472 7921,'-8'0'115,"0"0"917,-2 0-115,-1 0 1,3 0-1,0 0 1,0-1 3746,1-3-3938,-4 2 0,11-3 551,0 5-1014,0 0 0,15 0 1,0 0-1,7-2 1,8-2-1,7-4 0,7-1 315,5 0-511,8-7 1,4 8 0,3-9-1,-4 5 1,-7 2 0,-6 4 0,-6 0-1257,-3 3-644,-12 2 1325,-8 1 0,-13 1 0,-5 4 1,-1 3 934,-3 3 76,-3 1 1,-1-1-103,0-3 0,5-1-161,-1-3 314,-3-3 265,6 5-131,-5-6-425,6 0 1,0-1 0,-1-2 0,-2-3 0,-2 1 244,-2-1 1,-2-3-632,-3 1 0,0 1-786,0-1 713,-6-1 0,-1 1 0,-6-1 0,0-2 0,1-2-243,-1 2 0,1 2 0,-1-3 0,2-1-851,2 1 0,-1 5-1418,6 3 2708,5 3 0,27 17 0,12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7.9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0 263 8989,'0'-8'1563,"0"2"-1017,0-1 215,0 6-489,0-6 1,0 5 486,0-2-282,0 2 1,0-5 43,0 7 0,0 0-202,0-6 115,0 4-201,0-4 121,0 6 1469,0 0-1815,7 0 1,-4 0-101,7 0 1,-5 0 85,4 0 0,-4 0-55,5 0 0,-5 0 103,4 0-10,1 0 0,5 0-67,-1 0 0,-4 0 68,0 0 1,-5-5-41,4 0 1,-4 0 38,5 5 0,-5 0-5,5 0 0,-6 0-44,6 0 1,-5 0-18,5 0 0,-5 0-163,4 0 0,-4 0-73,5 0 114,0 0 64,4 0-36,1 0 70,-1 0 9,1 0 13,-1-6 1,-4 4-15,0-3 24,-7 4 0,5 1-32,-3 0-141,-3 0 121,4 0-188,1 0 89,-6 0-160,12 0 211,-11 0 0,6 0-180,-3 0 161,-4 0-70,6 0 274,-7 0 0,2 0-118,2 0 274,-2 0 29,4 0-21,-6 0 662,0 0-1054,-6 0 82,4 0 26,-11 0 1,10-5 1,-7 0 1,6-1-113,-6 1 0,5 1 74,-5-5 1,5 5-15,-4 0 0,4-4 195,-5-2-103,0 3 1,-4-4 0,-1 6 0,6-5-13,-1 6 35,0-8 0,-3 9-149,3-7 0,-3 5-564,4-4-560,2 5 877,-6-9 1,12 10-1918,-4-6 1254,3 5 1055,2-2 0,20 19 0,4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9.5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15 263 10111,'-8'0'1662,"2"0"-1406,6 0 1,0-2 257,0-3 162,0 4-97,0-6-146,0 7 2453,0 0-2805,6 0-259,2 0 136,7 0 0,-1-5-92,1 1 1,-5-1 6,-1 5 0,1 0 2,5 0 1,-6 0 72,1 0 19,0 0 1,4 0-16,1 0 1,-5 0-58,-1 0-113,1 0 1,5 0 55,-1 0 1,-4 0-176,0 0 212,-1-7 1,6 6 70,0-4 1,-6 3 1,1 2 0,-5 0-38,5 0-46,-1 0 86,6 0 1,-5-5-45,-1 0-3,-5 1-94,9 4 91,-12 0 51,6 0 1,-6 0 6,4 0 6,-3 0 11,4 0 202,-6 0 3,0 0-107,7 0 9,-6 0 78,6 0-124,-7 0 678,0 0-608,0-7 0,0 5-39,0-4-9,0 6-53,0-6 1,-2 2-24,-3-5 0,-1 4-77,-4-5 1,-3 5 65,3-5 0,-3 6-153,-1-6 0,-2 2-123,-4-2 1,4-1-150,-3 6 0,2-7-39,3 3 0,-1 2-247,1 2 0,-1 2-211,1-2-76,-1 4-75,0-6 1102,7 7 0,47-19 0,18-5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236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4184 7974 7832,'-12'-4'837,"-1"-1"0,1-1 0,0 1 302,0 2 0,5 3 0,3 4 0,2 6 0,4 5-60,2 5 0,-2 4 0,5 2 0,0 2-356,0 5 1,-3 4-152,4 4-372,0-3 0,3 5 0,-1-8 0,-2-2 1,3-3-1,3-2 0,2-4 52,-1-5-197,-1-4 0,2-4 0,2-2 1,0-5-1,1-4 0,-1-4 0,1-6-148,0-5 0,-4-4 0,2-6 1,-5-1 220,-4-3 0,3 2 25,-3-6 0,-2-1 0,-2-6 0,-3 1-15,-1 3 1,0 1-59,0 6 1,-1 4 357,-3 5-318,2 10 0,-9-1 0,3 13 0,-1 3-106,0 7 1,3 12 0,3 9 0,-1 3-56,1 5 1,3 2-37,4 2 1,4 0-9,9-8 172,-4 3 0,12-16 0,0 2 0,5-7 0,2-5 470,1-7 1,-5-10 0,0-5 0,-2-3-558,-1-1 0,-10-1-1817,-3 1 1467,-8 0-6740,2 0 7090,-6 5 0,-55-4 0,-13 4 0</inkml:trace>
  <inkml:trace contextRef="#ctx0" brushRef="#br0" timeOffset="1">4024 7753 7828,'-18'-4'0,"-1"0"0,0 0 2063,3-2 0,2 5-82,2-3 0,10-2 0,9 2 0,10 0-990,7-1 1,9 2 0,0-4 0,2 0-603,2 0 0,0-1 1,0-3-1,0 2-238,0 0 1,0 3-1,0-3 1,0 4-290,0-1 1,-2 5 0,-2-3 0,-4 4-688,-3 4 553,-7-3 1,1 10-1,-6-4 1,-4 1-1,-4 1-848,-3 0 1466,-1-3 0,-4-1 446,-2-5 1,1-1 0,-5-2-1,-3-3-74,-4 0 1,0-3-567,-5-3 0,-1 0 0,-4 0 0,-1-2-461,-2-3 0,0-2-146,-4-5 1,6 3-1,0 2 1,4 1-1458,0 3 0,4 3-761,2 4 1465,7 2 1208,4 6 0,43 33 0,10 8 0</inkml:trace>
  <inkml:trace contextRef="#ctx0" brushRef="#br0" timeOffset="2">6412 7999 7852,'-5'-12'1285,"0"1"0,-1 1 0,1 2-152,2-2 1,2 6 0,2 4 0,3 9 0,5 6-1,2 6-388,1 7 1,2 3-1,1 6 1,1 0-509,-1 0 0,3 0 1,-2 0-1,1 0-148,0 0 0,-4-4 1,0-3-1,-3-3 1,-2-5-1,-1-2 107,-3-1 1,-3-10 0,-2-5-26,-3-10 0,1-10 0,-4-6 0,2-5 0,2-8 0,3-6-319,4-8 1,3-4 0,7-6 0,1 3-1,3 1 1,1 2-245,3-2 1,-6 16-1,-2 3-1163,-5 12 449,-6 17 1,2 9 0,-5 13-1,0 3 1106,0 1 0,11 7 0,3 6 0</inkml:trace>
  <inkml:trace contextRef="#ctx0" brushRef="#br0" timeOffset="3">6338 7630 7838,'-13'-12'650,"1"1"1,1 1 0,2 3 3742,0 2-2418,7 1-1324,-4 4 0,8 0 0,2 0-195,4 0 0,3 0 1,1 0-1,2 0 0,2-2 1,5 0-333,2-3 0,2 0 0,1 2 1,2-1-1,4 1 0,2 1-380,3-2 0,-3 2 0,7-2 0,-3 3 0,-2 1 0,-3-2-108,-5-2 0,-3 3 0,-5-3 0,-3 2 0,-3 2 931,-2 0 188,0 0 0,-6 0-191,-6 0-833,-6 0 608,-1 0 0,0 0-130,3 0 0,3-1-69,-3-3 1,-2 1-412,2-5 1,-1 1-1,2-2-116,-1 0 0,-6 1 1,2-3 179,-3 3 0,-1-3 0,0 3 0,-2-3 175,-2-1 0,1-2 0,-6-1 1,-2-1 37,-5 0 0,3 1 0,-4 0 0,3 0-39,1 4 0,2-1 1,2 5-1,5-1-3147,2 0 1416,2 5 1,7-2 1763,5 5 0,27 22 0,13 5 0</inkml:trace>
  <inkml:trace contextRef="#ctx0" brushRef="#br0" timeOffset="4">14706 12417 7849,'-12'0'570,"-1"0"0,1 0 0,0 0 0,-1 0 0,1 0 320,0 0 1,6-1-1,5-4 1,6-1-1,5-3-305,4 1 1,2 0 0,0-4 0,5-1-175,2 1 1,2-4 0,-1-2 0,2-1-140,3-3 0,-2 3 0,8-2 0,3-2 1,6-3-1,5-4-171,4-1 0,5-4 1,-26 15-1,0-1 1,1-1-1,0-2 1,-1-1-1,0-1 0,-1 0 1,-1-1-184,-1 1 1,0 0 0,1 1-1,1 1 1,0 0 0,0 1 0,3 0-1,0 1 1,2-1 0,-1 1 0,0 0-1,-1 0-207,-3 2 1,-1-1 0,26-16 0,-6 3 0,0 1 0,2-1-1,1 0 164,-1 1 0,3-1 1,-2 4-1,-1 0 0,-2-2 1,-7 2 201,-6 0 0,2 0 1,-4 3-1,7-2 0,5 2 1,4-1-20,-1 0 1,-1 2 0,-2-3-1,-2 3 1,-1 0 0,-3-1-191,-4-2 1,-7 0 0,3 5 0,2-1 0,3 0 0,5 2-51,1 3 218,-5-4 0,8 7 1,-6-5-1,-2 3 1,-2-1-1,-4 3 1,-4-3-1,-5 3 0,0-2 4,0-1 1,-5 5 0,10-2 0,1 0 0,2-1-1,2-1-246,4-3 0,-1 3 0,4 0 0,-3 0-7,-1 0 1,0 2 0,-3-2-1,-4 1 99,-5 3 0,-4 2 0,0-1 0,0-1 107,1-1 0,1-1 1,2 5-1,1 0 61,2-1 0,4-3 0,5-1 1,0 1 40,0-2 0,0 5 0,-1-5 1,0 1 6,-3 1 0,-3-4 1,-5 3-1,-2 2-73,-3 1 0,2-2 0,-4-2 1,1 0-27,3 1 1,-3-1 0,2 3 0,2-2 15,4 2 1,1-2 0,3 0-1,0 2 90,1 2 0,-3-4 0,2 1 1,-1 1 163,-3 1 1,-5 6 0,-2 0 0,-1-2-203,0-1 1,-3-1-1,3-1 1,0 3-64,1 1 0,-4-2 0,5 3 0,0-1-99,3 0 1,-4-2 0,1 5 0,1-3 82,1 1 1,-4 1-1,-3-2 45,-2 1-1300,-7 5 0,-3-3 1263,-8 6 0,-52-21 0,19 7 0,0 0 0</inkml:trace>
  <inkml:trace contextRef="#ctx0" brushRef="#br0" timeOffset="5">19038 9439 7788,'-13'0'263,"1"0"1,1 1 0,2 2 1218,0 1 0,7-1 349,-2-7 1,2 1-327,2-5 0,6 1-1002,2-1 0,3 1 0,1 4-71,0-1-368,1 0 0,3 4 0,2 0 0,1-1 0,3-2 0,3-3 0,3 1 0,5-2 0,3 2-133,1-1 0,1-3 0,0 2 1,0-1-1,-3-1 0,-5 1-284,-7 1 1,0 0 0,-6 5 241,-2-2 1,-9-1 243,-6 5-1162,-5 0 697,-2 0 1,2 2 0,3 1 183,-2 1 1,3 1 150,-3-1 1,2-1 0,1 4 436,-3-2 1,1 5-281,-5-2 1,4 3 0,-4 1-1,-3 2-50,-4 2 0,-2 4 1,-6 4-1,-4 2 140,-3 3 1,-3-2-1,-3 5 1,3-1-252,5 1 1,2-5 0,2 0 0,5-5-1098,7-5 1,1-4 0,8 0 1097,5-1 0,41-44 0,-12 11 0,-1 0 0</inkml:trace>
  <inkml:trace contextRef="#ctx0" brushRef="#br0" timeOffset="6">14792 12651 7800,'-7'-8'554,"2"1"1,1 0 543,0 0 0,-1 3-568,5-4 1,2 5-1,2-1-176,4 3 0,0 1 1,3 0-1,3 0 170,0 0-472,5 0 1,1 0-1,8 0 1,2 0 0,3 0-1,3 0 1,5 0 0,2 1-1,1 2-33,-1 1 0,-2 0 0,3-4 0,-1 0 0,-4 0 0,1 0-1,1 0-17,-3 0 0,6-2 0,-2 0 0,6-2 0,7 0 0,2-1 0,3 0 1,-2 0-1,-2-1-38,-4 3 0,1 1 0,3-1 0,6-1 0,1 0 0,-2 0-181,-3-1 200,2 1 0,-10 0 0,2 0 0,-4 0 0,-3 0 0,3-2 0,6 0 87,7-4 0,-4 3 0,2 0 1,-5 1-58,-7-1 0,-4 3 0,-1-3 0,-2 1-11,-5 4 1,1-4-1,5 2 1,5 0-36,6-2 1,-1 4-1,2-7 1,-3 0-75,-5-2 0,3 3 1,-3 1-1,1 0-97,-1 0 1,7 3-1,-1-3 1,4 0 102,3 1 1,-7 3 0,-3-1 0,-6 1 71,-6-1 0,1 3 1,-5-4-1,4 4 109,1 1 1,5 0 0,3 0-1,3-1 38,2-3 1,-3 2-1,-1-2 1,-5 3-33,-3 1 0,0-4 1,3 0-1,3 1-94,0 2 1,8-4-1,-2 1 1,5 2-9,4 0 0,-6 2 1,-4 0-1,-6 0-23,-5 0 1,-1 0 0,0 0 0,1-1-16,3-3 1,4 2-1,9-2 1,3 3-42,3 1 0,-8-1 1,-4-2-1,-4-1 5,-5 1 1,5-3 0,0 2 0,1 0 97,0-1 0,0 3 1,4-2-1,1 3 116,-1 1 1,-5 0 0,-3 0 0,-3 0-34,-1 0 1,5-1-1,2-2 1,1-1-50,0 1 0,0 2 0,5 1 0,-1 0 14,0 0 1,-1-4-1,-4-1 1,-6 3-226,-4 0 1,3 2 0,5-1 0,1-2 172,-1-1 1,3 0 0,-2 4 0,0 0 220,4 0 0,-6 0 1,-3 0-1,-5 0-100,-3 0 1,4 0 0,-1 0 0,4 0-47,4 0 0,-1 0 1,5 0-1,3 0 84,4 0 1,-7 0 0,0 0 0,-5 0 126,-3 0 0,-6 0 0,-2 0 0,-2 0-1,2 0 1,-3 0-1,4 0 1,0 0-141,3 0 1,2 0-1,4 0 1,0 0-321,2 0 1,4 0-1,-4 0 1,-2 0-122,-5 0 0,0 0 0,-5 0 0,-2 0 367,-1 0 0,-3 0 0,-1 0 0,-1 0 110,1 0 1,6 0 0,4 0 0,1 0-108,-1 0 1,3 0 0,4 0-1,2 0-164,-1 0 1,-2 1-1,-2 2 1,-2 3-139,-1 0 1,-5-3 0,4 3 0,-2-2 413,-3 0 0,-1 0 0,-2-4 1,-3 0 986,0 0 0,-10 0 0,1 0-122,-1 0 0,-5-5-1283,-2-4 1,-4 0-1,-4-1 1,-5 3-4345,-2 2 4573,-6-5 0,-19 9 0,-9-5 0</inkml:trace>
  <inkml:trace contextRef="#ctx0" brushRef="#br0" timeOffset="7">22951 12072 7780,'-12'-8'960,"-1"1"0,1 2 0,1 1 196,3-2 0,5 5 0,10-3 0,7 2 0,4 2 0,5 0 662,4 0-1648,5 6 1,9-1 0,1 5 0,0-2-1,2 2 1,-1-1 0,0 1 462,1-2-683,-4 0 1,8 3 0,-2-1 0,5-2 0,1 0 0,-3 0 0,-4 1 0,-1 0 0,-2 1-501,0-2 1,-7 3 0,-11-4 0,-6 1 0,-4 0-76,-2 2 0,-5-3 0,-4-1 856,-6 0 1,0-2 0,-5-4-1,-2 0 1,-1 0 385,-1 0 1,-6 0-1,-2 0 1,-3 0 0,-3 0-1,-4 0 1122,-7 0-1624,0 0 1,-6 1-1,6 2 1,2 1 0,2-1-1,4-2 1,3 1-1,3 0 1,3 2-1432,3-1 1,8 3 0,2-1-1,3 1 1,5 0-2066,6 1 1,5-3 3380,5 5 0,45-12 0,-22 2 0,0 1 0</inkml:trace>
  <inkml:trace contextRef="#ctx0" brushRef="#br0" timeOffset="8">18742 6264 7876,'-6'-2'1856,"0"0"-743,1-2 0,3-2 555,-2 2-915,3 3 0,1-10 1,-2 4 2103,-2 0-2227,3-4-114,-5 10-397,6-10 0,0 11 1,0 0-185,0 7 0,0 0 1,2 1-1,1 1 77,1 2 0,0 2 0,-3 0 1,2 4-62,1 3 1,1 3 94,0 2-55,-4 0 1,8 3-1,-3 2 1,-1 2 0,1 2-1,-2 2 1,0-1-117,0-2 1,2 3 110,-2-4 1,-3-3 51,3-4-38,-2-1 1,-2-6 0,0 4-1,0-3 1,0-1-30,0-3 0,0-1 0,0-2 0,0 0-113,0 0 0,0-3 86,0-1 1,0-4-170,0 4 197,0-5 1,-2 6 0,-1-3-170,-1 1 72,0-4-37,4 7 1,-1-8 0,-2 3 0,-2 1-725,-2 2 549,4-3-535,-2 6 0,5-8-2848,0 5 3720,0-5 0,11-47 0,2-17 0</inkml:trace>
  <inkml:trace contextRef="#ctx0" brushRef="#br0" timeOffset="9">18730 6215 7834,'-12'0'122,"-1"0"1,1 0-1,1 1 1,2 2 622,0 1 0,5 1 0,-3-1 413,2 5-295,1-4 0,0 2 0,1-3 432,4 4 0,1-2-41,6-2-976,0-3 0,5-1 0,-1 0 0,0 0 0,2 0 0,1 0 0,3 0 1,1 0-1,1 0 178,-1 0 0,5-5 1,-4-2-1,3-1-543,2-1 0,0 3 1,-2-4-1,-1 3-197,-2 2 0,-3-1 1,2 4-1,-1-3-17,-3 3 0,-6 0 1,-1 2 316,2 0 32,1 0-206,-4 0 1,0 0-492,-3 0 697,-3 6 408,5-5 435,-6 5 783,0-6-1099,0 0-49,-6 0-330,5 0 8,-5 0 1,5 0 168,-3 0-737,2 0 232,-3 0 77,5 0-526,0 0 679,0 5 1,-4-2-59,0 5 77,0 0-130,4 5 0,0-1 1,0 0-1,0 0 1,0 1-86,0-1 110,0 0 1,0 5-1,0 1 1,0-1-1,0 2 76,0 1 0,0-1 1,0 3-1,0-2 6,0 2 0,0 1-86,0 2 1,0 0-380,0-1 285,0 1 0,1-1 0,2 1 0,1-2 0,-1-1 31,-2-1 1,-1-2 0,0 1 0,0-2 235,0 0 1,0-5-33,0 4 1,0-3-66,0-2 57,0-5 0,0 4 0,0-3 0,0 3-76,0 1 1,0 0 0,0 1-179,0-1 1,0-4-150,0 0 243,0 1-170,0 3 0,0-4-688,0 0-1697,0-5-2712,0 3 5286,0-6 0,11-22 0,3-6 0</inkml:trace>
  <inkml:trace contextRef="#ctx0" brushRef="#br0" timeOffset="10">18693 7150 7218,'-7'-1'2763,"3"-4"-1743,3 4 32,1-4 673,0 5 117,0 0-1813,0 5 0,-4 2 0,0 7 0,0 2 40,-2 4 0,1 4 0,-5 2 0,2 1-183,-2 2 0,-1 5 0,-1-1 0,-2 1-60,-2-1 0,2 1 1,-1-7-1,4-2 89,3-3 0,0-6 1,-3 3-1,1-1-29,2-3 0,4-1 83,-4-2 20,5 0 0,-6 1 1,3-2-1,1-2 1,-1-1 567,3 2 30,2-4 557,1-1-59,0-5 0,1-5-314,3-4-552,3 4 0,2-1-147,-1 6-72,0 0 1,0 0 0,0 0-79,2 0-41,1 0 0,1 0 1,0 0-1,1 0 1,-1 0 93,0 0 0,1-1 1,-1-2-1,0-2 228,1-2 1,0 3-39,4-4 1,-2-1 0,4-3 0,0 1 192,0 3 0,-2-3-308,3 3 0,1 2-343,3 2 174,-5-3 1,5 6 0,-5-3 0,1 3 0,-1 1-278,-1 0 1,3 0 0,-5 0 0,-2 1 105,-5 3 0,2-3 233,-3 4 1,-1-4 0,0 0 0,0 2-28,0 1 0,-3 0 266,4-4-195,-5 6 0,8-5 1,-4 5-1,1-2-396,0 0 380,0 5 1,0-7 102,1 2 0,-3-1 14,3 1 0,2-3-73,-3 3 1,-1-3-195,1-1 1,-4 0 43,4 0 95,-5 0 0,8 0 484,-3 0 1,-1 0 372,1 0-991,-5 0 0,4 5-716,-3-1 583,-3 0-151,5 1 105,-1-3 0,-4 4 293,4-1 484,-4-4 0,3 6 13,0-3-570,0-3 1,-4 6 78,0-3 0,2-1-457,2 5 337,-3-5 0,5 4 309,-6-3 566,0-3 61,0 5-342,0-6 1,0-2 151,0-2-524,0 3 1,0-6 0,0 3-146,0-4 0,0-3 0,0-2 0,0 0 121,0-4 1,0 2 134,0-5 1,-6-2 0,-2-7-1,-3-4-223,-1-2 1,-5-8 12,1-2 0,-2-7 1,3-2-1,-1-1-123,1 0 0,1 3 118,2 7 1,1 4 17,2 8-641,-2 9 0,6 2 1,-5 7-2273,2 4 2951,0 9 0,1 26 0,2 9 0</inkml:trace>
  <inkml:trace contextRef="#ctx0" brushRef="#br0" timeOffset="11">18570 8061 7798,'-8'0'134,"0"1"1,-2 2 0,1 2 0,-1 2 974,2 3-988,5 6 1,-8-1 0,4 6 0,0 0 0,2 4 0,1 2-1,-2 2 1,1-2 0,-1-2-2083,4-4 1961,-5-4 0,11-10 0,-3-1 0</inkml:trace>
  <inkml:trace contextRef="#ctx0" brushRef="#br0" timeOffset="12">18742 8024 8162,'-6'5'585,"-4"-2"1,4 5 0,1 3-1,0 3-165,2 2 0,1 6 0,2-2 1,2 4-1,2 0 0,4 0-655,3-4 1,3-2 234,2-6 0,20-32 0,9-9 0</inkml:trace>
  <inkml:trace contextRef="#ctx0" brushRef="#br0" timeOffset="13">18952 8048 7809,'-9'0'1595,"1"0"0,4 0-745,-4 0 1,5 2 0,0 2-496,6 4 0,4 3 0,5 1 0,1 0-895,-1 1 247,0-6 0,0 4 1,1-3-1,-1 1 0,0 1 293,1-2 0,10-32 0,3-5 0</inkml:trace>
  <inkml:trace contextRef="#ctx0" brushRef="#br0" timeOffset="14">19210 8036 7809,'-7'5'1047,"0"1"1,5 3-1,-3 0-43,3 0 0,0 4 0,2 2 1,2 2-1048,2 3 0,4-4 0,7 3 43,1-1 0,12-2 0,-2-3 0</inkml:trace>
  <inkml:trace contextRef="#ctx0" brushRef="#br0" timeOffset="15">19407 9623 7790,'-12'-10'1006,"1"0"680,2 2-1536,4 0 1,6 1 0,3 3-1,5 2 1,2 4 0,1 2-13,0 4-183,-5 3 60,4 1-15,-10 6 0,5 23 0,-6 11 0</inkml:trace>
  <inkml:trace contextRef="#ctx0" brushRef="#br0" timeOffset="16">19530 10116 7817,'-12'5'0,"-1"-2"396,1 5 1,4-4-1,0 3 1,-1 0-1319,3 0 922,0-5 0,23 4 0,3-6 0</inkml:trace>
  <inkml:trace contextRef="#ctx0" brushRef="#br0" timeOffset="17">19530 10473 7817,'-12'12'466,"-1"0"1,1 0 157,0 1 0,5-1-624,3 0 0,19 1 0,5-1 0</inkml:trace>
  <inkml:trace contextRef="#ctx0" brushRef="#br0" timeOffset="18">19616 10731 7816,'-8'1'1153,"1"3"-1242,2 5 1,-4-2 0,5 1 88,2 1 0,11 24 0,5 7 0</inkml:trace>
  <inkml:trace contextRef="#ctx0" brushRef="#br0" timeOffset="19">19690 11039 7816,'-12'11'0,"1"-2"0,2-1 0,-1 12 0,3 6 0</inkml:trace>
  <inkml:trace contextRef="#ctx0" brushRef="#br0" timeOffset="20">19702 11199 7816,'-12'17'0,"0"-2"0,-1 6 0,1 16 0,0 8 0</inkml:trace>
  <inkml:trace contextRef="#ctx0" brushRef="#br0" timeOffset="21">19715 11408 7816,'-6'18'109,"-1"-1"1,-4 4-1,2-3-87,1-1 1,5-7-23,-1 2 0,19-29 0,5-5 0</inkml:trace>
  <inkml:trace contextRef="#ctx0" brushRef="#br0" timeOffset="22">19764 11691 7816,'-14'4'983,"-1"1"960,-1 2-1943,-1-4 0,27-14 0,5-9 0</inkml:trace>
  <inkml:trace contextRef="#ctx0" brushRef="#br0" timeOffset="23">19838 11875 7816,'-13'0'804,"1"0"0,0 2-878,-1 2 1,5-1-1,1 5 1,2 3-1028,2 4 1101,2 4 0,6 44 0,-1-27 0,-1 0 0</inkml:trace>
  <inkml:trace contextRef="#ctx0" brushRef="#br0" timeOffset="24">19862 12122 7816,'-4'-9'790,"-1"1"0,-1-1 75,1-2 0,1 2-865,4 1 0,-6-5 0,-1-7 0</inkml:trace>
  <inkml:trace contextRef="#ctx0" brushRef="#br0" timeOffset="25">19616 8984 7755,'-7'-6'2051,"2"3"1,3-4 671,-2 2-2392,3 1 0,-5 5 0,6 3 0,0 5 0,0 2 0,0 2 0,0 2 632,0 2 0,2 0-280,2 0-522,-3-3 1,9 7 0,-5-4-1,2-1 1,1 1 0,1-1-1,-1-1 66,1-1 1,4-7-1,2-3 1,1-3 146,-1-1-392,4 0 0,-4-5 0,4-4 0,-1-3 0,-3-3 0,-1-3 0,-2-1-324,1-3 1,-1 3 0,-1-1 0,-3-1 316,-4 2 0,2 0 0,-2 4 774,-2-2 1,-2 6-186,-4 7-389,3 3 0,-9 2 1,5 5-1,-1 6 123,1 7 1,1 0 0,4 2 0,1-1 132,3 0 0,3 1-78,6-4 0,-1-1 526,0-3-498,0-7 1,5 0 0,1-6 0,-1 0 0,1-2-487,-3-2 1,-2-2 0,-4-8-1,-2-1-3458,-2-2 0,-1 1 1044,-4 4 1,5 3 2518,-1 1 0,-22-11 0,-9-7 0</inkml:trace>
  <inkml:trace contextRef="#ctx0" brushRef="#br0" timeOffset="26">19567 8676 7782,'-12'0'6423,"-1"0"-3538,6 0-2102,2 0 1,16 0 0,4 0 0,4 0 0,2 0-236,0 0 0,-1 0-458,0 0 0,5-4 1,3 0-1,0 1 1,-2 0-1,-2 0-187,1-1 0,-5 0 1,1 4-1,0 0-421,-2 0 0,-2 0 0,-4 0 0,-1 0-207,0 0 0,-3 2 71,-1 2 918,0 3 1,-1-2 0,-4-5 0,-6-7 938,-5-4-1123,-3-7 1,-3 5 0,-2-5 0,-5 0 0,-2-1 0,-2 0 0,1 3-328,-1 2 1,2 6-1950,2-1 1246,-2 7 0,5-8 0,-2 6 950,3 1 0,20 2 0,5 1 0</inkml:trace>
  <inkml:trace contextRef="#ctx0" brushRef="#br0" timeOffset="27">24182 11962 7711,'0'-13'133,"-4"1"1,-2 0 0,-1-1 3174,-2 1-2345,-2 0 1,3 5 0,1 4-1,3 6 1,5 7 0,7 5 955,7 5 1,0 5-1264,6 3-452,-1-2 1,4 6 0,-3-5 0,-1 2 0,-1 0 0,-2-2 0,0-1 0,-5-4 0,-2-3 681,-1-4 1,-3-1-368,-2-2 0,-3-7 0,-1-6-44,0-10 0,0-8-755,0-10 156,0-2 0,0-16 0,0-5 0,2-5 0,2-7 0,4-2 0,3 0-641,1 6 1,1 6 0,-3 11-1182,-1 10 864,-4 14 1,-5 19 0,0 10-1,-1 5-1829,-3 5 0,2 4 1737,-2 0 1174,3-5 0,1 5 0,0-5 0</inkml:trace>
  <inkml:trace contextRef="#ctx0" brushRef="#br0" timeOffset="28">23972 11568 7738,'-12'-6'283,"0"-2"1,4-3 436,-1-1 0,7 4 924,-2 0-242,-3-1 0,5-3 8,-2 0 1,3 6-785,1 6-477,5 0 0,2 11 0,6-3 0,-1 2 0,2 0 0,1-4 0,4 1 1097,4 0-1226,-1-4 0,13 2 0,-2-5 0,4-1 1,3-3-1,1-4 0,-2-3-486,0-2-16,-2-4 1,-6 3-1,-2-3 1,-6 4-1,-4 0-420,-2 1 1,-12 7 546,3 5 480,-10 5 0,-1 7 1,-4 1-1,0-1 0,2 0 927,-1 1-668,-3-6 1,6 2 81,-5-5 82,5 0 0,-2-5 55,5-3 1,0 1-1,-2-4 435,-2 2-718,3-5 1,-6 7-390,3-5 0,2 4-100,-2-4 0,2 5-754,-3-1 712,4-3 0,-9 5 1,6-7-1,0 0 0,-1-2-242,-3-1 0,1-2 0,-1-1 0,-2-2-360,-1 2 1,-1 0-912,-1-1-540,1 2 1565,0-4 699,0 6 0,-1-11 0,1-3 0</inkml:trace>
  <inkml:trace contextRef="#ctx0" brushRef="#br0" timeOffset="29">14607 12848 7830,'-6'-2'214,"0"0"1,2-4-1,-1-1 1,-1-2 864,1-2 1,1-2-69,4 1-606,0 0 0,1 4 1,3 1-1,4 1 737,3 4 0,1 0-30,1 2-840,5 0 0,-1 0 0,5 0 1,-1 0-1,1 0 0,1 0 1,3 0 810,3 0-987,2 0 1,6 0 0,1-1-1,3-2 1,6-1 0,3 0 0,4 0 135,-2 0 0,-2-4 0,-2 2 0,-3 1-102,-4-1 0,-8 1 107,-4 1-193,-9 2 1,3-5-1,-2 5 1,2-4 0,2 1-78,-1-1-14,7-3 1,0 6 0,7-4 0,2 2 0,1 0-88,-1 0 0,-2 4 0,-3-3 0,0 2 14,-3 2 1,-4 0 77,0 0 1,-2-4 125,-1 0-67,5 0 1,0 4-1,4-2 1,-1 0-1,1-4 137,2-1-121,1 5 0,0-8 1,0 5-1,-2-1 0,-2-1-5,-4 1-21,2 3 0,-5-3 0,4 5 0,-1-2 0,1-1-117,2 1 0,-2 2 65,7 1 1,-3-4 0,7 0 0,-3 1 8,-1 2 0,0-3 31,0 0 1,-6-5-32,-2 5 69,-3-5 1,-1 7 0,-1-3 0,-1 1 0,-1 0 51,-1 1 0,-1 1 0,6 1 0,3-2 38,4-1 1,-2 0-24,2 4 1,0 0-6,4 0 16,-6-5 0,5 2 0,-5-4 0,1 0 0,-4 2-2,-2-1 1,-1 1 0,0 2 0,-2-1 12,-3 1 1,4 2-55,-4 1 0,5-4 63,3 0-132,-2 0 0,6 4 1,-5 0-1,2 0 1,0 0-63,1 0 1,-4 0 202,2 0-104,-2 0 0,-1 0 0,0-2 1,-1 0-1,1-3 11,0 3 0,-1 0 1,-1 1-1,1-2-68,0-1 0,-6 0 17,7 4 1,-4 0 86,4 0-131,-6 0 0,4 0 0,-3 0 0,-1 0 0,-3 0 79,-2 0 204,-2 0 0,0 0 1,1 0-1,-1 0 336,0 0 0,-3 0-579,-1 0 1,-4 0 0,4 0-111,2 0 0,1 0-109,1 0 252,0 0-166,1 0 1,-1 0 0,0 0 0,0 0-1,1 0 66,-1 0 0,-4 0 0,0 0 0,2 0 404,1 0 0,-3 0 5,0 0 0,1 0-21,3 0-277,0 0 0,1 0 1,-1 0-1,0 0 1,2 0 33,2 0-60,-2 0 1,9 0-1,-2 0 1,2 0 0,1 0-182,1 0 0,0 0 66,-1 0 0,1 0 0,0 0 0,-1 0 35,1 0 0,-5 4 59,1 0 0,-2 0-106,1-4 1,2 0-1,-4 2 1,1 0-157,3 3 1,1 0 216,2-1 1,1-3 0,3 4 0,3-4 170,4-1 1,-3 0-23,0 0 1,-2-4-83,2 0 1,-2-4-1,-5 3 1,0 3 270,-2 0 1,-8-2-85,0 0 0,-2 0 187,-2 4-301,1 0 1,-1-1 0,0-2-1,1-1 1,0 1-89,4 2-19,-4 1 0,9 0 0,-5 0 0,-2 0 0,0 0-89,1 0 0,-6-4 359,2 0 0,-2-1 1139,2 5-1076,-5 0 0,0-1-310,-3-3 0,-3 3 0,10-5 0,-3 6 0,3 0 0,1 0 0,1 0-2163,-1 0 1052,-5 0-2146,-2 0 2445,-5 0 1,-5 0-1,-5 1 812,-5 4 0,-24-6 0,-12-3 0,-6 4 0,1-1 0</inkml:trace>
  <inkml:trace contextRef="#ctx0" brushRef="#br1" timeOffset="30">14558 12823 7909,'-7'-1'311,"2"-2"0,1-3 0,-2 0 1180,0-4 1,3 3-1041,-1-1 1,4 5 0,4-1-70,4 3 1,-1 1 0,1 0 0,2 0-46,1 0 0,2 0 1,2 0-1,2 0 0,-1-2 1,2 0 63,2-2 0,4-2 1,0 3-1,1-1 1,-1 2-1,1 0-277,0 2 1,-3-1-1,-1-2 1,3-1-1,-2 1 1,1 2 34,0 1 1,2 0 0,-1-1 0,1-2 0,1-1 0,1 0-18,2-2 1,1 3 0,-3-3 0,1 0-1,-4 2 1,-2 0-170,0 0 0,-3 0 0,0 4 0,-1 0 1,-3 0-1,-1 0-189,-2 0 224,0 0 0,1 0 1,-1 0-1,0 0 1,1 0-1,0 0 1,2 0-1,3 0 0,0 0-46,0 0 0,4 0 1,-1 0-1,5 0 0,5 0 1,-1 0 0,0 0 1,-2 0-1,-2 0 1,2 0-1,0-2 1,-2 0 32,-4-3 0,0 1 0,-5 4 0,-2 0 0,-2 0 1,0 0 23,-1 0 0,0 0 0,2 0 0,1 0 139,1 0 1,6-1 0,-1-2 0,3-1-74,5 1 0,-2-2 0,6 0 1,1-1-112,2 1 1,-3-1 0,0 3 0,-1-2-142,0-2 1,-2 4-1,-5-2 1,-1 1 91,1 0 0,-5 0 0,1 4 0,-1-2 108,-1-2 1,1 3 0,-4-3 0,5 2 71,2 2 0,1 0 0,1 0 1,0-1-27,-1-3 1,6 2 0,2-2 0,1 3-159,-1 1 0,-3-4 0,3-2 0,-1 1-48,0-1 1,-3 1-1,2 2 1,-1-2 70,-1-2 1,2 4 0,-2-1 0,0 3 41,0 1 1,2-4 0,-1 0 0,-2 1 91,-1 1 0,-1 2 0,-1 0 0,1 0 10,-1 0 0,1-1 1,0-2-1,-1-2-13,1-2 0,-1 3 1,0-3-1,-2 0-46,-2 0 0,1 3 0,2-3 0,-1 2-9,-2 2 1,-3 2 0,2 1 0,0 0-90,0 0 1,2 0 0,3 0 0,1 0-87,-1 0 1,1 0 0,0 0 0,-1 0 103,1 0 1,1-4 0,0 0 0,0 0 51,-3-2 1,-5 5 0,1-3 0,-1 2 70,-3 2 1,3 0 0,-2 0 0,-1 0 45,-1 0 1,3-1 0,3-2-1,0-1 34,1 1 0,0 2 0,7 0 0,2-2-150,1-1 0,-3-2 1,0 4-1,-2-3-58,-1 3 0,1-4 0,0 2 0,0 1 11,-3 2 0,-5 1 0,1 0 0,0 0-52,0 0 0,-4 0 0,3 0 0,-1 0 60,-1 0 1,2 0 0,-2 0 0,5 0 156,2 0 1,2 0 0,-1 0 0,1 0-121,-1 0 0,1 0 0,-2 0 1,-1 0 18,-1 0 1,-1 0-1,3 0 1,-2 0-19,-5 0 1,-2 0 0,-2 0-1,2 0-37,2 0 1,-1-1-1,5-2 39,-3-1 1,0 0-1,-5 2 1,2 0-12,2-2 1,-2-1 0,2 5 0,-1 0-14,2 0 0,-2 0 0,4 0 0,-1 0 54,-3 0 0,2 0 0,1 0 1,0 0 56,0 0 0,-2 0 0,-4 0 0,2 0-33,3 0 1,-2-1 0,4-2 0,-1-1-103,-3 1 0,2 2 1,0 1-1,-2 0 21,-2 0 0,0 0 1,-1 0-1,0 0-14,1 0 0,-5 0 144,0 0 1,-4 0 504,4 0-376,-5 0 1,4 0-308,-3 0 1,3 0 0,5 0-96,1 0 0,-1 0 0,0 0 0,0 0-34,1 0 1,-1 0 0,0 0-1,1 0 33,-1 0 0,0 0 472,1 0 0,-5 0 964,0 0-971,-5 0-284,2 0 0,-3-4-282,2 0 0,-2-2-945,7 2 1,-7 2-2391,2-7 3603,-2 7 0,-13-42 0,-3-4 0</inkml:trace>
  <inkml:trace contextRef="#ctx0" brushRef="#br1" timeOffset="31">19542 12122 7909,'-5'-7'668,"2"-3"0,-4 5 2064,2-2 1,1-1-1213,4-5 1,5 8-1,3 5-958,3 7 0,2 0 0,-1 1 0,2 1 0,1 2-306,1 2 1,0-5-1,-2-1 1,2-1-1,4 0 1,0 1-121,1 0 0,-1-3 0,5 3 1,-1-1-1,1 0 0,0 1-309,-1 0 1,-3-3 0,-1 2 0,1 0 0,-2-2-1,-3 0-737,-2 0 1,-6 2 733,0-2 0,-5-1 0,0 3 0,-6 0 1,-5-3 610,-3-2-446,4-1 0,-4 0 1,3 1-1,-3 2 1,-1 1-1,-1-1 1,0 0 46,-4 1 0,-2-3 0,-5 5 0,-2-1 0,-2 3 0,-2 3 85,-1 2 0,-1-1 0,-1 0 0,3 2 0,2 1 0,0 1-320,5-1 0,4 3 1,8-2-1,1 0 0,4-3-502,0-1 1,2-3 414,4-1 1,1-5 488,3 1 628,-2-3-428,3-1 0,-3 0-697,2 0 1,-1-5-242,5-4 0,-6 3 0,4-1-794,-1 1 0,-2-2 1,4 3 1328,-2-2 0,27-23 0,2-10 0</inkml:trace>
  <inkml:trace contextRef="#ctx0" brushRef="#br1" timeOffset="32">15727 13832 7829,'-12'-7'2427,"4"-2"1,1 3-1480,2-1 1,5 10 0,5 3 0,2 7 0,2 8 0,2 2 761,2 2-1440,-7-1 0,4 5 0,-6 1 0,-1 0 1,0 2-1,-1-2 0,2 0 49,-1-3 0,-1-2 1,-2-3-1,0-3 1,0-1-1,0-3-753,0-2 0,-2-6 137,-2-3 0,-1-8 1,-5-5-1,2-5 0,-2-4 1,-2-1-777,-4-3 1045,2-1 1,-5-3-1,4-1 1,-2-4-1,2 0 1,2-2 0,2 0-1,2 2 1,5-1 84,3 1 0,1 1 1,1-4-1,3 0 1,6 3-1,5 3 194,6-1 1,-1 7 0,3-2 0,3 2 0,0 1-1,0 2-240,-1 1 0,1 6 0,1 5 0,3 2 0,0 2 0,0 2-454,-2 1 1,-2 6 0,-3 7 0,-4 6 0,-7 5 0,-6 4 253,-5 0 1,-8 7 0,-5-3 0,-7 3 0,-4-1-1,-2-3 467,1-1 0,-5-5 1,0-6-1,3-1-527,4-3 0,0-3 0,6-4-5471,1-3 5720,1-4 0,40-23 0,10-5 0</inkml:trace>
  <inkml:trace contextRef="#ctx0" brushRef="#br1" timeOffset="33">16133 13697 9565,'-4'8'2574,"0"0"-1113,1 2 0,2 1 587,1 1-1199,-5 0 1,3-6 0,-2-8 0,3-7-175,1-6 1,0-8 0,1-1 0,2-2 0,1 2 0,0 2-1129,2 0 0,-4 4 1,7 2-1,0 3 1,2 5-1,1 4-1713,1 3 0,4 6 0,5 5 0,4 4 2166,3 2 0,38 0 0,-31-9 0,0-1 0</inkml:trace>
  <inkml:trace contextRef="#ctx0" brushRef="#br1" timeOffset="34">16576 13537 7829,'-12'5'381,"4"-3"1,0 2 0,0-2 722,1 3 0,-4-3 1,3 7-1,-2 0-446,2 2 1,2 1 0,6 1-1,0-1 1,0 0 0,2 1-253,2-1 1,3-4-1,6-1 1,4-2-1,3-2 1,3-2-102,2-1 0,0-9 1,-1-5-1,1-4 0,-2-2 1,-2-1-156,-5 1 0,-8-1 1,-4-2-1,-4 1 0,-5 5 1,-7 1-640,-8 6 1,-3 5-1,-1 3 1,-1 4-1,0 7 1,2 3-2593,3 4 0,-1-1 0,7 5 3081,3-3 0,24 11 0,2-2 0</inkml:trace>
  <inkml:trace contextRef="#ctx0" brushRef="#br1" timeOffset="35">16983 13549 7829,'0'-12'2191,"-2"0"3689,-2-1-5061,3 6 1,-1 3 0,8 8 0,1 6-247,2 5 0,2 0 0,1 6 0,1 0-495,-1 3 0,-1 0 1,-1 1-1,-4-1 1,0 1-1,-3 1-139,-2 3 0,-4 1 0,-5 4 0,-8-1 0,-6 0 0,-3-2-635,1-2 0,-1-5 0,2-3 0,1-6 0,3-5 0,1-6-753,3-3 0,3-4 0,3-3 0,5-8 0,3-4 1449,1-4 0,9-16 0,4-7 0,0-5 0,1 0 0</inkml:trace>
  <inkml:trace contextRef="#ctx0" brushRef="#br1" timeOffset="36">16847 13328 7829,'-12'-2'0,"1"-2"0,1-3 2286,2 0 0,4-2 1,-3 3-2000,2 0 0,2-1 0,7-1 1,4 3-288,3 4 0,13 12 0,1 3 0</inkml:trace>
  <inkml:trace contextRef="#ctx0" brushRef="#br1" timeOffset="37">18016 12958 7795,'-8'-5'785,"1"-3"0,0-2 269,1 2 0,3 4 0,-3 8 1,2 6-682,0 5 1,-4 5-1,2 7 1,0 4-136,-4 0 0,-1 3 1,0 6-1,2 1 201,0-2-436,1 5 0,1-5 0,3 3 0,3-2 0,2-2 0,3-5 0,6-5 0,5-6 0,4-1-137,0-2 1,5-10 0,-4 0 0,3-7 0,1-2 0,-3 0 319,0 0 1,-6 0 0,1 0 0,-3 2-1,-4 1-592,-1 1 0,-5 5 0,1-1-5669,-2 3 6075,-8-4 0,5-29 0,-5-12 0</inkml:trace>
  <inkml:trace contextRef="#ctx0" brushRef="#br1" timeOffset="38">18324 13278 7792,'0'-8'494,"-1"1"0,-2 1 565,-1-1 0,-2 4 1,4-3 338,-3 1-888,1 4 1,3-5-1,-2 8 1304,-1 2-1725,0 2 1,4 7 0,0 0 0,0 2 0,1 2 0,3-2 0,3 0 0,2 0 0,-1 1-142,1-1 1,2-1 0,2-3-1,0-1 1,2-4 0,2 0 14,-2-3 1,0-2 0,0-1-1,1-1 1,-2-3 0,-3-5 707,-3-2-643,-5-1 0,6-2 1,-5-1-1,1-1 0,-1 1 1,0 0-1,-2 0 0,0-2 1,-2 1-249,0-2 1,0 5-1,0-4-190,0 4 1,0 7 317,0 6 1,0 6 0,0 6 0,0 0 186,0 0 1,1 5-1,2-1 1,2-1 386,2-1 1,1-2-1,5 1-102,-1-1 0,0-1 0,1-3 0,-1-4-194,0-2 0,-4-2-3864,1 0 3678,-1 0 0,-29-33 0,-7-8 0</inkml:trace>
  <inkml:trace contextRef="#ctx0" brushRef="#br1" timeOffset="39">18312 13081 7811,'-2'-6'589,"0"0"1,-4 2-1,1-1 1237,-1-2 1,-2 3-890,4-5 0,-4 5 624,4-4-1193,-1 5 1,7-2 0,1 6 0,2 2-1,2 1-209,2-1 1,2 2 0,2-1 0,-1-1 0,0-1 0,2-2-48,2 0 1,-2 0 0,2 0 0,-1 0 0,0 0 0,2-2-238,-2-2 1,-1 3 0,-2-5-1,0 2 1,-1-1 0,-1-1-248,-2 1 0,-4 1 0,3 2 0,0 0-980,0-3 1371,-5 1 89,4 4-353,-6 0 79,0 0 21,-6 0-52,5 0 1,-5-1 0,5-2-1,-2-2 112,-1-2 0,-1 4 0,2-2 1,-2 1 172,-2 0 0,3-5 1,-3 4-1,0-2 54,0-3 1,-1 4 0,-4-3-1,-1 0-119,1-2 1,0-1-1,-1-1 1,2 1-97,3 0 0,-3 3 0,3 1-2056,-3-1 2129,4 3 0,24 23 0,10 10 0</inkml:trace>
  <inkml:trace contextRef="#ctx0" brushRef="#br1" timeOffset="40">18718 12958 7816,'-11'-12'333,"1"0"1,2 0 0,0-1 0,1 1 0,3 0 969,3-1 1,1 1-1,1 1 1,3 3-699,4 4 1,3 8 0,3 4 0,1 3-304,1 1 0,7 6 1,1 4-1,4 4 156,4 3-383,-5 5 1,3-7-1,-6 6 1,-4 1 0,-4 2-1,-3 1 1,-5-2-1,-5-1 1,-6-2-106,-5-2 0,-9 0 1,-3-4-1,-3-1 0,-2-8 1,0-4-940,1-5 1,5-5 0,2 1 0,5-4 968,4-4 0,13-36 0,9-13 0</inkml:trace>
  <inkml:trace contextRef="#ctx0" brushRef="#br1" timeOffset="41">17327 13783 8426,'-8'0'2856,"0"0"1,5 1-2566,-1 3 1,4 2-1,3 3 1,2 0 705,2 0-808,1 2 1,3 1-1,-1 2 1,-2 1-1,1 2 1,2-2-1,0-2 189,-2 0 1,0-1 0,-3 0 0,0 1-297,4-1 0,-5 0 0,1-1 0,-2-1-55,0-2 0,2-5 0,-4 2-710,2 1-54,1-5 677,-5 4 282,0-5 1,0-1 0,0-3 0,0-4 407,0-3-613,0-2 0,-5 5 0,1 0 0,2-2 0,0 0-201,2-3 1,0 1 62,0 0 126,0-1 1,0 1-1,0 0 1,0-1 0,0 1 81,0 0-150,6-6 1,-5 4 0,5-3 0,-2 0 0,0 1-346,-2 1 287,5 1 1,-4 2 0,4-1-1,0 1 1,-2 0-337,1-1 1,2 5 69,-4 0 0,1 5 1,-2-2-765,1-1 55,0 5 1,-4-3-253,0 8 1,0-1-1073,0 5 2420,0 0 0,-11 21 0,-2 4 0</inkml:trace>
  <inkml:trace contextRef="#ctx0" brushRef="#br1" timeOffset="42">17352 13561 7774,'-8'0'1466,"-1"0"-243,0 0-453,3 0 0,1-1 0,6-2 0,2-2-55,1-2 0,6 4 0,-2-1 0,1 1-207,0-1 1,2 3-246,-3-3-226,3 3 1,1-4 0,0 1 0,1 2 0,-1-1 0,0 0 0,1-1-506,-1 1 1,0 1 166,0-3 1,1 4 152,-1-3 118,0 3-18,-5 1 0,0 0 245,-3 0 174,-3 0-112,5 0-101,-12 0-138,5 0 1,-6 0 0,5-2-81,-3-2 1,0 3 0,2-5-107,-1 1 0,-4 2 63,4-5 1,-4 4-1,2-3 1,-1 0-72,-2 0 0,2 5 56,-1-3 0,4 0-7,-5 1-1237,7 0 1,-9 4-2618,3 0 3979,2 0 0,22 11 0,12 2 0</inkml:trace>
  <inkml:trace contextRef="#ctx0" brushRef="#br1" timeOffset="43">20810 14546 7736,'-19'-11'4558,"2"1"-3444,4 2 1,6 7 0,4 2 0,6 9 0,5 6 0,4 3 2566,5 3-3915,-4-4 1,5 5 0,-4-4-1,1 2 1,1-2 0,-1-1-1,-1-3 1,-3-1 0,-2-2-3827,0 0 0,-1 0 4060,4 1 0,-5-56 0,-2-13 0</inkml:trace>
  <inkml:trace contextRef="#ctx0" brushRef="#br1" timeOffset="44">20957 14386 7758,'-12'-11'2611,"0"3"1,5 8-2217,3 8 0,3 8 1,2 5-1,3 2 394,4 2 1,3 1 0,1 1-1,1 2-789,-1-2 0,22 5 0,6-1 0</inkml:trace>
  <inkml:trace contextRef="#ctx0" brushRef="#br1" timeOffset="45">21659 14755 7701,'8'-1'319,"-1"-3"0,0-5 0,0 0 0,1-1 1,0 3 950,0 2 0,-5-5 0,2 4 1,0-3 636,-1 1 0,-3 1-1838,-9-1 1,-2 3-1,-10 5 1,-2 1-106,-1 3 0,-6 4 1,-1 9-1,0 2 1,0 1-1,2 1 1,2 1 0,7-3 0,3 0 0,3 0 1,5-1-1,7-2 148,8-5 0,13 2 0,17-6 0,8-1 0,7-2 0,4-2-91,0-2 1,3 0 0,-7 1-1,-5 3 1,-10 6 0,-13 5-317,-10 5 0,-16 9 0,-14 4 0,-13 4 0,-9 4 0,-7 1 77,-3-2 0,-3-2 1,0-13-1,-3-6 1,4-5-1,3-8-917,6-6 1,14-6-1,8-11 1134,8-3 0,38-42 0,-6 26 0,-1 0 0</inkml:trace>
  <inkml:trace contextRef="#ctx0" brushRef="#br1" timeOffset="46">21868 14275 7753,'-7'0'3395,"0"0"-2262,3 0 1,3 6 0,-2 3-506,6 6 0,4 0 0,6 6 1,4 1 598,3 1-959,-2 7 0,5 7 0,-2 8 1,1 4-1,-2 5 0,-3 3 0,-4 3 1,-2 0-1,-2-2 170,-5-5 0,-3-8 0,-1-4 0,0-4 1,0-5-395,0-8 1,-1-10 0,-2-11 0,-3-6-1,1-7 42,0-5 0,-4-4 1,5-7-1,1-3 1,2-3-1,2-3-297,4 3 0,6-3 0,6 5 1,2-1-1,3-2 0,3 2 121,4 2 1,-3 8 0,2 6 0,-2 6-1,-1 5 1,-2 5 102,-2 7 1,-4 11 0,-6 14 0,-2 4 0,-5 3 0,-3 1-518,-1-1 0,0-2 0,-1-3 1,-2 0-1,-1-4 0,1-2 504,2-6 0,1-37 0,0-14 0</inkml:trace>
  <inkml:trace contextRef="#ctx0" brushRef="#br1" timeOffset="47">22717 14817 7739,'-5'-13'598,"3"1"1,-3 0 1127,-1-1-1129,0 1 1,-3 4 0,1 1 0,-3 2-1,-2 3 1,-5 5 0,0 7 1926,0 5-2313,-4 4 0,5 7 0,-4 1 0,5 2 0,3-2 0,5-1 0,4-1 252,3-1 0,2-5 0,5-3 1,5-7-1,5-5 0,4-2 1871,6-2-2470,-1-11 0,5-2 0,-7-9 0,-1 3 0,-3 2 0,-1 3 1,-3 4-1,-1 6-1891,-2 3 1,-1 6-1,-3 5 1,-2 4 2026,-1 2 0,2 0 0,5-3 0</inkml:trace>
  <inkml:trace contextRef="#ctx0" brushRef="#br1" timeOffset="48">23025 14841 7731,'-12'0'430,"-1"0"1,1 0 0,0 0 415,-1 0 0,1 0 0,0 2 0,1 2 0,1 4 0,2 4 354,-2 5-1072,5 2 0,0 1 0,5 1 1,0 1-1,0 0 0,1-2 1,3-3 417,4-4 1,5-2 0,2-3 0,2-5 0,2-7 0,3-8 110,2-7 0,4-10 0,2-5 0,0-5 0,1-3 0,-4-2-806,-1-2 1,-6-6 0,-2-3 0,-3-2 0,-5-5 0,-3-2-273,-5 0 1,-7 6 0,-6 6 0,-5 6 0,-2 7 0,0 11 29,3 11 1,-3 10 0,2 12 0,-1 4 463,0 6 0,3 8 0,-1 7 0,4 3 117,3 6 1,5-1-1,-1 7 1,4 1 363,4 2 1,4 2 0,7-1 0,3 0 158,1 0 0,2-5 1,3-4-1,0-6-608,-4-5 1,3-3 0,-2-3 0,1-3-1461,-2-3 1,-2-9 0,-6-4-6572,1-3 7926,-7-1 0,22-43 0,-1-12 0</inkml:trace>
  <inkml:trace contextRef="#ctx0" brushRef="#br1" timeOffset="49">23419 14854 7720,'-9'1'0,"1"2"2303,-1 1 0,2 1 0,0-1-877,2 5 1,0 2 0,7 1-1,2 0-899,4 0 0,9-5 0,3-3 1,3-2-430,2-2 1,0-2 0,-2-3 0,-1-6-95,-2-4 0,-6-7 1,-2 2-1,-6-4-438,-5 0 0,-4-1 1,-4 0-1,-6 2-647,-5 3 1,-4 3-1,-4 9 1,0 4-396,3 3 0,6 2 0,1 3 0,2 4 1476,2 3 0,16 18 0,4 4 0</inkml:trace>
  <inkml:trace contextRef="#ctx0" brushRef="#br1" timeOffset="50">23788 14792 7720,'-12'-1'2626,"-1"-2"2485,1-1-4871,5 5 0,0 2 0,5 7 1,-3 2-1,3 3 0,0 0 1,2-1-1,2-2 0,2 0-179,4 1 0,-1-3 1,1-1-1,2-5 640,1-3-592,1-1 1,2 0 0,1-1-1,1-2 1,0-2 0,1-1-1,-1 1 1,-1 2 0,-1 2 323,-2 1 0,5 4 0,-1 1 0,-1 2 0,-1 2 0,-2 1 471,0-2-676,1 3 1,-1-9-1,0 0 1,-1-6-1,-3-8 1,-3-7 1918,-4-4-2129,-1-2 1,0-4 0,-1 0 0,-4 2 0,-3 1-1,-1 3 1,-1 1-2860,2 2 0,4 9 0,-3-2-5263,2 2 8104,0 6 0,33-6 0,6 4 0</inkml:trace>
  <inkml:trace contextRef="#ctx0" brushRef="#br1" timeOffset="51">24403 14128 12821,'-1'16'701,"-2"2"0,-1 1 1,0 4-1,0 3 0,-2 3 1,1-2-1276,-1-1 0,2-7 0,3-2 0,-2-4 574,-1 0 0,16-50 0,9-12 0</inkml:trace>
  <inkml:trace contextRef="#ctx0" brushRef="#br1" timeOffset="52">24551 14226 7720,'-6'18'530,"0"-5"0,-7 7 0,1-5 0,1 1 0,1-2 1930,2-5-2650,6 2 0,-4-8 190,6 5 0,11-5 0,3 2 0</inkml:trace>
  <inkml:trace contextRef="#ctx0" brushRef="#br0" timeOffset="53">4886 12171 7862,'-25'-6'1108,"4"5"0,2-3 0,2 1 246,1-1 0,11 3 1,8-3-1,9 2 0,7 2-547,7 0 0,4 0 1,7-1-1,1-2-209,3-1 0,-2-4 1,3 2-1,-2 1-698,-3-1 1,2 1-1,-7 2 1,-2-2-796,-5-2 0,-2 4 1,-7-1-1,-1 3-7298,-1 1 8193,-2 0 0,-65 33 0,18-13 0,0 1 0</inkml:trace>
  <inkml:trace contextRef="#ctx0" brushRef="#br0" timeOffset="54">4861 12417 7909,'-12'0'369,"-1"0"1,5 0 282,0 0 1,7 0 0,1 0 0,9 0 895,10 0 0,9-10 0,13-2 1,4-3-837,3-3 0,1 5 0,-1-4 1,-3 4-1153,-4 0-390,-3 1 0,-6 5 0,-5 3 1,-4 3-1,-4 1 830,-1 0 0,-18 11 0,-8 2 0</inkml:trace>
  <inkml:trace contextRef="#ctx0" brushRef="#br0" timeOffset="55">6165 12085 7822,'0'-13'898,"-4"5"0,-1 0 0,-1-2 1044,1-1-1081,1 5 0,4-1 1,-2 4-1,0 0 1,-2 5 405,1 5 1,1 3-683,2 3-499,0 5 1,0 1 0,0 5 0,0 2 0,0 3 0,0 2 0,0 1 19,0-3 0,0 1 0,0 0 0,2 0-509,2 0 315,3-1 0,5-6 1,2-1-1,1-3 1,1-1-1,1-5 1,-1-2 92,0-2 0,1-7 0,-3 2 0,1-2 165,1-2 0,0 0 0,-3-2 0,-1 0 30,0-2 1,2-6-5,2 2-170,-2-3 0,0-2 1,-6 1-1,2-1 0,0-4-29,3-3 0,-1 2 0,-4-5 0,0 2 1,1-2-1,-1-2-200,0 1 1,-4 3-1,3 1 1,-2-1 37,-2 2 0,-1-4 133,-2 2 25,0 3 0,0 1 0,0 4 0,0 1 0,0 0 384,0-1 240,0 1-59,0 0-637,0 5 0,0 3 0,0 8 77,0 4 0,0 3 154,0 1 0,0 5 0,1 1 0,2-1 272,1 1 1,0 3-295,-4-5 0,1 5 538,3-5-459,-2 6 0,7-7 0,-3 4 0,1 0 0,2-1 615,2 0-919,7 4 0,0-5 0,4 4 0,-2-6 0,2-4 15,1-3 1,0-4 0,-1 3 0,-3-2-111,-1-2-48,-1-1 1,-5-7 0,-1 0 0,-3-2-1231,-4-2 0,-2 2 293,-2-1 1,4-1-1,0-3 1,-2-2 1174,0-2 0,-13-20 0,-3-9 0</inkml:trace>
  <inkml:trace contextRef="#ctx0" brushRef="#br0" timeOffset="56">6067 11765 7835,'-12'-7'861,"-1"-3"0,2 5 3011,3-2-3295,3 4 1,6-2-1,3 5 1,6 0-1,3 0 1,5 0 598,1 0 1,2 0 0,3 0 0,1 0-672,0 0 1,-1 0 0,1 0 0,1 0-344,3 0 0,-3 0 0,4 0 0,-2 0-99,1 0 1,7-2 0,-1 0 0,6-2-305,3 1 0,-4 2 0,1 1 0,-4 0-463,-5 0 0,-2 0 0,-6 0-550,-4 0 1322,-2 0 0,-13 0 977,-5 0-317,-5 0-165,-2 0 1,0 0 334,3 0-898,-3 0 0,-1-2-439,0-2 1,4 3 84,-4-3 0,1 1 95,-1-1 112,-3 2 130,4-3 1,-1 4 0,-1-2 0,0-3 0,-2-1-33,-1-2 50,-1 3 1,-3-9 0,0 3 0,-1-2 0,-1 1-95,-2 0 1,1-4 0,-2-2 0,1-2-198,1 1 0,1 4 111,5 0 0,1 2-236,0 2-2203,0 5-1397,5-4 3325,1 15 0,6-2 0,2 10 1,2 0 689,4 1 0,18 8 0,8 3 0,3 2 0,0 1 0</inkml:trace>
  <inkml:trace contextRef="#ctx0" brushRef="#br0" timeOffset="57">7298 12085 7829,'-13'-4'810,"2"-2"0,2 1 0,1-1 1647,-2 3 1,3-2-1,0 0 1,0-1-681,1 1 1,4-4-3271,2 5 0,3 0 0,8 4 0,3 0 1493,-1 0 0,39 0 0,8 0 0</inkml:trace>
  <inkml:trace contextRef="#ctx0" brushRef="#br0" timeOffset="58">7519 12085 7826,'-7'-9'661,"3"1"1,1-1 0,1-2 1450,-2-2-1421,-1 7 1,7 0 0,2 6-1,4 0 1,3 2 0,1 2 0,1 4-1,0 3 130,4 1 0,-4 2 1,5 2-1,-1 3 1,0 2-1,1-1-314,0 2 0,-2-3 1,-3 2-1,-1 1-304,0 1 1,1-3-1,-2 0 1,-2-3-245,-1-2 1,-4 0 0,3 1-256,-1 0 1,-2-4-252,-4-4 759,0-5 1,-2 1 0,0-8 0,-4-4 37,-1-3 0,5 3 1,-4-2-1,2-2 1,0-3-1,1 0-388,2 1 0,-3-2 0,0-1 1,1 1-360,2-2 0,1 3 17,0-5 346,0 5 1,0-7-1,0 3 1,1-2 0,2-2-1,2 1 1,1-1 31,-1-1 1,5-4 0,-3-1 0,1 2 261,0 1 0,0 5-30,4 1-317,1 5 1,-5-7 0,0 5-541,2 2 1,-3 7-1957,1 4 1637,-5 3 1,2 6 562,-5 3 1,0-1 0,0 1 0,-1 2-1371,-3 1 0,2-3 440,-2 0 1413,3 0 0,-5-12 0,-1-4 0</inkml:trace>
  <inkml:trace contextRef="#ctx0" brushRef="#br0" timeOffset="59">7544 11666 7826,'-13'0'192,"1"0"0,0 0 0,-1 0 1035,1 0 0,4 0 1,1-1 1075,2-3-1582,1 2 0,5-3 0,3 4 0,4-2 275,3-1 1,6 0 0,0 4 0,1 0-546,0 0 0,4 0 0,0 0 0,4 0-268,2 0 1,2 0 0,-2 0-1,2-2-206,1-2 1,-2 3-1,2-5 1,1 2-401,-1 0 0,-3-4 0,0 4 1,-2 0-127,-1-2 0,-4 5 0,-2-5 336,-2 1 1,-4 4 165,-5-3 66,-5 2 1,2 4 638,-5 2 0,-4-2-234,0 7 0,-1-7 250,0 2-256,4-2-386,-4-2-340,-1 0-56,5 0 85,-5 0-292,6 0 0,-1 0 334,-3 0 1,1 0 275,-5 0 0,4-4 47,-4 0 0,3-2 1,-3 2-205,-1-4 1,-2-3 69,-2-1 1,0-5-98,-4 1 49,4-6 0,-5 7 0,6-6 1,-1-1-1,0 1-238,-4 0 1,8 3 0,-4 6-1,4 0-2192,2-1 1011,1 6 1,6 3-1943,0 8 3457,0 3 0,17 17 0,3 2 0</inkml:trace>
  <inkml:trace contextRef="#ctx0" brushRef="#br0" timeOffset="60">6104 13168 7838,'-18'0'187,"3"-4"1,-4-2-1,1 1 1,3-2 704,1 0 0,6 4 0,1-2 0,3-1-191,6-2 1,-1 3 0,7-1 0,2 2 103,1 0 1,5 0 276,1 4-855,4 0 0,-1 0 0,6 0 0,2 0 0,5 0 1,3 0-1,1 0-57,-1 0 1,7 0 0,5 0 0,8 0 0,9 0 0,-29-1 0,0 0-239,0 0 1,1-2 0,0 1-1,0-1 1,0-2 0,-1 0-1,-1 1 1,1 0-234,-1-1 0,-1 1 0,29-6 0,0 0 0,-4 2-164,0-1 1,-4-2-884,-2-2 1351,-8 7 0,-3-7 0,-6 2 0,-2-4 0,0 0-656,5 2 665,-2-5 0,6 4 1,-2-2-1,4 2 0,3 2 2,2-1-95,-7 7 1,-2-4 0,-7 6 0,-2 0 0,1 0-127,2 0 1,-5-1 0,7 5-1,-1-1 231,-1-3 1,8 3 292,2-3 0,-4-2-160,-4 2 101,0 0 1,-13 0-1,2-2 1,-5 1 0,-3-1 498,-3 4 1,-6-4-1483,-1 2 1,-3 0-1134,3 4 867,-5 0 1144,2 0 0,-27-6 0,-5 0 0</inkml:trace>
  <inkml:trace contextRef="#ctx0" brushRef="#br0" timeOffset="61">6448 13955 7850,'6'-7'920,"-5"-4"1,3 3 1664,-2-3-1644,-2 4 0,0-3 1,1 3 635,3 0 0,-1-3-1088,5 6 0,-4 1 0,3 8 0,0 3 127,0 3 0,-3 2 51,4 4-493,0-4 0,5 16 0,-1 0 1,0 5-1,1 3 0,-3 1 1,0 3 1074,-2 4-1218,0-2 1,3-1 0,-1-5-1,-2 0 1,2-1-907,1-4 624,-5-2 0,4-9 0,-4-3 0,-1-3 64,0-4 599,0-7 0,-5 0 563,0-8-437,0-3-495,0-5-42,-6-1 0,5 1 1,-3-2-1,2-1 0,4-2-348,2-3 0,-3-1 0,5-7 0,-2-2-311,0-1 1,4-3-30,-4-7 0,6-5 132,-2-7 254,3 2 0,1-6 0,0 5 0,-1 4 0,-1 3 79,-2 7 0,-5 9 1,1 4-1,-3 8 94,-1 3 3,0 7-20,0 2-436,0 5 1,0 1 0,-1 3 0,-2 4-2143,-1 3 1,0 3 2722,4 2 0,0-7 0,0 2 0</inkml:trace>
  <inkml:trace contextRef="#ctx0" brushRef="#br0" timeOffset="62">6301 13623 7850,'-7'-8'670,"1"1"0,2 0 2477,0 0-2521,0 5 1,4-5 0,0 3 0,2-3-1,2 0 1,4 3 82,3 2 0,2 2 1,5 0-1,5-1-591,5-3 0,7 1 0,2-4 1,7 1 195,4-1-365,1 4 1,0-8 0,1 3-1,-3-2 1,-3 1 0,-7 2 0,-7 0-769,-4 0 627,-7 4 1,-1-2 0,-7 6 160,-3 3 1,-2-1-1,-8 4 73,-2-2-9,3 0-121,-5-5 93,6 0 332,-5 0-69,4 0 0,-6 0 446,3 0-664,-3 0 0,0-2 0,1-1 1,2-2-125,0-2 1,-4-1 0,3-3 0,-2 1-145,-3 2 0,3-1-79,-1-8 295,-6 4 0,1-5 0,-4 6 0,4-1 0,-1 0-64,-2-4 0,2 8-13,-2-4 1,3 4-1,4-2 1,0 1-767,0 2-2633,3 5-325,-5-2 2495,16 10 1308,-4 2 0,33 0 0,6-2 0</inkml:trace>
  <inkml:trace contextRef="#ctx0" brushRef="#br0" timeOffset="63">7433 14066 7793,'-1'-11'1501,"-2"1"1,-3 2 610,0-1 0,-3-1-3459,-3 2-2694,5 2 4041,2 12 0,27 1 0,5 5 0</inkml:trace>
  <inkml:trace contextRef="#ctx0" brushRef="#br0" timeOffset="64">7741 13955 8006,'-9'0'3249,"1"0"-1037,5 0-974,-2 0-948,5 0 1,1 0 0,2 2 0,3 2 0,2 4 0,4 4 0,3 3 205,0 2 1,4 5 0,0-2 0,1 3-297,-4 2 0,-1 0 0,0 1 0,1 1-135,0 2 0,-7-2 0,-2-5 0,0-3-150,0-1 0,-5 2 0,2-3 0,-2-2-340,-2-2 0,0-4 61,0-1 434,0-6 0,0 3 114,0-10-97,0 4 1,0-6-1,-2 5 1,0-4-1,-2-1 1,0-1 424,-2 1-498,5-4 1,-5 4-1,6-5-108,0 0 0,0 0 76,0-1 1,0 1-112,0 0 75,0-6 0,0 3 0,0-6 1,0-1-1,0-2-165,0-5-19,6-2 0,1-6 0,5 0 0,-1 1 1,-2 2-66,0 1 0,3 6 0,4-2 0,-1 3-4,-1 2 1,-2 3 163,1 1 0,-1 6-128,0 2 216,-5-1 1,3 11 0,-5-5-359,2 1-687,-4 2-324,2 4-824,-5 0 1551,-5 6 697,3-5 0,2 4 0,7-5 0</inkml:trace>
  <inkml:trace contextRef="#ctx0" brushRef="#br0" timeOffset="65">7679 13586 7816,'-12'0'91,"-5"0"0,1 0 1,1 0-1,1 0 2341,2 0-1769,0 0 1,8 0-1,6 0 1,11-1-1,4-2-53,5-1 1,3-2 0,2 4-1,3-2-443,2 1 1,-4-3 0,4 1 0,-2-1-161,-3 1 0,3-5 0,0 4 0,1-3-209,-1 1 1,4 1-1,-3-2 1,2 0-218,0 0 1,-2 3 0,1 2 0,-6 3 89,-4 1 1,-7 0-1,1 0 290,-2 0 1,-7 1 603,-3 3 1,-3-1 504,-1 5-626,-5-5 96,3 3 1,-9-6-186,3 0 1,1 0-268,-1 0-113,5 0 16,-2 0 1,-1 0 50,-2 0 1,1-5 0,-1 0-40,-1-2 0,2 3-94,-1-4 1,3 0 0,-3-3 0,-1 1-129,-2 2 1,-6 0 90,1-5 0,-6-3 19,2 0 78,-4-1 0,0 5 1,-1-2-1,0-1 1,2 0-169,3 4 0,-2 0 1,7 6-1,2-1-1088,4 1-595,1 1 983,1 4 151,1 0 1,6 1 0,0 3-1337,0 4 2084,0-2 0,17 10 0,3-2 0</inkml:trace>
  <inkml:trace contextRef="#ctx0" brushRef="#br0" timeOffset="66">9070 12528 7798,'-9'-8'80,"1"-1"0,-1 0 678,-2-2-488,4 4 0,1 0 0,6 3 0,0-4 0,0-3 1,0-1 833,0-1 1,0 1 15,0 0-495,0 5 0,5-4 1,0 4-1,0-1 1177,1 0-1335,-2 5 0,-3-3 1,4 8-1,1 2-42,1 4 1,0 4 0,-3 3 0,3 2-136,0-2 1,4 4-209,-3 2-4,3-4 1,1 11 0,1-4 0,-1 2 0,0 0 117,0-1-173,1-1 1,2 5 0,-2 0 0,-2 0 0,0-2-96,0-2-37,2 2 1,-5-8 0,-1 4-1,-1-2 1,0-5-49,-1-2 0,4-2 120,-5 1 452,0-7-143,-4 5 260,0-9 92,0 3-423,0-5 339,0 0-400,0-5 0,0 2 0,0-5-87,0-2 1,0-1-202,0-1 1,0 0 131,0-1 0,0-3 0,0-2 0,0-1-89,0-3 0,0-1-189,0-2 1,1 1-393,3-1 479,-2-5 0,9 3 0,-3-6 0,3-1 1,0-3-514,-3-4 0,3 4 123,-3 0 449,3 0 0,1 11 0,1-4 0,-3 2 0,0 4-135,-2 5 1,-5 4 0,2 4-19,1 3 21,-5 2-411,5 6 1,-8 1-1,0 4 1,-2 3-3480,1 3 3248,-4 1 922,6 0 0,-5-16 0,6-4 0</inkml:trace>
  <inkml:trace contextRef="#ctx0" brushRef="#br0" timeOffset="67">8984 12048 7852,'-9'-8'903,"1"-1"2591,-1 0-1507,-2-2-1279,4 4-416,1 2 0,8 6 0,2 2 0,4 1 168,3-2 0,1 0 0,1-2 0,0 0-250,4 0 1,2 0 0,7 0 0,1 0 279,2 0-593,5-6 1,-3 4 0,8-5 0,0 0 0,2 2 0,-1-2 0,-3 1-536,-4 1 436,-3-5 1,-6 9 0,0-5 0,-4 2 0,-3 0-669,-4 1 690,-6 2 546,-1 1 1,-8 0 340,-2 0-480,3 0 0,-6 0-265,3 0 1,1 0 0,-4 1-516,2 3 204,1-2-50,4 3 639,0-5 107,-6 0-135,5 0 1,-6 0-40,3 0 0,1-1-88,-5-3 0,5 1-79,-1-5 1,-1 4 109,1-4-78,-6-1 1,3-3 0,-5 0 0,0-1 0,-2 0-29,-3-4 1,2-2 0,-5-5 0,-2 0-197,-1 4 1,2-3-93,1 2 0,5 3 58,-2 2-2815,4 2 3035,0 7 0,7 24 0,0 10 0</inkml:trace>
  <inkml:trace contextRef="#ctx0" brushRef="#br0" timeOffset="68">4836 17561 7898,'-8'0'488,"1"-1"1,0-2 0,1-3 655,-4 0 1,5 1 0,0-3-1,4-1 166,1-2 1,0-2-1,0 1 1,0 0 616,0 0 1,0-1 0,0 1-76,0 0 0,0-1-1852,0 1 0,1 8 0,4 7 0,3 8 0,3 10 0,1 4 0,0 6 0,1 5 0,3 2 0,2 3 0,0 4 0,-1 3 0,5 2 0,-7-1 0,4 0 0,-1-1 0,-4-3 0,-3-5 0,-4-6-28,-2-5 0,3-8 1,-4-1-1,-1-3-263,-1-2 0,-2-5 358,0-2 0,0-4-38,0 4 95,0-5 1,0 1-1,0-9-85,0-7 0,1-6 0,2-8 1,2-4-40,2-7 0,1-8 0,4-13 0,1-1 0,-7 25 0,0-1 0,8-30 0,1 0 0,0 2 0,-4 1 0,0 12-150,-7 5 0,4 16-453,-4 8 0,0 10-2026,-4 3 1856,-5 11 0,2-2-1005,-5 12 495,5-6 1,-2 3 0,5-1 1282,0 2 0,16-10 0,5-2 0</inkml:trace>
  <inkml:trace contextRef="#ctx0" brushRef="#br0" timeOffset="69">4726 17118 7898,'-13'0'1192,"1"0"1,0 0 3047,-1 0-3552,7 0 0,-3 0 1,9 0-1,7 0 288,7 0 1,1 0 0,7 0 0,2 0-367,4 0 0,7-1-271,2-4-328,0-1 0,7-3 0,-4 1 0,2-1 1,0-1-1,1 1 0,-4 2-75,0 1 0,-9-2 0,-4 4 0,-4 1-290,-1 2 1,-7 1 0,-2 0-36,-1 0 0,-5 1 6,-2 3 527,-3-2 0,-1 4 0,-1-3 762,-3 1-680,2 0 1,-4-2 0,2 1 0,-5 1 98,-2-2 1,3-2 0,0-2 102,-2-2 1,4-2-255,-3 2 1,1 1-173,-4-5 111,0 5 1,-1-6 0,1 3 0,-2-1 0,-1-1 31,-1 1 0,-2-2 1,3 3-1,-3-1-534,-1-2 1,4 2 221,-1-1 1,2 4-585,2-4-300,-1 5 1,1-3-1,1 5-1132,3-3 1,4 2 0,9-2 2182,8 3 0,18-1 0,10-1 0,6-1 0,-1 1 0</inkml:trace>
  <inkml:trace contextRef="#ctx0" brushRef="#br0" timeOffset="70">5439 16798 7898,'-12'0'280,"0"0"1,-1-1 0,1-2 0,0-1 2606,0 1-1422,-1 2 1,2 2 0,4 3 416,7 4 0,11-2-1497,10-2 1,3-3 0,5-1-1,5 0 1,5-1 0,3-3 178,2-4 0,-3-3 0,3 0 0,-2 0-907,-2-2 0,-8 4 0,-3-6 1,-3 4-1849,-1 3 0,-10 1 32,-3-1 1,-9 2 0,-3 8 2158,-7 2 0,-26 19 0,-6 10 0</inkml:trace>
  <inkml:trace contextRef="#ctx0" brushRef="#br0" timeOffset="71">5698 16810 8933,'-13'0'4197,"5"0"-3173,0 0 0,5 7-333,-1 5 121,-3 1 0,5 14 1,-5-1-1,0 4 1,2 4-1,-1 2 1,3 1-376,2 0 1,1-6-818,0-2-911,0-9 0,7-2 1,4-7-1,4-3 1291,0-4 0,2-29 0,1-14 0,2-2 0,0 0 0</inkml:trace>
  <inkml:trace contextRef="#ctx0" brushRef="#br0" timeOffset="72">6067 17450 7852,'-8'-4'553,"1"-1"0,0-1 0,2-1 666,-1 0 1,2 6 0,5 1 0,4 7 0,1 5 347,1 5 1,8 3-871,-2 9-555,2 2 1,-3 8 0,0 0 0,0 4 0,1 0 0,-2 4-1,-2 1-74,0 1 0,-5-5 1,2-3-1,0-4-43,-3-4 0,-2-5 0,-1-7 0,-1-5 25,-3-2 0,1-7 451,-5-3-282,5-3 1,-8-1-1,3 0 1,-3 0 183,-2 0 0,3-5-84,1-4-271,-2-1 0,10-4 0,-3-3 1,3-4-1,1-5 0,1-5 1,3 0-188,4-3 0,5-7 52,3-4 1,-1 1-69,6-1 116,-1 0 0,6-5 0,1 1 1,3 0-1,1 0-95,-1 0 0,-2 9 0,-4 6 1,-4 5-509,-4 6 219,-7 12 191,-4 0-277,-5 11 1,0 1 0,0 3 0,0 5-2047,0 2 652,0 1 0,0-4 1903,0 0 0,0 6 0,0 5 0</inkml:trace>
  <inkml:trace contextRef="#ctx0" brushRef="#br0" timeOffset="73">6128 17056 7856,'-12'0'192,"0"0"0,0 0 0,-1 0 0,1 0 1,0 0 1583,-1 0 0,1 0-218,0 0 612,5 0 276,-4 0-1775,10 0-437,1 0 1,8 0 0,7 0 0,3 0 0,1 0 0,4 0 0,3 0 1149,3 0-1350,5 0 0,-7-4 1,5-1-1,-1-2 1,-1-3-1,0-1 0,-2-1-22,-2 0 0,-2 4 1,1-1-1,-2 1-274,-2 1 0,-4-2 0,-4 5-429,-1 1 559,-5 2 438,-2 1-79,-10 5 0,2-4-130,-5 4 0,5-3 0,-2 1-39,-1 1 0,3 0-262,-5-4-116,6 0 63,-4 0 0,5 4-44,-3 0 0,1 1 223,-5-5 334,5 0-257,-3 0 143,6 0 1,-1-6 17,-3-2-153,3 2 0,-9-5 1,5 5-1,-1-3 0,-1 1 15,0-1 0,-1-6-21,-4-2 0,0-1 1,-1 3-1,1-2-97,0-3 0,1 1-153,3-1 0,-3 2-393,2 6 26,4-1 0,-5 1 0,5 1-1876,-2 3 0,6 3 2492,1 5 0,27 5 0,13 2 0</inkml:trace>
  <inkml:trace contextRef="#ctx0" brushRef="#br0" timeOffset="74">7827 17327 7850,'-13'0'489,"1"0"1,0 0-1,0 0 2227,-1 0-1988,1 0 1,6 0 0,6 0 0,7 0-1,6 0 1967,3 0-2483,3 0 0,7-1 1,1-2-1,4-1 1,-1 0-1,1 0 0,-1-2-731,0-1 1,0 5 0,-2-4 0,-1 2-988,-4 0 1,2 0 0,-6 4 0,0 0-2838,-2 0 4343,-4 0 0,-50 16 0,-12 5 0</inkml:trace>
  <inkml:trace contextRef="#ctx0" brushRef="#br0" timeOffset="75">7814 17586 7858,'-12'0'6458,"7"0"-5221,5 0 1,6-2-454,11-2-420,2 3 1,2-6-1,0 4 1,4-2 0,2-1-1,1 1 1,-2 2 131,-2 2-840,1 1 0,-2 0 0,-1 0 0,-3 0 0,-1 0 0,-3 0 0,-1 0-6331,-2 0 5556,-5 0 1,-2 1 1118,-5 3 0,-27-8 0,-7 3 0</inkml:trace>
  <inkml:trace contextRef="#ctx0" brushRef="#br0" timeOffset="76">9402 17413 7832,'0'-12'145,"0"0"1,-1 1 0,-2 1-1,-1 2 1,1-2 1383,2-1 0,-1 3 1,0 0 854,-3-2-1216,1 5 0,6 0 1,0 6-514,3 3 1,5 8 0,1 9-1,4 3-193,0 5 1,3 4 0,-1 7-1,-2 2-360,-2 2 0,-4 1 0,-1 3 0,0-3-154,-1-4 0,0-4 0,-5-4 1,3-5-23,-3-2 0,0-11 179,-2-2 1,-4-15-1,-1-3 1,1-9 387,-1-6 1,3-9-633,-2-4 128,3-2 1,1-4-1,1-2 1,3-4 0,5-4-92,2-4 43,6-3 0,4-10 1,-8 33-1,1 0 0,16-30 1,0 5-1116,0 4 722,-6 15 1,-6 6 0,-8 18 0,-1 11-1582,-5 9 0,-2 7 0,1 5 2033,1 3 0,22 14 0,2 5 0</inkml:trace>
  <inkml:trace contextRef="#ctx0" brushRef="#br0" timeOffset="77">9919 17795 7853,'0'-8'962,"0"-1"2234,0 0-961,0-2-1476,0 4 0,1 2 0,2 6-2,1 3 0,0 3 0,-4 7 1,0 2-478,0 4 1,0 4-1,0-1 1,0-1-501,0-2 1,0 1 0,0 2 0,0-2-947,0-5 1,0 2 0,0-2-3032,0-1 4197,0-7 0,11-29 0,3-14 0</inkml:trace>
  <inkml:trace contextRef="#ctx0" brushRef="#br0" timeOffset="78">10214 17352 7861,'6'-7'664,"-5"-4"0,3 3 1865,-3-3-1814,-1 4 0,-5 2 0,-2 6 1,0 3 647,3 4 0,4 5-666,4 3-399,-2-2 0,9 9 0,-5-3 1,3 4-1,-1 0 0,0 2 1,0 2-1,-1 0 0,0 0 84,0-2 0,-3-2 0,3-1 1,-2-2-56,-2-5 1,-2-2 31,-1-2-314,0-5 1,0-3-98,0-8 1,-1-3 0,-2-5 0,-1-2 14,1-2 0,3 0 144,4-9-194,3 3 1,6-15 0,0-1 0,4-9 0,3-6 0,5-4 0,2-5-460,-13 30 0,1 0 0,14-28-471,-5 6 170,-5 9 0,-2 14-1538,-9 10 1,-3 13 1660,-5 8 0,0 7 1,0 8-1,0 3-1264,0 1 1988,0-4 0,-5 8 0,-2-4 0</inkml:trace>
  <inkml:trace contextRef="#ctx0" brushRef="#br0" timeOffset="79">10608 17561 17318,'1'14'425,"2"1"0,1 1 0,-1-1-1080,-2-1-259,-1 4 1,0-5 0,2 4-1,0-2 1,2 0 913,-1 1 0,-7-10 0,-3-8 0</inkml:trace>
  <inkml:trace contextRef="#ctx0" brushRef="#br0" timeOffset="80">11457 17253 7828,'0'-12'467,"0"0"1,0-1 0,0 1 1519,0 0 1,-4 8 0,0 6 534,1 9-2245,2 15 0,1-4 1,0 11-1,0 3 1,1 2-1,2 3 1,2-1-452,2-2 1,-4-7 0,1-2 0,-1-3-1431,1-1 0,-3-2 606,3-3-3658,-2-7 4656,-2-8 0,-20-27 0,-10-16 0,0 0 0,-1 1 0</inkml:trace>
  <inkml:trace contextRef="#ctx0" brushRef="#br0" timeOffset="81">11297 17450 7828,'-7'0'8210,"3"-4"-7604,8 0 1,4-4 33,9 4-1393,7-6 1,8 3 752,5-5 0,13-13 0,8-6 0,-16 9 0,0-1 0,0 1 0</inkml:trace>
  <inkml:trace contextRef="#ctx0" brushRef="#br0" timeOffset="82">12343 17339 8124,'-7'-8'5381,"3"0"-4963,3 5 0,6-2 0,3 5 0,3 1 155,2 3 1,0 5-1,2 6 1,3 2 156,1 2 0,-2 2-30,3 4-569,-5-1 0,7 1 1,-5-2-1,-2-1 0,-2-3 1,0-3 285,-1-5 1,-4-16-1,-1-17 1,-2-13-378,-2-13 1,-1-12 0,-2 24 0,1 0 0,0-2 0,1 0-264,0-3 0,0 0 0,0 1 0,0 0 0,-1 2 0,-1 1 0,3-28-2020,1 11 1,0 16 851,-4 13 0,0 19 0,0 14 1,2 11-2430,2 8 3820,2-1 0,18 37 0,-11-30 0,0 0 0</inkml:trace>
  <inkml:trace contextRef="#ctx0" brushRef="#br0" timeOffset="83">12786 17512 9026,'0'-7'5042,"2"-4"-4481,2 3 1,4-3 151,8-1-684,3-1 0,2 2 1,-1 2-1,2 2 1,2 1-1,-1 4 0,-3 0-466,-3 2 0,-9 11 0,-4 6 1,-4 6 207,-4 6 0,-4 2 0,-9 6 0,-2 0 220,0 0 0,1-4 1,7-2-1,3-1 564,4-3 1,3-6 0,1-5-1,1-3 227,3-5 1,7-3 0,7-5 0,1-1-220,3-3 0,-3-4-1048,1-9-158,-5 4 1,9-5 0,-5 6 0,0-1-1,-3 1 643,-2 0 0,-2-23 0,1-4 0</inkml:trace>
  <inkml:trace contextRef="#ctx0" brushRef="#br0" timeOffset="84">13205 17106 8364,'-9'-7'3268,"1"3"0,5 4-2516,-1 4 0,3 4 1,1 8-1,1 5 558,3 2 0,3 7-393,6 3-672,-1 8 0,0-3 0,0 3 1,1-2-1,-1-4 0,0-2 0,1-4-173,-1-3 0,0-8 81,1-6-136,-7-5 0,0-9 0,-6-2 0,0-4 0,0-4 0,0-5 0,0-3-626,0-3 483,0-8 1,0-1-1,0-9 1,0-5-1,0-3 1,0-3-1,1-1-788,3 1 773,3 1 0,1 8 0,1 3 0,-1 6 0,-1 6-221,-3 7 1,-3 10 173,-1 11-677,0 0 1,0 11 0,0-2 0,0 5 0,0 2-6266,0-1 5832,0-7 1298,0 3 0,11-9 0,3 3 0</inkml:trace>
  <inkml:trace contextRef="#ctx0" brushRef="#br0" timeOffset="85">13586 17475 7845,'-8'0'615,"0"0"1,-1-2 507,3-2 0,0 2 0,6-7 1,1 1 274,4 1-1248,1-4 0,11 5 0,1-7 0,1 2 0,3 2 0,0 2 0,-2 0-46,-4 0 1,2 5 0,-1-3-410,-2 4 1,-3 2-1,-4 4 1,-4 4-40,-2 6 1,-4 4 0,-2 7 0,-4 2 269,-3 0 1,3 2 0,1-2 0,2-1 322,2-4 1,1-4 0,2-6 0,2-2 264,2-3 1,3-4-1,5-8 1,0-6-749,1-5 0,-1-4 1,-1-5-1,-3 0-1619,-4 4 1,-2-2 1852,-2 6 0,-50-23 0,20 19 0,-1 1 0</inkml:trace>
  <inkml:trace contextRef="#ctx0" brushRef="#br0" timeOffset="86">12971 17278 7828,'-4'-8'2093,"-2"1"1359,-1 1-2117,5-3-5131,-4 7 3796,12 2 0,22 18 0,12 8 0</inkml:trace>
  <inkml:trace contextRef="#ctx0" brushRef="#br0" timeOffset="87">10042 17573 7828,'-8'-4'3010,"1"-1"-961,1-2 0,1 4-2049,1-1 0,35 8 0,5 3 0</inkml:trace>
  <inkml:trace contextRef="#ctx0" brushRef="#br0" timeOffset="88">14484 17130 7828,'0'-12'57,"-1"1"1,-2 1 0,-1 2 0,0 0 2494,-1 1-1529,3 2 0,-3 7 0,5 7 0,0 8 1790,0 9-2665,0 6 0,0 6 1,1 2-1,2 1 1,2-2-1,1-2 0,1-2-953,0-3 1,-3-8-1,2-1 1,0-3-1782,-3 0 1,-2-10 2585,-1 3 0,-16-36 0,-5-6 0</inkml:trace>
  <inkml:trace contextRef="#ctx0" brushRef="#br0" timeOffset="89">14324 17352 7873,'5'-8'2309,"-1"-1"0,9 5-1842,0-4 0,13 4-405,2-4-315,12 5 1,9-4-1,9 4 253,2-1 0,-20 0 0,3-1 0,2 1 0,-1 1 0</inkml:trace>
  <inkml:trace contextRef="#ctx0" brushRef="#br0" timeOffset="90">15247 17290 7882,'-6'-8'3947,"1"0"0,3 5-3939,-2-1-1971,2 3 1089,-3 1 0,5-2 874,0-2 0,27 3 0,7-5 0</inkml:trace>
  <inkml:trace contextRef="#ctx0" brushRef="#br0" timeOffset="91">15506 17229 7882,'-2'-7'1010,"0"1"1384,-2 1-4017,-6 4 1623,9-5 0,17 6 0,11 0 0</inkml:trace>
  <inkml:trace contextRef="#ctx0" brushRef="#br0" timeOffset="92">15764 17241 7882,'-12'0'2132,"0"0"-154,-1 0 0,5 0-2830,0 0 852,5 0 0,14-5 0,10-2 0</inkml:trace>
  <inkml:trace contextRef="#ctx0" brushRef="#br0" timeOffset="93">16650 16970 11956,'-7'6'1004,"2"6"0,4 10 0,-2 7 0,-1 8 0,0 6-579,-2 5 1,5 5 0,-3 1 0,2-4 0,2-3-1,0-7-1092,0-6 1,0-4-1352,0-6 1231,0-10 0,-1 1 0,-4-11 1,-6-1 786,-4-2 0,-18-33 0,0-9 0</inkml:trace>
  <inkml:trace contextRef="#ctx0" brushRef="#br0" timeOffset="94">16416 17339 10877,'0'-8'1621,"2"1"1,2 1-825,4-1 1,9-1-1,4-5 1,7 1-1982,5 0 0,13-1 1184,7 1 0,-4-8 0,5-5 0,4-2 0,0 1 0</inkml:trace>
  <inkml:trace contextRef="#ctx0" brushRef="#br0" timeOffset="95">17278 17081 7871,'-8'0'2833,"1"1"956,1 3-3355,8 9 1,5 3 0,5 7 0,2 5 0,1 2 0,1 3 0,0 0 1801,2-1-1997,-4-4 1,4 0-1,-7-7 1,-2-5-1,-1-3 1,2-7 344,1-6 0,-3-12 0,-1-12 1,0-11-466,0-8 0,1-4 0,4-12 0,0-2-1436,1-3 61,-1-2 1,-1 7-1,-1 7 1,-4 11-351,0 10 0,-5 29 1249</inkml:trace>
  <inkml:trace contextRef="#ctx0" brushRef="#br0" timeOffset="96">17565 16810 11260,'4'18'0,"-1"9"0,9 40 0,-5-30 0,0-1 0</inkml:trace>
  <inkml:trace contextRef="#ctx0" brushRef="#br0" timeOffset="97">17635 17475 7871,'7'-6'440,"2"4"0,-3-5 2128,1 1-1823,-5 2 1,8 10 0,-6 2 0,-1 3 287,-2 1 1,-1 5 98,0-1-783,0 0 1,-1-3 0,-2-1-1,0-1 1,5-4 0,6-9 119,7-9 0,0-10 0,5-8 0,2 0-609,1-1 1,2 8-1,-2-1 1,-1 5-353,-1 7 0,-10 6 0,0 10 1,-3 8-492,-1 6 1,-5 8-493,2 2 810,-2-1 0,-2 1 1,0 0-1,0-3 0,0-4 665,0-6 0,16-46 0,5-12 0</inkml:trace>
  <inkml:trace contextRef="#ctx0" brushRef="#br0" timeOffset="98">18090 17069 7867,'-8'-4'592,"1"-2"0,0 1 1,2-2 2937,-1 0-3020,2 4 0,4-1 1,0 8-1,0 6 0,2 5 1,2 5 1126,4 4 0,-1 2-1017,1 2-341,0-2 1,4 8-1,1-3 1,-1 0-1,0 2 1,1-2-1,-1-3-282,0-6 1,-4-1-1,1-4 1,-1-5-91,-1-6 0,2-9 1,-3-14-1,-1-6-164,1-8 0,2-9 0,-3-13 0,2-5 181,3-2 0,-1 0 1,1 3-1,-2 5-37,2 5 0,-3 9 0,-1 8-1832,0 4 1026,-2 9 130,-4 17 1,0 4-1,0 7 1,1 4-1,3 2-4118,5 1 4907,2 3 0,1 10 0,0 7 0</inkml:trace>
  <inkml:trace contextRef="#ctx0" brushRef="#br0" timeOffset="99">18533 17364 13435,'-7'12'513,"2"1"1,5 0 0,0 2-1,0 2 1,0-2 1237,0-1-1196,0-2 0,0 0 0,0-2 1024,0-6-1501,5-6 1,2-17 0,5-4 0,2-4 0,1-2-1,3 2 1,0 1 270,-1 2-475,5 8 1,-4 0 0,4 7 0,-3 7 0,-1 6 0,-3 8 0,-1 9-1771,-2 6 1446,-5-1 1,2 8 0,-5-4-1,-1 0 1,-1 0 0,-4-4 0,-1-4-1304,-1-5 1,-5-9 0,1-5 1752,-3-6 0,-7-31 0,-1-13 0</inkml:trace>
  <inkml:trace contextRef="#ctx0" brushRef="#br0" timeOffset="100">20084 17093 7870,'-8'0'662,"-1"0"1432,0 0 1,2 0 95,-1 0-1993,5 0 1,-1 0-44,8 0 1,-1 0-1,5 0-98,1 0 1,2 0 0,2 0-165,-1 0 0,0 0 1,1 0-1,-1 0-564,0 0 0,-4 0 0,1 0 0,0 0-804,2 0 1,1 0 0,1 0-769,-1 0 2244,-5 0 0,4-11 0,-4-2 0</inkml:trace>
  <inkml:trace contextRef="#ctx0" brushRef="#br0" timeOffset="101">19985 17352 7870,'-7'0'3620,"2"0"1,6 0-2856,3 0 0,7 0-413,6 0 1,5-4 0,-3 0 0,1 1-453,1 1 1,-2-2 0,3 0-1,-2 2-621,2 0 1,-4 2 0,-2 0 0,-2 0-2335,-2 0 0,1 0 3055,-1 0 0,-27 11 0,-7 3 0</inkml:trace>
  <inkml:trace contextRef="#ctx0" brushRef="#br0" timeOffset="102">21659 16724 7950,'8'-1'-72,"0"-3"1,1-5 2515,-3-1-1894,5 3 1,-8-4-1,5 4 1,0-1 0,1 1-1,-3 0 1,1 0 1107,0-2 0,-3-1-1066,4 2-263,-5 2 1,1 8 0,-9 3 0,-6 8-464,-4 6 0,-7 4 142,1 2-141,-7 5 0,-4 0 0,-5 4 0,0-3 0,2-1 0,1-2 0,1-2-127,-1-2 1,2-3-1,2-2 1,4-3 159,7-5 0,4 0 107,3-7 0,4 2 26,-1-2 74,7-3 1,2 5-44,8-6 302,-3 0 1,6 0 0,-3 0-1,3 0 1,2 0 430,-1 0 1,4 0-287,1 0-207,-1 0 1,-4 0-1,2 0 1,1 0-1,2 0 71,-2 0 1,0 0-409,1 0 7,-2 0 1,9 0 0,-4 0 0,2 0 0,-2 0-112,-1 0 1,3 1 0,-1 2 0,-1 1-208,-3-1 1,-2-2-19,-2-1 0,0 4 85,1 0 241,-6 0 577,4-4-313,-10 0 89,-1 0 1,-3 0-607,-5 0 1,4 0 0,-3 2 0,0 1-444,0 1 0,-1 1 462,-4-1 0,0 3 416,-1 5-78,-5 1 1,3-1-1,-5 2 1,-3 1 0,-3 2 116,-3 3 0,-5 0-190,1 5-59,-3-1 1,-1 1 0,2 0 0,2-1 0,4 1-156,3-1 0,3-4 0,3-4 0,5-2 82,5-2 1,-1 0 40,3 1 0,2-5 21,2 0 0,-1 0 1,-1 4-93,0 1 1,3-5 143,-1 0 121,2 0 1,2 1 478,0-1-251,0 0 1,2-1 148,2-3 0,4-3 0,7-1 874,1 0 1,6 0-549,-1 0 0,3 0-373,5 0 0,7 0 0,8 0 0,3 0 528,8 0 1,2-1-949,1-3 0,-3 2-852,-6-2 844,-5 3 0,-5 1 0,-9 0 0,-5 0 0,-14 0 0,0 1 0,-11 3-505,0 5 1,-4-3-455,0 3-365,0-7-437,-2 4 928,-1-6-105,0 0 0,2-1 9,5-4 0,1 4-3389,3-3 4318,-2 3 0,14-5 0,-2-1 0</inkml:trace>
  <inkml:trace contextRef="#ctx0" brushRef="#br0" timeOffset="103">21130 18029 8497,'0'-7'8382,"-6"7"-7957,-2 8 1,1 3 0,-1 1 0,0 2 383,1 2-655,-4-2 1,6 9-1,-4-2 1,5 1-1,4-21-147</inkml:trace>
  <inkml:trace contextRef="#ctx0" brushRef="#br0" timeOffset="104">21222 18213 11537,'2'-8'0,"-9"-52"0,-6-7 0</inkml:trace>
  <inkml:trace contextRef="#ctx0" brushRef="#br0" timeOffset="105">21130 17881 7900,'0'-12'0,"-6"-1"0,-2 1 1364,3 0 0,-5-1 0,6 0 0,1-2 0,2-2-43,1 2 1,1 7-1,3 5-3867,5 6 1,3 4-1,3 5 2546,1 0 0,33 28 0,-22-17 0,0 1 0</inkml:trace>
  <inkml:trace contextRef="#ctx0" brushRef="#br0" timeOffset="106">21376 18029 7900,'0'-7'6188,"1"1"-4930,3 6 0,3-1-168,5-3-1176,1 2 1,0-4 0,4 3-1,3-3 1,4 0 0,0-3-1,-1 1-773,-2 0 0,1 4-9,-6-4-609,1 5 0,-5-3 0,-1 8 1477,-3 2 0,-41 30 0,-15 13 0</inkml:trace>
  <inkml:trace contextRef="#ctx0" brushRef="#br0" timeOffset="107">21437 18164 11326,'-6'0'4686,"0"0"1,20 0-5411,2 0 1,5 0 0,-6 0 0,3 0-3228,1 0 1,-3 0 3950,5 0 0,15-11 0,10-3 0</inkml:trace>
  <inkml:trace contextRef="#ctx0" brushRef="#br0" timeOffset="108">21819 17955 7891,'-8'1'522,"-1"3"585,0 4 1,2 5 0,0 2-1,2 3-347,2 1 0,0 5 1,1 5-1,-3 0-961,3 1 1,0-4 0,2 1 0,0-5-605,0-6-191,6-2 1,-3-3 995,5-3 0,5-46 0,7-17 0</inkml:trace>
  <inkml:trace contextRef="#ctx0" brushRef="#br0" timeOffset="109">21327 16330 7838,'0'-12'1372,"0"4"1,0 0 48,0-2 1,0 6-1,0 5-67,0 10 1,0 3-639,0 6-459,0-5 0,0 9 0,0-5 0,0 0 0,0-1 0,0-2 0,0 1 329,0-2 1,0-6-419,0-1 0,0-8 1,1-4-494,3-11 1,4-12 0,9-6 0,3-4-413,3-4 1,3-4 167,3-8 624,3 8 1,3-2-1,-2 16 1,-4 7 0,-3 11-1,-3 9 1,-3 8 217,-3 8 1,-9 15 0,-4 12-1,-2 3 255,-2 5 0,0-1-534,0-1 1,-5-4 0,0-8 0,-1-3-1518,1 0 1,1-9-2687,4-1 2937,0-5 1272,0-8 0,0-34 0,0-14 0</inkml:trace>
  <inkml:trace contextRef="#ctx0" brushRef="#br0" timeOffset="110">22459 17056 7903,'7'-5'541,"-1"4"1,-3-5 0,1 1 2680,-1-4 1,-3 4-1543,-4 1-1461,3 2 0,-6 8 0,4 4 0,-1 3 1,1 5-1,2 1 0,1 4 221,0 5 0,4-2 0,1 2 0,1-2 81,-1-1 0,4-2 1,-4-1 194,2-1 0,0-6 160,1 1-1988,-3-8 230,-5-2 0,0-5-700,0 3 958,0-2 652,0 9 1,-1-10-1,-2 4 982,-1 1-538,0-5-103,4 5-428,0-6 1,-1 0 1,-3 0 180,2 0 275,-3 0-203,5 0 1,0-2 99,0-2 1,1-3-1,2-5-295,1 0 1,4-2-3,-4-2 1,6 1-136,-2-6 26,3 6 1,1-7 0,1 4-1,0-1 1,2-3-502,2-1 440,5-7 0,-3 4 0,5-4 0,1 1 1,0 1-234,-1 0 1,-3 2 0,-4 3 0,-2 4-816,-4 7-1178,-6 5 1303,0 7 451,-5 5 1,-1 3 0,-2 7 0,-1 3 0,0 0-3318,-2 0 3961,5-2 0,-10-9 0,4-2 0</inkml:trace>
  <inkml:trace contextRef="#ctx0" brushRef="#br0" timeOffset="111">22840 17413 11933,'7'-5'2075,"-1"3"1,-8 1-1990,-2 5 0,3 6 1,-3-2-1,2 3 329,2 1-540,-5 1 0,3-1 0,-2 0 0,3 0 0,2 1-577,3-1 0,-1-1 268,5-3-631,-5-2 1,8-6-1,-4-2 1,1-2 0,-1-4 1064,-2-3 0,0-1 0,-5-22 0,0-6 0</inkml:trace>
  <inkml:trace contextRef="#ctx0" brushRef="#br0" timeOffset="112">22890 17241 7875,'0'7'6311,"0"-2"-5215,0-5-1205,0-5-376,5-2 0,-2-4 1,4 1-1,-1 4 485,1 0 0,12-25 0,7-3 0</inkml:trace>
  <inkml:trace contextRef="#ctx0" brushRef="#br0" timeOffset="113">22976 16613 7852,'-9'0'1709,"3"-1"-485,0-3 0,3 1 1,8-4-833,3 2 1,8-5-62,5 2-282,2 3 0,6-6 0,1 2 0,1 0 1,2-1-1,-2 3 0,-3 1-570,-6-1 1,-3 4 116,-3-1 1,-8 8-1,-1 4 1,-8 5 27,-7 3 0,-7 3 1,-3 6-1,-1-1 324,-3 1 0,3 0 0,0-1 0,1 1 245,3-1 1,7 0-150,3-4 387,4 3 1,2-9 0,4 1 0,4-5 0,6-6-1,6-4-1,2-4 0,0 1-546,-2-5-842,2 0 1,-5-1 957,2 1 0,9-6 0,-3-5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27160 7962 8113,'-13'-12'243,"3"4"753,1-1 1,-2 5 0,5-4 2705,-1-1-3444,1 3 1,8-1 0,3 3-1,9-4 1,10-2 0,13 1-1,11 1 1,10-2 0,6-1-25,-30 5 0,2 0 0,2-1 0,0 1 0,2 1 1,1-1-1,1 2 0,1-1-388,2 0 0,1 2 0,4 1 1,1 1-1,1-1 0,-1 0 1,-2 1-1,-1 1-465,-4-1 1,-2 2 0,-2-2 0,-2 2 0,-1-1-1,0 1 1,-1 0 0,0 1-645,0 0 1,-2 0 0,25 2-1,-14-4 1263,-11 0 0,-6-4 0,-7 0 0,-4 1 0,-6 2 0</inkml:trace>
  <inkml:trace contextRef="#ctx0" brushRef="#br0" timeOffset="1">27098 8184 8033,'-12'0'0,"0"0"0,-1 0 0,1 0 718,5 0 1,4 0 0,13-2 0,12 0-93,12-3 1,21-4 0,-21 5 0,3 0-1,4-2 1,3 1-443,3-1 0,3-1 1,4 1-1,3 0 0,4 0 1,2 0-1,3 0 0,1 1-964,2 0 1,0 2 0,-4-1 0,-2 1 623,-2 0 0,-3 2-46,-8 0 0,-3 0 0,-6-2 0,-2 1 0,17 3 0,-10 2 0,-9 2 202,-7 2 0,-3-1 0,-6 6 0,-6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48.86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13254 9956 7778,'-8'0'5754,"-1"0"-4618,1 0 0,0 0 0,1 1-525,2 3 0,-1-2 0,2 3 0,-4-1 1,-3 2-411,-1 0 0,-6-1 0,-3 3 0,-2 0-95,-2-1 1,0 2-1,-3-3 1,-2-1 0,0 1-1,0-4-65,3 0 0,1-1 0,2 2 0,2 1 0,3-1 0,2 0 31,2 1 1,1-2 0,2 7 465,-1 0 17,6-3 1,2 0 0,6-3 0,3 1 659,5-1 0,-3-2-949,3-1 1,-3 2-197,3 2-133,2-3 0,-9 9 0,5-5 0,-1 2 0,-2 1 0,0 1-514,0-1 547,6 0 1,-9 0-1,4 0 1,-1 2-1,1 2 1,-1 3-1,0 2-11,0-2 0,0 4 0,-3 1 0,2 4-46,1 0 0,0 1 1,-4-1-1,0 2 43,0 3 0,0-3 1,0 3-1,0-5-64,0-3 1,0 1-1,0-6 1,0-1 163,0-1 0,0-2 1,0 1 174,0-1 0,0 0 0,0 0-17,0 1 0,0-1 1,0 0-1,0 1-99,0-1 0,0 2 0,0 1 0,0 2-151,0 3 1,-4-4 0,0 5-1,1 0-55,2 3 1,0 0-1,-2 1 1,-1 0-93,1-1 0,2 1 0,1-2 0,0-1 158,0-2 0,0 1 1,0 2-1,0-2 79,0-5 0,4 3 0,0 0 0,-1 2 60,-2-1 0,-1 0 0,0 1 1,0-1-58,0-3 1,0 5 0,0-1-1,0 1-203,0-2 0,0 3 1,0-4-1,0 2-40,0-1 0,0 0 1,0 0-1,0-3 159,0-4 1,0 0-1,0 0 1,0 2 68,0 2 1,0-1 0,0-4 0,0 2 281,0 2 1,-4-1 0,0 5-1,1-1-353,2 0 1,1 1 0,0 5 0,0 0-136,0-1 0,-4 1 0,-1-2 1,3 0 114,0 2 0,2-7 1,0 6-1,0-2 19,0-3 0,-4 5 0,0-4 1,1 3 46,2 2 0,0-4 0,-2-1 0,-1 2 16,1 1 1,2 2 0,1-2 0,0-1-359,0-2 1,0 0-1,0 1 1,0-1 53,0-3 1,0 5 0,0-3 0,0 2 156,0-1 0,0 1 0,0 3 0,0 1 84,0 0 0,4-1 1,0 1-1,-1 0-66,-2-1 0,0 1 1,2-1-1,1 1 245,-1 0 0,-2-1 0,-1 1 0,0-1-183,0 1 0,0 1 0,0 1 1,0 3-145,0 2 1,0-1 0,-1 4 0,-2-3 41,-1 3 1,-1 0-1,2 1 1,-1-2-80,1-1 0,-2-5 1,-1 4-1,1-2 146,-1-3 0,2-1 1,3-1-1,-2-2 170,-1-2 1,-2 0 0,4-4 0,-2-2 170,1-1 1,-3-1-1,2 2 107,2 2 0,-4-1 0,2-4 644,1 1 0,2-5 670,1 0-1506,0-5 0,1 2 0,3-5-231,5 0 0,7 0 0,5-1 0,2-3-204,1-4 0,8-3 1,5-2-1,6 0-92,5-4 1,2 4 0,-1-4 0,0 5-175,0 4 0,-6-2 0,-6 6 1,-7 1 74,-4 2 0,-6 1 0,-1 1 280,-1 3 1,-6 3-1,-5 6-1375,-1-1 0,-2 0-1135,-4 1 2669,0-7 0,0 0 0,0-6 0</inkml:trace>
  <inkml:trace contextRef="#ctx0" brushRef="#br0" timeOffset="1">13426 10350 7822,'-12'-6'719,"4"3"0,-1-5 0,0 0 3403,-2 1-3620,4 2 1,0 5-1,4 1 1,-1 4 974,2 8-1288,0-1 0,2 11 0,2-2 0,0 3 0,4 4 0,-1 0 0,2 1 251,0 1 0,1-4 0,4 3 0,1-4-340,-1-5 0,0-2 0,2-7 0,2-3-53,5-4 0,-2-3 1,0-3-1,0-5-137,1-5 1,-4-14 0,3-3 0,-1-5-97,-3-3 1,-6-6 47,0-2 49,-7 3 1,8 0-1,-5 7 1,1 5-1,1 8-190,0 7 1,1 13 213,4 14 0,0 11 0,1 10 0,0 3 124,4 0 0,-8 1 269,4 0 1,-9-4-68,0 0 0,-3 0 1,-3 2-1,-5-1 310,-6-1 1,-11-5 15,-1 0 1,-9-2-546,-3-1-222,0-6 0,-5-3 1,5-6-1,1-3 1,3-2-2561,5-2 2474,7-2 1,10-1 265,11 0 0,50 6 0,17 1 0</inkml:trace>
  <inkml:trace contextRef="#ctx0" brushRef="#br0" timeOffset="2">13943 10633 10106,'-7'1'4551,"3"3"-3860,3 4 1,1 7 0,0 2-1,0-2-941,0-2 0,0 4 0,0-1 1,1 1-3599,3 0 3848,-3-3 0,-1 26 0,-6-1 0</inkml:trace>
  <inkml:trace contextRef="#ctx0" brushRef="#br0" timeOffset="3">13340 11543 7838,'-12'-1'1375,"-1"-2"2250,1-1-3358,5 5 1,2 2-1,5 5 1,0 2 0,0 2-1,0 3 1,0 3 1018,0 1-1131,0 2 1,5 2 0,3-1 0,3-2 0,2 1 0,-1-2 0,0-3 261,1-2 0,-1-6 0,2-1 0,1-1-108,1-4 0,0-7 0,-3-6 0,0-7-199,4-5 1,-5 0 0,2-10-1,-5 0-201,1 2 1,-3-5 0,0 5-1,-1-1-71,1 3 0,-4 5 39,1 3 146,-3 3 0,-1 6 122,0 0 0,0 6-232,0 6 1,0 6 0,2 8-80,2 2 1,1-2 173,4 2 0,3 2 7,0-2 0,0 6 0,5-3 0,-3 2-4,-2-1 0,0 2 170,0 7 0,-5-2 176,-3 6 0,-2 0 1,-4 4-1,-2 0 186,-4 0 0,-12 4-280,-5 0 1,-8-4-280,0-5 1,-6-8 0,-2-1 0,1-5-780,2-7 0,8-1 219,5-5 0,6-1-1264,7-4 1112,5 0 728,1 0 0,45-6 0,8-1 0</inkml:trace>
  <inkml:trace contextRef="#ctx0" brushRef="#br0" timeOffset="4">13857 11814 9419,'-8'-4'6008,"-1"0"-5610,7-6 0,-2 3 1,8-4-1,4 2 331,3 1-780,7-1 0,-3-3 0,5 1 0,1 2 0,-1 0 0,-1 1 1,-1 1-365,-3 3 1,-1 3 0,-3 4-566,-3 5 814,-3 6 1,-10 10 0,-2 2 0,-1 3 0,0 2 0,-2 2 0,1-1-623,0-2 749,4-2 0,5-7 0,0-2 1,0-1-1,1-5 0,3-3 0,6-6 1,4-4-1,3-4-968,2-4 1007,2-3 0,9-45 0,-14 22 0,0 1 0</inkml:trace>
  <inkml:trace contextRef="#ctx0" brushRef="#br0" timeOffset="5">13401 12712 7820,'-12'-5'885,"4"3"1,1-3 0,0 1 1024,0 0 1,1 1 0,-3 7-1234,5 4 1,4 5-352,4 3-161,-2 3 1,9 6 0,-3-1 0,1 1 0,1 0 0,-2-2-1,2-1 618,1-2 1,1-6-333,0-2-263,6 1 1,-4-12 0,2 2 0,-2-7 0,-2-9 0,1-7 0,-3-9 639,-1-8-956,2 0 1,-9-9-1,5 5 1,-1 1 0,-4 3-1,0 4 1,-2 5-740,0 2 406,-6 6 0,5 10 260,-3 10 0,4 10 0,4 11 0,4 2-131,3 2 0,1-1 375,1 1 0,3 1-220,0 3 264,1-3 1,-1 5 0,1-2 0,-2 4 0,-3 2 198,-4 2 0,-2 1 1,-6 2-1,0 3 87,0 0 0,-10-3-89,-2 1 1,-10-8-15,-3-5 0,-5-6 0,-7-4 0,0-4 181,1-7 0,0-5-449,3-2 1,7 0-3799,6 0 497,10 0 0,2 0 3299,16 0 0,50-27 0,-19 10 0,1 0 0</inkml:trace>
  <inkml:trace contextRef="#ctx0" brushRef="#br0" timeOffset="6">13808 12897 7820,'-11'-1'1675,"1"-2"1794,2-1-655,5-6-2035,-8 9 1,11-5 0,0 6-1,8 0-88,7 0 0,0-4-493,6 0-141,-1 0 0,5 0 0,0 0 0,-1 1 0,0 2 0,-4 1 0,-4 0-286,-2 0 0,-7 7 0,-3 5 0,-3 7-104,-1 4 0,-1 3 116,-3 3 18,-3-3 0,0 4 0,3-5 1,3-1-1,1-1-818,0-2 838,5-3 0,8-6 1,7-1-1,3-1 1,1-4 252,-4 0 0,-2-1 0,-7-1 858,-3 5 0,-9 2-631,-12 1 1,-11 4 322,-13 1-989,0-1 1,-11 0-1,4 1 1,1-2 0,2-3 364,2-4 0,8-35 0,1-14 0</inkml:trace>
  <inkml:trace contextRef="#ctx0" brushRef="#br0" timeOffset="7">14017 9980 7811,'-8'0'424,"-1"0"1,0 0 2535,-2 0-2460,4 0 0,3 0 0,9 2 0,8 0 0,6 3 1,5-3-1,7 0 343,5-2 0,3 0 0,4-2 1,1-2-550,0-4 1,-4-3-1,1-1 1,-3-2-166,-1-2 0,-7 6 1,-5-1-1,-9 3 430,-6 1 1,-6 6-298,-8 1 0,-5 7 0,-6 8 0,-1 2-110,1 3 0,1 0 1,2 5-1,1-1-221,3 1 1,-2 4-1,6 1 1,1 1-92,2 3 1,2 3 0,3 4 0,5 6-39,2 5 0,1-2 501,0 4-214,0-4 0,1 4 1,-1 2-1,0 2 0,1 5 198,-1 0-249,0 0 0,-3-1 0,-1 1 0,1-1 0,4 0 107,3-6-154,-2-4 0,3-1 0,-4 2 0,-1 3 0,-1 0-44,-3-3 1,-2-2 0,-5-2 0,2 0 103,1 1 0,0-7 29,-4-2 0,0 2 324,0-2-325,0 5 0,0 1 0,0 3 0,0-3 0,0-3-291,0-5 1,0 0 1,0-3 332,0 1 0,0-4 0,0-1 1,0-2-1,0-2 58,0 3 1,4 1 0,0 8-1,-1 1-12,-2-1 0,-1-2-629,0-1 1,4 0 224,1 0 0,0-4 0,-2-2 0,1 0-289,-1 1 0,2-9 302,-1 2 1,0-8-45,-4 4 359,0-6 0,0 7 0,0-4 0,0-1 0,0 1 665,0-3-611,0-1 0,0-2 0,0 1 0,0-1-85,0 0 1,-1 0-158,-3 1 1,2-1 0,-2 0-225,3 1 0,1-1-354,0 0 694,0-5 1502,0-1-874,0-6-799,0 0-304,0 5 0,0-2 183,0 5 1,0-4 0,0 4-530,0 2 577,0-5 0,0 2 1,1-4 98,3 1 660,-2 0-278,3-4-58,-5 6 1,4-4 118,0 7-251,1-7 0,-1 9-168,0-3 44,0-2 0,-3 1 0,2-3-272,1 4 1,2-1-223,-2 1 397,-3 0 0,6 3 0,-4-1 174,1-2 0,0-4-166,-4 4 0,0-4-466,0 5 451,5-1 0,-3 4 1,2 0-9,-3 1 1,-1-5 199,0 0 1,0-4 379,0 4 0,0-3 255,0 3-262,0-5-309,0 2 1,0-4-590,0 3 111,0-2 1,-1 3-264,-3-5 907,-3 0 0,-6 0 1,1 0-1,0 0 0,0 0 398,-1 0-913,-5 0 0,1 0 0,-5 0 0,1 0 0,1 0-1045,1 0 1,-3 0 1298,5 0 0,-5-16 0,3-5 0</inkml:trace>
  <inkml:trace contextRef="#ctx0" brushRef="#br0" timeOffset="8">15260 11211 7782,'-9'-1'2020,"1"-2"1207,-1-1-2957,3 0 1,6 4 0,8 0 0,5 0-1,3 0 1,5 0 0,2 0 0,2 0 0,-1 0-412,1 0 1,-1-2-88,1-2-303,0 3 1,-2-5 0,-3 6 0,-3 0-1,-5 2 531,-4 2 0,-51 35 0,12-12 0,0 0 0</inkml:trace>
  <inkml:trace contextRef="#ctx0" brushRef="#br0" timeOffset="9">15272 11592 13579,'5'7'2242,"4"-3"0,6-4-1407,1-4 0,6 2-708,-1-7-527,2 7 1,3-8-1,1 5 1,3-1 0,0 1 399,0 2 0,10-9 0,-2-2 0</inkml:trace>
  <inkml:trace contextRef="#ctx0" brushRef="#br0" timeOffset="10">16675 9931 8249,'-6'8'608,"-2"-1"1,-4 0 0,-4 0 0,-5 4 297,-2 4 0,-6-2 1,0 4-1,1-5-452,-2-4-450,4-2 1,-3-2-1,7 0 1,3-1-1,0-3 1,1-3 0,0-2 61,3-2 1,6 4 0,0-2 525,0-1 1,2 5 580,-1-3-1032,5 2 1,-3 4-199,6 2 1,0-2 113,0 7 1,0-5-72,0 4 272,6-5 0,-5 4 0,5-5 485,-1 2-501,-3 0-236,3-4 0,-4 2-196,4 2 105,-4 3 1,6 1 0,-4 0 80,1 2 0,0-3 1,-3 1 162,3 1 1,-2-2-134,2 1 1,-3-3 87,-1 3-66,0 0 1,1 0 0,2 0-1,1 2 1,-1 2 239,-2 5 0,-1-2-50,0 5-142,0 1 0,0 3 0,0 1 0,0 1 0,0 1 384,0 2-433,0 0 0,0-1 0,0 1 0,0-2 0,0-1-40,0-1 1,0 4-1,0-1 1,0 1 3,0 1 1,0 2 16,0 5 0,0 0 0,0-1 1,0 3-8,0 2 1,0-3-28,0 3 0,0-7 74,0-1-73,0-6 0,0 4 1,0-6-1,0 3 0,2 1 43,2-2 36,-3-1 0,5-2 0,-6 2 1,0 3-1,0 4 45,0 3 1,0 0 0,0 1-1,0 0-21,0 0 0,0-1-128,0-3 1,0-2-1,0-4 1,0 2-326,0-2 1,0-1 282,0-1 1,0 0 19,0-1 69,0 1 1,1 4 0,2-1 0,1 1 0,-1 0-388,-2-1 317,-1 7 0,0-5 0,0 3 0,0-5 1,0 0 117,0 0 1,0 0 0,0 3 0,0-1 57,0-2 1,0-2-9,0-2 0,0 2 392,0 3-440,0-3 1,0 8 0,0-4-1,0 0 1,0 2-296,0-1 165,0-4 1,0 3 0,0-4 0,0 2 0,0 1-111,0-2 0,0-1 0,0-2 0,0 1 69,0 0 0,0 1 28,0 2 1,0-2-41,0 3 72,0 3 0,0-5 0,0 6 0,0-1 0,0 0 58,0-3 0,0-7 0,0-2 0,0 1-75,0-2 0,0 3-70,0-6 1,0 2 52,0-2 41,0-2 0,0 8 1,0-5-1,0 1 1,0 0-60,0-3 0,0 3 0,0 0 0,0-1-21,0 1 1,0-1 150,0-5 0,-4 2-113,0 2-12,0-2 1,2 3-1,0-4 1,-3-1-1,1 0-326,-1 1 416,3-1 0,-3 0 0,5 1 0,0-1 0,-1 0 224,-3 0 1,2 1 34,-2-1 1,3-4 181,1 1-348,5-7 78,-3 4 1,8-6 0,-1 1 339,2 3-231,1-2 0,-4 3 0,0-5 0,2 0-143,1 0 1,-3 0 0,-1-1 0,0-2-2285,0-1-49,1-6 0,4 2 2197,0-8 0,-4-31 0,-3-13 0,1-7 0,0 0 0</inkml:trace>
  <inkml:trace contextRef="#ctx0" brushRef="#br0" timeOffset="11">16909 10903 7773,'-7'2'-74,"1"0"0,2 4 0,-1-1 1210,-2 1 1,4-3 277,-1-8-876,3 4-224,1-10 1,0 8 0,0-5-1,0-1 1,0-2 285,0-2 0,0 1 0,0 0 0,0-1-393,0 1 0,0-2 0,0-1 0,-2-2-184,-2-2 0,3-2 1,-3-5-1,2-3-30,2-4 0,2-3 0,2-5 1,3-5-208,0-1 1,8-3 0,-3 2 0,2 2-97,-1 1 0,4 9 70,-1-1 221,1 9 1,-5-1 0,0 10 0,0 5 0,1 6 313,-1 2-421,0 2 0,-1 6 1,-1 2-1,-3 4 1,0 3-808,-1 1 777,-3 6 0,3 1 0,-6 7 0,0 2 0,-2 3-127,-2 5 1,-4-2 0,-7 7 0,-1-3 296,0-1 0,3-6 238,0-2 0,1-7 707,0-1-562,0-12 0,5 1 0,4-14 586,6-5 1,5-3-389,8-4-436,3 2 0,7-4 0,3 6 0,3 1 1,0 3-141,1 4 0,-1 2 0,1 2 0,-5 2-371,-2 2 1,-7 8 230,-2 9 1,-9 2-114,-4 1 206,-8 6 0,-4-2 0,-10 3 0,-7 1 0,-7-2 94,-8 0 0,-2-5 0,-5-6 0,3-2 154,2-2 1,6-6-65,8-5 0,2-8-76,1-5-355,6 4 0,5-6 0,7 3 0,3-2-2622,6 2 0,3 3 2897,7 5 0,20-3 0,9 0 0,3 0 0,-1-1 0</inkml:trace>
  <inkml:trace contextRef="#ctx0" brushRef="#br0" timeOffset="12">17450 10645 7803,'-8'-7'2544,"0"4"-1246,-2 6 1,3 5-375,-1 9-600,5 2 1,-6 9 0,5 3 0,1 0 0,2 3 0,1 0 0,1-1 51,3-4 1,7-10 0,7-7 0,1-6 54,3-5 0,1-12-108,2-5-396,-6-11 1,-1-1 0,-7-3 0,-3 1 0,-4 1 0,-5 2-1,-6 2-931,-6 6 1,-7 4-1,-2 4 1,-4 3 1003,-3 4 0,-10 25 0,-5 11 0,-3 2 0,1 0 0</inkml:trace>
  <inkml:trace contextRef="#ctx0" brushRef="#br0" timeOffset="13">16835 12048 7803,'-7'-6'371,"-3"4"0,5-5 0,0 0 0,-2 0 0,0-3 614,-3 0 1,3-3 0,1 1 0,-1-2 0,1-2 0,1-5-271,2-2 1,-2-7-1,1-3 1,1-2-175,1-2 1,8 0-326,2 0 1,3-1-1,1-2 1,2-2-1,1-1 1,3 1-51,1 2 0,1 0 1,5 2-1,0-1-137,-1-1 1,1 14-1,-2 0 1,-1 8-1083,-1 7 0,-5 7 1,2 3-1,-3 8 353,-4 9 0,-7 9 0,-1 6 0,-6 7 523,-5 5 1,-5-4-1,-2 2 1,-1-2 246,1-2 1,1-6 348,2-2-169,0-3 0,1-3 0,2-2 1,4-6-1,1-5 0,1-3 842,4-1 0,5-3-898,6-8 0,6 3 1,4-5-1,4 1-36,3 4 1,3 0-180,-3 2 1,-2 0-110,-6 0 1,-3 6 0,-7 3 0,-3 6 5,-4 6 1,-14-1-69,-6 5 0,-7-4-78,-6 3 248,-2 1 0,-6-7 0,-2 2 0,1-5 1,3-4-321,7-3 0,4-5-61,7 1-302,6-3 0,3-1 1,8 0-3678,6 0 4382,9-5 0,37-13 0,-20 5 0,1 0 0</inkml:trace>
  <inkml:trace contextRef="#ctx0" brushRef="#br0" timeOffset="14">17364 11814 8468,'-12'0'3109,"1"1"-2090,3 3 1,-3 3 53,2 6-809,4 4 0,0 2 0,3 7 0,-1 2 0,-1 2 0,3 0 1,4-1 412,5-6 0,4-4-429,5-7-16,-4-5 0,11-4 0,-4-11 0,2-10 0,-2-8 0,-3-7 0,-5-2 623,-4-2-765,-2 5 0,-6-2 0,-2 7 0,-2 2 0,-5 5 0,-6 3 0,-7 6-1678,-5 6 1,1 3 100,-3 2-3426,3 6 4913,1 6 0,-21 24 0,-6 9 0</inkml:trace>
  <inkml:trace contextRef="#ctx0" brushRef="#br0" timeOffset="15">16859 13340 11385,'-6'-6'606,"0"4"0,6-6 0,-1-2 0,-2-1 1,-1-3-1,1-1 147,2-1 0,1-7 1,0-1-1,0-4 1,0-5-1,0-5-314,0-6 0,1-5 0,3-3 0,5-2-352,2 2 0,2 2 0,2 2 0,3 1-730,1 2 427,-4 6 1,8 2 0,-3 9 0,0 8 0,1 8-1,-1 6 1,-1 6-619,-2 4 0,-5 10 1,-4 10-1,-4 9 1,-4 6-1,-4 3 648,-4 2 1,-8-1-1,-5 4 1,-2-3-1,0-2 1,1-4 824,1-3 0,7-5 1,1-7-1,3-3 1718,1-3-2230,9-9 1,2-8 0,15-8 0,3-3 0,5-1-1,4 1 1,3 2 0,4 5 0,2 3-1493,3 1 1066,-2 0 1,-2 5 0,-10 4-1,-7 3 1,-7 4 0,-8 5-1,-8 2 514,-9 2 1,-11 3-1,-21 1 1,-6-2 510,-5-1 1,3-8 0,0-4-1,5-6-112,6-2 0,4-2 1,6-6-1,6 0-741,8-3 1,8-4 0,7 2 0,4-1-1120,7 0 1,7-1-1,6-1 1246,5 1 0,10-6 0,7-2 0,5-1 0,0 1 0</inkml:trace>
  <inkml:trace contextRef="#ctx0" brushRef="#br0" timeOffset="16">17475 13131 7759,'0'-13'4503,"0"1"-4048,0 5 1,0 9-1,0 10 1,0 7 98,0 4 1,-4 7 0,0 2 0,1 1-181,2-1 0,2-3 0,2 3 0,2-4 407,2-4-601,1-5 0,4-8 1,2-4-1,1-9 1,3-9-1,0-9 1,-1-8 267,-1-4 0,-8-4 1,-4-1-1,-3 2-211,-1 2 1,-5 3 0,-5 8-1,-5 4-442,-5 6 0,-4 8 0,1-1 0,1 5-895,2 5 1,3-3 0,-2 7 0,1 0-1248,3 2 1,7-3 2346,4 0 0,8-5 0,3 3 0</inkml:trace>
  <inkml:trace contextRef="#ctx0" brushRef="#br0" timeOffset="17">17893 9870 7744,'-4'-9'718,"-1"3"1,-1-1 0,-1 0 2024,1-3 1,4 5-2073,2 1 1,7 8-1,9 3 1,5 1-354,2 0 1,3-1 0,3 2 0,4-2-121,2-1 1,2-2 0,0-4 0,1 0 0,1 0 0,-1 0 88,-3 0 0,-7-1 0,-4-2 0,-6-1 26,-4 1 1,-9 2 0,-5 1-1,-7 1-215,-3 3 1,1 3 0,1 5-1,-1 0 1,-2 1 0,0-1-162,2 0 1,-1 2 0,3 1 0,-1 2 0,1-1-1,0 2-27,0 2 0,0 1 0,-2 2 1,2 4-1,0 3 0,1 5 57,1 0 1,-3 9 0,2 4 0,1 4 0,-1 1 0,4 0 87,0 1 1,2 3 0,0-4 0,0 1 0,0-1 0,0 0 92,0-1-132,6 4 1,-4-2 0,5 0 0,-1-4 0,-3-4 0,-2-2 0,-1-2 0,0-1 0,0 0 82,0-1 0,0 4 0,-1 1 0,-2 3 0,-3 1 0,-1-1-11,-2-3 0,3 1 0,1-5 0,1 1-51,0 0 1,-4-5-1,3 1 1,3-4-23,0 0 1,2 3 0,0 2 0,0-1 7,0-2 1,0-2 0,0 1-1,0 1-46,0 1 1,-4-7-1,0 7 1,0-2 166,-1 1 0,3 1 1,-2 0-1,1-2-87,-1-2 0,3 1 0,-3-4 0,2 2-113,2 2 0,0-4 0,0-1 0,2-3-77,2-2 0,-3 2 0,3 2 0,-2 2 49,-2 1 0,0-3 0,0 2 0,0-2 129,0 1 1,0 4 0,0-4 0,0-2 114,0-1 0,0 0 0,0 1 0,0 2-217,0-2 1,0-1-1,0-1 1,0-1-59,0 1 1,0 0 0,0-2-1,0-1-20,0-2 1,1 1 0,2 3 0,1 1 83,-1 0 0,2-1 1,-1 1-1,0 1-42,2 3 1,-3-3 0,3 2-1,1-2-84,0-1 1,-3-5 0,3 0 224,-2-3 0,0 0 0,-4-5 4,3 0 0,-3 1 0,4-1-174,-4 0 1,3 2 0,1 1 0,2 1-232,3-1 0,-1 5 0,1-1 0,-2 0-346,2-3 1,-5-2 1258,-1-2 1,-2-6-121,-2-6 0,0-6 0,-2-5-363,-2 3 1,2-1-1,-5 3 1,0 1-540,0-1 0,-3 2 1,-5 4-1,-2-1-78,-3-3 0,4 2 0,-4-2 0,-2 3 28,-2 1 0,1-2 0,1 0 1,2-2-284,-2 1 0,3-3 1,-2 1 794,-1-2 0,-6-29 0,-4-10 0</inkml:trace>
  <inkml:trace contextRef="#ctx0" brushRef="#br0" timeOffset="18">19124 11199 7753,'-15'16'496,"2"3"0,4 4 1,1 8-1,1 5 3059,1 10-3304,2-1 0,4 15 0,0-3 1,0 2-1,2 0 0,0-3 0,4-3 1,-1-6-1,1-8-1349,-3-4 1,-2-14 1097,-1 0 0,-11-33 0,-3-10 0</inkml:trace>
  <inkml:trace contextRef="#ctx0" brushRef="#br0" timeOffset="19">18927 11716 7753,'12'-11'2294,"1"2"1,0 4-1365,4-1 1,-2 4 0,5-5 0,2 0-1311,1 0 1,2 4 0,1-1 0,1 2-1700,2-2 2079,0 2 0,-5-36 0,1-3 0</inkml:trace>
  <inkml:trace contextRef="#ctx0" brushRef="#br0" timeOffset="20">20699 10066 8128,'-8'-6'2533,"0"2"0,4 2-2103,-5 2 0,1 2 1,-6 0-1,-2 4-116,-4 1-347,-4 1 0,-7 5 1,-6 2-1,-8 1 1,-6-4-1,-2-4 1,1-2 122,1-4 1,6 0 0,3-2 0,4 0-3,6 0 0,9 0 0,4-2 0,1 0 273,3-3 1,3 0 0,2 2 94,2-1 1,4 0-1,-3 5-282,1 3 0,2-1 0,4 5-42,0 2 0,0-3 1,0 1 106,0 2 1,2-4-97,2 3 19,-3-1 0,6 4 0,-4 2 1,2 1-1,1 3 0,0 1 1,0 4 253,-1 4 0,4 5-532,-5 5 83,5 0 0,-6 5 1,4 3-1,-2 3 1,-2 1-218,-2 0 1,4 8 0,-1 1 0,0 4 27,1-2 1,-3-3 164,2 1 1,-3-2-814,-1-3 887,5-8 1,-3 10 0,2-7 0,-3 5 0,-1 5-15,0 5 0,-1-2 16,-3 5 0,2-3 0,-3-2 1,1 1-66,0-1 1,0 1 2,4-1 1,0-1 57,0-2 86,0-3 1,0-3-1,0-3 1,0-4-1,0-3 238,0-1 1,0 6-318,0-2 0,-2 3 1,0 0-1,-2-2 362,1-1 0,0-4-101,-1 4 0,3-5-408,-4 1 73,4-3 0,1-1 0,0 0 0,0 0 0,0 1-198,0 3 1,0-2-374,0 2 673,0-8 1,0 5 0,0-4 0,-1-1 0,-2 0 270,-1-2 0,-4-2 1,2 2-1,1-1-389,-1-2 1,-2-2 181,4-2 1,-1 1-605,0 0 372,4-1 1,-9 1 0,5 1 0,0 1-1,-2 3-570,0 2 611,4-5 0,-8 4 0,4-3 0,-1 0 0,0 1-25,-2 1 1,4-5 322,-3-1 1,7 0 0,-3-8 0,3-1 224,-2-1 1,2-2-278,-2 0 0,1-3-135,-1-1 1,3 0 0,-3 4-1,3 1-61,1-1 1,-5 4-16,1 1 1,0 1 112,4-2 1,0-2-1,0 2 1,0-2 778,0-2-531,0 0 1,0-3-7,0-1-12,0-5 0,2 2 1,2-6-1,4-2 276,3-1 1,7-4-858,2 3 1,3-3-1,2 3 1,1-1 78,3 1 1,-2-3 111,6 4 0,-4-5 0,3 4 1,1-1-142,-1 1 1,-4-3 131,-7 4 1,2-6-632,-2 2 296,-4-3 0,-3-1 0,-6-1 0,0 1 0,1-2-1577,-1-2 0,-1 1 2010,1-6 0,-3-10 0,-5-7 0</inkml:trace>
  <inkml:trace contextRef="#ctx0" brushRef="#br0" timeOffset="21">20785 10694 7776,'-4'12'-138,"0"1"1,1-1 452,2 0 0,1 1 1,0-1-1,0 0 0,0 1 388,0-1 1,0 0 0,0 0 0,-1-1 128,-4-2 0,4 2 0,-3-3 2645,3 3-2750,1-4 1,-5-3-1,1-10 1,2-5-1,0-5 1,2-3 1101,0-3-1804,0-1 1,-4-3 0,0-2 0,1-2 0,2-3 0,1-5-1,1-6 1,3-4 0,6-2-282,5-4 0,4-2 0,6-4 0,1 4 0,1 7 1,2 8-1571,-2 7 1362,-1 4 1,-3 8-1,-1 5 1,-3 9-1,-1 5 1,-3 3-614,-1 0 0,-7 6 0,-3 4 1,-3 5 690,-1 5 0,-5 5 0,-5 2 1,-5 3 320,-5 2 1,-4-1-1,1 2 1,1-3 399,2 0 0,5-4 1,-2 1-1,5-3 484,4-4 1,2-5-1,8 0 1,3-5-251,7-6 1,8-3 0,10-1 0,5 0-348,5 0 0,1 0 1,-4 0-1,-2 0-298,-2 0 0,-3 2 0,-8 2 0,-5 4-123,-9 3 1,-5 5-1,-6 2 1,-5 1 7,-9 3 1,-10 1-1,-7 0 1,-6-2 240,-5-5 1,-3-3 0,0-4 0,3-2-31,4-1 1,8-2 0,7-6 0,7 0-764,7-3 0,8 0 0,1 2 0,7-1-767,8 1 0,7 1 0,9-1 1510,1-1 0,12-3 0,6-1 0,3 1 0,0 0 0</inkml:trace>
  <inkml:trace contextRef="#ctx0" brushRef="#br0" timeOffset="22">21400 10682 7776,'7'-2'1841,"-1"0"-197,-1-2 1,1 1 0,2 7-756,-4 4 1,-3 3 0,-1 3-1,0 1-775,0 1 1,0 2-1,0-3 1,0 3-1582,0 1 1,0-4-1,0 1 1,0-2 1466,0-2 0,28-43 0,6-11 0</inkml:trace>
  <inkml:trace contextRef="#ctx0" brushRef="#br0" timeOffset="23">21708 10399 7776,'-5'-8'4915,"-4"-1"0,4 8-4399,1 1 0,4 5 0,3 8 1,2 0-1,2 4 0,3 3-54,0 4 0,4-1 0,1-1 0,2-2 1,-2 1-1,-2-1-1121,0 1 0,-1-6 1,-1 1-1,-2-2 1,-2-2-1,-1 0-3124,-4 1 1,0-5 3782,-2 0 0,-17-27 0,-3-3 0</inkml:trace>
  <inkml:trace contextRef="#ctx0" brushRef="#br0" timeOffset="24">21967 10263 7776,'-7'13'67,"-4"0"0,-4 4 0,-2 3 1,0 5 621,-4 4 1,-6 3 0,-2 8 0,2 1 0,2-1 0,5-3-369,3-5 1,3-1-1,4-8 1,1-3-880,5-3 1,8-9 0,5-5-1,1-6 1,4-7 557,3-5 0,13-9 0,8-8 0</inkml:trace>
  <inkml:trace contextRef="#ctx0" brushRef="#br0" timeOffset="25">22176 10633 7756,'0'-9'4493,"0"4"-3696,0 4 1,0 5 0,0 12 0,0 5 0,0 3 0,0 3-1211,0 2 1,-2 4-1,0-3 1,-4 0-1,1 0 1,-2-1 412,0 1 0,-23-4 0,-10 4 0</inkml:trace>
  <inkml:trace contextRef="#ctx0" brushRef="#br0" timeOffset="26">20662 13844 7724,'-8'-5'739,"1"-3"1,2-3 0,1 0-1,-1 1 302,1 2 0,0 0 1,4-4-1,-1-1 1,-2 0-1,-1-4-635,1-3 1,2-5 0,1-4 0,0-5-262,0-5 0,0-5 0,1-5 1,2-1 14,1 1 1,6 4 0,-3 3-1,1 2 238,0 4-604,0 8 0,4-6 0,2 6 0,1 5 0,2 5 0,-1 6 1,0 2-1,2 3 0,0 3-673,0 6 1,-6 5 0,-5 10 0,-2 8 0,-2 5 0,-3 3-243,-4 0 1172,-8-1 0,-2 4 0,-2-3 1,2-4-1,2-3 0,-1-3 0,2-1 1405,3-2 0,-1-5-874,4 2 1,12-9-1,10-4 1,6-3-311,6-1 1,-2 0 0,6 0 0,1 0-421,2 0 1,-6 2-1,-6 2 1,-7 5-116,-8 6 1,-5 5-1,-11 4 1,-9 2 158,-11 3 0,-13-7 1,-5 1-1,-2-4 368,2-4 0,-1-1 0,6-3 0,5-3-484,5-4 1,10-4-396,8-4 0,7 3 1,10-4-1,6 4-4610,4 1 5225,7 0 0,41-5 0,-23 1 0,-1 1 0</inkml:trace>
  <inkml:trace contextRef="#ctx0" brushRef="#br0" timeOffset="27">21117 13672 13800,'0'12'1036,"0"6"1,0 3 0,0 2-545,0 2 1,0-1-1,0 1 1,-1-1-1196,-3 1 0,3-2 0,-3-2 0,2-5-4666,2-2 5369,0-7 0,6-35 0,0-13 0</inkml:trace>
  <inkml:trace contextRef="#ctx0" brushRef="#br0" timeOffset="28">21597 13389 7756,'-5'-7'807,"2"-2"0,-4 3 0,1-1 1,0-2 1363,1-2 1,2 5 0,6 6 0,3 9-1257,5 6 0,-1 4 0,8 5 0,-2 1-643,1 0 0,0 3 0,-2 1 0,2-2-341,-2-1 1,-2-2-1,0-4 1,-2-3 0,-2-4-1,-2 0-1654,-1-1 0,-2 0 0,-4 0-2322,0 1 0,0-5 4045,0 0 0,-11-5 0,-3 2 0</inkml:trace>
  <inkml:trace contextRef="#ctx0" brushRef="#br0" timeOffset="29">21868 13217 7734,'-1'-7'842,"-3"4"1,-5 7 727,-1 9-1272,-3 4 0,0 14 1,-3 3-1,-1 7 1,-1 7-1,-1 5 0,1 2-264,0-1 0,3-4 0,6-8 1,2-5-1,1-10 0,4-8-870,0-5 0,4-6 0,3-1 0,6-1 836,4-4 0,29-11 0,2-5 0</inkml:trace>
  <inkml:trace contextRef="#ctx0" brushRef="#br0" timeOffset="30">22065 13635 7722,'-7'0'690,"-4"0"1,3 2-1,-3 0 712,-1 2 1,4 2 0,-1-3 0,1 2-81,1 2 0,3-4-1009,8 1 1,3-3-1,5-1 1,1 0 0,0 0-1,3-1-77,0-3 0,2 1 1,-3-4-1,3 2 1,-1 2-1,1 2-352,-3 1 0,0 0 1,0 0-1,2 2 0,-2 5 1,-3 5-460,-4 2 1,-1 5 0,-4 2 0,1 2 0,-1 2 0,-3-1 134,-5 1 0,4-6 1,-4-3-1,1-2 1,-1-2-1,3 1 119,0-1 395,2-5 1,0 4-1,2-4 1,2 1-1,4 0 1,3 2 105,1 1 0,-1 2 1,-3 2-1,-4 2 1,-2-1-1,-5 2-197,-5 2 1,-2 4 0,-12-1 0,-4-1 0,-6-3 0,-8-1-487,-5-3 0,-4-7 0,-3-4 0,-2-3-625,2-1 1,13-11-1,7-5 1,8-9 1127,3-7 0,28-16 0,9-8 0,-1-10 0,1 0 0</inkml:trace>
  <inkml:trace contextRef="#ctx0" brushRef="#br0" timeOffset="31">22262 10140 7719,'-8'-1'397,"0"-3"1,-1-4 1949,2-3 1,2 2-565,5 1-1476,0 6 0,1-8 0,3 6 0,5 1 0,2 2 1,1 1-1,2 0 719,2 0 1,5 0-482,7 0-409,-2 0 0,10 4 0,-3 0 0,2 0 0,3 0 0,2 0 0,0-1 635,-5-2-678,2-1 1,-12 4 0,1 1 0,-6-3 0,-2 1 636,-3 1 501,-7-2-630,-8 8-277,-7-8 0,-1 5 1,0-3-153,-2 4-255,5-3 1,-2 6 0,4-2-31,-1 2 74,0 1 0,4 4 0,0 1 1,-1-1-1,-2 2-118,-1 2 1,0 5 250,4 4 0,0-2 1,0 6-1,0 0 170,0-2 1,0 5-84,0-4 0,1 3 64,3-3-187,-2 4 1,5-6-1,-3 4 1,3-1 0,-1 1 133,-2 2 1,2 1-55,-2 0-138,0 5 1,-4 0 0,0 5 0,0-3 0,0-1 39,0 1 0,0-3 0,0 4 1,0 0-8,0-1 0,0 3-154,0-6 0,0 5 90,0-1 0,0-2 0,0-2 0,0-3 52,0-1 1,2-3 28,2 3 0,-3-3-75,3 7-59,-3-2 0,-1-1 1,0 3-1,0 4 0,0 1 4,0 0 67,0-4 1,0-5 0,0 1-1,0 0 1,0-1 304,0-5 1,0-1-196,0-2 1,0 5 0,0-2 0,2 0-55,2 1 1,-3-4-40,3 4 1,-2-2-16,-2 2 0,0-3 1,0-5-1,0-1-192,0 1 0,0 1 122,0 3 1,0-3 232,0 2-212,0-2 0,0-1 1,0 1-1,0 1 1,1 2-93,3-2 0,-2 3 1,2-1-1,-3 0 47,-1 1 1,0-4 9,0 3 0,1-7-124,4-2 159,-4 1 0,4 2 0,-5-1 0,0-3 0,0 0-74,0 0 1,0 2 0,0 3-1,0 1-65,0-1 1,0 1-1,0 0 0,0-1 0,2 2 0,0 2-40,3 0 0,-1 1-38,-4-4 0,1 1-139,3 2 328,-2-2 0,3 2 0,-4-5 0,2 3 1,1 0-96,-1 0 1,-2-6-1,-1 0 1,0-3 301,0-2 0,0 0-48,0 2 1,4-8-1,1 4 1,-3-2-255,0 0 1,-2 1 69,0 0 1,0 0-178,0 1 141,0-1 1,4 0-1,0 1-168,-1-1 0,-2-4 141,-1 0 826,0-5-47,0 3-598,0-6 351,0 0-134,-6 0 0,4 0-241,-6 0 0,-1 4 0,-3 1 0,0 2-62,-1 3 0,1 1 73,0 1 1,-1-4-1385,1 0-355,5-5 0,-4 8-3406,3-3 1691,-3-2 3462,4-6 0,18-56 0,0 19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01.6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68 862 7822,'0'7'1327,"0"-1"0,0-5-203,0 4-382,0-4-228,0 5-19,0-6 630,0 0-514,-6 0-85,4 0 10,-4 0 0,6 0-4,0 0 1,-6 0-373,5 0 0,-7 0 275,4 0-340,2 0 0,-4-1 18,6-4 0,-1 2-98,-4-6 116,4 1 1,-5-10-102,6 0 1,-2 0 64,-2 4 1,2-4 11,-2 0 0,2-6 125,2 2 0,0 1-63,0-1 0,0-1-141,0-4 0,5 0 55,-1 1 1,2-1-123,-1 0 1,1 0 127,3 0 1,3-4-21,-3-1 1,3 1-32,1 4 1,2-3-132,3 3 1,-3-3-65,3 8 0,1 1 13,-1-2 0,2 7 103,-3-2 0,0 3 33,5 2 1,-5-1-23,1 1 0,1 1 15,-1 3 1,0-3 14,-4 3 0,-1 1-4,0-1 1,1 6 14,-1-1 1,1-2-136,-1 1 0,1 1 108,-1 4 1,-4-5-165,0 1 1,-4 0-224,4 4-227,-6 0 398,8 6 0,-9 1-55,2 6 0,-4 1 127,-4-1 1,-4 2-8,-5 3 0,0-1 35,-1 5 0,-1-5 28,-3 0 0,3-2 146,-3-1 0,2 1-79,-2 3 1,3-8 106,-3 4 0,3-4-45,2 4 1,1-5-42,3 0-89,-3-1 61,4 6 0,1-5 253,2 0-123,4-6 1,2 3 65,4-6 0,2 0 68,7 0 0,-1 0 244,1 0 1,-1 0 107,1 0 0,4 0-169,-1 0 1,1 0-202,-4 0 1,1 0 43,3 0 1,-3 0-303,3 0 1,-3 1 24,-2 4 0,-4-2-33,0 6 0,-5 0 15,5 4 1,-1 1-232,1-1 1,-3 1 4,-6-1 1,0 5-68,0 0 1,0 0 152,0-5 1,0 5 87,0 0 1,-2 2 112,-2-2 1,1-4-62,-6 4 1,0-3 90,-5-1 0,1-1 81,0 1 1,-2-2 262,-3-3 0,3 1-92,-3-5 1,1-1 64,-1-4 1,-1-1 178,-3-4 0,-4-2-156,4-7 1,1 1-263,-2-1 0,5-4-303,-4 0 1,7 0-484,2 5 0,-1 1-33,5 3 0,-1-3-2210,1 3 2036,-3 3 0,9-1-1106,-6 2 1979,6 4 0,21 1 0,12 7 0</inkml:trace>
  <inkml:trace contextRef="#ctx0" brushRef="#br0" timeOffset="533">740 592 8148,'-9'0'1977,"0"0"-762,6 0 1,-7 2-664,5 2 1,1 4-52,4 5 0,-2 2-124,-2 3 0,2-1-125,-2 5 0,2-1-239,2 1 1,0 2-162,0-6 0,0 2-183,0-2 1,0-3-203,0 3 1,0-8-1900,0-1-97,0-6 1362,0 3 1167,0-6 0,36-66 0,9-16 0</inkml:trace>
  <inkml:trace contextRef="#ctx0" brushRef="#br0" timeOffset="1115">1050 296 7822,'-9'-11'1693,"0"2"0,4-2 858,-4 7-111,6-1-1378,-3 5-618,6 0 0,0 6-58,0 3 1,0 5 139,0 3 1,2 4 148,2 6 0,4 5-259,5-1 0,1 2 104,-1-2 1,2-2-248,3 2 0,-3-2-311,3-3 1,-2 1 81,2 0 0,-4-4-133,-1-1 0,1-7 152,-5-1 0,-2-1-175,2-4-1263,-6-3 571,3 0-1524,-6-6-2196,0 0 3506,-6-6 0,4 3-527,-2-6 0,1 4-617,-1-3 2162,2-1 0,-16-35 0,3-7 0</inkml:trace>
  <inkml:trace contextRef="#ctx0" brushRef="#br0" timeOffset="1499">1292 135 7821,'13'0'239,"-4"-4"462,0-1 183,-6-5 1,5 7 356,-4-6 340,-2 6-639,4-3-537,-6 6 0,-5 1-104,1 4 0,-5 2-84,4 7 1,-5 1-118,1 2 1,-3 4 13,-2 6 0,1 2-89,-1 2 0,-4 5 143,1 9 1,-6-3-141,5 3 0,-6 1 64,2-1 1,2 0-94,2-5 1,4-6-151,0-2 0,2-5 73,3-5 0,3-3-374,6-5-251,0-7-283,0-1 524,0-6 1,0-1-181,0-4 1,2 4-157,2-4 1,4-1-1341,5 2 2138,-5-7 0,33-14 0,4-11 0</inkml:trace>
  <inkml:trace contextRef="#ctx0" brushRef="#br0" timeOffset="2132">1494 673 7788,'-9'0'2875,"0"0"-1715,6 0 1,-5-1 38,4-4-337,2 4-544,-4-11 1,8 6-58,2-3 0,4-3-68,5 3 1,1 1-1,-1-1 1,5 0-27,0-4 0,1 1 0,-1 3 0,-3-3-157,3 3 0,-1 2 21,1-2 1,-4 6-208,4-2 1,-7 4 105,-2 1 0,0 0-208,4 0 1,-4 0-77,0 0 149,-6 6 1,5 0-4,-4 3 0,-2 3-56,2-3 1,-2-2 60,-2 2 0,0 0 91,0 4 1,-2 1-83,-2-1 0,1 2 79,-6 3 0,4-3 104,-4 3 0,2 2-77,-2-2 0,-3 1 11,3-1 1,-2-2 39,2 7 0,-1-7 120,5 2 0,-3-3-149,3-1 0,-4 0 22,5 4 0,-2-4 286,1-1 0,4 1-69,-4-5 0,4-2 487,1 2 1,0-4 317,0 4 19,6-6-691,1 3 0,7-6 120,-1 0 158,0 0 0,5-2-196,0-2 1,0 2-46,-4-2 1,-1-2-130,1 1 0,-1-1-128,1 2 1,-1 2-21,0-2 1,-1 1-186,-3-2 0,3 4-112,-3-4 1,-1 4-1014,1 1-172,-6 0 605,9 0-493,-11 0 1,5 1-72,-6 4-1321,0-4 1574,0 11 1,-1-10 1121,-4 2 0,-8-14 0,-8-5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8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16367 8984 7726,'0'-9'178,"0"1"0,0 4 275,0-4 0,0 4 0,0-4 0,0-2 299,0-1 1,0 3-1,2 0 416,2-2 1,-3 3-789,3-1 0,-2 7 0,-4 2 0,-2 10 0,-4 9-211,-3 8 1,-8 10-1,-7 14 1,8-21-1,-1 2 1,-4 6-1,-2 0 1,-3 5-1,-1 1-123,-3 4 1,-1 1 0,2-2 0,1 1 0,-1-1 0,0-1 0,5-4 0,0-2 0,4-6 0,2-1 0,-12 27-1161,9-8 0,11-15 0,8-9 0,2-10-3289,2-5 4403,0-7 0,6-13 0,1-8 0</inkml:trace>
  <inkml:trace contextRef="#ctx0" brushRef="#br0" timeOffset="1">15727 9685 7757,'-4'-12'1271,"0"-1"1,1 1-556,2 0 0,2 8 0,2 8 0,1 14 1,-1 12-1,-3 11-517,-4 5 0,1 9 1,-5 2-1,-2 2 1,1-2-1,-1-2-102,2 0 1,1-11 0,-1-5-1,4-11 1,5-12 0,7-6 336,9-6 0,10-10 0,7-7 0,6-12 1372,5-11-1850,3-1 0,-20 14 0,1 0 0,1 2 0,-1 0 0,0 0 0,0 1 0,27-20 44,-4 4 0,-31 3 0,-3-6 0,0-3 0,0-1 0</inkml:trace>
  <inkml:trace contextRef="#ctx0" brushRef="#br0" timeOffset="2">14731 11629 7738,'-13'0'1039,"1"-1"1,0-3 0,-1-3 1594,1 0 1,7 3 0,5 8-2211,6 4 0,5 2 1,3 0-1,1-4 1,3 0-1,1-2-374,3 1 1,1-3-1,0 2 1,-1-3-754,-1-1 0,-6 0 0,1 0 0,-2 0-1451,-2 0 1,0 0 2153,1 0 0,-34 6 0,-7 1 0</inkml:trace>
  <inkml:trace contextRef="#ctx0" brushRef="#br0" timeOffset="3">14595 12146 11654,'6'7'2716,"3"-3"0,6-4-2308,6-4 0,6-3 1,3-5-1,2 0 1,2-1-1,1 2-408,2 3 0,-6-4 0,3-3 0,1 1 0,1 0 0</inkml:trace>
  <inkml:trace contextRef="#ctx0" brushRef="#br0" timeOffset="4">15653 12269 7751,'-12'0'1477,"0"0"0,0 0-137,-1 0 0,5 0 0,1-1 0,2-3 0,2-4-503,2-3 1,1-7-1,0-3 1,1-3-356,3-5 1,3-8 0,7-9 0,2-8-323,5-7 0,2-2 0,-11 29 0,0 0 0,1-1 0,0 1-24,2 0 1,-1 0-342,12-30 0,-11 30 1,0 2-1,10-24 1,-2 8-1,-2 10 1,-6 9-1,-6 10-481,-5 11 1,-2 9 0,-2 15-1,0 5 1,0 2 0,-2 2-619,-2-1 1289,-3 6 0,-5-4 1,0 5-1,-1-3 1,1 1-1,1-2 0,2-2 1,0-3-1,1-3 590,1-1 0,-2-2 1,5-4-1,2-1 1,6-1-1,9-3 800,6-2-1353,4-1 0,9-4 0,4-1 0,8-2 0,5-1 0,2 1 0,-2 2-249,-5 1 0,-10 1 0,-6 4 1,-8 4-26,-8 6 1,-8 6 0,-12 7 0,-10 5 188,-8 3 1,-6 1 0,-8-2 0,-2-3 196,-2-8 0,4-1 1,1-7-1,2-4 245,0-3 0,8-7 0,-4-2 0,6-7-319,2-4 0,2 3 0,2 0 0,5-1-1155,2 3 1,8-1 1094,1 3 0,21 13 0,4-1 0</inkml:trace>
  <inkml:trace contextRef="#ctx0" brushRef="#br0" timeOffset="5">16318 12122 7744,'-14'9'267,"-1"2"0,-1 4 1,-1 2-1,1 2 1,1 0-1,4 3 679,6 1 0,3-3 0,2 0 1,2-3-1,3-3 0,9-4-395,9-6 1,3-4-1,7-6 1,1-6-229,2-7 1,0-9 0,0-2 0,-3-1-287,-4-3 0,-8 0 1,-3 1-1,-4 4 0,-9 4 1,-7 5-272,-11 4 1,-7 7 0,-12 7 0,-6 6-1,-3 8 1,-1 7-1942,2 4 1,2 2 2174,1 0 0,16 10 0,5 3 0</inkml:trace>
  <inkml:trace contextRef="#ctx0" brushRef="#br0" timeOffset="6">17475 10682 9069,'0'-8'1939,"-2"1"0,-3 1-1429,-7 4 0,-7 0 0,-10 4 0,-7 0 0,-6 2 0,-7 0-477,-2 2 0,-4-5 1,3 3-1,5-2 131,4-2 1,8 4-1,5 0 1,6-1 15,5-2 1,7-1 0,4 0 0,-1 1 946,3 4 1,1-3-1,10 6 1,1 2-904,1 1 1,3 5-1,-5 1 1,2-1 0,1 2-1,1 3 64,-1 2 0,-1 3 0,2 1 0,-2 2 0,-2 0 0,0 1-87,0 2 0,-4 5 1,3 3-1,-2 1 1,-1-1-1,2-1-328,1 2 1,0 0 0,-2 7-1,0 3 1,2-1 0,-1 1-78,-2-2 0,-1 5 0,0-1 0,0-1 0,0-2 0,0-2-34,0-3 1,-4 5-1,0-4 1,2 3-1,0-2 1,2-3 64,0-5 0,0 1 1,0 0-1,0 1 0,0-2 1,-1 1 129,-3 1 82,2-3 0,-3 10 0,3-4 0,0 0 0,-2-2 1,1-1-1,0 0 0,0-3 0,-1-2 31,2-3 0,0-5 1,2 5-1,-1 1 1,-2 2-1,-1 1 13,1 0 1,2 0 0,0 0 0,-2-1-125,-1 1 0,0-5 0,4-3 0,-2-2 50,-2 2 1,3-3 0,-3 2 0,2-2 23,2-1 0,-4 4 0,-1 1 0,-1 1 21,1 3 1,-3 1-1,2-1 1,1-1-75,-1 1 1,-2-4 0,3-1 0,-1-4 87,1 0 1,-5-6 0,3-2 0,0-4 293,3 0 1,-1-1-240,1 0 0,0-4 0,5-1 0,3-1 0,0 2 0,7-4 0,4 0 139,3 2 1,0-5-1,5 3 1,4-3-505,3-1 1,6 0 0,6 0-1,5 0-176,-1 0 1,-1-4 0,1-2-1,-5-4-50,-3-4 0,-7-1 1,-3 2-1,-6-4 468,-6-3 0,-19-13 0,-8-7 0,0-3 0,0 0 0</inkml:trace>
  <inkml:trace contextRef="#ctx0" brushRef="#br0" timeOffset="7">17770 10891 7727,'-8'-12'524,"1"-2"1,0-1-1,2-1 1,-1 1 901,4 1 0,0 8 1,4 6-1,0 9 1,4 7-410,1 9 0,-5 5 0,4 7 0,-2 0-848,0-1 0,0 1 1,-4 0-1,0 0-875,0 0 0,-1-4 1,-2-2-1,-1-1 0,1-1 706,2 1 0,-5 2 0,0 5 0</inkml:trace>
  <inkml:trace contextRef="#ctx0" brushRef="#br0" timeOffset="8">17610 11900 7763,'-1'-8'1587,"-2"0"1,-1 1-673,1 4 1,2 6-1,1 13 1,0 5 0,0 2-1,0 3-346,0 3 0,0-3 0,0 4 0,0-2-953,0 1 1,0 0 0,-1-6 0,-2-1-1618,-1-1 1,0-2 2000,4 1 0,0-13 0,0-8 0</inkml:trace>
  <inkml:trace contextRef="#ctx0" brushRef="#br0" timeOffset="9">17512 12885 7769,'-8'-5'3376,"-1"1"-2450,0 2 1,3 2 0,4 4-1,3 5 1,3 6-545,-1 6 0,2 3 0,-1 5 1,-1 4-31,-2 3 0,-1 0 0,0 1 0,0 0-285,0 0 0,0 0 0,0-3 0,-1-4 0,-2-6 0,-1-5-1915,1-4 1,-2-1 1847,1-2 0,5-49 0,6-12 0</inkml:trace>
  <inkml:trace contextRef="#ctx0" brushRef="#br0" timeOffset="10">18016 10657 7722,'-12'0'5169,"0"0"-2927,5 0-1342,1 0 0,8 0 1,2 0-1,4 0-486,3 0 0,1 4 0,2 0 0,1 0-232,1 2 0,6-5 0,-1 3 0,2-2-60,2-2 1,1 0 0,1 0 0,2 0-1,-1-2 1,1-2-137,0-4 0,0 1 1,-6-1-1,-3 0 1,-3 1-1,-4 2-566,0-1 762,-6 5 1,1-5-1,-8 8 928,-6 2 0,-3-2-748,-4 7-633,7-7 0,0 9 156,6-2 0,-1 1 1,-2 4-1,-1 1 137,1 2 1,2 9-1,1 0 1,-2 4 85,-2 4 0,3 3 0,-3 4 0,2 4 0,2 3 0,-4 1 1,0-1-1,2-2-32,0-1 1,2 1 0,0 1 0,0-1 55,0-5 1,0-3 0,0-1 0,0 0 26,0 0 0,0-6 0,0-2 1,0-2-103,0 2 1,0-3 0,0 4 0,0-1-66,0-1 0,0 2 1,-1-2-1,-3 2 1,-5 1 0,3 1 0,-1 2 0,1-3-27,4-1 0,-4 1 0,2-4 0,1 2-95,2-2 1,1-1 0,0-1 0,0-1-82,0 1 1,0-1-1,0 1 1,0 0 12,0-1 0,0 1 0,0-2 1,0-1 151,0-2 1,0 1 0,0 2-1,0-1 78,0-1 1,0-1-1,0 5 1,0-2 41,0-3 0,0 4 0,0-5 0,0 0-25,0-3 0,0 2 0,0-1 0,0-1-78,0 2 0,0-3 0,0 4 1,-1 0-143,-4 0 0,4-2 0,-3 2 0,3 0 58,1 0 1,0-4 0,0 3 0,0-2 117,0 1 0,-4-1 1,-1-2-1,3 1-101,0 1 0,2 2 1,0-3-1,0 1-57,0 0 0,0 1 0,0 1 1,0 0-21,0 0 0,0 2 0,0-3 0,0-2 113,0-2 1,0 0 0,0-1 0,0 0 108,0 0 0,0 1 0,0-1-61,0 0 1,0 1-1,0-1-107,0 0 0,0 2 0,0 1-124,0 1 1,0 1 0,0-5-1,0 0 114,0 1 0,4-1 1,1 0-1,-3 1 48,0-1 1,-1 0 0,2 1 0,1-1 99,-1 0 1,2 1 0,-1-1-1,-1 0 31,-2 0 1,3 1-1,0-1-57,-1 0 1,-1-3-1,-1-1 1,2 1-203,1 2 1,0-1 0,-4 2-195,0 6 1,0-2 0,0 1 257,0-4 1,0 0 0,1-2 0,2-2 926,1-1-322,0-5-1026,-4 3 1,0-1 86,0 3 1,0 3 543,0 2 0,0-5 1438,0 0-270,0-5-968,0 2-527,0-5 0,-1 0 56,-3 0 385,2 0-128,-3 0 0,3 0-110,-2 0 1,2 0-1,-7 0 1,0 0-50,-2 0 1,-1 0-1,-1 0 1,0 0-595,-4 0 1,2 4 0,-4 2 0,1 1 700,3 2 0,-15-14 0,-3-4 0</inkml:trace>
  <inkml:trace contextRef="#ctx0" brushRef="#br0" timeOffset="11">19382 11592 7762,'-13'0'480,"-2"0"1,-2 2 0,2 3 0,1 8 0,2 6 0,1 5 829,3 5 1,-2 3 0,6 6 0,2 3 0,0 3-1,2 1-1093,0 0 1,4-11-1,2-1 1,-1-7-1169,1-6 1,3-2-3131,-1-6 4081,-2-5 0,-6-12 0,-7-9 0</inkml:trace>
  <inkml:trace contextRef="#ctx0" brushRef="#br0" timeOffset="12">19087 11925 7801,'-6'-13'1462,"5"5"0,-3 0 0,4-2-670,4-1 0,8 3 0,10 1 1,6 2-1,4 1 0,5 0-792,4 0 0,5-3 0,7-1 0,6 1 0,-1 0 0</inkml:trace>
  <inkml:trace contextRef="#ctx0" brushRef="#br0" timeOffset="13">20551 11962 12256,'0'8'1110,"0"0"1,0 2-1,-1 1 1142,-3 1 1,3-4-1217,-4 0 0,3-5 0,-2 0-802,-5-6 0,4-4 1,1-7-1,1-3-268,-1-8 1,3-6 0,-3-9 0,2-2-91,2-2 153,0-1 1,0-6-1,0-1 1,2 0-1,2 3 1,4 4-1,4 1 59,5 0 0,-2 3 0,5-2 0,2 2 0,3 5 0,1 6-394,-2 4 1,4 7 0,-9 4-1,-2 7-2323,-4 8 2418,-6 5 1,-10 13-1,-4 4 1,-7 4-1,-3 4 1,-5 1-1,-2 5 220,0 3 0,3-4 0,2 2 1,1-3 313,3-3 1,3 1-1,4-5 1,4 2 35,2-2 1,5-6-1,5-5 1,9-2-53,5-2 0,12-5 1,4-3-1,6-3 35,6-1 0,5 0 0,5 0 0,-4 2-354,-6 2 1,-14-2 0,-12 7 0,-11 0 73,-7 2 1,-13 7 0,-11 2 0,-13 4 369,-12 0 0,-11 0 1,-5-3-1,-1-3-260,4-4 0,5 0 1,6-10-1,4-2-663,3 0 1,12-2 0,5 1-470,6 3 1,10-1 0,5 5-1,8 2-2691,7 1 0,5-3 3651,9 0 0,8-13 0,7-4 0,5 2 0,0-1 0</inkml:trace>
  <inkml:trace contextRef="#ctx0" brushRef="#br0" timeOffset="14">21179 11949 7763,'0'-12'490,"0"0"1,0-1-1,0 1 2625,0 0 0,0 4-1948,0-1 0,1 8 0,2 1 0,1 7-327,-1 4 1,0 1-1,-1 2 1,2 1-889,-1 1 1,0 2 0,0-3 0,1 1 0,-1-1 0,-2-1-2738,-1-2 1,1 1 0,2-1 2784,1 0 0,0-32 0,-4-9 0</inkml:trace>
  <inkml:trace contextRef="#ctx0" brushRef="#br0" timeOffset="15">22127 10719 7254,'0'8'-457,"1"-1"2482,3-2-581,-3-1 0,6-4 1973,-3 0-2649,-2 6-623,-2-5 0,-9 6 0,-7-4 0,-4 2 0,-5 2 0,-4 3 1,-4 1-68,-2 1 0,-6-4 0,0-1 1,1-2-56,2-2 1,6-2 0,4-1 0,3 0 81,5 0 1,2 0 94,6 0-36,5 0 1,-3-1-1,6 0-35,1 1 1,2-2 0,1 11-1,1-1 2,3-1 1,-1 4 127,5-3 0,-5 3 0,3 1 275,-1 0 0,0 1-237,4-1 1,-2 0 321,-3 1-461,-3-1 0,9 0 1,-6 0-1,0 1 1,0-1-32,0 0 0,6 6 0,-4 1 0,3 3-27,-1 3 1,-1-3-68,1 6 0,3 0 0,-4 0 0,1 5 47,0 3 1,-4 1-29,4 0 1,-4 0 0,3-1 0,-1 1 85,-4 0 1,4-1-109,-2-3 0,0 1 109,-4-5-163,6 5 1,-5-3 0,3 5 0,-3-2 0,-1-1-32,0 1 1,0 3 0,0 3 0,0 1-184,0-2 0,-1-1 6,-3-1 1,3 0 34,-4 0 136,4 0 0,1-5 0,0-2 1,0-2-1,0 4-80,0 3 177,6-6 1,-5 12-1,3-8 1,-3 2-1,-1 2 182,0 0 0,0-4 0,0 0 1,0 0-236,0-2 0,0 5-60,0-3 0,0-3 0,0 0 0,0-2-208,0 1 1,0 1 401,0-1 1,0 1-195,0 3 76,0 2 1,0-7 0,0 3 0,0-1 0,0-2 353,0-2 1,-4-2 0,0 2 0,1 2-27,2 0 1,-3 2-504,0-1 1,0-3-43,4 3 341,0-3 0,-2 2 0,0 1 0,-2-1 0,0-2 594,-2-2-631,5 1 0,-5-1 0,6 1 0,-1 0 0,-2-1-78,-1 1 1,0-1 0,4 1 0,0 0-261,0-1 0,-1 1 106,-4-1 1,4 1 85,-3 0 30,3-1 1,1-3 0,0-1 0,-2 1 0,-1-1 32,-1 1 0,0-1 0,4 5 0,-1-2 43,-3-2 0,2 1-16,-2-6-69,-2 0 1,4-3-1,-2-1 190,3 0 16,-5-5 1,5-3 35,-3-8-275,2 3 1,8-6 0,2 4 0,3-1 41,1 1 0,2 1-361,2-2 0,4 2-12,4-2-167,1 3 0,-1-3 0,2-2 1,2 1-1,0-2-1173,0 0 1,-2-1 0,-2-4 1742,1-1 0,-25-21 0,-8-10 0,0-3 0,-1 0 0</inkml:trace>
  <inkml:trace contextRef="#ctx0" brushRef="#br0" timeOffset="16">22287 11113 7696,'-9'-7'4789,"1"3"1,11 9-4056,1 7 0,10 2 0,3 7 1,1 2 803,0 4-1401,4-1 1,-4 4 0,2-5 0,-2 1 0,-2 1 0,-1 2 0,-2-2-461,-4-1 0,-6-1 1,1-2-1,-3-2-1209,-1-5 1,-5-4 0,-3-4-867,-3-3 1,0-5 0,1-6 2397,2-6 0,0-39 0,-4-14 0</inkml:trace>
  <inkml:trace contextRef="#ctx0" brushRef="#br0" timeOffset="17">22557 11051 7696,'0'-12'1985,"0"-1"-1263,0 7 1,-5 6-1,-3 9 1,-5 8 47,-3 7 1,-3 5-1,-6 6 1,-1 1-320,-3 2 1,5 3-1,-2-2 1,5-1-693,4-3 1,2-6 0,6-2 0,4-3-420,-1-4 0,5-9 1,-2 0-1,6-3-1773,5-1 1,5-4 2432,3 1 0,47 19 0,-24-9 0,1 0 0</inkml:trace>
  <inkml:trace contextRef="#ctx0" brushRef="#br0" timeOffset="18">22742 11568 7696,'-7'-8'1103,"3"-1"0,1 1 3100,-1 1-3892,3 2 1,-5 6 0,6 3 0,0 5-1,0 3 1,0 3 0,0 3 0,0-1-716,0 1 0,0 3 1,2-5-1,0 1-4213,2 0 4617,1-3 0,-5 9 0,0-4 0</inkml:trace>
  <inkml:trace contextRef="#ctx0" brushRef="#br0" timeOffset="19">22274 12294 7696,'-8'0'7984,"0"0"-7333,5 0 0,-1 1 0,7 3 0,2 5 1147,2 2-1597,1 1 0,9 6 0,0 2 0,1 3 0,0 1 0,-3-3 0,-1 0 145,-2 1 1,0-3-517,1 2-203,-1-6 1,-5 2 0,-3-4 0,-3-1 0,-1 0-2851,0 1 1,-5-7 0,-3-2 3222,-3-2 0,-2-40 0,1-10 0</inkml:trace>
  <inkml:trace contextRef="#ctx0" brushRef="#br0" timeOffset="20">22447 12195 8292,'-9'0'2094,"1"0"1,4 7-1735,-4 6 1,4 0-55,-5 8-159,1-1 0,-8 10 1,-1 5-1,1 3 0,0 3 116,-1-1-352,1-2 1,1-7 0,1-3-1,5-7 1,0-4 0,4-3-2715,-1-2 1965,2-5 0,10-2 0,2-6 838,3-3 0,56-14 0,-27 5 0,1 0 0</inkml:trace>
  <inkml:trace contextRef="#ctx0" brushRef="#br0" timeOffset="21">22619 12552 7696,'0'-12'947,"0"4"-319,0 0 1,0 4 862,0-5-1024,0 7 0,0-9 0,1 2 0,2-2 0,2-1 362,2 0 1,1 0 0,5-1 0,0 1-469,4 0 1,-4 3-1,5 1 1,-1 0-368,-1 1 0,0-2 0,-3 5 1,-1-1-288,0 0 0,1 4 1,-1-4-1,-1 5-255,-3 5 1,-2-3 0,-6 7 0,0 0 80,0 2 0,0 5 0,0 2 0,-2 1 289,-2 3 0,-3-3-12,-5 2 236,0-1 0,-1 4 0,1-2 1,1-3-1,2-2 38,0-2 24,7 5 0,-8-7 1,6 4-1,1-4 358,2 0 1,1-5 0,1-1 537,3-2 1,3 3-519,5-3 0,-2-1-188,2-4-260,-8 0 0,13 0 0,-9 0 0,3 0 0,1 0-1315,1 0 1,-1 0-4605,0 0 5881,-5 0 0,-1 0 0</inkml:trace>
  <inkml:trace contextRef="#ctx0" brushRef="#br0" timeOffset="22">22323 13328 7714,'0'-9'1028,"-1"3"0,-2-1 2637,-1 0-2890,0 4 0,6-1 0,2 8 0,4 4 0,3 5 0,2 3 1823,4 5-2407,-3 2 1,9 1 0,-3 1 0,2 0 0,0-1 0,-3 1 0,-1-2-29,-3-2 1,-1 1-1,-3-6 1,-2-1-1360,-1-1 1,-5-2-2368,1 0 2103,-8-5 0,1-1 0,-5-6 1460,-1 0 0,-19 0 0,-5 0 0</inkml:trace>
  <inkml:trace contextRef="#ctx0" brushRef="#br0" timeOffset="23">22520 13340 7782,'7'0'2003,"-1"0"-1462,-6 0 0,0 1 104,0 3-595,0 3 0,-7 10 1,-4 2-1,-6 4 1,-2 7-1,-3 4 1,-1 3 602,-1 0-498,-1 0 1,4-1 0,1-2 0,-1-4 0,2-3 0,4-5-1157,6-3 406,3-2 0,8-11 595,2-1 0,24-26 0,12-6 0</inkml:trace>
  <inkml:trace contextRef="#ctx0" brushRef="#br0" timeOffset="24">22693 13660 7714,'-7'-1'3788,"1"-2"-2403,1-1 0,3-2-774,-2 2 142,3 3 0,1-6 1,1 3-1,3-3 1,5-1-219,2 0 1,1 3-516,0-3-177,1 6 1,-1-4 0,0 6 0,0 0 0,1 0 0,-1 0-1020,0 0 943,1 0 0,-6 1 1,-3 4-1,-3 3 0,-1 3 1,0 1-1,0 0-223,0 1 1,-5 3 430,-4 0 161,4 1 1,-6-5-1,4 0 1,0 1-1,3-1 1233,3 0-1259,1 1 1,0-1-1,0 0 1,1 1-1,3-3-32,4-1-151,9 2 1,-2-5-1,4 5 1,-1-1 0,-3-2-375,-1 2 1,-4 2 0,-1 3 275,-5 2 0,-10 0 528,-6 0 0,-6 2-214,-6 5-22,-1 1 1,0 0 0,1-1-1,-1 0 1,2-4-706,2-4 1,4-7 0,4-7-1,2-4-528,3-7 0,4-14 1112,8-10 0,3-9 0,3-17 0,1-7 0,1 1 0,-1 7 0,-1 1 0,1-1 0,0 0 0,-1 0 0</inkml:trace>
  <inkml:trace contextRef="#ctx0" brushRef="#br0" timeOffset="25">22914 10805 7714,'-8'1'761,"0"2"0,-2 1 2895,-1-1-2964,4-2 1,-1-1 0,8 0 0,7 0 0,7 0 895,6 0 0,5 2-1164,4 2-370,2-3 0,10 4 0,1-5 1,1 2-1,-1 1 0,-2 1 1,-3-2-9,-4 0 1,-3-1 0,-7 2 0,-3 1 0,-3-1-85,-4-2 284,-6-1 1,-5 1 0,-8 2 222,-1 1 1,5 6 0,-4-2 34,1 3 0,3-3 128,-2 0-606,-3 6 1,6 0 0,-3 4-1,3-2 1,1 2 0,0 1 0,0 3-192,0 1 1,0 3 35,0 3 0,0-2 0,0 7 1,0 4-73,0 6 0,0 0 211,0 1 1,0 4 250,0 5-170,0-6 0,0-1 1,1-4-1,2-2 1,1-4 61,-2-2 1,4-3 0,-2-1 0,0-1 122,2-2 1,-5-1-117,3 2 1,2 3 29,-2 9-174,0 3 1,-4 5 0,0-1 0,0-1 0,0-1-10,0 5 0,0-7 1,0 1-1,0-7-124,0-5 1,0 2 15,0-2 0,0-3-61,0-1 110,0-3 0,1-1 1,2-1-1,1 1 1,0-1-141,2 1 1,-5-4-1,3-1 1,-3 3-36,-1 5 1,0-2 341,0 2 1,0 0-439,0 0 301,0-2 0,0 6 1,0-5-1,0 2 0,0-3 79,0-4 0,0 0 0,0-5 1,0 1-25,0 0 1,0-2 3,0-3 0,2-1-105,2 0 104,-3 6 0,5-4 0,-6 2 0,0-1 0,0 0-105,0 2 0,0 0 0,0-2 1,0 2-113,0-2 1,0 0-207,0 1 1,0-2-16,0 2 263,0-2 0,0 3 0,0-1 0,0 0 0,0 1 138,0-1 0,4 5 219,0-5-220,0 6 1,-4-3-1,0 4 1,0-1-1,0-3-125,0-1 90,0 4 1,4-4 0,0 2 0,-1-3-1,-2-4-312,-1 0 1,2-1 0,0 0-324,3 1 705,4-1 1,-8 0-142,4 1-81,1-1 1,-4 0 0,2 0 0,-1 1 0,-1 0-194,2 4 1,1-3 0,-5 2 0,0-2 16,0-2 0,0 4 78,0 1 1,0 3-304,0-3 448,0-1 1,0-4 0,0 1 0,0-1-62,0 0 0,1 1 1,2-1-1,1 0 104,-2 1 1,0-5-9,-2 0 252,0-5 140,0 8 1049,0-10-302,0 4-599,0-5-982,0 0 1,-2-4 312,-2 0 1,2-1 184,-7 1 1,5 2 0,-4-2 0,-1 3-65,-2 1 1,-2 0 37,1 0 1,0 0-1133,-1 0 534,1 5 0,0-2 1,-1 4-1,1 0 675,0 0 0,0-27 0,-1-1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11.4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 7952,'-10'0'320,"0"0"0,6 0 1322,-6 0 507,7 0-1568,-10 0 0,9 0 157,-5 0 0,5 1-274,0 4 1,2-2-80,2 7 0,0-3-151,0 7 1,0-1-1,0 12 1,2-6-47,2 5 1,0 7-1,5 8 1,-1 3-39,2 2 0,3-1-140,-3 1 1,3 6-221,1 4 1,1-4 131,0-1 1,-1-2-174,1 1 1,-1-2 98,1 2 0,-2-9 148,-3-5 0,3-3 43,-4-2 0,-1-5 82,2 1 1,-5-6-68,5 5 1,-6-6 120,6 2 1,-2-4 5,2-2 1,3 3-78,-3 2 1,3-3-116,1 4 1,2 1 50,4-2 0,-4 5-122,3-4 0,-2 4-41,-3-4 0,1 1-76,-1-2 1,-1-1 125,-3 6 1,3-6 15,-3 1 0,-2-1-19,2 2 1,-2-4 14,1 3 1,3-2 160,-7-3 0,1 1 12,-1-1 1,-2-4 115,7 0 0,-5-1-165,4 6 0,-4 0-277,5-1 234,-7 1-41,10-1 4,-5 1 0,2-2 31,0-3 0,-5 1 5,4-6 0,-5 6-41,0-1 0,3-2 28,-2 2 1,5-6-4,-6 6 0,3-5 3,-2 5 1,-4-5-27,4 4 1,-2-5-38,2 0-384,-3-2 100,4-2-422,-6 0 1,2 0-234,3 0 1,-4-2-453,4-2 0,-3 0 1448,-2-5 0,0-27 0,0-11 0</inkml:trace>
  <inkml:trace contextRef="#ctx0" brushRef="#br0" timeOffset="639">569 1721 7920,'-14'0'3037,"-1"0"-1166,1 0-803,-1 0-237,7 0-561,2 0 0,6 6-102,0 4 0,1-2 85,4 2 0,2 0 0,2 4 0,4 6-49,-3-1 1,3 7-1,1-2 1,6 4-231,-1 1 1,1-3 61,-6 3 1,1-8-26,0 8 0,-1-4 80,1-1 0,-1-1-204,1-4 1,-2-3 4,-4 4 0,3-9-40,-7-1 1,4-5 96,-4 4 0,2-6 91,-2 2-54,-4-3 13,6-2 40,-7 0-25,0-7 1,0 4 115,0-6-111,0 5 1,0-9 81,0 4 0,0-4-101,0-2 0,0 1 10,0-1 1,0-1 9,0-4 0,0-2-10,0-8 1,0 0 83,0-4 0,0 1 2,0-6 0,-2 1 0,-3-6 1,4 0-56,-4 0 1,3 2 19,2 3 0,0 4-88,0 6 0,0 1-175,0 4 0,0 8-242,0 6-522,0 7 406,0-4-135,7 7 515,-6 0 1,6 2-26,-7 3 0,0-2 22,0 7 1,0-6-87,0 6 0,0-5-125,0 5 1,0-5-343,0 4-365,0 1 356,0 5 1,0-1 275,0 1 1,0-6 468,0 1 0,0-13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1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24572 6579 15425,'0'-7'755,"0"1"-1344,0 6 298,0 0 1,0 6 0,0 2 0,-2 4 595,-2 5 0,1-2-202,-5 5 19,6-5 0,-5 10 0,4-2 0,-2 4 0,-1 2 0,-1-1 0,2 1-211,-1-2-120,2-1 0,0-1 0,0 1 1,0 0-1,0-1 0,0-1 0,1-3 1,0 0-1,1-1-1188,-2 2 1,-1-3-1,5 0 1,0 0-336,0 1 1732,0-5 0,-5 35 0,-2 3 0</inkml:trace>
  <inkml:trace contextRef="#ctx0" brushRef="#br0" timeOffset="1">24424 7462 7850,'0'7'1708,"0"-1"0,0-5-129,0 3-832,0-3-443,0 5 1,0-5 0,0 3-1062,0 4 292,0 3 1,0-2 0,0-1 0,0 1 0,-1 1 464,-3-2 0,3 25 0,-5 1 0</inkml:trace>
  <inkml:trace contextRef="#ctx0" brushRef="#br0" timeOffset="2">24400 7880 7850,'0'6'1510,"0"0"-1227,0-1 1,0-2 0,-2 4 0,0 0-48,-2 0 0,0-3-591,4 4 161,0-5 1,0 3 0,0-2-1405,0 5 0,0-3 1598,0 3 0,0-1 0,0 4 0</inkml:trace>
  <inkml:trace contextRef="#ctx0" brushRef="#br0" timeOffset="3">24375 8137 7850,'-7'9'1524,"3"-1"0,-1-4-877,1 4 1,0-4 0,2 3 0,0 0 957,-2 0-1819,-1 1 2,5 4 1,0 0 0,0 1 0,0-1 211,0 0 0,6 17 0,1 3 0</inkml:trace>
  <inkml:trace contextRef="#ctx0" brushRef="#br0" timeOffset="4">24314 8530 7850,'-6'12'685,"5"1"0,-6-2 49,3-3 0,3 3 107,-3-3-1911,2-3 1070,2 1 0,6-12 0,1-1 0</inkml:trace>
  <inkml:trace contextRef="#ctx0" brushRef="#br0" timeOffset="5">24277 8800 7850,'-12'6'334,"4"-4"0,-1 5 0,1 0 1784,1 0 1,1 0 0,3 2-2613,-1-1 0,0 0-2746,4 5 3240,5-1 0,7 6 0,8 1 0</inkml:trace>
  <inkml:trace contextRef="#ctx0" brushRef="#br0" timeOffset="6">24265 9082 7829,'-7'6'1438,"-4"-3"1,3 3 364,-3 0 0,3 2-1235,0-4 0,1 6-3457,-1-2 1977,2 3 1,6-3 911,0 0 0,17 6 0,3 5 0</inkml:trace>
  <inkml:trace contextRef="#ctx0" brushRef="#br0" timeOffset="7">24203 9389 7818,'-12'6'1669,"0"2"0,1-1-536,3 1 0,1-5 0,4 2-1613,-1 1 0,0-4 480,4 6 0,11 6 0,3 5 0</inkml:trace>
  <inkml:trace contextRef="#ctx0" brushRef="#br0" timeOffset="8">24154 9659 7818,'-12'6'175,"0"-4"0,0 5 0,-1 0 722,1 0 1,1-3-1,3 4 1,4 2 309,2 1-1816,2-5 0,0 5 609,0-2 0,22 18 0,6 6 0</inkml:trace>
  <inkml:trace contextRef="#ctx0" brushRef="#br0" timeOffset="9">24105 9978 7812,'-12'6'546,"0"1"1,-1 1 0,1 0 0,4-1 0,1 2 0,0-2 773,0-1-1320,5-2 0,7-15 0,9-3 0</inkml:trace>
  <inkml:trace contextRef="#ctx0" brushRef="#br0" timeOffset="10">24044 10199 7812,'-12'4'337,"-1"2"0,1 1 1169,0 2 0,-1 2 0,3 1-1226,1 1 0,4-1 0,5 0-280,0 0 0,16-5 0,5-1 0</inkml:trace>
  <inkml:trace contextRef="#ctx0" brushRef="#br0" timeOffset="11">24007 10482 7812,'-12'12'157,"4"-1"1,1-2-1,0 0 918,0 0 1,3-2-1,-3 1-165,2 2-910,-5 1 0,9-16 0,-5-3 0</inkml:trace>
  <inkml:trace contextRef="#ctx0" brushRef="#br0" timeOffset="12">23970 10690 7812,'-12'8'777,"0"1"0,1 0 249,3 2 1,-2 1-1,5 1 1,-1-1-637,1 0 1,1-4-1,4 1 1,0 0-391,0 2 0,10 1 0,4 1 0</inkml:trace>
  <inkml:trace contextRef="#ctx0" brushRef="#br0" timeOffset="13">23933 10985 7812,'-4'12'0,"-1"0"0,-1 1 464,1-1 0,-5 0 0,4 0 0,-1 1 429,3-1 0,-2 0 0,1 1 0,-1-1-1311,1 0 0,1 0 1,4 1 417,0-1 0,5-11 0,2-2 0</inkml:trace>
  <inkml:trace contextRef="#ctx0" brushRef="#br0" timeOffset="14">23872 11292 7812,'-5'12'1284,"-1"2"-770,-2 2-13,-3-2 1,6 3 0,-4-4-1,4-1 1,1 0 0,0 0-502,1 1 0,7-7 0,3 0 0</inkml:trace>
  <inkml:trace contextRef="#ctx0" brushRef="#br0" timeOffset="15">23823 11623 7800,'-12'8'1682,"-1"0"1,2 1-1017,3 3 1,-1-4-1,5 0 1,0 0-378,-2-1 1,5 4-290,-3-3 0,24-13 0,7-3 0</inkml:trace>
  <inkml:trace contextRef="#ctx0" brushRef="#br0" timeOffset="16">23811 11819 7790,'-6'17'0,"-2"1"0,-3 1 1354,-1 2 0,5-3 0,2-1-899,-1-4 0,5-1 0,-2-1-455,6-2 0,9-20 0,7-10 0</inkml:trace>
  <inkml:trace contextRef="#ctx0" brushRef="#br0" timeOffset="17">23786 12102 7784,'-4'12'728,"-1"0"1,-1 1 11,1-1 0,-4 0 0,5 0 625,2 1-1365,-5-1 0,16-27 0,0-7 0</inkml:trace>
  <inkml:trace contextRef="#ctx0" brushRef="#br0" timeOffset="18">23774 12249 7774,'-6'12'410,"1"1"1,-5-1 0,4 0 610,0 0 1,1 1 0,2-1-1882,-1 0 0,0-4 860,4 1 0,0-39 0,0-6 0</inkml:trace>
  <inkml:trace contextRef="#ctx0" brushRef="#br0" timeOffset="19">23749 12421 7770,'0'12'0,"-5"0"0,-3 1 617,2-1 1,-3 2 0,3-1 0,1 1 0,-1-3 0,2-2 0,0-1 12,0 1-630,0-7 0,15-7 0,2-9 0</inkml:trace>
  <inkml:trace contextRef="#ctx0" brushRef="#br0" timeOffset="20">23725 12617 7770,'-6'12'438,"4"1"439,-7-1-144,7-5 1,-8 4 0,5-3 617,-2 3-1614,-1 1 263,1-5 0,12-23 0,9-12 0</inkml:trace>
  <inkml:trace contextRef="#ctx0" brushRef="#br0" timeOffset="21">23712 12728 7755,'-6'12'509,"-4"2"615,6 2-851,-6-2 1,8 5 0,-5-4-1,1 1 1,2-2 853,-1-5-2702,4 2 1575,-5-10 0,17-39 0,3-16 0</inkml:trace>
  <inkml:trace contextRef="#ctx0" brushRef="#br0" timeOffset="22">23676 12936 8155,'-9'8'1145,"1"1"1,4-7-466,-4 2 1,4-2 0,-3-1-306,2 3 1,-1-2-1380,2 2-1638,3-3 901,-5-1 1,10-1 1740,0-3 0,1 1 0,-5-5 0,1 5 0,3-1 26,-3 3 1,5 2 0,-6 3-1,0 4 837,0 3 1,0 1-415,0 1 210,0-1 0,0 0 0,0 0 0,0 1 1,0-1-660,0 0 0,-17-16 0,-3-4 0</inkml:trace>
  <inkml:trace contextRef="#ctx0" brushRef="#br1" timeOffset="23">21761 10297 6120,'7'0'2460,"-2"2"-2061,-5 2-272,0-3-192,0 5 0,0-8 354,0-2-391,0 3 1,0-6-76,0 3 0,0 1 79,0-5 0,-1 5 0,-2-2 676,-1-1 36,0 5 1,3-8-172,-3 4 0,2 0 0,-3 2 190,-1-1 0,5-1 133,-3 1-232,2 2 1,2-5 0,-1 5 1107,-3-2-816,3 0 0,-6 4 286,3 0-644,2 0 0,-3 1 307,5 3 1,0 3 11,0 5-475,0 0-107,5 1-157,-3-1 1,9 0 0,-5 0 0,3 1-110,-1-1 0,-4 0 0,4 1 0,0-1-81,-1 0 0,4 5 129,-3-1 0,2 2 44,-2-2-26,3 3 1,-4 2 0,5-2-1,-1 0 1,-2-2-12,0 1 0,-3-1 0,4-5 1,-2 1 267,2 4 0,-4-8 38,3 4 1,-3-4 319,3 3-440,2 1 0,-9-1 1,5 0-1,0 1-71,0-1 0,-3 0 0,4 0 0,0 1-209,-1-1 0,3 0 152,-6 0 1,5 2-236,-1 2 164,-2-2 0,3 4 0,-3-6 1,-1 0-1,2 1 114,0-1 1,-3 0 0,3 0-6,-2 1 0,3-1-26,-3 0 1,-1 1-132,-4-1 41,5 0 1,-2-1 0,4 0 0,-1 0-62,1 2 0,-3 2 1,3-2-1,0 0-30,0 4 1,-3-4 87,4 4 0,-4-4 19,4 0 0,-4-1 0,3 0 1,0 0 91,0 1 1,-4-1-93,1 0 0,1 1 141,-1-1-95,6 0 0,-9 0 1,5 1-1,-2-1 1,1 0 39,2 0 0,-4 1 0,1-1 0,-1 0 64,1 1 1,-3-1-40,3 0 1,2 0-130,-2 1 42,0-7 0,0 5 0,1-1 0,1 4 0,1 2 10,-1-1 1,-2-1 48,5-2-52,-1 0 1,0 0 0,-1 2 0,0 1 0,-1 1 11,4-1 1,-3-1-1,1-2-60,2 1 0,-4-1 116,3 0-248,-1 0 143,4 1 0,-4-2 1,-1-2-1,0-1 1,0 2 38,2 1 1,-2-3 0,0 0 0,0 2-6,-1 1 1,1 1 4,1 0 0,3-4-179,-2 1 127,-4-1 0,5 4 0,-5 0 0,2 1-171,2-1 1,-2-1 133,1-3 75,-5 3 0,7-4 0,-6 5 0,0 0 32,1 0 1,1 1 0,2-1 0,-3 0-67,1 1 0,-3-3 41,5-1 1,-6 2-133,3-3 104,-4-3 0,3 6 1,1-4-1,1 1-43,-1 0 1,1-4-1,-2 5-33,4 0 0,-2-2-44,-2 1 232,3 0-62,-6 5 0,8-5 0,-3 0 0,-1 1-42,1 2 0,-1-2 0,-2-1-106,1 1 0,4 2-164,-4 1 0,2-3 126,-2-1 62,-3-5 1,6 7 0,-4-1 215,1 2 1,4 1 333,-4 0-378,6 0 1,-9-3 65,3-1 1,-1 0 37,1 4-274,-3-5 1,6 4 0,-4-3-1,2 3 1,1 1-139,-1 1 0,3-1 1,-3 0-1,-1 0-81,1 1 1,-4-1 343,4 0 0,0-4-33,-1 1 0,2-1 1,-4 4-24,2 0-168,6 1 139,-9-1-31,10-5 0,-8 4 0,4-3 0,0 3 1,-1 1-364,4 0 0,-3-1 372,1-3 0,-4 3 0,4-3 1,0 3 28,-1 2 124,4-1 0,-5 0-205,2 0 111,3 1 1,-9-5 0,5 0 0,0 0-1,0 0-85,2 1 1,-2-1 0,1 4-199,2 0 0,-3 1 89,1-1 1,-4-4 49,4 0 162,-5 0 1,6 1-1,-3-1-16,1 1 0,-5 2 1,4 0-414,-1-3 306,-3 3 0,5-5 32,-3 2 93,-3 3 1,6-9 0,-4 7-1,2 0 117,2 2 0,-4-3 0,1 0 0,-2 1 247,2-3-348,-2 5 0,3-8-182,-5 5 68,6-5 0,-5 4 0,5-3 5,-1 4 1,-4-1 0,5 0 35,-1-2 1,-3 1-28,2-2 0,-2-3-13,3 3 37,-4 3 0,6-4 42,-3 5 0,-3-4 0,5 3 205,-1-2-204,-4-1-71,5 2-67,-6-5 0,1 5 0,2-5-450,1 3 478,0 3 0,0 1 0,2-1 352,1-2 101,-5 5 1,5-5 0,-4 5 398,1-2-638,0-5-303,-4 8 102,0-10 1,4 10 0,2-4-895,0 0 794,-3 4 0,3-9 1,-5 5 113,3-1 208,-3 3 0,6-6 6,-3 5-147,-2 0 0,4-1 0,-3-1-234,1-1 220,0-4 1,-2 6 74,2-3-77,-3-2 0,5 4 1,-5-3-1,2 3-84,1 0 0,1-3 0,-2 3 0,1-1 1,2-2-52,-2 5 190,-3-5-20,4 2 0,-5-3 0,2 0 291,2 2 0,-3 2 0,5-3 44,-1 1-619,-3 0 47,3-4 317,-5 5 1,1-3 68,3 2 0,-2-2 664,2 2 25,-3-2-634,-1 3 1,0-3-218,0 2-819,0-3 472,0 5 0,0-5 383,0 3 0,0-1 149,0 5 1,2-5-160,2 1-298,-3 3 518,5-6-2251,-6 10 95,0-10-10,0 5 0,1-2 1934,3 0 0,-24-49 0,-2-17 0</inkml:trace>
  <inkml:trace contextRef="#ctx0" brushRef="#br1" timeOffset="24">23393 13513 7741,'-6'-1'162,"0"-2"0,1-1 620,-4 1-916,4 2 1,-2 1-1,4-1 1,-1-4-1,2-3 248,0-3 1,2 3 0,0 0 483,0-2 0,-1 5 0,-2 0 1876,-1-1-709,0 5 167,4-5-63,0 6-1456,0 0 0,4 6 1,2 1-1,0 1 1,4 0-1,1 1 1891,1 2-2193,0 2 0,1-1 0,0 0 0,2 0 0,3 1 0,0-1 0,1 0 69,0 1 1,-4-3-155,1-1 0,-2 0 0,-3-3 0,-2-1-598,0 1 945,-7-2-184,4-4-49,-6 0 0,0-2-197,0-2 37,0 3 1,-2-11 0,0 1 0,-2-6 0,1-3-142,1-6 0,1 0 0,-2-7 0,-1-1-684,2-1 0,0-1 383,2 4 1,0 2-2050,0 5-486,0 6 2997,0 1 0,-5 44 0,-2 10 0</inkml:trace>
  <inkml:trace contextRef="#ctx0" brushRef="#br0" timeOffset="25">23541 13354 9586,'-7'0'1164,"1"0"0,5 0-1408,-3 0-90,3 0-1642,-5 0 1976,6 0 0,0 11 0,0 2 0</inkml:trace>
  <inkml:trace contextRef="#ctx0" brushRef="#br0" timeOffset="26">23602 13427 7747,'-11'2'510,"2"0"571,0 2 1,3 2-1,-4-3-373,2 1 0,5 1-1032,-1-1 324,8-2 0,30-30 0,13-13 0</inkml:trace>
  <inkml:trace contextRef="#ctx0" brushRef="#br0" timeOffset="27">23651 13427 7747,'-4'8'0,"0"1"0,-4-5 1088,4 4 1,-5-4 0,4 3-1952,-2-2 863,4 5 0,9-20 0,8 2 0</inkml:trace>
  <inkml:trace contextRef="#ctx0" brushRef="#br0" timeOffset="28">23651 13329 7747,'-12'-5'0,"0"-1"-465,-1-2 0,5-2 20,0 6 669,5-5 0,-2 6 0,6-4 0,3 2 78,4 2 0,3 2 743,2 1-731,-7 0 0,0 1-1395,-6 3 1081,0-2 0,11-8 0,2-8 0</inkml:trace>
  <inkml:trace contextRef="#ctx0" brushRef="#br0" timeOffset="29">23663 13231 7747,'-4'8'106,"0"0"1,-5 0 260,0 5 1,4-1-368,1 0 0,3 1 0,1-1 0</inkml:trace>
  <inkml:trace contextRef="#ctx0" brushRef="#br0" timeOffset="30">23602 12740 10954,'-7'5'2614,"2"-3"-1675,5 3-422,0-5-902,0 6-223,0-5 949,0 4 676,0-5 2078,0 0-2049,-6 0-563,5-5-614,-10-2 1,10-1 0,-5 0 0,1-2-757,-3-1 853,2-1 1,-5 1-1,4 2 1,-1 2 0,0 0-1,0 0 1,0-1 0,1 0-1,0 1 89,0 2 1,3-5 0,-3 2 0,0-3 0,2-1-425,0-1 326,0 7 1,5-5-1,0 2 1,-1 0 0,-2-1-323,-1 2 173,0 5 1,4-3-339,0 2 544,0 2 1,-1-3-9,-3 5 1,1 0-156,-5 0 0,4 0 119,-4 0 0,3 0-622,-3 0 0,0-4 98,-4 0 1,4-1 1059,-1 5-345,7 0 1,-5 0 112,3 0 399,2 0-431,-3 0 0,5-1 0,1-2-168,3-1 1,-2-1-272,2 1 107,3 2 294,-6-3 0,5 4 93,-6-4-203,0 4 1,0-6-106,0 3-59,0 3 0,0-6-347,0 3-285,0 3 438,0-10 370,0 9 0,-2-5 185,-2 3-307,3 3-129,-10-4 0,9 3 37,-2-2 1,2 3 121,-2-3 0,2 1-23,-2-1-63,3 2 0,1-4 106,0 2 274,0 2 1,-2-3 100,-2 5-414,3 0-3,-5 0 13,6 0 1,0 1-1,0 3 40,0 4 1,0 3-1,-1 2 1,-2-1 28,-1 0 1,-1 0 0,2 2-1,-2 1-54,-2 1 0,4 2 0,-2-3 1,1 1-51,-1-1 0,-3-1 1,4-2-1,0 1-14,-1-1 1,3 0-1,-3 0-72,-1 1 0,5-5 0,-3 0 79,3 2 1,1-4 18,0 3 0,0-5 22,0 4 1,0-4-25,0 4 1,-2-5 0,-1 2-32,-1 1 1,0-3 0,3 3 186,-3 0 1,2-1 338,-2-1-295,-2-2-177,4 3-155,-3-5 78,5 0 1,-2 4 243,-2 0-99,3 0 1,-6-4 56,3 0 105,3 6-260,-10-5 0,8 6-297,-5-3 117,5-2 1,-4 3 185,3-5 0,3 1-40,-3 3 24,2-2 0,2 2 1,2-7-1,0-2-17,3-2 1,0 3 0,-1-3 0,3 0 17,0 0 1,4-1 0,-5-4 0,3 0 71,-1-1 0,-4 1 0,3 0 1,0 0 15,-1-1 1,-2 1 0,3-2-1,0-1-40,0-1 1,-4-2-1,2 3 1,-1-1-36,0 1 0,4 0 1,-3 0-1,-1-1 20,1 1 0,-4 1 0,4 2 201,-4-1 0,-1 5 486,0 0-442,0 5-233,-6-2 1,5 6 298,-3 3 215,3-2-347,1 3-186,0-5 0,0 1-18,0 4 0,0-3 0,0 6-81,0 2 1,4-3 238,0 1 1,5 0-26,0 4 1,-3-3-1,3-1-86,0 1 1,-2-2 0,1 1-43,2 2 0,-4-3 0,1 1-79,-1 1 1,2-2 0,-3 1 16,2 2 0,-4-3 0,2 1 90,1 2 0,-3-1 0,3 1 0,1-4 166,0 0 1,-3 2-1,3-2-8,-2 0 1,5-2-1,-2 3-154,3-1 1,-3-2 0,0-3-83,2 3 0,1-2 119,1 2 0,-4 1 17,0-1 0,-3 0 0,1-2-1250,0 2-1101,-2-3 253,-4 5 1,-1-6 2034,-4 0 0,-23-11 0,-12-3 0</inkml:trace>
  <inkml:trace contextRef="#ctx0" brushRef="#br1" timeOffset="31">23455 14323 7746,'-2'-12'901,"0"0"0,-2-1 0,-1 2 5765,0 3-5291,4 3-1174,-10 5 0,9 5 1,-2 3-1,3 3 1,1 3-1,0 2 1,1 5 289,3 2 1,-1 2 0,4 0 0,0 3-53,0 0 1,-3 5 0,4-4 0,1-2-172,2-1 1,2 0 0,0 0 0,2-2-101,2-5 1,3-4-1,-2-4 1,1-2 63,3-5 0,1-4 0,0-4 0,-1-6 48,-2-5 0,-5-4-276,2-6-66,2-5 1,-10 3 0,4-6-1,-3-1 1,1-1 0,2-1-1,-2 2-771,-3 1 1,1 5-560,-5-5 915,0 6 0,-4-3 1,0 7-1,0 2-3842,0 5 1524,0 2 1,0 9 1795,0 5 0,-4 5 999,0 7 0,-12 20 0,-5 9 0,1 2 0,0 1 0</inkml:trace>
  <inkml:trace contextRef="#ctx0" brushRef="#br1" timeOffset="32">23614 14753 14709,'7'13'1591,"-3"4"0,-2 3-877,-2 3 1,0 3-1,0 2 1,0 2 66,0 1 1,0-2-275,0 3-610,-6-4 0,3 2 0,-3-7 1,-1-3-1,1-2 0,-1-3 0,1-3-2176,-4-5 1,3-4 437,-1-3 690,5 0 0,-6-7 1,5-5-1,1-9 1151,2-6 0,12-17 0,5-9 0,1-6 0,0 0 0</inkml:trace>
  <inkml:trace contextRef="#ctx0" brushRef="#br1" timeOffset="33">23369 14102 8073,'0'7'6683,"0"4"-5105,0-10 0,1 5-237,3-6 1,-1 0 0,5-2 59,2-2 0,1-2-600,1-7-905,0 1 1,6-6 0,4-2 0,5-3 0,6-3 0,2-3 0,2-4 0,0-2 0,-2-1-839,-2 4 1,1-2-1,-7 5 1,-3 3 43,-7 4 1,-4 5 786,-5 4 0,-3 8 203,-5 5 1,-4 1 0,0 7 313,1 2 1,1-3 418,-3 1-522,4-5 1,-4 8 0,5-3 605,0 3-779,5 1 0,-2 0 1,5 0-1,2 1 1,0 0 534,3 4-641,-1-4 0,0 5 0,2-6 0,1 1-462,1-1 1,1 0 0,-5-1-1963,0-3 1149,-5 3 0,-2-8 1,-5 5-1129,0 2 1,0 2 2378,0 4 0,-38 36 0,14-19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4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3237 10854 7769,'-10'-19'569,"-2"-4"0,-2-3 1,2 2-1,2 5 1,2 3-1,0-1 0,-1 2 8156,1 2-5402,6 0-3007,2 7 1,6 6 0,8 9-1,2 8 1,5 7 0,2 8-1,2 5 45,-1 4 1,2 4-1,2 7 1,2 1 0,0-2-1,0-4-396,-3-1 0,1-3 1,-1 2-1,0-3 1,-2-6-1,-4-1-294,-4-3 0,0-8 1,-6-1-1,-3-4 1,-4-4 194,-3-1 353,-1-7 0,0-3 1,0-10-1,0-7 0,2-12-48,2-11 1,3-7-1,6-12 1,4-8 0,-7 28-1,0-1 1,2-3 0,-1 0-172,1-1 0,1-1-533,2-2 0,0-1 0,0 1 0,2 0 0,1 0 1,1 1-1,-2 5 0,0 1 0,13-21 0,-7 17 0,-5 18-4262,-7 17 1,-3 9 4794,-4 8 0,8 17 0,8 4 0</inkml:trace>
  <inkml:trace contextRef="#ctx0" brushRef="#br0" timeOffset="1">3704 11519 7764,'-7'1'1909,"3"3"1,3 4 0,1 5-753,0 3 0,0 9 0,0 9 1,0 5-1,0 8 0,0 5-607,0 5 0,-2 3 0,0 1 0,-2-5-1097,1-7-604,-4-11 1,6-5 0,-3-7-6701,2-3 7851,2-17 0,11-46 0,3-27 0</inkml:trace>
  <inkml:trace contextRef="#ctx0" brushRef="#br0" timeOffset="2">3298 10239 7791,'-8'0'1112,"0"1"0,-2 3 198,-1 4 1,4-1 0,5 0 0,4-1 0,7-4-503,1 0 1,4-9 0,1-4 0,3-6-429,1-2 1,2-1-1,3-6 1,1-1-145,-1-2 1,0-5-1,-2 1 1,-3-4 141,-2-4-327,0 3 1,-6-9 0,-2 6 0,-2 3 0,-1 2 0,-2 6 0,0 4-344,0 7 0,0 11 0,-3 8 0,2 8 8,1 7 0,7 11 1,-1 10-1,2 5 1,-1 2-1,0 4 342,0 1 1,1 1-1,-1 0 1,-1-1-1,-3-3 1,-1-5-454,1-6 0,-4-3 0,2-5 1,0-1-1,0-6 0,1-4-1968,-1-2 0,5 0 2363,-2 4 0,3-9 0,1 3 0</inkml:trace>
  <inkml:trace contextRef="#ctx0" brushRef="#br0" timeOffset="3">4627 11137 7745,'-19'-1'155,"3"-2"0,2-1 0,2 1 0,-1 2 0,2-1 0,2 0 2898,1-2 1,3-2-2253,-3 2 1,11 3 0,1-3 0,7 2-487,5 2 1,8 0 0,4 0 0,1 0-444,1 0 0,-2 0 0,3 0 0,-1 0 0,-3 0 0,-1-1-1042,-1-3 1,1 2 0,1-2 0,1 3 0,-5 1 1169,-5 0 0,-32 22 0,-8 5 0</inkml:trace>
  <inkml:trace contextRef="#ctx0" brushRef="#br0" timeOffset="4">4627 11445 7767,'1'-7'2953,"5"1"-2128,6 1 1,6 2-1,7-4 1,-1 1-1,1 0 1,0 1-994,-1 2 1,1 2 0,-1 1 0,1 0 0,0 0 0,-2 1 167,-3 3 0,-7 14 0,-8 8 0</inkml:trace>
  <inkml:trace contextRef="#ctx0" brushRef="#br0" timeOffset="5">5796 11777 7760,'-12'0'1467,"0"0"1,-1 0-519,1 0 0,4 0 1,1-1-1,1-3 1,4-6-677,0-5 1,2 0 0,0-7 0,0-4 131,0-5 1,0-6 0,0-6-1,0-6-50,0-7 0,6-6 0,1-2 0,2 0-130,4 4 1,-4 0-1,9 6 1,0 1-255,2-2 0,3 9 0,3-3 1,2 2-1,2 3 0,1 3-484,3 3 0,1 12 0,-3 6 0,-3 6 0,-4 6-1582,-5 4 1893,-2 2 1,-11 13 0,-6 6 0,-6 6-1,-10 5 1,-6 5 0,-6 4 189,-3 4 0,1 2 1,-2 2-1,1-4 398,2-3 1,4-2-1,3-4 1,5-4 401,2-6 0,10-6-591,8-8 1,10-4 0,16-8 0,7-4 83,6-3 1,5-5-1,2-1 1,0 2 54,3 2 0,-2 0 0,1 2 0,-7 3-310,-8 4 0,-5 4 0,-9 6 0,-4 6-64,-7 7 1,-5 10 0,-7 3 0,-3 4 21,-5 1 0,-6 0 1,-10 0-1,-1 0-6,1 0 1,-8 0 0,-5-2 0,-8-2 506,-7-4 0,0-9 0,-4-5 0,0-4-114,0-3 1,8-5 0,2 1 0,7-2-1949,12-2 1,7-5-2094,7 1 3670,6 0 0,24 4 0,10 0 0</inkml:trace>
  <inkml:trace contextRef="#ctx0" brushRef="#br0" timeOffset="6">6645 11679 7798,'-12'-7'528,"5"1"0,-4 2 0,3 0 0,-2 0 0,1 0 0,1 0 0,-2 1 312,-1 2 0,3 1 0,0 1 0,-2 3 0,-1 6 0,0 3-525,3 4 1,-1 5 0,4-2 0,3 5-13,0 4 1,2-4 0,0 6 0,2-3-36,2 1 1,8-2-1,9-6 1,3-6 0,5-6-1,4-4-3,2-4 0,2-12 0,-1-5 0,-2-8 1,-3-4-1,0-4-249,-4 1 1,-11-5 0,-5 5-1,-4-1 1,-6 2 0,-3 1 199,-7 1 0,-8 0 0,-8 8 0,-6 5 0,-4 5 1,1 5-725,1-1 1,2 5-1,0-3 1,5 4 0,5 3-1,3 1-5380,3-2 5888,7 0 0,24-2 0,12 0 0</inkml:trace>
  <inkml:trace contextRef="#ctx0" brushRef="#br0" timeOffset="7">7618 10153 10420,'-5'12'3708,"0"0"-3007,-2 1 0,0-5 1,-2-1-1,-1-2-378,-4-2-246,2-2 1,-15 3-1,2 0 1,-1-1 0,-1-2-1,-2-2 1,-2-2 148,-1-1 1,-2-1 0,5 2 0,3-1-97,5 1 0,-1 2 0,5 1 0,2 0 143,2 0 0,6 1-62,3 3 0,4 3 0,4 4 88,4-3 0,3 3 0,1-3 0,0 3 130,1 2 0,-1-1 0,-1 2 0,0 1-219,1 1 1,-6 6 6,6-2-148,-2 9 0,2-3 1,0 4-1,0 0 1,-1 3-1,-1 4 1,-2 3-161,2 1 1,-3 7-514,1 1 1,-4 4 0,3 6-1,-2-2 160,-2 2 1,2 1 475,0 2 0,-1-2-1232,-4-3 1192,0-2 0,0 0 0,0 4 0,0 4 0,-2 2-311,-2-1 0,1-1 330,-5-1-28,5-1 0,-3 5 0,3 0 0,-1-2 0,1-3-68,2-3 0,-1-2 0,0-5 1,-2-2 49,1-5 1,1-1 88,2-2 0,0 2-16,0-2 0,-4-3 1,0 3-1,1-4 127,2-4 1,1-3 127,0-6 1,1-4 1189,4-4-1365,-4 3 1,10-5-1,-3 4 1,3-2 0,1 0 788,1-1-552,-1-1 0,2-7 1,1-3-1,2-3 0,1-1 1074,0 0 0,4-5-1785,-2-3 1,4-3 0,-1-1 0,-1-1-1701,-2 1 1,-3-2 893,3-2 1162,-5-3 0,-10-19 0,-6-15 0,-1-1 0,-1-5 0,0 1 0,0 0 0</inkml:trace>
  <inkml:trace contextRef="#ctx0" brushRef="#br0" timeOffset="8">7974 10263 7810,'-8'0'5308,"0"0"-3992,0 0 0,1 2 179,3 2-982,3 3 0,1 5 0,0 2 0,0 2 0,0 3 0,0 2 1,0-1-211,0 2 0,0 1 0,0 2 0,0 0-1588,0-1 0,1 1 0,2-1 1285,1 1 0,0 11 0,-4 2 0</inkml:trace>
  <inkml:trace contextRef="#ctx0" brushRef="#br0" timeOffset="9">7925 11149 7810,'-11'13'776,"2"-1"1,2 0-1,1 1 1,4-1 2695,0 0-3478,2 6 1,-4 0 0,0 4 0,1-2 0,2 1-1,1-1 1,0-1 0,1-1 0,2-3-2224,1-1 0,0-2 2229,-4 0 0,6 12 0,1 2 0</inkml:trace>
  <inkml:trace contextRef="#ctx0" brushRef="#br0" timeOffset="10">7864 11912 13282,'0'13'221,"0"-1"0,0 2 0,0 1 0,0 3-420,0 1 0,0 1 0,0 3 0,0-2 0,0-3 199,0-1 0,0-3 0,0 4 0</inkml:trace>
  <inkml:trace contextRef="#ctx0" brushRef="#br0" timeOffset="11">8430 10091 7786,'-8'-1'2044,"-1"-2"341,0-1-313,3-6 1,-5 9 162,3-3 0,3 4-1663,1 4-466,2-3 1,4 6-1,2-4 1,5 2 0,6 1-1,6-1 1,2-2 42,2-2 1,3-1 0,2 0-1,1 0 1,-1 0 0,-3-1-179,-1-3 1,-3 1 0,-2-4 0,-4 1 353,1-1 0,-10 3 26,1-5 1,-8 7-823,-5-2 1,-2 4 239,-2 4 27,-3-3 0,10 10 1,-5-4-1,2 1 0,-1-1 1,-1 0-1,1-1 152,2 4 0,1 0 1,-1-1-1,-1-1 425,1 2 1,0 5-78,-1 1 0,1 6 171,-5-1-376,5 8 1,-6 3 0,3 9 0,1 4 0,-2 5-151,0 3 0,5 3 1,-4 7-1,2 3-15,2-32 0,0 1 1,-2 32-283,4-1 1,0-4 248,0-5 80,0-2 0,0-7 0,1-3 0,2-4 0,1-3-63,-1-1 0,2 1 1,-1 3-1,-1 3 71,-2 0 1,-1 4-14,0-3 0,0 1 287,0-1-225,0-2 1,0-6 0,0 0 0,0-1 0,0 3-110,0 2 58,0 2 1,0 3 0,0-1 0,0 1-1,-1 3-179,-3 5 0,3-9 263,-4 0 0,0-5 0,1-3 1,1 1 37,2 3 1,1-7-176,0 3 0,0-4 0,0 1 0,0-1 210,0 1 1,0-4-160,0-1 0,1-5 61,3-3-141,-2 2 1,3-5 0,-4 2 0,2-3 0,3-3 63,0-2 1,-3 0-1,3 0 1,-2 1 379,0-1-169,5 0 1,-6-1 79,5-2 240,-5 1-54,3-8-465,-6 3 0,1-5-1117,3 0 641,-3 0-423,5 0 1100,-6 0 0,-1 0 0,-4 0-24,-3 0 0,1 0-126,-1 0 1,-1 0 3,-8 0-78,4 0 0,-7 0 1,5 0-1,-2 0 1,-1 0-351,0 0 1,0 0-1,3 0 1,-1 0-892,1 0 1,0 0 118,-2 0 0,8-1 1172,-4-3 0,15-19 0,-1-10 0</inkml:trace>
  <inkml:trace contextRef="#ctx0" brushRef="#br0" timeOffset="12">9550 11039 7774,'-9'-7'873,"3"1"1,-1 2 333,0 0 1,4 1 0,-1 9 344,3 6-1188,1 6 1,0 8 0,1 3-1,2 3 1,1 5 0,-1 4 0,-2 5 307,-1 1 1,0-1-1261,0-1 199,0-6 1,0 2 0,0-8 0,0-4 0,0-5 388,0-3 0,0-25 0,0-11 0</inkml:trace>
  <inkml:trace contextRef="#ctx0" brushRef="#br0" timeOffset="13">9390 11359 7787,'0'-7'2172,"0"-4"1,5 9-1439,3-2 1,3 3 0,3 1 0,2 0 192,5 0-927,2 5 0,40 2 0,-27-1 0,0 1 0</inkml:trace>
  <inkml:trace contextRef="#ctx0" brushRef="#br0" timeOffset="14">10559 10793 7773,'-8'8'1172,"1"0"0,1 3 1,3 3-312,2 2 1,1 10 0,0 0-1,0 5 1,0 6 0,1 4-391,4 3 0,-4 3 0,4 3 0,0-1-618,-1-5 1,0-4 0,-4-5 0,0 0-2631,0-3 2777,0-4 0,-11-20 0,-3-11 0</inkml:trace>
  <inkml:trace contextRef="#ctx0" brushRef="#br0" timeOffset="15">10411 10916 7773,'-5'-13'275,"-1"1"1,-2 0 0,2-1 620,1 1 0,4-4 0,-4-1 1,5 1-27,5-2 0,1-1 0,8-6 0,3 1-376,3-1 1,3 5 0,2-1 0,1 1-620,3 0 0,-5 3 1,2 6-1,-5 2-258,-4 5 1,0 6-1,-6 6 1,-3 10-159,-4 8 1,-4 2 0,-4 8 0,-4 2 311,-3 1 0,-1-1 1,1-1-1,1-2 412,2-2 1,5-1 0,-1-6 0,3-2 402,1-5 1,1-4-1,4-4 1,9-2 61,9-5 0,3-3 1,9-1-1,0 0-233,1 0 0,2 0-90,-9 0-398,-1 5 1,-14 4 0,-6 7 0,-6 6 0,-8 5 0,-8 6 0,-9 3-257,-8 1 0,-9-5 146,-1 1 0,0-7 1,6-1-1,2-7-826,4-5 0,10 0-1622,7-1 1754,5 0-651,7 0 1528,5-5 0,40-1 0,15-6 0</inkml:trace>
  <inkml:trace contextRef="#ctx0" brushRef="#br0" timeOffset="16">11063 11420 7812,'0'-12'626,"-1"1"0,-2 1 646,-1 2 1,0 7-1,5 1 34,3 7-927,-2 4 1,3 6 0,-3 4 0,0 2 0,2 3 0,-1 1 0,-1 2-191,-2-2 0,0-1 0,0-2 0,0-2-597,0-2 1,0-1-1,0 3 408,0-1 0,-6-23 0,-1 0 0</inkml:trace>
  <inkml:trace contextRef="#ctx0" brushRef="#br0" timeOffset="17">12269 10079 7163,'8'0'1577,"-1"-2"412,-1-2-610,-2 3 0,-3-5 1994,3 6-2656,-2 0-642,-2 6 1,-7-3 0,-7 5 0,-2 1 0,-5 4-1,-3 2 1,-5 1-118,-4-1 1,-5-1 0,-6-2-1,-4 1 1,0-3 0,3-1-259,3-5 1,1-3 0,5-1-1,5 0 313,6 0 0,6 0 671,7 0-209,5 0-44,2 0 1,6 0 625,3 0-659,-3 0 0,6 0-528,-3 0 103,-2 0 0,4 6 1,-3 2-1,1 3 0,0 1-15,2 0 0,-3 6 0,3 3 1,1 3 201,0 5 1,-3-2-104,4 6 0,-3 1 174,3 7-218,0-2 1,0 13 0,-1-5 0,0 3 0,-2-1-28,1 1 1,2 5-1,-4 0 1,0 2-131,2-2 0,-5-3 128,3-3 1,-3 2-1066,-1 2 1072,0-2 0,0 5 1,0-4-1,0 2 0,0 1-14,0 0 4,0-2 0,0-4 0,0-1 1,0-1-1,0-2 33,0 1 1,0-2-32,0 1 44,0-5 0,0 6 0,-1-2 0,-2 1 0,-1 2 62,2-5 0,-1 2 0,0-2 0,-1 2-152,1 2 1,-2 1-118,1-2 1,-2 2 92,2-6 0,3 0 1,-5-4-1,2-2 51,0-2 1,-4-3-29,4-5 0,-4 3-48,3 1 57,-4 5 1,6-8-1,-5 4 1,0-1-1,0 1 239,-1 2 1,2-5 0,-2 2 0,2-3-199,2-2 1,-1-5 262,2-2 136,3-4 431,-5-6 493,6-1-855,0-6 1,2-4-265,2 0-166,-3-1 0,10 5 1,-3 0-1,3 0 1,3 2 272,2 2-195,-2-3 1,8 9-1,-4-6 1,1-1-1,3-1 1058,1 2-1451,1-2 0,-3 3 0,-1-5 0,1 0 0,-2 0 0,-3 0 0,0-1-2328,0-3 1,-6 1 2618,2-5 0,-21-28 0,-11-13 0,2-5 0,1 0 0</inkml:trace>
  <inkml:trace contextRef="#ctx0" brushRef="#br0" timeOffset="18">12355 10534 7795,'-8'-7'575,"1"2"1,1 1-1,0-2 709,1-1 0,2 6 0,8 1 0,6 8 25,4 7 0,7 4-642,-1 6-257,2 0 0,4 3 1,-1 1-1,-2 0 1,-3-1-1,-1 1 0,-3 0 98,1 1 0,-8-4 0,1 3 0,-5-5-1114,-3-3 0,3-2 0,-2-4-1506,-2 1 1,-6-5-1,-4-7-1112,-3-2 3224,4-2 0,-9-17 0,2-3 0</inkml:trace>
  <inkml:trace contextRef="#ctx0" brushRef="#br0" timeOffset="19">12602 10448 7807,'-13'5'393,"1"4"1,0 3 528,-1 4 1,-4 6 176,-4 11-1014,-2 0 1,-2 15 0,1-3-1,-1 3 1,2 1 0,4-1-1,6-4-456,8-8 0,3-5 371,2-11 0,28-8 0,6-6 0</inkml:trace>
  <inkml:trace contextRef="#ctx0" brushRef="#br0" timeOffset="20">12762 11100 8164,'-7'2'1769,"3"2"1,2 3-1624,2 5 0,0 0 0,0 2 1,0 1-1889,0 1 1742,0 1 0,6 39 0,1 11 0</inkml:trace>
  <inkml:trace contextRef="#ctx0" brushRef="#br0" timeOffset="21">12282 11752 7805,'-5'-12'2249,"1"0"874,2 0-2707,0 5 0,4 1 0,2 6 1,4 2-1,3 3 0,1 6 1,1 4-1,-1 1 0,0 1 1005,0-1 1,5 6-1606,-1-1 149,1-4 0,-5 7 0,-1-5 0,-2 0 0,0-1 0,-1-2 0,0 1-7412,0-2 7447,-5-7 0,-19-14 0,-12-7 0</inkml:trace>
  <inkml:trace contextRef="#ctx0" brushRef="#br0" timeOffset="22">12429 11629 7805,'-11'7'91,"3"4"181,-8-3-43,8 3 0,-3 6 0,2 2 0,-2 3 0,0 5 0,2 3 0,1 4 38,-2 2 1,-1 5 0,-1 0 0,1-3-805,3-4 336,-3-4 0,9-10 0,-2-4 201,3-2 0,17-13 0,5-2 0</inkml:trace>
  <inkml:trace contextRef="#ctx0" brushRef="#br0" timeOffset="23">12552 12060 7973,'-7'0'1701,"2"-5"-1384,5-4 1,5 3 74,4-3-141,2-4 0,1-1 0,0-2 0,2 1 1,1 0-1,1-2 0,-1 3 1086,-1 5-1410,-2-2 1,-3 10 0,-3-2 0,0 6-1,-3 6 1,-2 6 0,-1 6-80,0 2 0,0 6 0,-1 1 1,-2 0-1,-3 0 0,1-3-79,-1-1 0,2-1 1,4-2-1,0-2 614,0-5 1,2-4-102,2-3 1,3-4-1043,5-5 25,0-5 0,1 2 735,-1-5 0,-16-6 0,-4-5 0</inkml:trace>
  <inkml:trace contextRef="#ctx0" brushRef="#br0" timeOffset="24">12257 12528 7810,'-12'0'5780,"-1"0"-4860,7 0 0,0 1 1,7 3 593,4 4-1240,7 9 0,2-2 1,3 5-1,1 2 0,3 0 1,0 0-1,1-2 383,-1 2 0,-6-2-609,1 0-541,-2-5 0,-3 7 1,-2-6-1,-2-1 1,-1-1-1,-3-2 493,-2 1 0,-23-28 0,-5-7 0</inkml:trace>
  <inkml:trace contextRef="#ctx0" brushRef="#br0" timeOffset="25">12454 12478 7810,'-12'0'0,"-1"0"0,1 0 366,0 0 0,1 2 0,1 2 0,3 4 0,2 4 0,1 4 0,0 3 0,0 3 0,-1 4-244,0-1 1,2 1 0,-4 0 0,1 2-114,-1 1 1,0-6 0,-3-7 0,3-2-1040,2-2 1030,1-5 0,20-12 0,5-9 0</inkml:trace>
  <inkml:trace contextRef="#ctx0" brushRef="#br0" timeOffset="26">12589 12811 8303,'-1'8'1769,"-3"0"0,1-5-17,-5 1-931,5-3 38,-2-1 1,6 0-335,3 0 1,-1-4-1,5-1 1,2-1-68,1 1-471,1 1 0,0 2 0,0 0 0,1-2 0,-1 1 1,0 1-1,1 2-216,-1 0 153,0 0 0,-3 0 0,-3 2 0,1 1 0,-1 2 0,-1 2 0,-2 2-401,-2 2 0,-1 2 1,-1-1-1,-2 0 90,-1 1 1,-4-1 0,4 0 0,0 1 353,-2-1 1,5-4 876,-3 0-577,2 0 1,2 5 0,0-1 133,0 0 0,6-1 0,1-1 0,1-2 123,0 2 1,-1 1-368,1 1 0,2 0-139,-6 0 1,0 1-1,-4-1 1,0 0-32,0 1 1,-6 3-77,-2 1 1,-8-1-360,-5-4 171,3 1 0,-5-3 0,4 0 0,0-3 0,1-2-835,0-2 1,5-2 0,-2-2 1111,5-3 0,21-36 0,10-13 0</inkml:trace>
  <inkml:trace contextRef="#ctx0" brushRef="#br0" timeOffset="27">12835 10214 7811,'-12'0'211,"4"-4"0,0-1 0,-1-2 3824,3-3-2357,0 5-1251,6-1 0,2 6 0,2 0 0,4 0 0,4 0 23,5 0 1,-4 2 0,5 0-1,0 4-114,2 1 1,4-1-11,0 3-147,1 2 0,-1-9 0,1 5 1,-2-1-1,-1-2 0,-3 0 1,0 0 1074,1-1-986,-11 4 0,7-6 1,-7 3-336,2-3 60,-5-1-54,5 0 968,-9 0 56,3 0-684,-5 0 1,-4 2-110,0 2 66,0-3 1,4 6-128,0-3 0,0-1-208,0 5 0,0-4 53,0 4 0,0-4 226,0 5-145,0-7 1,-4 9 0,0-2 0,1 3-1,2 3-43,1 1 0,-2 2 0,0-1 0,-3 3-107,3 3 1,-4 2-65,2-1 1,0 2-61,4 3 224,0-3 0,-4 6 1,0-5-1,1 3 1,2 0-14,1 0 73,0 4 0,0-6 0,0 5 1,0 1-1,0 0-77,0-1 0,0 2 0,0-3 0,0 1-151,0-1 1,0 0 179,0 1 0,4 1-71,0-5 45,0 5 1,-4-4 0,0 4-1,0-1 1,0 1-125,0 2 1,0-4 0,0 1 0,0 0-161,0-2 1,0 0 219,0-7 0,0 2-86,0 3 188,0-3 1,0 3 0,0-8 0,1 0 0,2 1 77,1 1 0,0 2 0,-4-2 0,0-1 83,0-2 0,0 1-4,0 3 0,0 0 59,0-4-215,0 3 1,0-5-1,0 4 1,0-1 0,0 0-138,0 3 146,0-5 1,0 4-1,0-1-202,0 5 1,0-1 106,0 3 0,0-4 0,0-4 1,0 0 59,0 1 1,0-3 11,0 2 0,0-6-42,0 1 131,0-2 0,0 2 1,0 0-1,2 1 1,0-1-86,3 1 0,-1 3 0,-4-2 0,0 0-142,0 0 1,1 3-152,3 0 1,-3-2-106,4 2 332,-4-6 0,-1 6 0,1-4 0,2-2 1,1-1-10,-1-2 1,-2 0-1,-1 1 155,0-1 0,2 0-109,2 0 1,-3 1-31,3-1 93,-2 0 1,-2 2 0,0 1 0,0 3-1,0 0-48,0-1 1,0 0 0,0-5-1,0 2-20,0 2 0,0-6 28,0 2 1,0-6-1,0 2-187,0 1 1,0-2 5,0 1-215,0 1 281,5 3 1,-4 0 0,3 0 0,-2 1-176,-2-1 662,0-5 0,0 4-202,0-3 1,0-1-664,0 1 45,0-5 0,4 8 202,0-3 1,0-1 483,-4 1 424,0-5-208,0 2 1,0-3 570,0 2-1786,0-3-444,0 5 511,0-6 2011,0 0-1626,-5 0 5,3 0 0,-9 4 1,3 1-292,-3 2 1,-1-3-75,0 4 0,-1 0 0,1 5 1,0-2 674,-1-3 0,-32 3 0,-8-4 0</inkml:trace>
  <inkml:trace contextRef="#ctx0" brushRef="#br0" timeOffset="28">5772 13709 7749,'-6'18'152,"3"-4"0,-3 2 0,0-1 0,3 0 0,2 1 2470,1-1-1830,0-1 0,0-2 1,1 1-1,3-5 1,3-7 23,0-9 1,0-16 0,-4-7 0,2-7-272,2-7 1,-3-10-1,4-5 1,3-7-452,-3 31 1,-1 0-1,7-31 1,-5 29-1,0 1 1,-1-1-1,2 0-608,-1 0 1,2 0 0,0 0-1,1 2 1,0 2 0,1 1-1,10-27-5879,-2 12 6393,2 15 0,-37 65 0,-2 17 0</inkml:trace>
  <inkml:trace contextRef="#ctx0" brushRef="#br0" timeOffset="29">5784 13057 7766,'-8'0'1581,"0"0"1,5-1-921,-1-4 1,2-3 0,4-8-1,3-6-123,7-5 1,12-12-1,9-10 1,2-7-400,-17 26 1,1 0-1,2 1 1,0 0 0,2 2-1,-1 0 1,2 0 0,0 2-299,26-23 10,-7 18 1,-7 7 0,-12 21 0,-6 12 0,-5 14 0,-5 16 0,-4 11 0,-3 6 0,-1 3-577,0 2 0,-4 1 1,0 0-1,1-3 725,2-8 0,-5-29 0,0-14 0</inkml:trace>
  <inkml:trace contextRef="#ctx0" brushRef="#br0" timeOffset="30">10362 13623 7763,'-2'11'120,"0"-2"0,-2 0 0,1 0 716,2 2 0,-4-3 0,0-1 0,-2-1 1059,-2-4 0,2 0-1220,-2-2 10,7 0 0,-9-2 0,4-2 0,-1-4 0,1-3 0,0-2 52,0-4 0,3-3 1,-3-8-1,2-2-599,2-1 1,2-9 0,1-8 0,1-6-166,3-7 0,10-4 0,-3 26 0,3-2 0,1-2 0,2-1-228,3-4 0,0-1 0,1 1 0,0 0 0,2 0 1,-1 2-1,-1 5 0,0 1-560,-2 5 0,0 2 1,11-22-1,-6 18-143,-6 11 0,-10 15-1681,-3 19 1299,-4 9 1340,4 2 0,-9 22 0,3 4 0</inkml:trace>
  <inkml:trace contextRef="#ctx0" brushRef="#br0" timeOffset="31">10423 12663 7766,'-12'-1'4197,"0"-3"-3081,-1 2 1,7-5 0,3 3-225,6-4 1,9-4-74,8-5-747,4-2 0,6-7 0,4-4 0,4-5 0,6-6 1,2-3-1,5-1 0,0 2 0,-1 5-513,-1 4 1,-10 17 0,-8 7 0,-8 12-120,-6 15 0,-10 15 0,-9 22 0,-9 10 344,3-28 1,-3-1 0,-2 0 0,-1-1 0,0-1 0,-1-1 0,-11 31-1983,4-1 2198,5-12 0,-1-7 0,-1-13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7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13205 16343 7835,'-6'-13'1140,"1"5"0,-5 0 1,3-2 4202,2-1-4909,1 5 1,5 0 0,3 6 0,4 0-1,3 1 1,2 4 0,-1 4 0,0 5-1,0 4 488,1 1 1,-1 1 0,0 5-1,1-2-148,-1-2 0,0 2-296,1-3-336,-1 4 0,0 0 1,1 1-1,-3-1 0,0 1 1,-2 0-1,2-1-159,1 1-54,1 0 0,-1-5 0,-1-1 0,-2-2 0,0-5 0,0-4-141,0-2 1,-4-4 0,3-9-1,0-9 974,0-11 1,0-9-580,1-5 0,4-8 0,-1-10 0,6-5-438,-8 29 0,1 0 0,-2-1 0,0 0 141,2-1 0,1 0 0,-2 0 1,1 1-1336,0 1 1,0 1 106,14-28 0,-12 14-365,0 11 1,-5 18 0,-7 15-3804,0 10 5510,0 4 0,0 3 0,0-1 0</inkml:trace>
  <inkml:trace contextRef="#ctx0" brushRef="#br0" timeOffset="1">13574 16786 7899,'-13'12'622,"5"0"1,1 2 0,1 2 0,0 6 0,-1 6 932,0 4 0,3 5 0,-3 4 0,1 4 177,-1 3-1735,4-4 1,-2 3 0,5-9 0,0-5 0,0-9 0,1-5-1278,3-4 1,3-8 0,5-8 0,2-11 1279,2-12 0,1-5 0,2-5 0,3-4 0,1-1 0</inkml:trace>
  <inkml:trace contextRef="#ctx0" brushRef="#br0" timeOffset="2">14238 16441 7899,'-12'-7'7279,"0"3"-3927,-1-3-1446,7 6-1487,0-5 0,7 6 0,4 0 0,1 2 0,3 1 1,0 1-1,3-2 2,3 0 0,3-2 1,-1 0-1,3 0 0,2 0 1,0-2-924,-2-2 1,1 3-1,4-5 1,-1 2-858,1 0 1,-2-1 0,-2 2 0,-5-1-1199,-2 1 1,-3 3 0,-3 4-322,-4 5 2878,-8 1 0,-52 25 0,19-16 0,0 1 0</inkml:trace>
  <inkml:trace contextRef="#ctx0" brushRef="#br0" timeOffset="3">14214 16773 7899,'-6'9'2229,"-2"-1"0,3-4-922,0 4 0,0-4 0,2 3 307,5-2 0,9 0 1237,9-5-2634,3 0 0,2-6 0,0-1 0,-1-1 0,1 1 0,-1 0 0,1 2-5513,0-1 5296,-6 2 0,-7-7 0,-7-2 0</inkml:trace>
  <inkml:trace contextRef="#ctx0" brushRef="#br0" timeOffset="4">16220 16109 7856,'-6'-7'486,"3"-4"0,-3 3 0,-1-2 1,1 1 1752,1 0-1296,1 7 1,5-6-1,3 8 1,4 6-1,3 7 786,2 3 0,3 10-1398,0-1 236,6 2 0,-7 3 1,4 2-1,1-1 1,-3-2-1,1-3 1,-1-2-156,0 1 0,-3-2 0,2-2-308,-2-5-9,-2-8 1,-1-4 0,-2-9-1,-4-7 1,-1-8 0,2-5-1,-1-7-100,1-5-259,3-8 0,-6 0 1,5-7-1,2-1 0,2-1 1,3 0-1,3-1-1355,1 3 1,-3 0 187,5 11 532,-6 5 0,3 8 1,-6 9-1,0 8-2474,1 9 48,-1 8 3325,-5 6 0,-7 55 0,-4-27 0,1 1 0</inkml:trace>
  <inkml:trace contextRef="#ctx0" brushRef="#br0" timeOffset="5">16441 16466 7856,'-8'0'3231,"0"0"1,4 1-2448,-5 3 1,7 4-1,-2 9 1,2 3 1414,2 4-2010,0 0 0,0 6 0,0 3 1,0 1-1,0 0 0,0-4 1,0-2-188,0-5-1436,0-7 0,0 2 0,0-8 1434,0-6 0,6-60 0,-3 16 0,0-1 0</inkml:trace>
  <inkml:trace contextRef="#ctx0" brushRef="#br0" timeOffset="6">16269 15653 7856,'-13'7'1585,"5"3"0,0-6 0,0 0 2093,1 2-2982,-4-5 0,10 6 1,-2-4-1,6-1 364,5-3 0,4-5-607,5-6-403,-4 0 0,5-6 0,-4-2 1,1-5-1,1-2 0,-1-2 0,-1 1-346,-2 3 253,6-6 1,-8 10 0,2-4 0,-3 3 0,0 3 0,-2 3-1,-1 3 118,1 5 0,-3 4 0,3 9 0,-1 8 0,-4 7 188,0 8 0,-2 3 0,0 6 1,0 0-275,0 0 1,0-2-1985,0-2 1545,5-3 1,-3-7 0,3-2 0,-1-5-1,2-2 1,0-3 449,4-3 0,1-30 0,1-12 0</inkml:trace>
  <inkml:trace contextRef="#ctx0" brushRef="#br0" timeOffset="7">17573 16047 7914,'-8'0'1553,"1"3"0,2 5-436,2 9 1,2 7-1,1 8 1,0 6 0,0 4-1,0 5 173,0 1 1,0-3-688,0 0-726,0-11 1,0 2-1,0-13 1,0-1 0,0-3-1,0-1 1,-2-5-3039,-2-3 0,1 0 3161,-5-6 0,-5-11 0,-7-7 0</inkml:trace>
  <inkml:trace contextRef="#ctx0" brushRef="#br0" timeOffset="8">17389 16416 7914,'-7'-5'3303,"3"4"-2147,8-3 0,4 2 1,7 2-1,3 0-341,1 0 1,2 4-475,3 0-1288,1 0 1,5-4-1,3 0 1,2 0 0,2 0 946,0 0 0,1-13 0,5-6 0,2-2 0,1 1 0</inkml:trace>
  <inkml:trace contextRef="#ctx0" brushRef="#br0" timeOffset="9">18521 16023 8275,'7'0'2597,"-2"0"0,-6-4-2416,-3-1 1,2 0 0,-3 2-298,-1-1 275,0 0 1,-7 4 0,0 1 0,-4 4-1,-3 3 1,-4 4 0,0 3 390,-1 1 1,-4 8 0,1-1-1,2 4-334,4 1 0,4-6 0,7-3 1,3-2-97,4-1 0,5-4 0,6-3 0,7-2 3,4-1 0,2-2 0,5-4 0,-1 0-106,1 0 1,-2 0 0,-1 0-1,-3 0-315,-1 0 1,-2 0 196,-3 0 1,-8 1 107,-5 3 1,-5-2-96,-8 2-32,1 3 0,-2-6 0,-1 4 0,-1 0 0,1-1 0,1 0 0,2 0 121,0 0 1,-1 0 151,1-4 41,-6 5 0,4-2 0,-3 5 0,0 2 0,0 1 484,-3 1 0,5 1-404,-1-1 1,2 2 0,2 1 0,0 1 8,-1-1 1,7 3-101,1-2 1,4 2-71,1-2 35,0-2 1,6 4 0,2-6 0,3 0-1,2 1 406,4-1 0,2-4 0,7-1 0,3-1 184,3-4 0,0 4-127,1-2 0,-6 0 155,2-4-726,-3-5 1,-3 2 0,-3-5 0,-3-1 0,-3 1-934,-2 0 1,-4 1-1,-1-2 1,0 2-3525,0 1 0,-3 1 4417,4 1 0,-11-20 0,2-8 0</inkml:trace>
  <inkml:trace contextRef="#ctx0" brushRef="#br0" timeOffset="10">12589 17979 7886,'-5'-6'430,"-3"0"0,-3 2 0,-2 0 1291,1 1 0,7 3 0,3 6-387,5 6-992,6 0 1,0 11-1,6-2 1,1 2-1,-1 0 1,0-1-1,0-1 931,2 1 0,3 0-534,-3-2-587,4-2 0,-1-7 0,4-2 0,1-2 0,-1-1 0,1-5 0,0-4-31,-1-5 0,1-8 0,-2-5 0,-2-2-147,-5-2 1,-8-1-463,-4-2 360,-2-4 0,-2-1 0,-2 2 1,-2-1-1,-5 2 0,-5 2 1,-2 3-14,1 3 1,-3 9 180,1 0 0,1 6 0,4 7 1,-1 0-188,1 0 1,4 4 114,0 1 1,4 4-33,-5-1 110,7 3 0,-4 2 0,6-1 452,0 0 83,0 1-382,0-1-50,0-5-61,6-2 0,-4-5-261,7 0 0,-5 0-206,4 0 214,-5 0 0,3 0 132,-1 0 23,-4 0 1,4-1 193,-5-3 1,2 1 42,2-5 0,-3 4-836,3-5 577,-2 1-2411,3 1 0,-3-4 2443,2 3 0,13-8 0,4-3 0</inkml:trace>
  <inkml:trace contextRef="#ctx0" brushRef="#br0" timeOffset="11">12798 18336 7886,'-8'-8'836,"0"1"1,0 0 2222,1 1-2376,2 3 1,5-1 0,0 8 0,1 4-1,3 4 1,4 6 0,3 5 0,0 6-1,-1 2 1905,-2 4 1,-4-1-1223,4-1-1306,-5 2 1,2-3-1,-5 3 1,0-2-1,0-4 1,-1-5-1,-2-2-2258,-1-1 0,-4-6 1,2 0 2197,0-6 0,3-25 0,-3-11 0</inkml:trace>
  <inkml:trace contextRef="#ctx0" brushRef="#br0" timeOffset="12">13254 18299 7886,'-8'0'1761,"-1"0"2647,0 0-3117,3 0 0,-3 2 0,6 2 1,4 3-1,8-1-164,6-1 1,0-4-1,5-1 1,2 0-1417,1 0 0,3-1 1,2-4-1,0-1-2431,0-1 0,-4-3 1,-2 5 2719,-1-2 0,-28-7 0,-3-5 0</inkml:trace>
  <inkml:trace contextRef="#ctx0" brushRef="#br0" timeOffset="13">13918 17955 7886,'-8'-4'303,"1"-2"1,0 1 1377,1-1 1,3 4 158,-1 6-1472,8 8 1,-1 3 0,5 5 0,1 2 0,1 2 1313,-2 0-1427,3 1 0,-3-1 0,7 1 0,2-2 0,-1-2 1,1-3-1,0-3 1187,2-3-1298,2 3 0,8-14 1,-1 2-1,1-7 1,0-8-1,0-9 0,-2-6 473,-1-6-678,-7-3 0,-1-5 0,-6-1 1,-1 0-1,-3-1 0,-4 5 1,-2 4-1641,-2 5 1,-2 10-1,-2 5-1041,-4 5 1,-2 7 841,2 2 1900,-3 6 0,-12 33 0,-10 8 0</inkml:trace>
  <inkml:trace contextRef="#ctx0" brushRef="#br0" timeOffset="14">14152 18324 7878,'0'-8'1456,"-1"1"-73,-3 1 0,2 4 0,-2 6 0,4 5 1078,4 6-1981,-2 5 1,3 4 0,-3 2 0,0 1 0,2 2-1,-1-1 1,-2-2 433,-1-2 0,0 1-2370,0-1 1068,0 1 0,-4-5 1,0 0-1,0-4 0,0-4 1,-1-3 387,-2-4 0,-7-34 0,-5-12 0</inkml:trace>
  <inkml:trace contextRef="#ctx0" brushRef="#br0" timeOffset="15">13869 17807 7869,'0'12'745,"0"-3"1,0-1 2023,0 1-2366,0-3 0,1 3 0,2-6 0,3-3 0,0-5 0,4-5 1,1-5-1,1-3-13,1-4 0,-1-5 0,0-3 0,2-1-351,2-4 1,-2 1-140,2 1 48,4-2 0,-7 5 1,4-4-1,-4 2 0,0 3 1,-1 6-1,-1 5 1,-2 6 8,0 4 1,-5 4-1,3 9 1,-2 8 129,-2 6 0,2 5 0,1 4 0,-1 0 179,1 0 0,3-2-131,-1-2-759,-2-5 1,5 3 0,-3-5-1,2-2 1,-1-2 0,-1-2 623,2-2 0,1-37 0,1-13 0</inkml:trace>
  <inkml:trace contextRef="#ctx0" brushRef="#br0" timeOffset="16">14903 18004 7860,'-12'0'244,"-1"0"1,1 0 0,0 0 2300,-1 0-1497,6 0 0,-1 0 0,8 0 1,6 0-1,5 0 648,5 0 0,3-1-1482,6-3-170,-1 2 1,5-3 0,0 3-1,-2 0 1,1-3 0,-2 3 0,0 0-758,-3 2 0,-7 0 1,1 0-1,-4 0-2499,0 0 1,-5 0-400,0 0 3611,-11 6 0,-53 23 0,16-10 0,-1 1 0</inkml:trace>
  <inkml:trace contextRef="#ctx0" brushRef="#br0" timeOffset="17">14841 18250 7860,'-4'8'0,"0"1"0,-4-5 1815,4 4 1,0-4 465,4 4 0,1-5-1314,3 1-584,3-3 0,9-2 1,2-2-1,1-2 0,2-1 1,-1 1-1,1 2-1070,1 2 1,-3 1-143,1 0-242,-5 0 0,7 0 1071,-5 0 0,16-17 0,-1-3 0</inkml:trace>
  <inkml:trace contextRef="#ctx0" brushRef="#br0" timeOffset="18">16097 17770 7329,'0'12'1019,"0"1"-802,0-6 1,4-3 0,1-7 0,2-1 460,2 1-292,-3-4 0,5 2 1,-4-5-1,1 2 1,-1-2 1913,-2 0-2020,-1 3 0,-4-4 1,0 3-1,-1-2 0,-3 2 1,-4 4-220,-3 2 0,-2 2 1,1 0-1,0 0-251,0 0 0,-6 6 1,-1 2-1,-2 4 118,1 5 0,0 2 0,-1 5 0,0 1 274,-1 0 0,4-1 0,2 1 1,2 0 55,2-1 0,5-3 0,3-2-140,3-1 1,1-2-1,1-5 1,5-3 2,6-4 1,0-1 0,5 0 0,-2 1 14,1-1 0,-1-2-262,6-1 0,-6 0 0,2 0-212,1 0 0,-4 0 252,2 0 1,-6 0 29,-2 0 280,-5 0 1,-7 0-232,-9 0 1,2 0-63,3 0 0,0 0 135,-4 0-121,-1 0 0,5 0 0,0 0 1,-2 0-1,-1 0-132,-1 0 158,0 0 0,0 4 0,-1 0 0,2 0 0,2 2 68,1 2 0,-1-1 0,-3 1 0,0 0 166,-1-1 0,5 4-50,0-3 0,1 3 112,-1 1-196,-3 1 0,6 4 0,-5 3 1,2 0-1,0 1 308,1 0-267,1 3 1,2 0 0,0 1 0,1 0 0,2-2 294,1-3 0,5 4 0,4-5 0,2 0 281,1-3 1,4-6 163,1-2 1,6-5-42,2 1-567,-1-3 1,8-6-1,-5-5 1,2-3-1,-2-4-1241,-1 2 1,-3 3 0,-2 2 0,-5 3-2077,-2 2 3073,-2 1 0,-21 31 0,-6 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6461 7998,'0'-8'-1499,"0"-1"1155,0 7 350,0-9 154,0 9 878,0-3 1081,0 5 4744,0 0-6199,0 5 1,0-2 0,-2 4-613,-2-2 1,3 5-1,-3-2 1,1 3-515,-1 1-1742,2 1 1,-3-1 2203,5 0 0,11 44 0,3 11 0</inkml:trace>
  <inkml:trace contextRef="#ctx0" brushRef="#br0" timeOffset="1">24637 7175 7998,'-12'5'245,"-1"2"1,1 5 661,0 0 0,4 1 1,1-1-1,1 0-747,4 1 0,0-1 0,2 0 0,2 1-1002,2-1 1,-2-4-1,5 0 1,0 0 841,0-1 0,-4 10 0,2-4 0</inkml:trace>
  <inkml:trace contextRef="#ctx0" brushRef="#br0" timeOffset="2">24612 7691 7998,'-5'13'144,"-3"-1"0,-3 0 1075,-2 1 0,5-5 0,0-1 2673,-1-2-3901,3 5 1,1-8 0,5 7 0,1 0 8,3 2 0,8 12 0,7 3 0</inkml:trace>
  <inkml:trace contextRef="#ctx0" brushRef="#br0" timeOffset="3">24612 8122 7998,'-12'12'159,"0"2"0,-1 1 1,1 3 691,0 1 0,5-4 1,2 1-1,0-2 358,1-2-1735,0 1 0,6-1 526,2 0 0,14 1 0,7-1 0</inkml:trace>
  <inkml:trace contextRef="#ctx0" brushRef="#br0" timeOffset="4">24588 8565 7987,'-8'1'0,"1"4"0,0 1 799,0 1 0,0 4 0,-2-3-365,0 3 1,7-2 0,-2-1 0,2 1-3380,2 2 2945,0 2 0,17 10 0,3 3 0</inkml:trace>
  <inkml:trace contextRef="#ctx0" brushRef="#br0" timeOffset="5">24575 8971 7980,'-12'13'368,"4"-3"369,0-1-350,5 2 0,-2-5 0,5 7 0,0-1 0,0 0-920,0 1 533,5-6 0,2 9 0,5-2 0</inkml:trace>
  <inkml:trace contextRef="#ctx0" brushRef="#br0" timeOffset="6">24563 9488 7980,'-4'23'289,"-1"-2"1,-1-5 129,1-2 0,1-2-71,4 1-266,0-1 0,1 0-82,3 0 0,3-5 0,5-1 0</inkml:trace>
  <inkml:trace contextRef="#ctx0" brushRef="#br0" timeOffset="7">24575 10005 7978,'-16'14'533,"0"2"0,-1-2 256,5 2 0,1-2 0,3-2 1,4 0-527,2 1 0,2-1 0,2-1 0,2-3-3037,4-4 2774,3 3 0,1-16 0,1 0 0</inkml:trace>
  <inkml:trace contextRef="#ctx0" brushRef="#br0" timeOffset="8">24551 10423 7978,'-18'13'0,"4"-1"180,-2 0 1,4 2-1,2 1 1,3 1 0,2-1-1,2-1 410,2-2 0,5 1-590,0-1 0,11 6 0,-1 1 0</inkml:trace>
  <inkml:trace contextRef="#ctx0" brushRef="#br0" timeOffset="9">24502 10854 7978,'-6'12'98,"-1"1"0,-1-1 274,0 0 1,4 5 0,-3-1 0,2-1 540,2-1-575,1-2-338,2 0 0,11-10 0,3-4 0</inkml:trace>
  <inkml:trace contextRef="#ctx0" brushRef="#br0" timeOffset="10">24465 11322 7975,'-7'12'128,"-4"2"0,4 2 1,0 3 270,3 0 1,-1-1 0,1-6 0,1 1-1534,2-1 1134,1 0 0,10-10 0,4-4 0</inkml:trace>
  <inkml:trace contextRef="#ctx0" brushRef="#br0" timeOffset="11">24416 11777 7958,'-13'18'123,"1"-3"1,0 5 0,-1 1 1067,1-2 0,5-1-1199,3-6 80,3 0-72,6-5 0,7 4 0,8-4 0</inkml:trace>
  <inkml:trace contextRef="#ctx0" brushRef="#br0" timeOffset="12">24366 12294 7930,'0'14'-254,"0"1"1,0 1-19,0-1 0,0 3 272,0-2 0,0 6 0,0-3 0</inkml:trace>
  <inkml:trace contextRef="#ctx0" brushRef="#br0" timeOffset="13">24329 12700 7920,'0'18'-107,"0"1"0,0 4 0,0-2 107,0-5 0,6-8 0,1-2 0</inkml:trace>
  <inkml:trace contextRef="#ctx0" brushRef="#br0" timeOffset="14">24292 13365 7911,'0'12'-82,"-1"0"0,-2 2 1,-1 1-1,2 3 0,0-1 1,2 1-50,0-3 0,4-1 131,0-2 0,11-16 0,-1-4 0</inkml:trace>
  <inkml:trace contextRef="#ctx0" brushRef="#br0" timeOffset="15">24329 13783 7908,'-12'5'335,"1"-2"0,2 4 0,2 0 1,1 0 1387,4 2-1369,0-3-354,2 5 0,22-5 0,5 7 0</inkml:trace>
  <inkml:trace contextRef="#ctx0" brushRef="#br0" timeOffset="16">24329 14029 7904,'-5'19'0,"4"0"0,-4-4 0,4 2-23,1-2 0,0 0 0,0 0-23,0 1 0,0 1 0,1-6-734,4-3 780,-4-3 0,-1-37 0,-7-9 0</inkml:trace>
  <inkml:trace contextRef="#ctx0" brushRef="#br0" timeOffset="17">24329 14140 7904,'0'12'-147,"0"0"1,0 1 175,0-1 1,-1-4-1,-2 0 614,-1 2 1,0-3 0,3 0-604,-3-2 1,2 5 0,-3-3-1,1 1 1,0 0-459,1 2 0,1-4 1,2 3-835,0 0 1252,6 2 0,-5-10 0,5-2 0</inkml:trace>
  <inkml:trace contextRef="#ctx0" brushRef="#br0" timeOffset="18">24292 14300 7758,'-12'5'0,"1"3"0,3 3-419,4 2 1,3 0-1,1 2 1,0 2 418,0-2 0,1-1 0,2-2 0,2-1 0,2-3 0,-3-3 0,3-6 0,-2-3 0,-1 3 0,-4-38 0,0-2 0</inkml:trace>
  <inkml:trace contextRef="#ctx0" brushRef="#br0" timeOffset="19">25806 8565 7766,'-8'-7'1313,"0"2"1,-2 1-120,-1 0 1,4 1-1,3 7 1,3 4 282,1 3-1033,0 1 0,1 5 0,2-1 0,2-1 1,2-1-1,3-2 0,1 1 1697,1-1 0,0 0-300,1 0-1598,-1-5 1,2 3 0,1-5 0,1 1 0,1-1 0,0-2 0,4-2 0,2-1 0,2-1-97,-1-3 0,2-10 0,2-10 0,0-9-321,0-7 1,2-5-1,-3-7 1,-4-1-1237,-5 1 1,-8 1 538,-2 2-164,-5 11 1,1 1 0,-8 16-1,-5 10 1,-1 10 0,-4 11-1,-3 10-7385,-3 10 8420,2 0 0,2 2 0,-2 5 0,2-1 0,-1 0 0</inkml:trace>
  <inkml:trace contextRef="#ctx0" brushRef="#br0" timeOffset="20">25978 8799 7797,'-6'-7'3568,"-5"2"0,9 6-2109,-2 3 1,3 8 745,1 9-1742,0 2 0,0 7 0,0 4 1,0 6-1,0 5 0,0 3 0,0 1 990,0 1 1,-2-3-938,-2-2-1458,3-2 0,-6-9 1,4-5-1,-1-9 942,2-5 0,20-48 0,11-25 0,2-1 0,0 0 0</inkml:trace>
  <inkml:trace contextRef="#ctx0" brushRef="#br0" timeOffset="21">26409 8836 7797,'-12'0'710,"-1"-4"0,1 0 8889,0 1-4873,5-4-4429,7 6 0,8-5 1,7 6-1,3 0 0,1 0 1,3-1-1,1-2-1054,2-1 1,-2-1-1900,-2 0 1882,2 4 1,-9-6 0,3 5 773,1-3 0,-32-4 0,-2 2 0</inkml:trace>
  <inkml:trace contextRef="#ctx0" brushRef="#br0" timeOffset="22">26901 8417 7796,'-8'0'7512,"0"0"-7030,5 6 0,-1 5 0,8 7 1,4-1 832,3 1-1116,2 4 0,-1-4 0,0 4 0,2-3 1,1-1-1,1-3 0,-1-3 519,-1-4 1,3-2 0,-1-6 0,0-2-176,2-2 1,-4-8-1,4-10 1,-2-5-283,0-6 1,5-4-1,-3-3 1,-1-1-584,1 2 0,-3 0 1,-5 4-1,-3 3-5695,-2 8 3370,-1 5 0,-9 23 2647,-3 8 0,-7 21 0,-3 9 0,-2 5 0,0-1 0</inkml:trace>
  <inkml:trace contextRef="#ctx0" brushRef="#br0" timeOffset="23">27098 8737 7796,'0'-6'5860,"2"1"-5083,2 10 0,-3 8 2100,3 12-2299,-2 5 1,-2 11-1,0 1 1,-2 3-1,-1 5 1,-1 2-1,2-2-178,0-3 0,-2-6 0,0-8 0,1-5-2838,2-2 2207,1-7-1328,0-6 0,0-9 0,0-10 0,0-6 1,0-8 1558,0-8 0,2-11 0,1-8 0,1-6 0,-1 1 0</inkml:trace>
  <inkml:trace contextRef="#ctx0" brushRef="#br0" timeOffset="24">26914 8048 7796,'7'0'2353,"-2"0"0,-5 2 866,0 2 384,0-3-2126,0 10 0,5-11-870,4 0 0,0-5-816,-1-8 145,3-5 1,-4 3 0,6-5-1,0-3 1,2-3 0,2-4 0,-2 0-1,-2 1 1,0 4-470,-1 3 0,-4 9 0,0-1 283,2 4 0,-5 15 1,0 1-1,-4 11 228,-1 6 1,0-1-1,0 5 1,1-4-621,3-2 1,-2-2 0,3 2-1,-1-5-4626,0-2 5268,0-2 0,2-16 0,1-4 0</inkml:trace>
  <inkml:trace contextRef="#ctx0" brushRef="#br0" timeOffset="25">24292 13500 7782,'0'8'-1451,"0"0"1451,0 2 0,0-3 0,0 1 0,0 1 0,0 2 0,0 2 0,0-5-6,0 0 0,0-4 634,0 4 690,0-5-506,0 3-43,0-6 1148,0 0-918,-5 0-565,4 0 1634,-5 0-159,6 0-130,0 0-165,0 5-955,0-4-253,0 5 0,-1-6 280,-3 0 18,2 5-291,-3-3 1030,5 3-903,0-5 1,-2 0-55,-2 0-416,3 0-13,-4 0 1,3-1-359,-2-3 105,3 2 1,-6-4 0,3 3 0,-3-3-270,0 0 1,-4-3 160,3-3 266,-3 0 1,3-2 0,0-1 0,-1-3 0,1 0 85,0 1 0,0-4 1,-5 3-1,3 1 362,1-1 1,-3 1-135,0 5 0,1 0 149,-2 0-376,1 5 1,5-3 0,-5 5 0,0-2-538,-1-3-343,7 5 541,0-6 0,6 8 0,0-5-197,0-2 616,0 5 0,0-6 445,0 3-132,0 2-322,0 1 1,-1 5-869,-3 0 432,2 0 82,-3 0 659,5 0 88,-6 0 1,5-2 515,-3-2-654,2 3 1,1-5-635,-3 6 0,3-1-355,-3-3-486,2 3 615,2-5 454,0 6 2175,0 0-2504,0 6-110,0-5 185,0 10 0,0-8 0,0 5-18,0 1 1,0-2 190,0 1 0,-1-1-105,-3 2 245,2 1 0,-4-7 0,3 5 1,-3 1-1,1-1 96,-1 0 1,-3 0 0,1 5-340,-3-1 0,0 0 122,3 0 1,-3 1-61,2-1 1,0 0 0,-1-1 0,3-1-256,2-2 516,-5 0-115,4 5 1,-3-2-1,2-2 1,1-2 267,-1-2-169,4 5 0,-4-7-97,3 5-17,3-5 1,-9 8 0,5-5-1,-1 3 14,1-1 1,-3-4-7,3 4 0,0-5 0,2 2 342,-1 1-119,0-5 53,4 5-456,0-6 767,0 0-545,0-6 0,0-1-166,0-5 0,6-2-84,2-2 1,1 2-1,1-2 1,-2 1-164,2-2 0,1 4 153,1-4 0,0 0-239,1 0 319,-1-5 0,0 7 1,0-4-1,1 1 1,-1 2-46,0-2 1,1 4 0,-1-2-1,-1 2-262,-3 2 300,3 5 0,-8-2 532,5 5-11,-5-1 240,2 5-357,-5 0 8,0 0 1,-4 2 1246,0 2 302,0-3-936,4 5-677,0-1 0,0-2-164,0 5 72,0 0 0,4 5 0,1-2 33,2-3 1,-3 1 10,5-4 132,-1 4-188,4-2 0,-1 1 0,-1-1 1,-4 0-1,1 0 122,0 2-216,1-3 0,1 5 1,-1-5-1,0 3 1,0-1-126,0 1 0,-4-2-29,5 1 0,-5-1 0,3 3 0,-1-3-278,1-2 259,-4 5 115,8-9 1,-8 9 189,5-6 0,-5 1-83,1-1 1,-3-1 77,-1 5 1,0-4-408,0 5 13,0-1 116,0 4 0,1 0-286,4 1 458,-4-1 0,4-4 43,-5 0 0,2-5 228,2 1 17,-3 3-436,5-6 25,-6 5 8,0-6-240,5 0-74,-3 0-135,3 0 546,-5 0-4203,0 0 3121,-5 0 1,2 0-1083,-5 0-861,5 0 1974,-8 0 1,8 0 0,-5-1-1,-2-2 1057,-1-1 0,-23-22 0,-5-2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17893 7359 7849,'0'-8'3011,"0"0"-1456,0-1 0,0 1 808,0 0-1814,0 5 0,-1-2 0,-2 4-140,-1-4 0,-1 4 0,2-4 0,-3-1-325,0-2 0,-3-3 0,-4-1 0,-4-1 1,-3 1-1,-4-2-79,0-2 0,-6 1 0,-3-6 0,-3 0 0,-1-3 0,1 0 193,-1-1 1,1 2 0,3 1 0,3 3 0,1 0 0,1 1-45,0 0 0,1 2 0,0 3 1,-3 1-1,-2-2 0,-1-1-112,2-1 0,-5 0 0,5 3 0,-2 1 0,0-2 0,0 1-109,2 0 0,1-2 0,5 8 0,-1-1 0,-1 1 0,-3 2 94,-2 2 1,0 2 0,-5 1 0,-2 0 0,-2 0 0,-2 0-40,-1 0 1,3 0-1,7 0 1,2 0 0,2 0-1,3-2 79,1-2-54,1 3 1,1-5 0,-2 6-1,-3 0 1,-4 0 0,-2 0 0,-2 0-1,0 0 1,0 0 16,0 0 0,0 0 0,1 0 0,4 0 0,2 2 0,1 1-79,0 1 0,0 4 0,5-3 1,-2 1 65,-3-1 0,2 4 1,-6-4-1,0 2-50,2 2 0,-4-2 0,5 1 0,0 2 13,0 1 1,2-3-1,3 0 1,0 2-20,1 1 1,0 1-1,3 0 1,1 1-10,3-1 0,0 2 0,4 1 1,-2 1 9,-2-1 0,1 3 1,2-2-1,-1 1-14,-1 1 0,-2-5 0,3 4 0,-3-4-22,-1 0 0,4 2 1,-3-2-1,2-2-167,-1 0 1,1-1 0,5-1-1,1-2-2193,2-1 1541,5 3 0,1-7 0,10 2 0,8-4-2929,6-4 3822,8-3 0,8-17 0,5-8 0,6-2 0,0 1 0</inkml:trace>
  <inkml:trace contextRef="#ctx0" brushRef="#br0" timeOffset="1">15087 6941 8027,'5'-19'252,"-1"2"1,-2 3 0,0 2 359,-2 0 1,0 4 0,-2 1 0,-2 1 0,-5 4-181,-6 0 1,1 8 0,-4 2 0,2 4-127,-1 5 1,-5 7 0,2 10-1,-3 6-22,-2 5 0,2 3 0,1 1 1,3-1-1,1-3 0,4-5-51,5-6 1,3-8-1,8-8 1,2-4 0,5-8-1,8-4 148,7-6 0,8-5 0,8-6 0,2-2 0,2-3 1,2 0-508,2 1 1,-4 0 0,-3 4-1,-2-2 126,2 2 0,0 0 0,9-3 0,2-1 0,5-1 0,1 0 0,-1 0 0</inkml:trace>
  <inkml:trace contextRef="#ctx0" brushRef="#br0" timeOffset="2">17844 7519 7974,'-8'0'1625,"0"0"579,-2 0 1,3 0-466,-1 0 0,4 0-711,-4 0 0,4-1-554,-5-3 1,1-3-1,-4-6-320,0 1 1,-2 3-1,-1-2 1,-3-3-1,-1 0 1,-3 1-131,-1 0 0,-2 1 0,1 0 0,-2-2 0,-2 0 0,0 1-200,0 2 1,2 1-1,2-2 1,-1 0-1,-1-1 1,-1 1 162,-2 0 0,-4-1 1,3 1-1,-1 0 1,-2-1-1,0 1 160,0 0 0,6 0 0,-2-1 1,3 1 64,1 0 1,2 3 0,3 3 0,2 0-130,0 3 1,4-2 0,-2 1-1,1 1-114,-1 2 1,2 1-1,-2 0 1,1 0-62,-2 0 1,2 0-1,-4 0 1,0 0-47,0 0 0,2-4 1,-3-1-1,-1 3 91,2 0 1,1 2-1,5 0 1,-2 0 40,-2 0 1,1 0 0,3 0 0,0 0 61,-4 0 0,2 2 1,-4 0-1,1 4-31,3 1 1,-2-3-1,0 4 1,2 0-29,1-1 1,2 4 0,-2-3 0,-1 3-91,-1 2 1,0-1 0,3 0 0,1 2-184,0 2 0,-1-2 1,1 2-1,-2-2-1084,-2-2 0,6-4-1168,-2 1 0,9-7 2528,3 3 0,44-26 0,16-6 0</inkml:trace>
  <inkml:trace contextRef="#ctx0" brushRef="#br0" timeOffset="3">16330 7101 7958,'-1'-13'478,"-2"1"590,-1 0 0,-1 1 0,1 5 1,-5 10-511,-2 11 1,-2 9 0,-4 4-1,-2 5 1,-1 3 0,1-1-468,1-2 0,5-1 1,7-6-1,0-2 1,5-5-1,5-5-75,8-6 0,7-2 1,10-8-1,4-2 0,2-5 1,2-5 120,0-2 0,-4-2 0,0 4 1,0 0-1,-2 4 0,-2 0-137,-3 3 0,3-8 0,5-3 0,2 1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7.92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3580 871 11899,'-7'0'1692,"0"0"-1193,7 0 2300,0 0-2628,-6 0 126,5 0-172,-12-6 0,5-1-20,-6-2 1,5-3-120,0 2 1,-5-2 0,-5-2 1,-1-2 71,1-3 0,2 4 34,-7-4 0,6-3-37,-6-1 0,2 1-10,-1-1 0,-4 1-38,4-2 1,1-2-3,-1 3 1,-1-2 51,-4 1 0,0-1-4,0 7 1,-1-3 82,-4 3 1,2 2-53,-7-3 1,5 4 22,-4 1 1,1 0 19,-1-1 0,2 1 10,7 0 1,0 0-59,0 0 1,0 5-91,0 0 0,5-1 44,-1-4 0,6 5-131,-6 0 0,1-1 48,-5-4 1,-2 5 64,-3-1 0,4 1 137,-4-5 1,-3 5-35,-1-1 0,2 1-25,2-5 0,-1 1-31,1 4 0,1-2 16,4 6 1,1-4 63,4 4 0,-2-1-58,6 2 1,-6 0-178,2-5 0,1 6 35,-2-2 1,3 4-27,-3 1 0,-4 0 61,0 0 1,0 0 27,-5 0 1,4 0-59,1 0 0,-1 0-17,1 0 0,0 0 56,0 0 0,2-5 14,2 0 1,-1 1 125,7 4 1,-6 0-74,6 0 1,-1 0 77,5 0 0,-5 0-81,0 0 1,-6 0-30,2 0 1,1 0-28,-1 0 1,-2 0-10,-8 0 0,3 0-94,-2 0 1,2 0 106,2 0 0,0 0-191,0 0 1,4 1 26,1 4 0,4-4 64,-4 4 0,4 1 43,-4-1 1,6 4-1,-2-4 1,3 4 36,2-4 1,0 6 16,0-2 1,0-1 82,0 2 1,0-1-115,0 5 1,-5-5-48,1 1 0,-6-3 20,5 3 0,-1 2 2,1-2 0,2-3-20,-6 3 0,6-6-90,-2 6 0,3-5 98,2 4 0,-1-4-1,-4 4 0,4-4 57,-4 4 1,3-1-59,2 1 0,0 2 85,0-6 0,0 6-41,0-2 0,0-1 8,0 1 0,0-1 21,0 1 0,0 2-1,0-6 1,4 4 17,1-4 0,4 4 0,-4-4 0,4 4 123,-4-4-152,6 0 83,-10 1 0,10-3-62,-6 6 1,4-4-2,-4 4 1,4-4 3,-4 4 0,4-5 6,-4 0-21,6 4-9,-10 0-105,5 6 1,-4-5 64,3 1 1,1-7-158,3 1 0,4 0-544,-4 0-424,3-2 157,-4 4-279,5-6-260,-6 0 523,7 0 0,7 0 1037,2 0 0,41-50 0,11-12 0</inkml:trace>
  <inkml:trace contextRef="#ctx0" brushRef="#br0" timeOffset="417">127 267 8080,'-6'-7'1350,"4"-6"1,-4 10-195,6-6-407,0 5-316,0-2-252,0 6 0,0 6 7,0 4 0,0 4-83,0 5 1,-1 2 53,-4 7 1,-3 5-105,-6 0 1,0 4-254,0-4 0,5 5 113,-1-6 1,3 6-107,-3-5 1,-1-7 108,7-7 0,-1-4 119,5-1 0,1-6 155,4-3 1,9-4 331,10-1 0,4-10 21,4-4 1,0-10 312,5 1 1,-6 2-452,2 3 0,-5-3-183,-5 3 1,2-1-808,-6 5 1,3 5-385,-8-1 1,3 7-924,-7-2 1,4 4 1889,4 1 0,17 0 0,8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9.69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1980 759 7747,'-2'7'1228,"-2"-2"-14,2-3-670,-4-2 1,4-2 59,-2-3 1,2 2-151,-3-6 1,4 4 38,1-4 1,0 0-147,0-5 0,-2 4 64,-2 1 0,2-1-45,-3-4 0,-3 2-118,-1 3 1,1-4-31,-1 4 0,1-4-47,-1-1 1,-4 0-78,4 0 1,-4 0 43,-1 0 0,-1 0-108,-4 0 1,4 0 9,-4 0 1,2-2-54,-2-2 1,-1 2 233,-4-3 0,-1 4-121,7 1 1,-6 0 84,5 0 0,-4 0-75,4 0 1,-4 4 16,4 1 1,-6-1 1,2-4 1,1 5-109,-1 0 1,1-1 30,-2-4 1,-2 5-167,3 0 0,-4-1-34,-1-4 1,0 5 119,0-1 1,4 3-7,1-3 1,0-2 34,-5 2 1,6 3-10,3-3 1,2 6 3,-2-6 0,4 7 9,-4-2 5,3-2 0,2 4-5,0-7 1,0 7-46,0-2 0,5 4 39,-1 1 0,1-5-17,-5 0 1,0 1-34,0 4 0,0-5-7,0 0 1,-2 1 3,-3 4 1,4-5-11,-4 0 0,4 1-22,1 4 1,-1 0-15,1 0 0,0-2 111,0-3 0,-4 4-66,-1-4 1,0 4 167,5 1 1,0 0-87,0 0 1,0 0-34,0 0 1,5 0-38,-1 0 1,1 0-82,-5 0 0,0 0 56,0 0 1,5 0-21,-1 0 1,2 1-76,-1 4 54,-3-4 1,8 7 144,-5-3-109,0-3 0,-1 5 142,1-2 1,4-3-57,-4 2 0,4 2 229,-4-1-238,0 6 0,-4-8-30,4 7-50,-4-1 24,5 5 0,-6-2-195,0-2-2,7 2 48,-6-4 117,5 6 53,-6 0 1,5-5-5,0 1 37,5-7-648,-2 3 194,0 0-471,4-4-736,-4 4-1134,6-6 2580,0 0 1,31-31 0,8-8 0</inkml:trace>
  <inkml:trace contextRef="#ctx0" brushRef="#br0" timeOffset="809">295 57 6907,'8'-6'1526,"-2"4"-966,-6-4 155,0-1-379,0 6 0,0-7 462,0 3-455,0 4 0,-1-7 541,-4 3-573,4 4 0,-7-5-95,3 6 0,2 0-75,-6 0 0,4 0 12,-4 0 1,-1 1-126,-4 4 1,-1 3 70,-4 6 1,2 1-208,-7 4 0,6 3-45,-6 6 1,2 0 87,-1 0 1,1 0-69,3 0 1,5-4 65,0-1 1,7-6 52,7 2 1,0-4 50,0 0 0,0-1 7,0 0 1,6-7 232,3-2 1,5 1-77,5-1 1,-2 0 369,6-5 0,-1 0-203,2 0 0,2 0 205,-2 0 0,-3 0-195,3 0 0,-7-5-148,2 0 1,-4-4-187,-1 4-484,0 1 171,0-3-358,-6 6-1661,-2-5 928,-6 6-1143,0 0 595,7 6 142,-6-5 1766,12 6 0,-5 5 0,6 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17598 7125 8164,'-25'-17'478,"1"-4"1,5 2 217,2-2 1,3 5 0,3-5-1,2 0 1,1-1 0,-2 0 176,-1 1 0,-1 6 0,-2-1 0,-2 4 614,-5 3-1291,-2-2 1,-4 10 0,-6-3-1,-8 3 1,-7 1 0,-4 0-1,-1 1 1023,1 3-1068,1-3 1,2 14-1,0-1 1,-1 4 0,1 5-1,0 4 1,-2 6 502,-2 3-710,3 6 1,21-18-1,0 0 1,4 2-1,1 1 1,-20 27-1,4-1 1,5 2-1,1 1-459,1 3 525,0-5 1,0 2 0,0-2 0,1 3 0,-1 5-1,17-31 1,0 1 0,-12 30-49,4-1 0,5-8 0,8 0 0,2-2 50,1-2 0,6-1 11,2-3-9,6 3 1,7-10 0,4 5 0,5-4-1,5-2 118,6-5 0,2-1 0,4-2 0,3 0 211,7 1 0,-5-3-282,1 6 0,0-5-1048,0 5 949,3-5 0,3 2 1,2-7-1,5-3 1,2-3 136,1-3 1,1-6-1,-1-1 1,1-1 10,-1 1 1,6-3-148,-32 0 0,0 1 1,2-2-1,0 0-582,2 1 1,0 1 556,-4 0 1,0 1 0,32 0 0,-13 5 0,0-2 0,0-7-941,2-4 1113,-9-5 1,5-11 0,-11-4 0,-1-4-1,-4-5 467,-3-5 0,1 6 0,-5-7 0,-1 3-880,-2 2 1,-1-3 174,4 2 1,3-1-669,5 1 637,-1-8 0,1 7 0,0-13 0,-1-2 0,-3-4-379,-5-3 663,-2 4 1,-6-7 0,-3 6-1,0 2 1,-2 5 1168,-4 5-1110,1 2 1,-7 4-1,5 2 1,-3 4-1,-2 3 507,-2 2-668,-2-6 1,-1-2-1,0-6 1,0-2-1,-1-2 345,-3-2 1,-3-1-1,-5-6 1,0-2-325,-1-4 1,0 6-11,-4 2 0,-3 4 408,-9-1-331,3 4 0,-15 7 0,0 3 0,-7 6 0,-5 7 241,-5 5-330,4-1 0,-7 10 0,4-5 0,-3 3 0,-2 2-1615,1 2 859,-1-4 1,3 6 0,6-5 0,9 1-1,10-2 733,10 0 0,2-1 0,9 3 0,7-4 0,3 1 0</inkml:trace>
  <inkml:trace contextRef="#ctx0" brushRef="#br0" timeOffset="1">17918 6793 8175,'-12'-5'552,"-1"-4"1441,1-2-1211,5-1 0,-2 4 1,3 0-1,1-2 1652,-1-1-1959,2 4-299,4 2 1,1-1-1,3 0 1,5-3-1,2 1 1,2-1-1,2-2 291,2-2 0,5-4 1,-2-3-1,5 0-246,3-1 0,0 5 0,5-3 0,1 0-139,1 0 0,8 2 1,0-1-1,3 3-168,-1 4 0,-4 3-90,4 0 107,-5-3 1,1 6 0,-7-5 0,-3 2 0,1-2 0,-2-1 0,3-1 158,2 0 0,-1 3-70,7 1 1,-1 0 0,0-3 0,1 2 42,-2 0 0,-2 7-118,-4-2 1,1-2 128,-5 2-69,-6 0 0,0 4 0,-2 0 1,1 0-1,0 0 30,-2 0 32,6-6 0,1 5 0,6-4 0,0 0 1,0 0 189,0-2 0,-2 3 1,2-3-1,-4 2 17,-3 2 0,-2 2-217,1 1 0,-6 0 0,-3 0 0,-2 0 18,-2 0 1,1 0-244,-1 0 1,0 1 156,1 3-158,-1-3 0,0 6 0,1-4 0,-1 3 1,0-1 32,1 0 1,3 4 0,0-4 0,-1 1 99,-1-1 0,4 1 25,2-2 1,-1-2 0,2 5 0,1 0 70,1 0 0,-2-3 116,-1 4 0,-1-5-18,2 1-36,2 3 0,-9-4 0,2 3 0,-2 1 65,-2 0 0,0-3 0,-1 4 1,-1 1-77,-2-3 1,-4 4-137,4-6 1,-3 6-389,3-2 299,0-3 1,0 6 0,0-4-1,1 1 1,-1 1-177,0 0 294,0 2 0,4 1 1,1-1-1,-2-1 1,-2-2 261,-1 2 1,1 1-1,3 1 1,0 0-99,1 1 0,-1-1-118,0 0 0,1 5-106,-1-1 47,0 0 1,0 1 0,1-1 0,-1-1 0,0 0 32,1 2 86,-1-4 1,0 5-1,1-6 1,-1 1-1,2-1 761,2 0-701,-2 1 1,-1-1-1,-4 2 1,0 1 0,1 1 1065,-2-1-1088,3-1 0,-8-2 0,3 0 0,1 1-19,0-1 1,-4 0 0,2 1-528,1-1 0,-5 0-531,3 1 1,-2-1-665,-2 0 1,1-1-1147,3-3 1,-1-1 2738,5-3 0,0-19 0,5 0 0</inkml:trace>
  <inkml:trace contextRef="#ctx0" brushRef="#br0" timeOffset="2">20194 6953 8175,'-17'-4'0,"-2"0"0,-1 1 2568,4 2 1,4 2-240,3 3 0,9 7-1232,9 6-820,2 4 0,6-1 0,4 4 0,4 2 0,3 1 0,5 4 1,4-1 159,4 0 1,-1-3 0,3-5 0,0-4-498,-4-5 1,-4 1 202,-3-10-23,-10-5 0,6-9 0,-12-10 0,-1-10 0,-1-10 0,-3-8 0,-3-4 205,-4 0 1,-3 7-105,-1 4-1149,0 3 0,-1 8 1,-3 5-1,-4 9 928,-3 6 0,-1 21 0,-1 10 0</inkml:trace>
  <inkml:trace contextRef="#ctx0" brushRef="#br0" timeOffset="3">17733 11211 8168,'0'-12'272,"0"-1"1,0 1-1,-1-2 1,-2-1 0,-1-1 654,1 1 1,1 0 0,-1 0 0,-3-3 0,0 0 0,-4-1-128,-1 0 0,-3 3 1,-2-5-1,-6-1-516,-5-1 0,1 0 0,-4 1 0,1 3-168,0 1 0,-9 1 0,0 5 0,-6 1-217,-7 3 1,-9 5 0,26 6 0,-2 2 0,0 3 0,0 1-124,-1 1 0,0 2 0,1 2 0,0 0 0,1 1 0,0 1 0,1-1 0,1 1 151,-1 1 0,1 0 1,-1 1-1,0 1 1,-3 1-1,1 0 1,1 1-1,2 0 103,1 1 0,2 0 0,-20 19 0,9 5 0,4 5 10,4 5 0,3 6 1,5 2-1,13-31 1,-1 0-273,-11 31 0,3-3 0,4-3 0,3-5-22,7-2 1,6-1 184,5 4 101,3-4 0,6 8 0,4-8 0,3-3 0,3-4 0,1-2 0,-1 2 319,2 2 1,-4-3-147,8-1 0,-1-1-738,0 1 571,4-3 0,10 9 1,2-8-1,2-2 1,4-4-21,4-3 0,2 0 0,3-2 0,-1-1-22,-8-4 1,-1 1-34,-8-8 0,7 0-999,1-3 1058,1-6 0,6 2 0,-4-5 0,1-1 0,-1-2 84,-1-1-243,-8-5 0,0-2 0,-5-4 0,2 1 0,3 2 0,5-1 1,-1-6-1,6-3 1,-2-1 270,-2-3 1,-4-3 242,0-3 1,-5-4 142,1-5-192,-3 0 0,-1-1 0,1-3 0,2-3 0,2-1-38,2 0 0,-4 5 1,1-2-1,-4 0-203,-4-4 0,-5 3-55,-7-2 0,-3 2 141,-6-6-220,0 2 1,-1-13 0,-3 4-1,-4-1 1,-2 1 225,-2 1 0,-11-5 1,-6 1-1,-4-2 380,-4 0 1,-11 8-309,-5 0 1,16 27-1,-3 1-355,-2 0 0,-2 1 60,2 4 0,-1 2 0,-2-2 0,0 1 0,-24-7 0,5 4 1,5 2-3567,6 1 3188,9 4 0,2 1 422,5 6 0,4 1 0,1-1 0,-1 2 0</inkml:trace>
  <inkml:trace contextRef="#ctx0" brushRef="#br0" timeOffset="4">17832 11039 8158,'-26'-2'269,"-2"0"0,-2-4 1,2 1-1,0-2 815,5 0 0,7-1 0,-1-5 0,3 0 0,4-2 0,1-3 839,5-1 0,10-2-1084,6-3-787,6-1 0,8 0 1,4 1-1,7-1 1,7 1-1,5-2 1,4-2-2,5 0 1,2-5 0,-29 18-1,2 1 1,2 0 0,1 1-170,4-1 0,2 2 0,4-1 0,1 0 1,4 0-1,1 0 0,0 0 0,0 0-111,-2 1 0,-1 1 1,0 2-1,1 1 0,0 0 1,1 1-1,0 2 0,1 1 288,-1 1 1,-1 1-1,-5 1 1,-1 1-745,-3 0 1,0 0 805,-3 0 1,0 0 0,1 2 0,0 2 0,1-1 0,-1 0 0,1 1 0,-2 1 0,0-1 0,-2 0 0,30 4 0,-6 0 467,-1 0 0,-2 5 0,2 4 0,-2 3 181,-6 1 1,-6 4-345,-8 4 1,0-2-1,-1 6 1,-4 0 277,-3-2 1,3-1-268,0-5 1,8 0-438,1-1-38,0-5 0,-5-1 0,-4-6 0,-3 1 0,-4-2-955,-5-3 681,-2 3 0,-6-8 1,1 5-1,-1 0-2254,0-1 1,-1 4 3057,-3-3-2927,3 3 0,-4-3 2435,6 0 0,-1-10 0,0 0 0</inkml:trace>
  <inkml:trace contextRef="#ctx0" brushRef="#br0" timeOffset="5">20121 10916 8035,'8'0'5478,"0"0"-2157,-5 0-1506,2 0-1179,-5 0 0,6 0 0,2 0 0,3 0-15,1 0 0,0 0 0,2 1 1,1 2-527,2 1 1,4 5-1,1 0 1,4 0-202,3-1 1,0 3 0,-5-2 0,1 1-313,0 3 0,-1-5 0,1 0 0,-2 0 15,-2-1 0,-4-1 1,-4-6-1,-1 0 84,0 0 1,1 0 351,-1 0 262,-5 0-127,-2 0 1,-5-2 0,0-2 109,0-4 1,0-3-299,0-1 1,-4-2 0,0-1 0,0-3 57,-2-1 0,5-3-164,-3-6 1,-3-4-1,0-6 1,-1-2 85,0-1 0,-2-1 481,-6 1 1,1 5 301,-6-5-755,6 11 1,-4-6 0,4 13-1,-1 1 1,1 3-1199,1 1 1,-2 3 0,-1 7-2303,2 4 3512,1 3 0,-3 12 0,-2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10460 6325 8098,'-12'-5'94,"0"-2"0,-1-1 1,1 1-1,0 0 1,-1 2 1220,1-1 0,0 2 0,0 3 571,-1-3-1532,6 2 1,-4-3 0,5 6 0,-3 2-1,3 2 90,0 2 0,2 1 0,4 5 0,0-1-218,0 0 0,0 6 0,0 4 0,1 4-27,3 3 0,-1 6 1,5 1-1,3 5-222,4 3 0,0-1 1,6 2-1,1-2-26,1-1 1,2-9-1,-1 0 1,1-6-80,-1-2 0,2-6 4,3-3 247,-3-7 0,6 0 1,-5-5-1,3-1 1,1-2-1,4-1 0,-1 0 481,-1 0 0,2 2-445,-2 2 1,4-3 0,1 3 0,1-2 112,-4-2 0,-1 0-144,3 0 0,-4-2 1,0 0-1,1-4 103,2-1 0,0 5-304,1-3 1,6 0-46,2 1 166,3-6 1,-3 8 0,-1-5 0,-2 0 0,-2 0 524,-2-3-411,-1 0 1,-4-3-1,-2 1 1,1 0 0,0-1 579,7 1-646,-2-6 1,6 3 0,-3-5 0,2-1-1,1 1 111,-1-1 0,-2 2 0,-7-1 0,-5 3-326,-2 3 0,0 3-54,3 3 0,-3-1 208,3 5-48,-3-6 0,-2 9 0,2-3 0,2 2 0,2 2 97,1 0-159,-3 0 0,6-1 0,-4-2 0,-1-1 0,-1 0 212,0-2 1,-9 5 0,5-3 0,0 1-5,-1-1 0,1 3-117,1-3 1,0 6-1,-1 4 1,1 1 88,0 2 0,-2 1 1,-3-2 1,4 3-78,-4-3 0,-2 3 0,5 1 0,-4 1 0,0-2 0,-2-2 196,-4-1-249,0 1 1,-1 3-1,0 0 1,1 1-1,-1-2 547,0-3-438,-5 3 0,8-5 0,-3 7 1,2-2-109,0-3 1,-2 3 0,0-4-1,-1 1 151,-2 0 1,1-5 78,-1 1-91,2 3-116,1-6 0,0 5 0,1-6 0,0 0 0,2-2 0,2-2 0,5-3 0,-3-5 0,7-2 0,1-2 0,4-5-205,5-2 1,-6-6 0,7-1 0,-3-1-55,-2-3 1,3 0 345,-2 1 0,-3 3 0,-1 5 0,-3 2-178,-2 2 0,1 4 3,0 4 0,-5 5 7,1 0-134,-1 5 1,5-2 0,-1 3 0,2 0 0,2-3-313,0 3 1,1 0 0,-4 2-1,-1 0 34,1 0 1,-6 2 267,-2 2 1,-4 0-1,0 7 1,-1 2 45,0 1 1,0 4 516,1-2 0,-1 5 666,0-5-792,1 1 0,0-5 0,4 0 0,3 1 0,3-2-162,2-3 0,5-1 0,3-5 0,3 2-240,0-1 0,0-3 554,-3-4 1,2 0 0,-3-7 0,-1-4 771,-2-3 0,-3-6-861,-1-5 1,-5-1-276,1 1-87,-1-2 0,-2-1 0,-4 5 0,-6 5 0,-3 6-5542,-2 2 4559,-2 7 1070,-1 2 0,-16 15 0,-5 4 0</inkml:trace>
  <inkml:trace contextRef="#ctx0" brushRef="#br0" timeOffset="1">13426 6904 8210,'-4'-8'191,"-2"-1"0,1 0 0,-2-1 1876,0 2-1387,5 3 1,-2 0 0,8 3 0,4 3 412,3 6 0,2 4-450,4 1-445,2 0 1,7 5-1,1 1 1,3-1-1,2 3 1,1-1-1,1 1 122,3-1 1,-3-1 0,7-6 0,-1-1 206,1-2-389,2-4 1,8-5 0,2-1-1,3-5 1,2-6 0,-2-6 0,-1-2-27,-3-1 1,-3 1 0,-4-4 0,-3 2 6,1 2 1,-2 5-314,8-1 153,-8 2 0,12 2 0,-9-1 0,0 0 1,-2-2-1,-2-3 0,-2 0-154,-2 0 1,-1-4-9,6 2 0,3-3-1153,5-2 1283,0 0 1,1 2-1,-1 3 1,-1 3-1,-3 4-622,-4 0 699,-8 6 0,-7 2 1,-7 5-1,0 0 1,0 0 56,3 0 24,1 5 0,2 2 0,-1 4 0,1-1 0,0-2 259,-1 1-245,1 2 0,-1 3 0,1 3 0,-2 2 0,-1 1 914,-1 1-835,-1-1 0,1 1 1,-2-1-1,-1 2 1,-3 0-1,-2-2 1,-2-3 685,-2-3 0,0-2-1025,-5 0 1,4 0 1172,-3 1-1296,-1-6 1,0-1 0,0-1 0,0 3-1562,1 3 1410,-3 1 1,3-4 0,-5 2 0,2 2-1,0 3-1795,2 0-662,1-1 2892,-5-7 0,5-57 0,2-18 0</inkml:trace>
  <inkml:trace contextRef="#ctx0" brushRef="#br0" timeOffset="2">15727 7002 8128,'-8'6'2411,"0"2"0,5 3-1723,-1 1 0,10 0 1,4 2-1,7 1 673,2 2 0,-3 3-549,5-4-650,-1 1 0,4-5 1,-2 1-1,-2-1 1,2-1-1,0-3 1,0-5 108,-2-6 0,-3-5 0,3-10 0,1-7 346,-2-6-813,-1-10 0,-7-3 0,-2-5 0,-1 1 0,1 3 0,-3 5 0,-2 7-3934,-2 9 3118,-2-1 0,-6 17 1012,-2 0 0,-14 27 0,-4 8 0</inkml:trace>
  <inkml:trace contextRef="#ctx0" brushRef="#br0" timeOffset="3">13291 7027 8213,'0'-12'276,"0"-1"1,-2 1 0,0 0 2363,-3-1-2345,-4 6 1,6-2 0,-4 6-1,2 5 1,2 4 0,0 5 0,1 3 411,-2 2 0,-2 4-319,2 4-360,3 1 0,-6 5 0,4 3 0,-2 4 0,-1 2 1,-1 4-1,2 0-117,-1 4 1,1 6-1,2 5 1,-1 2 55,1 1 1,2 1 36,1-1-1,0 1 0,0-2 0,1-2 0,3-5 0,3-4 0,1-2 0,1-1-38,0 5 0,-2-2-49,1 4 0,-1 2 0,3-2 1,-2 1 41,1 0 0,2-3 25,2 2 0,-1-4 0,2-2 0,1-2-9,1 1 1,2-3 71,-2-2 0,-2-3 326,2-1-284,4 0 0,-1-1 1,4-2-1,-1-3 1,0-1 511,4-2-554,-2 3 1,10-5 0,-5 3 0,0-5 0,0-2 127,-1-1 1,2-1 0,-4 4-1,0-3 177,-2 0 1,2-5-13,2 5 0,1-5-38,-4 5-195,-1-6 1,2 3 0,2-6 0,2 0 0,0 0-112,0 1 119,-1-1 0,-1-4 0,1-1 0,-2-1 0,-1-2 43,-1 1 0,-2-3 1,-1 2-1,-1-3-26,0-1 1,-1 0 24,0 0 0,1 0 0,3 0 1,2 1-283,3 3 1,-3-1 10,3 5 1,1-5 0,-2 3-1,1-2-142,1 0 1,-2 5 225,4 0 0,-8-3-8,0 3 174,-2-7 0,-1 5 0,-2-4 1,0 2-1,-1 1 107,-1-1 0,1-1 0,-1-4 0,3 0 28,3 0 0,2 5-435,0-1 1,-1 1-16,1-1 92,-1-2 1,4 9-1,-2-3 1,-3 3 0,0 1-403,0 0 538,-3-5 0,1 4 0,-4-3 0,-2 3 0,-1 2 64,-2-1 1,-4 0 0,0-1 0,2-1-14,1-2 1,1-4-93,0 4 1,-3 0-289,-1 5 349,0-1 1,4 0 0,-1 1 0,-1-1 0,-2 0 134,2 0-69,1 6 0,0-3 0,-2 4 0,-1 1 0,1-1-69,-3 3 0,5-5 0,-3 0 1,2-2-94,-2 1 0,3-1-289,-3 6 1,3-6 151,2 1 147,-1-2 1,0-2 0,1 1-1,-2 0 1,-2 2-68,-1 2 158,0 5 0,3-7 0,-1 5 0,-2 1 0,0-1 43,-1 1 0,3-5 0,-5 5 1,2-1-209,3-1 0,-3 3 79,1-6 1,-4 1-28,4-5-34,-5 0 1,2 5-1,-5-1 1,2 1-1,0-1-1147,2 1 947,1 4 0,-4-1 1,2 3-1,1-3 0,-2-3-1388,0-4 0,-2 0-1200,0-1 2862,0-5 0,-6-56 0,0-20 0</inkml:trace>
  <inkml:trace contextRef="#ctx0" brushRef="#br0" timeOffset="4">15555 10509 8008,'-12'0'4120,"-1"0"-3540,7 0 0,1 2 0,11 2 0,5 4 1340,4 3-1649,7 1 1,-3 2-1,6 1 1,-1 2-1,2-1 1,2 2 0,0 2 178,0 3 0,-2 2 1,-2 1-1,-1 3-459,-2 4 1,-2 4 0,-4 2-1,0 1-143,-4-5 0,0-5 1,-7-9-1,0-5 24,2-2 0,-5-8 727,3-6 1,-2-2 0,-2-6 0,0-2 253,0-1 0,0-2-137,0-4-673,0-2 1,0-7 0,1-4 0,3-5 0,4-6 0,3-3 0,1-4 64,1-4 0,-1 6-577,0-4-231,1 9 1,-2 6-1,-2 9 1,-1 7-2110,2 5 1,-5 6 2808,0 12 0,1 30 0,1 12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12552 7544 7847,'-5'-7'356,"2"-4"1,-5 4 0,-2 0 505,-1 3 0,5 4 1,0 3-118,1 1-520,3 6 102,-3-9 0,5 6 0,1-5 1217,3 3-939,3-7-471,5-5 1,1-5-1,-1 0 1,0-1-1,1 0 1,0-4-1,2-2 41,2 0 0,5-4 0,-2 1 1,3-4-182,2-3 0,4-5 24,-1 1-114,12 3 1,-6-5 0,11 0 0,3-1 0,3-3-261,2 4 304,0 1 0,-9 2 0,-1 2 1,-4 3-1,-2 2 32,-5 6 1,-9 4-1,-3 3 1,2-1 21,2 1 1,0 4 19,1 0 0,1 3 9,2-3 0,4 0 0,5-3 0,0 2 13,0 0 1,-2 2 100,-2-1-125,3-3 1,-10 4 0,2-5 0,-2 1 0,-1 2 34,-1 0 0,2 3-47,3-3 1,-1 0 0,3 5 0,-1 1-13,-3 2 0,3 1-10,-1 0 0,0 0-37,-4 0 119,-6 0 1,3 1 0,-5 2 0,1 1-1,0-1 785,-3-2-639,-1-1 0,-2 4 0,0 0 0,1-1 60,-1-2 0,-4-1-109,0 0 1,0 2-131,5 2 33,-1-3 0,0 5 0,2-6 1,1 1-1,1 2-91,0 1 1,-3 4 0,1-3 0,1 1-37,1-1 1,1 1-29,-5-2 1,4-1 48,1 5 1,1-5-1,-3 1 1,2-2-57,3 3 0,-5-4 22,1 3 53,-2-3 0,-2 4 0,2-1 0,1 0 90,1 1 0,-1-2-79,-7 5 101,3-5 1,-4 8-1,5-3 20,1 3 1,-5 0 13,0-3 0,-4 2 1,4-5 0,2 2 1,1 0-66,1 1 1,-4-1 114,1-3 0,-5-1 0,4 5 0,0 1 216,-1 2 1,4-2-251,-3-1 0,-1 0-106,1 4 0,-4 5 1,5-1-1,0 1 97,2 0 1,-3-3-126,0 2 0,1-2 36,3-2 1,-4-3-1,0-3 1,1 1 47,-3 0 0,5-3 42,-2 4-224,1-5 1,3 4 0,-1-4-335,0 1 1,1 0-246,-1-4 1,0 1-878,1 3 1,-5-1 0,0 4-3258,2-2 4801,1 0 0,-32-27 0,-8-6 0</inkml:trace>
  <inkml:trace contextRef="#ctx0" brushRef="#br0" timeOffset="1">14780 7101 10597,'0'12'857,"1"2"1,3 1 0,6 2-1,3 1-138,4 0 0,6 3 0,2-5 0,6-2 512,5-5-1065,6-3 1,1-8 0,3-3 0,-4-7 0,-2-8 0,-7-4 0,-6-4-190,-8 0 0,-8-1-1285,-3 4 724,-5 6 0,1 1 1,-8 8 583,-4 1 0,-36-7 0,-9 2 0</inkml:trace>
  <inkml:trace contextRef="#ctx0" brushRef="#br0" timeOffset="2">12429 7667 7922,'-12'-6'-199,"4"4"0,0-5 1,-2 0-1,-1 1 877,-1 1-321,-1-5 1,5 9 0,1-4 0,1 0 0,0 0 0,1-2 642,2-2 1,3-2-636,4-2-172,3 1 1,6-4-1,4-2 1,5-3 0,5-3-1,6-5 1,4-2 123,4-4 0,-1 4 0,3-3 0,2-5-237,3-4 0,1-7 1,-19 24-1,2 0 1,1 0-1,1-1-46,1 1 1,1 0 0,3-1 0,0 0-1054,0 0 0,0 0 1016,0 1 0,0-1 0,-3 1 0,0 0 0,0 0 0,0 1 0,-1 1 0,1 0 0,0 0 0,1 1 0,2-1 0,-1 0 0,0-1 0,1 1 24,-1-1 1,-1 0 0,-5 4 0,-1 0-127,26-16 0,1 7 0,-1 8 0,5 3-73,3 1 0,-2-2 53,3 3 1,-9 1-771,-4 3 832,-2 1 0,4 0 0,4 0 1,5-1-1,4 2-19,1 3 1,-2-1 0,-9 4 0,-3 3 17,-6 0 0,-1-2 105,5 0 0,5 0 0,6 4 0,0 0 68,-3 0 1,-7 0-71,-9 0 1,-2 1-1,-6 2 1,0 3 880,0 0 0,4-1-909,0 3 0,6-4 0,1 4 0,3 0-1,-3-1 0,0 4 28,-7-3 0,0-1 0,-4 1 0,-1 0 313,1-1 1,0 4-75,0-3 0,1-1 179,4 1-324,-4-5 0,4 7 1,-6-5-1,-2 1 1,-3 1 238,-1-1-272,-1 3 0,-6-1 0,-1-1 0,-1-1 0,1 1 1433,1 3-1455,2 1 1,-2-3-1,-1 0 1,-2 3-1,2 3-25,1 2 1,2-1-1,0-5 1,-2-2 183,-3 2 0,4 1-98,-4 1 0,-1-4 0,0 0 1,0 1-77,1-3 1,-4 4 26,5-6 0,-6 4 0,1-2 1,-2 1 161,-2 2 1,0 2-248,1 1 1,-5 1 0,0-1 0,0 0 335,-1 1 1,3 3-273,-6 0 0,5 2 0,-2-3 0,1 2-107,1-2 1,-1 2 46,4 0 1,0-1 0,1-2 0,0 1 129,4 1 0,-2 1 54,5-5-205,1 0 0,-1 1 1,-1-1-1,1 0 1,-3 1 182,1-1 0,-1-4 575,-5 0-518,0 1 1,-5-1-1,-2 0 1,0 2-1,-1 0-80,-2 3 1,0 0 0,-2 2 0,0 3-382,0 1 1,-4 1 82,0 0 0,-2-2 0,3-6 0,-1 0-1388,2 1-2509,0-1 488,-3-5 3560,3-2 0,-9-21 0,5-5 0</inkml:trace>
  <inkml:trace contextRef="#ctx0" brushRef="#br0" timeOffset="3">16872 7015 7839,'-13'-11'829,"3"1"2034,1 2-1792,4 5 0,6 3-636,3 8 59,3 3 1,10 7 0,0 3 0,3 3 0,1 5 0,3 2-1,2 1-9,2-4 0,1-2 0,7-2 0,3-2-313,4-2 0,-4-9 0,1 0 0,-4-6 62,-4-6 0,-8-6 0,-3-9 1,-4-6-779,-6-5 1,-7-1-1,0-5 1,-4-1-457,-4-1 0,1 3 1,-4 5 999,2 5 0,-21-7 0,-1 3 0</inkml:trace>
  <inkml:trace contextRef="#ctx0" brushRef="#br0" timeOffset="4">12528 11445 7818,'-4'-13'110,"0"0"1,2-2 624,5-2 1,0 1 0,5 4-1,3-1 1403,4 1-1959,-2 0 0,11-1 1,-4 0-1,3-4 0,3-3 1,3-3-1,4-3 240,3-3 1,7-3-186,7-4-227,-21 17 0,2 1 1,4-3-1,2-1 0,1 0 1,1 0-1,-3 1 0,0-1 1,-2 1-1,-1 1 0,-1 0 1,0 1-1,1 1 0,0-1-128,2 0 1,0 2-1,-2 2 1,1 2-1,30-10 1,-4 2-105,-2 2 1,-6 4-963,1-1 1163,-8 2 1,-3 2-1,-3 0 1,2-1 0,7 1-1,5 1 1,4 1-172,-2 2 0,-3 4 211,-3-4-21,-5 5 0,-2-2 0,-5 5 0,2 1 0,2 3 54,4 4 1,3 3-1,-1 2 1,0-1 79,-2 0 0,-9 1 95,1-1 1,-7 0-172,2 0 169,-10 1 0,7 0 0,-10 2 0,2 2 0,-1-1 101,2 2 0,1-3 0,2 4 0,0 0 277,-1 1 1,-2 0 240,3 5 1,-8-5-506,8 1-206,-9-1 1,2 3 0,-4-1 0,0-3 0,-1 1 100,-2-1 0,-1-3 0,2 3 0,-1-1-256,-3-3 1,3-3 9,-3-3 0,2 2-647,-2-3 0,3-3-1492,-3-1 869,3-2 1,-3-2 372,1 0 912,-7 0 0,9-11 0,-4-3 0</inkml:trace>
  <inkml:trace contextRef="#ctx0" brushRef="#br0" timeOffset="5">14940 11113 7824,'-13'-6'432,"2"3"1,2-4 5355,1 2-3754,0 1-1751,6 9 1,4 4-1,11 6 1,4 2-1,3 1 1,5 1 0,3 0 569,5 3 1,4-3-573,4 2-202,-3-6 1,5 7 0,-8-7 0,-2-3 0,-3-4 0,-2-2 0,-2-3 81,-3-2 0,-7-2 0,1-5 1,-4-7-44,0-11 0,3-2 1,0-8-1,0-3-384,-3-2 0,0-2-1327,-1 4 995,-5 5 0,-2 8 1,-5 7-1,0 3 1,-1 4 597,-3 1 0,-20 9 0,-8 7 0</inkml:trace>
  <inkml:trace contextRef="#ctx0" brushRef="#br0" timeOffset="6">12331 11580 7916,'-12'-5'46,"-2"2"1,0-5 0,0 0 0,5-1 0,1 1 653,1-1 1,4 0-1,-1-2 616,3-2-1097,6-8 0,2 8 0,5-5 1,2 0-1,1-3 0,4-2 1,3-1 380,4-1 0,7-4-255,0 1-234,2-7 1,6 4-1,2-6 1,2-1 0,5-3-1,-22 18 1,0-1-1,3-1 1,0 0 20,1-2 0,2 0 1,2-2-1,1 0 0,4 0 1,0 1-1,1 0 1,0-1-82,-1 0 1,0 1 0,-4 4 0,0 1-1,-4 0 1,-1 1 0,0 2 0,-1 0-334,0 1 1,0 1-1,2 2 1,2 0 188,2-1 0,0 1 4,-3-1 0,0 1 1,1 0-1,-1 1 1,22-16-1,0 3 0,1-2-309,-26 14 1,1 0 359,1 2 0,1 1 0,5-2 0,0 1 0,-1 3 0,1 0 0,-3 1 1,0 1-1,-1 0 0,-1 0 0,31-6 0,2 2-71,2 0 1,-33 9 0,1 1 70,2 1 1,0 0 0,-2 0 0,-1-1-55,29-1 72,-7 0 0,-3 2 0,-5 0 0,3-3 0,6 3 60,5 0 0,-6 2 1,-1 0-1,-6 0 6,-6 0 1,-1 0-61,-3 0 1,3 2 0,6 0 0,5 4-65,6 1 1,6-3 79,-30 0 0,0 0 0,26 0-984,-5 4 983,-6 1 1,-2 3 0,3 0-1,4 1 1,-1-1 95,-3 0 1,-7 0-1,-2 1 1,-1-1 153,-4 0 0,-6 1 173,-4-1 1,-2 0-537,2 1 151,2-1 0,6 0 1,-1 1-1,-2-1 0,-1 0 72,1 0 0,-3 1 0,-1-1 0,-2 0 172,-5 1 0,-5-1 604,2 0 1,-3 2-594,3 2-221,-5-2 0,3 4 1,-6-6-1,2 0 1,1 1-29,1-1 1,6 0-1,-3 1 1,2-2-15,0-3 1,-5 3 211,4-3 1,-3-1-208,3 1 1,-5 0-1,2 4 1,-4 1 45,0-1 1,-2 0-60,-3 1 1,3-1-1,-4 0 1,1 2-30,0 2 1,0-2 160,5 2 1,-5-2-65,0-2 5,0 6 0,5-4 1,-1 2-1,0-2 0,0 0 35,1 2 1,-1-2 0,0 2-1,-1-2 71,-2-2 1,1 0-180,-1 1 0,-3 0 0,1 2 0,0 1 273,0-6 0,-4 3-227,1-5 1,1 3-1,-1 1-65,-1 1 0,-1-5-179,-2 0 1,1-5 0,2 2-357,1 1-1723,0-5-1453,-4 4 2313,0-5 1394,0 0 0,5-11 0,2-2 0</inkml:trace>
  <inkml:trace contextRef="#ctx0" brushRef="#br0" timeOffset="7">17130 11039 7843,'-12'0'131,"4"-2"1,0 0 0,-2-3 3131,-1 3-2927,4 6 1,2-1-1,6 5 1,5 1 0,4 4-1,7 2 1,1 1-1,1-1 1,1 0 920,6 2 1,-1-4-847,4 4-264,-3-4 1,-2-4-1,1-1 1,-1 0-1,0 0 1,-2-1-1,-3-2 99,-2-2 0,-4-1 0,-5-2 0,0-2-131,-1-2 1,3-4 0,-5-9 0,1-2-828,-1 0 357,5-4 1,-9 8-1,3-4 1,-3 1-1,1 2 1,1-1-2687,1 1 1017,0 5 2024,-4 0 0,-11 15 0,-3-3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4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14669 7347 7941,'-8'-10'99,"0"-1"1,-2-1 0,-1 1-1,-1 0 1,-1 2 0,1-2 720,0 0 0,-2 1 0,-1-1 0,-1-3 649,1 1-1194,1-6 0,-2 4 0,-2-6 0,0 1 0,0-1 0,3 2 0,2 1 220,0 3 1,-5-3-95,-2 2-403,2 0 0,-5 3 0,1 2 0,-5 3 0,-7 4 0,-7 3 0,-9 1-252,-6 0 0,-8 0-14,-2 0 406,1 5 0,0 1 0,4 3 0,5-1 0,4 2 0,3 1 0,-1 1 126,1 0 1,0 1-254,0-1 0,5 0 0,4 1 0,5-1 114,2 0 0,7 5-291,1-1 0,1 10-51,3-1 1,-3 8 0,-4-2 0,-2 2-167,-1 0 1,2 1 163,-4 7 0,0-3 193,-3 3 1,4-3-1,5-1 1,3 0 195,4 0 0,5 1-153,-1 3 1,6-6 46,2 2 0,5-5 1,-1 3-1,3-3 59,1 3 0,0-5-94,0-2 0,0 2-32,0-1 1,0 5-1,0-2 1,1 1-36,3-1 0,-3-3 274,3 4 0,3-4-128,2 3 0,1-8 0,3-1 1,0-4 273,4-4 0,2 3-211,6-2 1,3-3 1,1-5 0,7-1 0,-1 2 0,6-1 114,3 2 0,-4-4-141,1-2 0,-7 1-119,-1-1 0,1 2 0,5-4 1,4 4-96,1 1 0,1-3-26,4 4 1,0-4 72,0 4 1,-5-4 0,-3 3-1,-4 0 42,-4 0 0,-2-4-70,-2 1 0,-2-3 141,6-1 0,0 0 0,5-1 0,5-3 406,6-5 0,0-1-571,4-3 1,-7 0-5,-5-4 1,1 2 0,-2-5 0,-3-2 26,-3-2 1,-6 1-90,5 3 1,0-4 77,4 4 0,-6 1 1,-2-2-1,-3 1 143,-1 1 0,-5-5-35,1 4 1,-6-3 191,1-2 0,-2 0 1,-2 1-1,1-1 47,-1 1 1,4 0-203,1 4 0,-1-3 10,-4 2 1,1-2 0,-2-2-1,-2 1 172,-1-1 1,-5 0-14,1 1 0,-2-2-134,-2-3 1,0 2 0,0-6 0,0-1 304,0-2 0,0 3-25,0 1 0,-6 4-50,-2-1 0,-8 5 0,-6 3 0,-8 4 209,-11-1 0,-9 8-550,-11-2 1,-6 8-299,32 2 1,0 0 0,-32 0 0,3 2 0,6 0-705,9 0 1,7 4-450,9 1 0,3 4-2705,5-1 4148,12 9 0,2 13 0,11 8 0</inkml:trace>
  <inkml:trace contextRef="#ctx0" brushRef="#br0" timeOffset="1">13205 8467 8047,'4'-18'80,"0"-1"1,-2 0-1,0 2 436,-2 4 0,-2 0 0,-2 1 0,-4 1 0,-3 3 466,-1 4 1,4-2-532,0 2-266,-1 0 1,-7 4 0,0 0 0,-1 0 0,-1 0 0,-2 0 0,-5 1 29,-4 3 1,-3 5-240,-9 7-50,-3 9 0,-5 2 0,-2 6 0,-1 1 0,-4 3 0,27-17 0,-1 1 0,-2 2 0,-1 0 9,-3 3 0,1 0 0,-3 0 0,0 0 0,-2 2 0,0 0 0,2 0 0,2-1 134,2-1 0,1 0 0,3-1 0,1 1-715,0-2 0,1 1 712,2 0 0,0-1 0,-2-1 0,0-1 1,-24 22-1,-2 0 0,2 1 0,3 4 1,4 3-203,4 0 1,3 0 112,1 1 1,3-2 0,-2 1 0,-2-4 89,-1-3 0,-3 1 15,1 8 0,-4-2-62,24-24 1,1 1-17,-1 0 0,1-1 1,-12 29-1,4-4 1,2-3-1,1 1-30,1 2 47,4-2 1,3 4-1,3-5 1,0 2 0,1 2-42,2-2 1,1-6 0,-1-2 0,2 0-94,0-1 1,1 4 93,-4 6 1,0-1-1,-1 4 1,1 0-66,0 0 1,1-4 29,2 2 0,-1-8 683,1-1-650,4-5 0,-1 2 1,6-4-1,0 2 1,0 1-3,0-1 16,0-2 1,0-1 0,2 0 0,0 0 0,4-2 285,1-2-179,-4 3 0,6-10 0,-3 4 0,-1 0 1,2 3 142,0 2-227,-5 2 0,8 1 1,-5 3-1,2 3 1,2 0-86,-3-3 1,4-7-1,-5-1 1,2 0-61,3-2 0,1 3 55,1-5 1,-4 0-1,0-4 1,2-1 309,1 1 1,1-1 208,1 1 1,-1 0-130,0-1-246,-5 1 1,7-1 0,-5 1 0,1-2-1,2-1-107,3-1 12,-1-1 0,4 3 0,-6-1 1,2-1-1,1-1 150,1-1 0,2 6 1,-3-2-1,1 5-156,-1-1 0,3-1 16,-1-1 0,4 1 10,0 2-7,-3-2 1,5 4 0,-3-6 0,4-3-1,0 0 61,1 1 1,-5-4-1,0-1 1,-3 0 258,-2-1 0,-1 2-180,-2-2 0,1-2 1,-1 4-1,0-2-210,1 1 0,-1 5 16,0-2 0,5 2 1,-1 0-1,-1-3-208,-1-1 1,4 2 200,2-3 0,-1 3 0,0-3 0,0-2 61,1-2 1,-4 0 194,5-1 0,-5 0 0,4 1 0,2-1-91,2 0 1,-4 0 41,1 1 0,-5-1 98,4 0-229,-4 6 0,1-3 1,-4 4-1,-1 0 0,-1-1 956,-3 0-757,3-2 0,-6 1 0,5 1 0,-2-1 1,2 1-60,1-3 1,-3-3 0,0-2 0,2-3-35,1-2 0,1 4-127,0-5 0,1 1-1483,-1-1 832,-5-2 1,4 3-1,-3-5 669,3 0 0,-10-27 0,-2-7 0</inkml:trace>
  <inkml:trace contextRef="#ctx0" brushRef="#br0" timeOffset="2">12146 13906 8001,'-7'-5'1737,"2"2"967,5-5-2295,0 5 1,5 3 0,4 7 0,3 0 0,4-2 0,5-1 0,2 0 0,2-1 0,-1-2 1131,1-1 1,0-5-1188,-1-3-34,1-3 1,-6-7 0,-3-3-1,-3-2 1,-5-1 0,-4-1 0,-4 0-1109,-4 1 0,-4 5 0,-7 2 0,-2 5 788,2 4 0,-20 30 0,-5 12 0</inkml:trace>
  <inkml:trace contextRef="#ctx0" brushRef="#br0" timeOffset="3">14386 13968 7980,'0'-14'-117,"0"-1"1,0-2 0,0 2-1,0 2 953,0 0-658,0 1 0,0 0 1,0-1-1,-1 1 0,-2 0 1,-3 0-1,0-1 0,-4 1 1,-1 0 531,-1-1 0,-6 1 0,-4 0 1,-5-2-297,-6-2 0,-8 2 0,-6-2 0,-5 3-273,-5 5 0,-3-2 0,-2 6 1,2 2-100,3 0 1,2 2-1,4 0 1,-2 0-117,-4 0 0,-3 2 0,-2 2 1,2 4 42,2 3 0,2 1 0,6 0 0,1 2 75,5 3 1,3 2-182,0 5 123,-3 1 0,-9 1 1,-1 1-1,2 3 1,3 2-1,5 2 1,6 2-62,4 0 1,7 5 52,-2 1 1,8-1 0,4-5 0,0 1 71,1 0 1,-1 0-48,5 0 1,0-4 0,-1 0-25,1 0 0,1 3 1,3 0-1,4-2 0,4-1-44,4 1 1,4-2-1,9-1 1,3-1 38,3-2 1,2-4 49,0-3 0,3 2 333,1-3-334,0-2 1,-3 1 0,1-4 0,2 2 0,-1-1 81,3 2 0,0-6 0,6 2 0,1-4 157,3-1 0,-1 2-135,5 1 0,-5-3 253,1-1-327,-9 0 0,4 0 0,-5 0 0,2 1 0,-1-1 56,-2 0 0,4-4 0,-1 3 1,4 0 81,4 0 1,1-5-53,3 2 1,-1 2 36,-3-2-145,-3 0 1,5-3 0,-6 2 0,-2 1-1,1-1-161,1-2 0,-2-1 0,9-1 0,0-3 78,-1-4 1,-1 0 275,3-5 0,-6 4-138,2-8-1,-8 4 0,-3 0 0,-5 1 1,-2 0-1,-1-1-100,-2 1 0,-5 1 0,2 2 0,-2 0-152,1 0 1,-1-2 207,6-1 0,-6-1-20,1 1-7,3-6 0,-3-1 0,4-6 1,1 2-1,-2 1-134,-3 2 25,3-1 0,-4 1 1,6-1-1,-1-1 1,-1 0-213,-2 2 0,-3-3 0,-2 4 0,-1-2-122,-3 1 0,3 0 355,-3 0 0,-2-3 0,-2 2 0,-3-2 16,-1-2 1,0 1 270,0-1 0,-1-1 360,-3-3-336,-3 3 1,-10-4-1,1 6 1,0 0-1,-2 3 1764,-3 0-1758,-2 1 0,-6-1 1,-1 2-1,0 0 0,-1 1-185,-1 0 0,-1 0-220,-4 2 0,1 2 0,-3-2 0,-2 2-584,-4 2 1,-4 0 490,-4-1 1,1 2-1,-4 3 1,1 4-434,3 3 0,7 1 35,4 0 0,9 5 40,8 3-122,10-2 1,4 5 0,6-2 734,2 6 0,11 10 0,5 6 0</inkml:trace>
  <inkml:trace contextRef="#ctx0" brushRef="#br0" timeOffset="4">12072 13906 8008,'-17'-12'450,"7"1"0,-2 3 1,2 2 1467,3 1 0,3 3-1334,8-2 1,3 7 164,5 1-534,1 6 0,-1-5 1,2 5-1,1-2 1,3 1-1,-1 1 0,1 0 115,-3-2 0,3-4 0,-2 4 1,1 0-310,1-1 1,-5 3 0,4-6 0,-4 0-25,0 1 0,-1-3 0,0 2 55,1-3 1,-1-1 442,0 0-379,-5-5 1,-2 1 0,-5-7 0,0-3 0,0-1 0,0-3 0,0-2 301,0-4 1,0-4-396,0-1 63,-5-5 1,4 4-1,-5-4 1,2 2-1,-1 1 28,-2-1 1,-1 3 0,-3-2-1,1 2-92,2 6 0,0 0-223,-5 6 1,2-3 197,3 3-64,-3 1 0,6 4 0,-5-1 0,3 1-401,2 0 1,1 4-613,4-1 304,0 7 352,0-4 308,0 6 0,4 2 0,0 2 1,0 4 40,2 3 1,-5 3 0,3 1 0,-1 2-19,1 2 0,-3 3-13,3 7 1,-1-2-22,1 6-54,-2-5 1,3 7-1,-4-2 1,2 2-1,1 2-651,-1 0 759,-2 0 0,-1 4 1,0-1-1,0-3 0,0-4 95,0-3 0,-4 0 0,0-3 0,1 1 46,2-5 1,1-4 148,0-7 70,0 1-24,0-7 0,0-2 0,0-8 321,0-4 1,0 1 0,0-1 187,0-1 1,0-2-365,0-2 1,0 5 204,0 0-454,0 0 0,-1-1 0,-2 1 0,-3-1-28,0-2 1,1 0-1,-1 1 1,-1 2-139,0-2 1,-1 1-142,-5 1 1,1-3-209,0 3 272,-6 2 1,-2-3-1,-9 4 1,-4 3 0,-4 0-518,-4 2 399,3 0 1,-7 0 0,6 0-1,7 2 1,4 0-455,9 3 0,4-1-165,3-4 1,8 0-850,8 0 1,4 0 196,12 0 1473,6 0 0,7-5 0,4-1 0,6-1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5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9993 8344 7809,'-21'-6'835,"2"-2"0,1-3 0,3-1 0,3-1 1107,4 1 1,4 5 0,8 5 0,5 4-205,6 6-1262,-1 3 0,11 3 0,-2 4 0,4 5 0,2 6 2205,1 2-2377,-4-3 1,8 6 0,-5-4 0,0 1 0,1 3 0,1 2 0,1 0-135,-4-4 1,-6 4-1,-3-5 1,-1 2-681,-3 0 0,-7-6 0,-4 1 0,-2-5-807,-2-3 1,0-3-2049,0 3 1943,0-10 0,0 6 1,1-9 1421,3 0 0,3-18 0,5-9 0</inkml:trace>
  <inkml:trace contextRef="#ctx0" brushRef="#br0" timeOffset="1">10509 8171 7834,'-8'7'317,"-1"4"0,-4 7 1,-3 5-1,-5 9 921,-4 6 1,-1 6-1,-9 6 1,-2 4-109,18-26 1,-1 1-830,-1 1 0,1 0 0,0 0 0,0-1 0,-15 26 0,6-8 0,7-4 0,6-6 0,3-4-365,4-3 1,2-7 0,-3-7-1,3-2-918,2-2 1,-3 1 480,4-1-1799,0 0 1,4-4 2299,0 1 0,10-18 0,4 1 0</inkml:trace>
  <inkml:trace contextRef="#ctx0" brushRef="#br0" timeOffset="2">10583 7888 7824,'-12'0'437,"0"0"1,-1 0 3210,1 0-2678,5 0 1,3 0-1,10-1 1,6-2 0,7-2-36,4-2 0,9-1 0,5-6 0,6-1-772,5-1 0,2-6 1,-1 1-1,-1-1-460,-3 2 1,-4-2-1,-8 5 1,-6 4-2434,-5 3 1,-9 1-2518,-4 5 5247,-12 5 0,-15 17 0,-15 8 0</inkml:trace>
  <inkml:trace contextRef="#ctx0" brushRef="#br0" timeOffset="3">10805 7827 7824,'-12'0'1672,"-1"0"0,5 1-664,0 3 0,5 3 0,-2 7 0,1 2-337,-1 5 0,1 3 0,4 4 1,0 2-1009,0 1 1,0 1 0,0 0 0,0-3-2367,0-3 0,2-1 2703,2-1 0,8-10 0,7-3 0</inkml:trace>
  <inkml:trace contextRef="#ctx0" brushRef="#br0" timeOffset="4">11026 8307 7797,'-8'-9'6285,"0"1"-5384,5 6 0,-2 3 0,6 10 0,3 5 904,4 3-1286,3 2 1,6 4-1,1-1 1,1 2-1,3 3 1,2 2 0,4 1-80,0-4 0,2-2 0,-2-1 0,2 0 0,0-1 0,-1 1-783,-6-1 0,-4-3 0,-7-2 0,1 0-724,-1 0 1,-5 1-1,-3 0 1,-4-4-294,-4-2 0,1-2 1,-5-1 1359,-2-2 0,-17-37 0,-6-13 0</inkml:trace>
  <inkml:trace contextRef="#ctx0" brushRef="#br0" timeOffset="5">11469 8257 7796,'-12'0'0,"0"0"0,-1 2 1378,1 2 0,-2 7-82,-2 5-910,2 12 0,-13-1 1,2 14-1,-2 5 1,-2 6-1,-1 6 1,-1 2 364,14-29 0,0 0 0,-12 23 0,4-5 0,8-7-492,3-8 0,6-10 0,1-7-3054,1-4 1950,2-6-103,4-1 0,6-8 948,2-2 0,14-28 0,5-14 0,3-4 0,0-1 0</inkml:trace>
  <inkml:trace contextRef="#ctx0" brushRef="#br0" timeOffset="6">11469 7876 7789,'-17'-11'0,"4"3"0,0-7 0,4 4 6675,4 3-3812,1 5-2392,4-3 0,5 6 1,5 2-1,5 2 0,5 4 1,4 3-1,0 3-151,1 2 0,5 3 0,3 7 0,2 4-237,2 7 0,-4 8 0,0 13 0,-16-25 0,-1 1 19,0 3 0,-1 1 0,-2 4 0,-3 2 0,-2 2 0,-3 1 0,-2-1 0,-1 0-476,0-3 0,-2 0 155,-3-5 0,0-1 1,-4 29-1,-6-7 0,-2-6 1,-2-5-1,2-10 0,1-5-3091,2-6 3310,-6-1 0,5-1 0,-5-1 0</inkml:trace>
  <inkml:trace contextRef="#ctx0" brushRef="#br0" timeOffset="7">9857 7938 7793,'-11'-18'292,"3"4"1,-8-2 0,1 2 0,0 2-1,-2 1 2716,2 3-2766,-4 2 1,0 18 0,-6 10 0,-1 14 0,-4 16 0,13-20 0,0 3 0,-2 5 0,1 3-1,0 4 1,1 2 0,-1 4 0,1 2 450,1 2 1,1 2-1,0 5 1,1 1-565,3 3 1,2-1-1,0-6 1,1 0 0,3-3-1,2-1 1,1-8-1,1-3 1,2-5 0,2-2-1,10 28-531,6-7 1,1-10 0,4 0 0,2-9-801,0-7 0,6-6 1,7-7-1,10-6-2699,11-5 3901,-24-4 0,6-7 0,1-12 0,7-11 0,6-5 0,1-2 0,0 2 0,-5 3 0,1 0 0,0 0 0,0-1 0,0 1 0,0 0 0</inkml:trace>
  <inkml:trace contextRef="#ctx0" brushRef="#br0" timeOffset="8">11826 7827 7759,'-18'0'2182,"5"0"1,-4 0 2344,4 0-4346,6 0 1,8 0 0,12 0 0,6 0-1,5 0 1,4 0 0,0 0 0,0 0-1,-2 1-984,-2 3 0,1-2 0,-2 2 0,-1-2-3047,-1 3 3850,-6-4 0,-14-1 0,-9-7 0</inkml:trace>
  <inkml:trace contextRef="#ctx0" brushRef="#br0" timeOffset="9">12208 7494 7773,'-11'2'1427,"3"2"1,2 4-245,1 3 0,3 8 0,-2 6 0,4 6-597,4 5 1,-1 1 0,4 0 0,0-2-1094,0-2 0,-1-3 1,4-5-1,-2-1 0,0 0 507,-1-4 0,-1-8 0,-6-6 0</inkml:trace>
  <inkml:trace contextRef="#ctx0" brushRef="#br0" timeOffset="10">19567 6153 7724,'0'-12'388,"-4"-1"1,-2 1 0,1 0 0,-2 1 0,2 1 574,-1 2 0,-4 4 1,2-3 700,-3 2-1416,-1 1 1,-4 5-1,-2 4 1,-3 8-1,-5 7 1,-5 8 0,-7 7 125,-8 9 1,23-18-1,0 1-207,-6 7 0,1 2-142,1 3 1,2 3-1,-5 5 1,-1 1-1,2 5 1,0 1 0,-3 3-1,-1 1 1,10-18-1,-1 1 1,0 0 0,0 0-1,0 0 1,0 0-1,-11 18 1,0-1 386,4-4 1,2-2-476,4-7 1,2 0 0,4-6 0,3-2 0,2-3 0,3-2 0,-7 24 0,6-8 0,4-7 0,4-1-953,2 1 1,2-3-730,0 3 1102,0-8 0,0-3 0,0-7 0,0-2 1,0-5 641,0-2 0,0 1 0,0-3 0,0-2 0</inkml:trace>
  <inkml:trace contextRef="#ctx0" brushRef="#br0" timeOffset="11">18349 7445 7790,'-13'0'0,"1"2"0,0 2 802,-1 4 0,6 4-111,3 5-195,3 2 0,1 16 0,0 8 0,1 7 0,2 8 0,3 3 0,0 4 283,4 0 1,-3-5-697,1-6 158,0-9 0,5-10 1,-1-11-1,2-11 1,2-9-1,4-8 1,4-8 539,0-7 0,1-15 0,0-7 0,1-6-388,2-2 0,-2 2 0,2 5 1,-5 8-1404,-3 6 1,-3 5-2658,3 7 3667,-5 8 0,9 8 0,-5 13 0</inkml:trace>
  <inkml:trace contextRef="#ctx0" brushRef="#br0" timeOffset="12">20059 5341 7739,'0'-8'420,"0"-1"932,0 0-953,0-2 1,0 3 0,-1 1-1,-3 1 1,-5 5 19,-2 4 1,-6 5 0,-4 10 0,-3 6-169,-5 8 1,-1 14-1,-4 9 1,17-24 0,2 2-69,0 4 0,0 0 0,1 2 0,1 1 0,2 3 0,3-1 1,1-1-1,1 0 220,3-1 1,1-2-1,3 31 1,9-8 0,10-9-77,10-10 0,6-9 0,-1-15 0,0-7-590,-3-4 1,-4-3-1,-1-4 1,-5 0-1234,-6 0 0,-2 0 0,-2 0 1,2 0-1948,2 0 3443,-2 0 0,9-44 0,-3-11 0</inkml:trace>
  <inkml:trace contextRef="#ctx0" brushRef="#br0" timeOffset="13">20145 5710 7776,'-12'-5'1591,"4"3"-955,0-2 216,5 3 1,-3 6-1,6 5 1,2 5-1,3 5 1848,7 4-2393,1 6 0,10 1 1,-1 6-1,4 0 0,3 0 1,-1-2-1,1-2-23,0-4 1,-1-3 0,-4-1 0,-4-2-1175,-3-3 1,-5-6-1131,-4-6 129,-2-5 1,-8 1 1890,-2-8 0,-14-41 0,-8-15 0</inkml:trace>
  <inkml:trace contextRef="#ctx0" brushRef="#br0" timeOffset="14">20453 5636 7776,'-18'4'0,"-2"0"0,-2 6 1035,1-2 0,-3 13-15,-1 3-508,0 15 1,-6-1 0,4 13 0,-2 0 0,2 4 0,1 0 0,2-2 545,4-5 1,7-6-740,9-9-910,3-8 0,2-9 0,3-9 0,5-7 0,3-8-1045,4-7 1,2-10-1,4-8 1636,-1-2 0,0 1 0,5-8 0,2-1 0,3-4 0,0 1 0,0-1 0</inkml:trace>
  <inkml:trace contextRef="#ctx0" brushRef="#br0" timeOffset="15">20478 5292 7776,'-9'0'448,"2"-2"1933,2-2-1279,1 3-806,15-5 1,-2 5 0,12-2 0,1-1 0,1 0 0,3 0 0,3-2 237,4 0 0,2-3-807,2-3-153,0 0 1,0 0-1,0-1 1,-2 1-1,-2 1 426,-4 3 0,-30 2 0,-9 6 0</inkml:trace>
  <inkml:trace contextRef="#ctx0" brushRef="#br0" timeOffset="16">20748 5181 7776,'-8'0'742,"0"0"1,4 1 166,-4 3 0,1 3 0,-3 7 0,2 1-411,-2 1 0,4 6 0,-3 0 1,1 4-677,1 3 1,-2 0 0,3-5 0,1 1-3337,-1-1 3514,2 1 0,4-6 0,0-1 0</inkml:trace>
  <inkml:trace contextRef="#ctx0" brushRef="#br0" timeOffset="17">20957 5673 7764,'0'-8'791,"2"0"899,2-2-952,-3 5 0,6-1 0,-4 8 0,2 3 0,2 7 0,3 8 0,2 3 1201,4 1 1,0 2-1325,4 3-579,1-3 0,2 6 0,-1-5 1,-3 2-1,-1-3 0,-3-3 1,-2-3-548,0 2 0,-7-4 1,-1-2-1,-4-2-1512,-1-2 699,0-5 0,-1 3 0,-4-6 0,-3-1 1324,-3-2 0,-6-34 0,-3-8 0</inkml:trace>
  <inkml:trace contextRef="#ctx0" brushRef="#br0" timeOffset="18">21216 5661 7760,'-18'18'0,"3"-2"0,-5 9 550,-1-3 0,-4 13 0,-1-1 0,-2 3 0,-4 1 0,1-2 0,4-2 1162,5-2 1,4-4-1705,6-7-209,5-3 0,3-12 1,8-1-1,5-7 0,5-5-1311,2-5 0,6-13 1,-1-1 1511,2-4 0,6-10 0,5-7 0,2-6 0,0 1 0</inkml:trace>
  <inkml:trace contextRef="#ctx0" brushRef="#br0" timeOffset="19">21290 5230 7760,'-13'-12'290,"5"0"1,0-1 4559,-2 1-3983,5 0 0,1 5 0,9 4 0,8 6-204,6 5 0,4 8-233,2 5-363,5 2 0,1 7 1,7 3-1,2 4 1,1 5-1,-1 8 0,-3 7-146,-20-25 1,-1 0-1,-3 2 1,-2 1-1,-2 1 1,-3 1-1,-1 0 1,-3-1-1,-3-1 1,-3 0-1,-18 30-4,4-33 1,-3-1-1,0-2 1,-3-2-1,-3 0 1,-2-2-1,2-2 1,0-1-298,-25 15 1,2-5-443,5-8 131,14-10 0,8-3 0,12-12 0,2-4 0,5-4 0,3-8 691,1-7 0,0-8 0,0-9 0,0-2 0</inkml:trace>
  <inkml:trace contextRef="#ctx0" brushRef="#br0" timeOffset="20">21807 5169 8596,'1'-9'1314,"4"3"0,8-1 243,6 0-1894,10-1 0,-3-1 0,4 3 0,-2-1 0,2 1 0,1 1 1,-1 2-2613,-3 2 2949,-7 1 0,-7-11 0,-8-3 0</inkml:trace>
  <inkml:trace contextRef="#ctx0" brushRef="#br0" timeOffset="21">22213 4787 7760,'-7'0'2462,"1"0"0,2 6-1661,0 2 1,0 14 0,3 8-1,-2 9-287,-1 11 0,-4 4 1,4 6-1,1-2-753,1-5 0,2-6 0,2-5 0,1-5-2431,1-10 0,5-2 2670,-1-9 0,3-37 0,2-15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7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8221 15986 7862,'-18'0'5,"-1"0"0,-1 0 1181,4 0 1,4 2-1,4 5 1,3 8-1,5 6 1,5 8-1,3 3 1,3 8-361,1 2 1,4-1 0,1 3 0,-2 0 0,-3-2 0,-4-1-945,-4-5 1,2-1 0,-2-7 0,-1-4-1,-2-3 1,-1-3-6198,0-3 6315,-5-2 0,9-49 0,-3-14 0</inkml:trace>
  <inkml:trace contextRef="#ctx0" brushRef="#br0" timeOffset="1">8122 15986 7917,'-12'-6'354,"-6"-1"0,6-5 0,-2 0 0,6 0 0,2-1 3455,4 1-3531,0 0 0,8-1 1,3 0-1,8-2 1,7-3-1,9-1 0,7-3 1,5-3-1,3-2 99,1-2 0,2-1 1,1 3-1,1-1 1,-1 5-1,-3 7-430,-4 6 1,-9 6 0,-13 11 0,-9 11 0,-12 13 0,-10 13 4,-12 8 1,-10 0 0,-10 4 0,-1-1 0,1-4 0,2 1 439,1 2-317,6-9 0,2 1 0,10-13 0,6-5 0,8-7 0,5-4 0,5-5-192,8-4 120,5 3 1,12-9 0,2 2 0,4-3 0,0 0 0,-4 2 0,-3 3-229,-3 1 274,-12 6 0,-5 8 0,-16 7 1,-9 5-1,-13 3 0,-8 2 0,-5 2 1,-2-1-1,-1-3-428,1-6 1,2-5 0,6-6 378,4-7 0,7-43 0,7-17 0</inkml:trace>
  <inkml:trace contextRef="#ctx0" brushRef="#br0" timeOffset="2">8885 16392 7845,'-12'0'1093,"-1"-2"0,1 0-73,0-2 1,6 1 0,6 6-1,7 1 1,4 0 0,3 0-150,2 0 0,7-1 0,8-9 0,0-6-552,3-7 1,2-4 0,-1-2 0,-1-1-494,-1-3 1,-7 2-1,-1-4 1,-9 2 0,-6 4-1,-9 6-533,-8 5 0,-12 5 0,-14 12 1,-3 6-1,-4 12 0,-1 9 276,1 5 1,7 6 0,5 0-1,3-1 1,5-2 0,5-2 397,5-3 115,4-3 0,8-3 0,2-2 0,6-6 0,5-6 0,5-4 0,3-5 0,3-3 0,2-2-893,0-3 1,8-3 810,1-5 0,8-11 0,7-5 0,7-2 0,-1 0 0</inkml:trace>
  <inkml:trace contextRef="#ctx0" brushRef="#br0" timeOffset="3">9648 16269 7888,'0'-13'76,"4"0"0,0-2 1,0-2-1,0 2 0,1 2 541,-3 0 1,0 1 0,-2 0 0,0-1 0,-2 1 0,0-2 205,-3-2 0,-4 6 0,1 0 0,-5 3 319,-3 4-1113,2 2 1,-9 7 0,3 7 0,-4 7-1,0 8 1,-1 6 0,2 5 0,1 5 0,3 0 185,1-3 0,6-4 0,5-3 1,1-2-1,5-2 0,4-4 1114,5-5-881,8-8 1,5-8-1,6-5 1,3-1-1,0-3 1,1-4 0,-3-5-373,2-3-598,-4 2 0,8-4 0,-5 6 1,-1 0-1,-2-1 522,-2 1 0,17-6 0,4-1 0</inkml:trace>
  <inkml:trace contextRef="#ctx0" brushRef="#br0" timeOffset="4">10030 16269 7644,'6'-8'337,"-2"-1"1,-1 1 0,0 0 164,1 0 0,0 4 0,-4-5 0,2 1 0,0 0 0,2 0 420,-1-2 1,-2 3 0,-1-1-422,0-1 0,-1 2 0,-3 0 1,-4 2-1,-3 3-210,-1 5 1,-1 8-1,0 8 1,-2 3-1,-3 5 1,0 2 886,0 1-888,2 4 0,8-8 0,1 3 1,1-5-1,4-3 0,2-6 441,4-5 1,8-6 0,7-10 0,2-5-346,-1-4 0,1-5 1,2 3-1,-1 4-1134,-2 3 0,-5 1 0,2 4 1,-4 3-1,0 2 0,-1 4-2529,0 4 0,1 3 0,-1 1 3236,0 1 1,11-23-1,3-5 1</inkml:trace>
  <inkml:trace contextRef="#ctx0" brushRef="#br0" timeOffset="5">10276 16244 7861,'-13'-4'0,"1"0"1095,0 1 0,1 3 0,3 4 0,2 5 0,2 3 1,0 3 117,1 1 0,3 6 0,4-3 0,5 0-817,1-2 0,8-3 0,3-4 1,2-1-1,3-5 0,0-3 266,-1-1 0,2-9 1,-7-5-1,1-4 1,-3-2-1,-6-1 301,-1 1-2489,-6-1 0,1-2 1,-6 2-1,0 5 1526,0 2 0,5 29 0,2 7 0</inkml:trace>
  <inkml:trace contextRef="#ctx0" brushRef="#br0" timeOffset="6">10706 16084 7848,'-12'0'0,"4"4"0,0 2 0,-2 1 1367,-1 2 1,3 2-1,1 1 1,2 1-122,2-1 1,2 0 0,1 1 0,1-1-794,3 0 0,4 1 0,9-1 0,3-1-89,3-3-266,2 3 1,2-6 0,-1 5-1,-4-3 1,-3 0 0,-4 0-1,-2 2-546,-5 2 1,-3 1 0,-7 1 0,-7-1-1379,-7 0 607,0 1 1,-8-1 0,5-1 0,0-2-1,3-2 1219,2-1 0,40-30 0,10-10 0</inkml:trace>
  <inkml:trace contextRef="#ctx0" brushRef="#br0" timeOffset="7">11026 16183 7845,'9'1'4137,"-1"3"0,0 2-3964,4 2 0,1-1 1,-1-5-1,0 2-260,1-1 1,0-7 0,2-4 0,2-4 0,-4-3 0,-3-3-389,-6-1 0,-3 4 1,-1-2-1,-2 5 1,-5 4-1,-7 4 74,-4 2 1,-2 13 0,-5 6 0,1 6 1092,-1 6 0,2 1 1,4 2-1,5-2 2552,4 1-2701,8-5 1,-2 0 0,8-9 0,4-2 0,4-5 0,6-3 0,5-6 391,4-4 1,4-5 0,-3-8 0,5-5-2728,3-2 0,1-2 1792,-1 1 0,10-8 0,6-5 0,4-2 0,0-1 0</inkml:trace>
  <inkml:trace contextRef="#ctx0" brushRef="#br0" timeOffset="8">12897 16023 7809,'-6'-7'1620,"4"0"1,-5 6 0,1 2-158,4 9 0,2 7 1,2 12-1,4 3 0,-1 0 1,1 1-976,-3 1 1,2 1 0,-1-1 0,-1-3 0,0-2 0,-1-5-2051,2-2 1,1-7-2779,-5 2 2621,0-9 1,0-5 1718,0-11 0,0-35 0,0-16 0,0-8 0,0 0 0</inkml:trace>
  <inkml:trace contextRef="#ctx0" brushRef="#br0" timeOffset="9">12798 15801 7809,'-4'-12'151,"-1"0"0,-2-1 1,-3 1-1,1 0 1046,1-1 0,-3 6 0,3 3 0,-2 4 0,2 4-2022,4 5 825,2 7 0,35 20 0,8 9 0</inkml:trace>
  <inkml:trace contextRef="#ctx0" brushRef="#br0" timeOffset="10">13217 15580 7845,'-6'-7'1018,"5"1"1,-4 9 0,5 5 0,0 10 304,0 8 0,5 12 0,3 12 0,3 6 0,1 5 0,1 5-992,-7-32 0,0 2 1,0 0-1,-1 0 1,0 0-1,0-1 0,3 29 1,0-10-1,0-11-750,0-4 0,-5-12 0,1-4 0,-2-4 0,-2-4 0,0-1-4094,0-2 2645,0-5 1,-6 3 1867,-2-6 0,-3-16 0,-1-9 0</inkml:trace>
  <inkml:trace contextRef="#ctx0" brushRef="#br0" timeOffset="11">13205 16158 17984,'24'0'-1693,"1"-4"0,1-2 1693,2 0 0,17-14 0,8-7 0,6-3 0,1 0 0</inkml:trace>
  <inkml:trace contextRef="#ctx0" brushRef="#br0" timeOffset="12">14398 15420 7849,'-5'-9'1008,"-3"1"1,-3 0-1,0 3 419,3 5 1,3 11 0,10 9 0,1 3 0,3 3 0,-1 3-1469,1 4 1,4-2-1,2 1 1,1-2-1,0-3 1,1-2-1710,-1-5 0,5 2 1,-3-7-1,-1-4 1750,1-5 0,-8-34 0,-3-14 0,-1-3 0,0 1 0</inkml:trace>
  <inkml:trace contextRef="#ctx0" brushRef="#br0" timeOffset="13">14620 15346 7849,'-6'-7'4029,"-2"3"-3106,3 3 1,-1 6-1,8 3 1,2 3-1,2 3 1,3 1-1135,-1 1 1,1 5 0,6-5-1,3-1 211,1-1 0,35-13 0,11-2 0</inkml:trace>
  <inkml:trace contextRef="#ctx0" brushRef="#br0" timeOffset="14">15186 16023 7847,'-12'0'720,"-1"-4"1,1-1 0,0 4 0,-1 4 0,2 5 0,3 6 605,4 6 1,3 6-1,1 12 1,1 5-1,5 5 1,4 5-963,6 3 1,4-1 0,-4-2 0,-1-8 0,-1-6 0,-2-7-259,1-3-125,-6-8 0,-3-5 0,-8-8 0,-5-6 0,-3-9 0,-3-11 0,-3-8-124,-1-7 0,-1-9 0,-4-7 0,4-8 0,5-3 1,5-1-78,6-1 268,3 1 0,8 1 1,6 2-1,12 8 1,9 6-1,7 10 1,3 5 215,2 6-592,2 12 0,-4 0 0,-3 14 1,-4 3-1,-4 9 0,-6 6 0,-6 5 1,-10 1-1,-10 3-330,-8 3 0,-15 3 1,-7 1-1,-5-2 1,-3-2-1,0-6 151,1-5 143,-7-4 1,-1-6-1,-3-1 1,3-3 0,7-3-1,8-5 1,10-5 0,12-3 363,14-3 0,34-8 0,16-1 0,7-4 0,0 1 0</inkml:trace>
  <inkml:trace contextRef="#ctx0" brushRef="#br0" timeOffset="15">15690 15998 7847,'-12'0'662,"4"0"0,1 1 183,2 4 0,-4 3 0,5 7 0,3 3 0,4 1 1,5 1 182,3-1 1,7 3 0,3-7 0,5-4-534,3-5 0,0-10 0,-5-6 1,0-5 831,-4-6-1063,3-7 0,-13 0 0,1-4 0,-4-1 0,-4 1 0,-3 4 0,-5 2-1657,-3 1 0,-3 10 0,-1 4 0,1 6 1393,3 6 0,13 21 0,9 11 0</inkml:trace>
  <inkml:trace contextRef="#ctx0" brushRef="#br0" timeOffset="16">16232 15420 7847,'-12'1'1013,"1"3"1,2 4 0,5 5 266,3 3 0,1 11 0,0 13 0,1 9 0,3 7 0,5 6 886,2 2-2273,-5-4 1,5-6 0,-2-9 0,0-4 0,-1-4 0,-2-6 0,-2-6-3569,0-7 0,-1-6 3675,-7-4 0,-20-41 0,-8-15 0</inkml:trace>
  <inkml:trace contextRef="#ctx0" brushRef="#br0" timeOffset="17">16072 15875 7847,'-12'0'720,"-1"-5"1,2-4 0,2-2 1697,1-1 0,5 4 1,0 0-1794,6-2 1,5 5-1,8 1 1,5 2-1709,2 2 1,7 0 0,3 2-1,3 0 1083,1 2 0,10-1 0,8-2 0,5-1 0,-1 0 0</inkml:trace>
  <inkml:trace contextRef="#ctx0" brushRef="#br0" timeOffset="18">16700 15752 7840,'-13'-6'695,"1"5"0,0-3 0,-1 3-84,1 1 1,-4 0 0,-2 0 0,-1 1 0,-2 4 0,2 6 266,3 4 1,2 6-1,2-3 1,1 0 0,2-1-1,8-2-619,8-1 0,8-2 0,14-1 0,5-1 882,6-2-1039,3-5 0,5 4 0,-3-5 0,-5 2 0,-7 1 0,-9 0-726,-6 3 335,-26 9 1,-10-2 0,-28 4-1,-12 0 1,-9 0 0,31-9 0,0 1-1,-1-1 1,1 0 288,1 1 0,1-1 0,-33-6 0,5 0 0</inkml:trace>
  <inkml:trace contextRef="#ctx0" brushRef="#br0" timeOffset="19">18066 15432 7850,'0'-8'1181,"0"2"1,0 6 0,0 11-1,0 12-33,0 13 1,4 12-1,0 8 1,0 3-1,0 1 1,0 3-1676,-1 0 1,2-7-1,-1-7 1,0-8-1530,2-7 0,-5-9 2056,3-9 0,-35-57 0,-10-15 0</inkml:trace>
  <inkml:trace contextRef="#ctx0" brushRef="#br0" timeOffset="20">17881 15801 7850,'-1'-16'222,"-2"-1"0,-1 2 0,1 2 1,2 0 1228,1 1 1,5 1 0,5 2 0,5 2 0,5 1 0,5 3-3037,4 2 0,-2 7 1,6 0 1584,1 1 0,15-10 0,9-5 0,4-2 0,1 0 0</inkml:trace>
  <inkml:trace contextRef="#ctx0" brushRef="#br0" timeOffset="21">18398 15334 7850,'0'-7'2137,"1"-3"1245,3 6-2949,3 5 0,1 13 0,-1 11 0,0 7 0,-2 10 0,2 7 0,-1 8 0,-1 6 0,-2 3 397,-2-2 0,-1-7 1,0-6-1,0-9 1,0-10-575,0-9-244,6-11 1,-5-9 0,3-12 0,-1-12 0,1-10 0,4-8 0,3-3 0,3 0 0,1-1-232,1 3 0,1 9 0,-5 8 0,0 9 1,1 11-1,-2 13-35,-3 15 0,3 6 1,-3 14-1,3 0 386,1-1 1,2-2 0,2-7-1,5-7 239,2-7 0,7-13 0,3-11 0,2-12 1236,2-12-1602,0-13 1,-1-9 0,-5-7 0,-6 0 0,-9 4 0,-6 7 0,-6 9-545,-3 10 0,-6 14 0,-3 13 0,-5 13-108,-3 13 1,-2 16-1,-2 13 1,5 1 592,5 1 1,5-6-1,7 0 1,5-6 959,6-5 0,11-9 0,2-9 0,4-10-535,4-7 0,-2-6 0,-1-6 0,1-7-3173,-1-10 2802,-3-8 0,-10-1 0,-1-5 0,-1-2 0,0 0 0</inkml:trace>
  <inkml:trace contextRef="#ctx0" brushRef="#br0" timeOffset="22">20293 15297 7832,'0'-9'1741,"-1"3"0,-2-1 2736,-1 0-4076,0 4 1,4 3 0,0 10-1,0 5 1,0 8 0,1 7 0,2 10-1,1 6 1,0 9 1595,1 4 1,-3 8-1435,-1-32 0,2-1-296,4 33 1,-6-5-1,3-10 1,-2-7 0,-2-8-110,0-7-69,0-15 1,0-7 0,0-16 0,0-10 0,0-9-1,1-10 1,3-8 426,4-7-586,9 1 1,2-7-1,7 6 1,1 5 0,2 10-1,-2 11 1,1 10-591,0 6 0,-3 13 0,-1 13 1,-6 13 591,-4 9 0,-3 6 74,-3 5 0,-2-5 0,-6-3 0,0-4-442,0-4 1,0-3-668,0-5 0,0-10 406,0-3-1259,0-8 1,1 0 0,3-8 1955,4-4 0,30-41 0,-14 19 0,-1-1 0</inkml:trace>
  <inkml:trace contextRef="#ctx0" brushRef="#br0" timeOffset="23">21081 15641 7832,'-9'-1'439,"1"-3"1,4 2-57,-4-2 1,0 3 160,-5 1 0,-4 7 0,-4 5 0,-4 9 464,-3 6 1,0 2-450,-4 8 1,4-7 0,1 5 0,6-3 429,9-5 0,5-7-356,7-3 1,7-9 0,5-4 0,9-5 607,6-7 0,5-2-488,5-10-691,-1 4 1,0-1-1,-3 6 1,-4 3-1,-3 3-1243,-2 4 0,-5 1 0,-2 1 0,-5 5-1549,-4 6 1,-1 1-1494,-3 3 4223,-2-2 0,8-29 0,-3-7 0</inkml:trace>
  <inkml:trace contextRef="#ctx0" brushRef="#br0" timeOffset="24">21314 15494 7832,'4'-14'0,"1"-3"0,-1 4 579,-4-4 1,1 4 1330,3 0-955,-3 7 0,5 3 253,-6 11-680,0 0 0,-4 20 0,0-2 0,1 4 0,2 4 2399,1 1-2578,0 8 0,0-5 1,0 3-1,0-3 0,0-1 523,0 0-1049,0-5 0,4 0 1,1-6-1,1-4 0,1-3-2341,-1-4-380,-3-6 1,1-5-2313,-8-8 5210,-3-3 0,-27-33 0,-6-6 0</inkml:trace>
  <inkml:trace contextRef="#ctx0" brushRef="#br0" timeOffset="25">21191 15740 7832,'0'-13'0,"-1"1"658,-3 0 0,2-1 0,-2 1 1361,3 0 1,2 5 238,3 3 0,9 1-371,7-1-1030,4 3 0,6-6 1,2 4-1,5-1 1,3 1-939,1 2 1,0 1-5065,-4 0 2697,-6 0 2448,5 0 0,-16-6 0,4 0 0</inkml:trace>
  <inkml:trace contextRef="#ctx0" brushRef="#br0" timeOffset="26">22877 15617 7809,'-1'-7'572,"-3"3"1,-6 2 2281,-5 2-2581,1 6 1,-9 3-1,3 10 1,-2 7 0,0 5-1,3 3 1,1 1-1,4 1 1,5-2 1023,5-1 0,8-9-585,4-3-422,8-3 1,9-18-1,9 0 1,4-10-1,4-8 1,-3-8-1,-2-5 103,-4-7 0,-4 1 0,-10-4 0,-7 2-754,-6 2 1,-20 6 0,-9 4-1,-9 5-233,-6 5 1,-5 9-1,5 7 1,4 8-1972,3 9 0,3 3 616,8 6 1949,2-3 0,55 19 0,12-3 0</inkml:trace>
  <inkml:trace contextRef="#ctx0" brushRef="#br0" timeOffset="27">23209 15813 7809,'-12'13'703,"-6"-1"273,-2 0 1,1 1 0,0-2-1,1-2 1338,3-1 0,5-5-1439,2 1 0,5-5 1,1-7-1,6-9-79,8-5 1,10-9-555,7-6 1,5 0-234,-1-4 39,2 3 1,2 2-1,1 2 1,2 4 0,0 5-138,-5 10 1,1 10 0,-8 14-1,0 13-441,-2 12 1,-11 9 228,-3 6 0,-8 0-651,0 1 1,-2-7 0,-2-3 0,1-7-2827,3-9 3778,-2-4 0,-8-63 0,-8-13 0</inkml:trace>
  <inkml:trace contextRef="#ctx0" brushRef="#br0" timeOffset="28">25006 15346 7836,'0'-12'433,"-1"-1"0,-3 1 1403,-4 0-1158,2 5 0,-5 1 1,4 8-1,0 3 0,3 6 1,4 5 619,4 4 0,-1 2 13,5 6-972,6-2 0,1 4 0,6-6 0,2-4 1,4-4-1,6-3 0,4-5 493,4-4 0,-1-5 1,3-8-1,0-10-534,-4-11 0,-2-4 0,-5-10 0,-8 1-658,-6-1 0,-10 0 1,-4-1-1,-2 5-1882,-2 6 1,-6 9-2334,-2 9 3744,-3 8 1,3 9-1,0 12 1,-2 6 830,-1 4 0,0 15 0,-1 9 0,-1 3 0,0 0 0</inkml:trace>
  <inkml:trace contextRef="#ctx0" brushRef="#br0" timeOffset="29">25265 15555 7836,'0'-12'0,"0"-1"1213,-6 1 1,5 0 566,-3 0 1,4 5-354,4 3 1,-3 12 138,3 4-1030,3 14 1,-6 0 0,4 11 0,-4 1 0,-1 2 1361,0 1-1816,0 0 1,0-8 0,0-2 0,0-1 0,0-4-742,0-4-1270,0 1 1,0-13-3761,0 2 4319,0-8 0,4 0 1370,0-8 0,17-26 0,6-12 0,0-5 0,1 0 0</inkml:trace>
  <inkml:trace contextRef="#ctx0" brushRef="#br0" timeOffset="30">25966 14927 11312,'-7'2'963,"2"2"1,1 5 0,-2 5 0,-1 4-419,-2 1 1,2 2 0,0 3 0,0-1-741,0-2-815,5 2 1,-4-9-1,6 2 1010,0-2 0,22-51 0,5-12 0</inkml:trace>
  <inkml:trace contextRef="#ctx0" brushRef="#br0" timeOffset="31">26212 14915 7836,'7'-5'2610,"4"3"0,-10-2-2166,3 8 0,-4 4 1,-4 8-1,-4 1-148,-3 2 0,3 2 1,0 4-1,0-1-916,1 1 1,-4-1 0,4 1 0,-1 1-928,0 3 1547,5-3 0,-5 6 0,-1 4 0,3 0 0,-1 1 0</inkml:trace>
  <inkml:trace contextRef="#ctx0" brushRef="#br0" timeOffset="32">25843 15887 7836,'-12'0'1339,"4"0"0,-1-1 2670,0-3 1,-2 2-1595,-2-2-7602,7-2 5187,0 4 0,44-9 0,10 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0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15543 12798 7840,'0'-8'461,"0"0"1,0-2 0,0 0 279,0-3 0,0 5 0,0 0 0,0-2-137,0-1 0,-2 3 1,-2 0-1,-4 0-71,-3 1 1,-1-3 0,-2 6-271,-2 1-244,2 2 0,-4 1 0,6 0 0,-2 0 0,-1 0 1,-3 0-1,1 1 0,-2 5 0,-1 5-5,-1 4 1,-3 3 0,-2-2 0,-1 5 0,-2 3 0,1 4 602,-3 0-607,5 6 0,-4-2 1,6 3-1,1 0 0,1-3 1,3 3-1,2-1 0,6-1 1,6-5-188,3-2 1,2 0-1,0 0 1,0 0 0,0-2-1,0-1-37,0 0 1,0-2 0,0-1 0,0 1 244,0-2 1,2 0 0,0-4 0,4 1 144,1-1 0,1-1 0,4-2 0,1 1 48,-1-1 1,2 0 0,1-1 0,1-1 26,-1-2 1,4-4 0,0 3 0,2 0-27,-1 0 0,1-5 0,2 2 1,-1-2-100,-2-2 1,1 0 0,2 0 0,-1 0-70,-1 0 1,-5 0-1,3 0 1,0 0-14,0 0 1,-3 0 0,1 0 0,0 0 176,-1 0 1,2-4 0,-3-2 0,3-1-27,1-2 1,-3 2-1,3-3 1,1-2-81,-1-3 1,1-1-1,3 2 1,-1-1-179,-1-2 0,-5 0 1,3 0-1,-1-2-74,-3 0 1,-1-3 0,-2 4-1,0-1 136,1-3 0,-2 3 0,-2 0 0,-2 1 84,-1 3 1,2-3-1,-4 1 1,0-1 28,1 0 1,-3 2-1,2 3 1,-3 0 22,-1-4 1,0 4-1,0-4 1,0 4-102,0 0 0,0 1 0,0-2 1,0-1-96,0-1 1,0-1-1,0 5 1,0 0-31,0 0 0,-4-1 0,0 0 0,0-3 61,-1 0 1,-1 0 0,-4 3 0,4 1 48,0 0 0,-3 4 1,0-1-1,-2 0 137,-1-2 0,-4 4 1,-2 2-1,-3 0 14,-5 1 1,1 0 0,-8 6-1,-1 0-62,-2 2 0,5 5 1,2-5-1,3-2-217,1 0 0,6 2 1,3 0-1,2-1-455,2-2 0,3 1 0,3 2-1110,0 4 1,2 3 0,4 2 1673,0 4 0,6 2 0,0 6 0</inkml:trace>
  <inkml:trace contextRef="#ctx0" brushRef="#br0" timeOffset="1">15715 14349 7858,'0'-8'120,"0"0"0,-1-2 1,-2-1-1,-1-1 1,0 0-1,0-1 291,0 1 1,-2 4-1,3-1 1,-2 1 0,-1 0-1,0 1 704,-1 2-913,4 1 0,-8 0 0,3-1 0,-3 3 0,-1 0 0,-1 2 0,0 0-44,-4 0 1,-1 6 0,-3 3 0,-1 5-1,-3 4 1,-2 2 106,-1 6-219,2-1 1,-1 11 0,1-4 0,3 4 0,0 2 0,-1 2 0,1 2-15,3 2 1,2 0 0,7 2-1,3-2 174,4-2-107,2-6 0,4-6 0,3-7 0,6-1 0,5-3 1,3-1-1,3-3 104,2-1 1,0-2-1,1-1 1,-1-1-134,1-2 1,1-1 0,1 1-1,3-4-53,2-3 1,1-1 0,4-1-1,0-3 97,-1-4 1,-3-5 0,0-2 0,0-3 176,-2-1 0,-1-1 0,-6-5 0,-2-1-49,-2-2 0,-5-4 1,2-5-1,-5 0-189,-4 0 0,2 4 0,-6 1 0,-2-3-59,0 0 0,-4 3 0,-2 5 0,-4 4 16,-3 2 0,-5 1 1,-2-3-1,-2 1 166,-6 1 0,0 8 0,-7-1 0,-3 4-110,-3 1 1,2 2 0,-2 0-1,7 2-434,1 2 0,4 2 0,7-1 0,3-1-2508,4-1 996,6 0 1,3 4 1879,8 0 0,19 0 0,10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1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6596 7785,'-5'-8'582,"0"0"361,-2-2 0,4 3 0,-2-1 0,1-1 478,0-2 1,-4 2-1,3 1-214,3-1 1,0 5 0,2 4-846,0 6 0,0 7 0,2 3 1,0 5-1,3 3 0,-3 4-678,0 0-90,-2 6 1,0-2-1,0 5 1,0-2 0,0 0-1,0-3 1,0 3 0,0 0 405,0 2 0,-3 3 0,0 6 0,0 3 0,-1 1 0</inkml:trace>
  <inkml:trace contextRef="#ctx0" brushRef="#br0" timeOffset="1">24551 7618 7840,'-12'5'1887,"-1"2"-451,1 0 0,5 0 0,2-5 0,1 4 0,-1 1 0,1 2 1649,-1 2-3278,4 1 0,-5 1 0,6-1 0,0 0 0,0 2 0,1 1 0,2 1 0,3 1 193,0 1 0,8 12 0,5 8 0</inkml:trace>
  <inkml:trace contextRef="#ctx0" brushRef="#br0" timeOffset="2">24514 8085 7854,'-6'12'0,"-2"1"0,-1-1 975,1 0 0,-3-3 1,4-1-1,-1 1 1,1 2-1,1 2-829,3-1 0,-2 0 1,1 1-1,1-1 0,2 0 1,1 2-147,0 2 0,11 9 0,2 6 0</inkml:trace>
  <inkml:trace contextRef="#ctx0" brushRef="#br0" timeOffset="3">24452 8553 7854,'-5'12'361,"2"0"0,-4 1 1,1-1 669,-1 0 0,0 1 0,-3-1 0,3 0 1,2 1-1,1-1-1060,-2 0 0,5 5 0,-3-1 29,3-1 0,12 21 0,2 3 0</inkml:trace>
  <inkml:trace contextRef="#ctx0" brushRef="#br0" timeOffset="4">24391 9094 7854,'0'13'317,"-4"-1"0,-2 0 941,-1 1 1,1-1 0,-3 0 0,5 0-1259,3 1 0,17-6 0,5-2 0</inkml:trace>
  <inkml:trace contextRef="#ctx0" brushRef="#br0" timeOffset="5">24366 9599 7854,'-7'19'1180,"-2"-1"0,3-6 0,1 0-245,-1 1 1,-2-1 0,4 2 0,1 1-1206,2 1 0,1 1 270,0-5 0,11 11 0,3 3 0</inkml:trace>
  <inkml:trace contextRef="#ctx0" brushRef="#br0" timeOffset="6">24342 10091 7849,'-4'8'0,"-2"0"0,-1 1 1552,-2-2 0,2 3 1,0-1-1,2 2-505,2 1 1,1-4-1048,2 0 0,17 28 0,3 10 0</inkml:trace>
  <inkml:trace contextRef="#ctx0" brushRef="#br0" timeOffset="7">24329 10436 7831,'-12'17'873,"5"-3"0,-2 0 1,3-6-1,1 2 0,-2 0 264,0 3 0,4-1 1,-2 0-1,1 1 1,0-1-1967,1 0 1,2 1 0,2-1 828,3 0 0,8-5 0,7-1 0</inkml:trace>
  <inkml:trace contextRef="#ctx0" brushRef="#br0" timeOffset="8">24292 10719 7800,'-1'12'206,"-2"2"0,-2 1 1,-1 1-1,0 1 815,-1 0 1,4-3-1,-1 4 1,1-2-1,0 1 1,-1-2-441,2-2 1,0 0-1,2-1 1,0 0-582,0 1 0,11-7 0,3 0 0</inkml:trace>
  <inkml:trace contextRef="#ctx0" brushRef="#br0" timeOffset="9">24268 11162 7795,'-7'16'0,"-3"1"0,-2-2 1006,1-2 0,6-2 0,-2-1 0,1-2 0,4 2 378,0 0 0,4 3-1384,2-1 0,14 6 0,8 1 0</inkml:trace>
  <inkml:trace contextRef="#ctx0" brushRef="#br0" timeOffset="10">24268 11482 7785,'-12'12'591,"-1"2"1,2 2 0,2 3-1,1 2 1,-1-2 485,2-1 1,-2-1-1,5-2 1,0 2 0,0-2-2391,-1-1 1313,1-2 0,15-5 0,3-2 0</inkml:trace>
  <inkml:trace contextRef="#ctx0" brushRef="#br0" timeOffset="11">24206 11814 7785,'-4'14'395,"-1"1"0,-2 2 0,-3 1 0,-1 1 895,-1 1 0,4 0 1,1 3-1,0-1 1,2-3-1,-1 0-1774,4 1 0,0-5 0,4 1 1,2-4-6327,4-3 6810,-3-4 0,12-16 0,-4-3 0</inkml:trace>
  <inkml:trace contextRef="#ctx0" brushRef="#br0" timeOffset="12">24108 12245 7785,'-8'8'575,"1"0"1,0 2 370,0 1 1,4 1-1242,-1 0 295,3 1 0,17-18 0,5-3 0</inkml:trace>
  <inkml:trace contextRef="#ctx0" brushRef="#br0" timeOffset="13">24108 12528 7785,'-12'0'600,"-1"1"0,2 3 1,3 4-1,4 3-15,3 2 0,1 3 0,0 2 0,1 1 0,2 3 0,2 1-2044,2 2 1,-3-1 1458,4 1 0,-10 16 0,0 4 0</inkml:trace>
  <inkml:trace contextRef="#ctx0" brushRef="#br0" timeOffset="14">24120 12946 7785,'-12'18'226,"-2"-4"1,-1 3-1,-1 0 2359,1-1 1,5-1-2586,2-7 0,11-13 0,-2-9 0</inkml:trace>
  <inkml:trace contextRef="#ctx0" brushRef="#br0" timeOffset="15">24083 13094 7785,'-12'18'899,"-4"-3"0,-1 4 1,2-1 523,1-3 0,3 2 1,2-2-1,2-2 1,2-4-1713,2 1 1,3-3 288,4 1 0,8-16 0,7-1 0</inkml:trace>
  <inkml:trace contextRef="#ctx0" brushRef="#br0" timeOffset="16">23886 13094 7785,'-5'-8'3463,"-3"1"-1932,-3 1 0,4 4 0,1 6 0,2 4 0,0 4 1,1 3 174,2 2-2010,1 10 1,1-7 0,4 11-1,3-3 1,3 2 0,1 2-1,0 2 1,1 2 0,-1 0-449,0 1 0,1-1 1,-1-2-1,2-2 0,-1-4 1,1-4 1030,-3-7 249,-7-3 0,7-7 0,-4-4 0,1-8 0,0-8 0,3-12 0,4-12 0,6-9 0,2-8 514,1-2 0,0 4 1,-2 2-1,-3 7 1,0 11-1,-1 4-4469,-1 4 3080,0 10 0,-9 2 347,0 8 0,-32-9 0,-5-6 0</inkml:trace>
  <inkml:trace contextRef="#ctx0" brushRef="#br0" timeOffset="17">25868 8171 7925,'-13'0'1038,"1"0"1,1 2 0,3 3-1,4 6 1,2 7 63,2 5 1,2 0 0,2 12 0,4 3-1,3 7 1,1 7 451,1 5-1409,-7 9 0,4-3 0,-6 4 0,-1-1 0,-2-1 0,-2-3 1,-3-8-1,-3-10 0,-1-10-684,0-9 0,1-2 0,-3-8 0,3-2-3025,2-4 0,1-8 3564,4-1 0,11-27 0,2-13 0</inkml:trace>
  <inkml:trace contextRef="#ctx0" brushRef="#br0" timeOffset="18">25818 8725 7945,'-12'0'6580,"0"0"-5188,5 0-872,7-5 0,7 3 0,5-3 0,2 1 1,2-2-1,5 1 0,1-2 0,-1 1 0,1 0 538,4-1 0,-1 0 0,4-3 0,-3 4 0,-2 0 0,1 2-1171,-1-2 0,1 5 0,-2-3 1,-1 3-1,-3 1 0,-1 0-1144,-3 0 0,-1 1 0,-2 2 0,-1 2 0,-1 1 0,-4 1-4301,0-1 5558,-2-3 0,-26 8 0,-5-4 0</inkml:trace>
  <inkml:trace contextRef="#ctx0" brushRef="#br0" timeOffset="19">26225 8282 7955,'-6'-12'1049,"1"-1"0,-4 1 247,5 0 1,3 6 0,2 8 0,3 9 0,5 8-613,2 4 0,1 9 0,0 3 0,0 6 1,-1 4-1,-1 6 31,-2 5 1,-1 10-1,1 2 1,-2 0-1,-2-3 1,0-8-137,-1-8 1,-2-9-1,0-10-2152,3-4 1,-2-11-1145,2-15 0,-3-1 2717,-1-8 0,11 1 0,3-4 0</inkml:trace>
  <inkml:trace contextRef="#ctx0" brushRef="#br0" timeOffset="20">27135 8848 7856,'-7'-5'156,"-2"-2"0,3-4 1,1 1-1,-2 4 1,0-1-1,-2 0 980,-2-3 0,-3 5 0,-1 1 0,-3 4 0,-1 4 0,-3 5 794,-1 6-1810,4 5 1,-4 4 0,2 1-1,-2 1 1,0 1 0,1 3 0,2 0 718,3 0-809,0 5 1,10-5 0,3 2 0,4-4 0,4-6-1,7-7 1,7-4 132,7-3 0,6-7 0,-1-1 1,2-8-1,1-7 0,-1-6 734,1-2-896,-5-1 1,4-5 0,-6-1 0,-2 0 0,-1-2 0,-1 1 0,-2-2-470,-3 2 532,-4-5 0,-6 5 1,-3-8-1,-2 0 0,-2-2 1,-2 2-1,-2 4 128,-4 2 1,1 0 0,-1-2 0,0 2-57,1 4 0,-4 7 0,4 3 0,-1 1 139,0 3 1,4 6 0,-5 2-114,0 1 1,2 2-324,-1 4 1,1 2 0,-1 2 0,2 5 158,1 6 0,2 0 0,-4 7 0,2 3 560,2 2 0,0 9 0,1-1 0,-3 5 235,3 0 0,2 2 0,4 0 1,4 1-760,3-1 1,1-2-1,2-7 1,1-5-35,1-2 0,2-7 0,-3-2 0,2-3-796,-2-2 1,-6-4 0,-2 0 0,0 0-1663,0-1 0,-5 4 1,3-3-1,-4 3 2290,-1 2 1,-11-6 0,-3-2 0</inkml:trace>
  <inkml:trace contextRef="#ctx0" brushRef="#br0" timeOffset="21">27480 8885 10361,'-7'1'2729,"3"4"1,2 3 15,2 3-2324,0-4 0,-1 3 1,-2-1-1,-1 2 1,2 1-1,0 0 1,2 1-3820,0-1 1,0 0 3397,0 0 0,6-43 0,0-11 0</inkml:trace>
  <inkml:trace contextRef="#ctx0" brushRef="#br0" timeOffset="22">27504 8577 7856,'-12'0'309,"-4"-4"1,-1 0-1,2 0 1576,2-1 0,2 2 0,1-4 0,3 3-2244,2 5 1,5 5 0,7 6 358,3 0 0,44 28 0,-18-17 0,0 1 0</inkml:trace>
  <inkml:trace contextRef="#ctx0" brushRef="#br0" timeOffset="23">27787 8910 7856,'6'-13'318,"-5"1"0,5 0 0,-6-2 1,0-1 635,0-1 0,-2 1 0,-2 5 0,-4 3 1,-4 3-1,-3 5-241,-2 6 0,-3 6 0,2 3 1,0 6-1,0 4 0,3 3 789,2-2-1305,0 4 1,2-5 0,3 4 0,4-2 0,3-2 0,1-4 0,1-3-1,3-6 1,6-3 333,5-6 0,5-4 0,9-5 0,4-8 0,4-7 0,4-7 536,4-6-1166,3-3 1,-6-1 0,-3 2 0,-8 0 0,-4 3 0,-6-1 0,-5 0 0,-6 0 0,-3-1-86,-5-2 1,-4-2 0,-4-3 0,-1-3 0,-4-1 0,-2 0-1207,-4-1 1039,1 3 1,5 4 0,1 10 0,2 10 0,0 9 0,0 10 0,0 10 0,-1 9-35,3 10 1,-5 10 0,4 6-1,-1 5 1,1 2 0,1 1 944,4-1 0,0 3 0,2-2 0,0 0 674,0 2 1,7-11 0,4-2 0,5-9-1213,3-7 1,-2-3 0,2-9 0,0-2-1555,0-5 0,-4-4 0,2-3 1,-2-2 1531,1-2 0,20-41 0,-14 15 0,1 0 0</inkml:trace>
  <inkml:trace contextRef="#ctx0" brushRef="#br0" timeOffset="24">29043 8331 7845,'-13'-7'804,"5"1"0,0 3 0,0 0 0,1 6 0,1 9 0,2 11 1,0 10 599,1 7 0,2 9 0,1 10 1,0 5-1,0 6 0,0-33 1,0 0-977,0 2 1,0 0 0,6 25 0,0-4 0,3-11 0,-3-10 0,0-8-3494,-3-6 1018,-2-9 1,-1-5 0,0-11-1,0-7 2047,0-4 0,-16-28 0,-5-8 0</inkml:trace>
  <inkml:trace contextRef="#ctx0" brushRef="#br0" timeOffset="25">28735 8848 7820,'-1'-8'1026,"-2"0"940,-1-2 0,-4 3 0,3-1 0,4 0 0,5 1 2782,9 3-5052,4-3 1,13 6-1,3-3 1,3 2-1,2 4 1,2 0-1,2 3 304,2-3 0,17-11 0,-26 2 0,0 0 0</inkml:trace>
  <inkml:trace contextRef="#ctx0" brushRef="#br0" timeOffset="26">29313 8233 13148,'2'14'1478,"2"3"1,3 8-904,0 6 0,3 6 0,-1 4 0,0 6 1,1 5-1,-3 5 110,-2 3 1,-1 1-1,-4-4 1,-1-4 0,-3-5-1,-3-5 532,0-7 1,-3-12-1248,6-4 0,0-17 0,6-11 0,2-10 0,5-5 1,5-2-134,2 0 0,5-1 0,-3-1 1,1-2-1,1 3 0,1 3-831,-1 3 1125,1-1 1,-1 2 0,0 3 0,-3 3 0,0 5 0,-1 4 163,1 3 1,-1 12-1,-4 5 1,-1 7-1,-1 5 1,-3 2 62,-2 1 1,-1 2 0,-4 2 0,2-2 0,0-4 0,2-4-359,-1-5-2535,-2-2-2381,-1-6 1,0-6 4049,0-6 0,22-39 0,6-14 0</inkml:trace>
  <inkml:trace contextRef="#ctx0" brushRef="#br0" timeOffset="27">29953 8750 8547,'0'8'3581,"0"0"1,0 0-808,0 5-2393,0-1 0,0 0 1,0 1-1,0-1 1,0 0-1,0 0 1,0 1-860,0-1 0,4-4 0,1 0-2516,-3 2 1649,5-4 0,-4-1 0,5-5 1345,2 0 0,1-66 0,-5 25 0,0 0 0</inkml:trace>
  <inkml:trace contextRef="#ctx0" brushRef="#br0" timeOffset="28">30003 8430 7809,'-18'-6'908,"3"1"1,-4-5 0,1 3 122,3 2 0,-3-3 0,2 4 0,1 1-1352,1 2 0,6 7 0,1 5 0,1 6 321,4 2 0,27 4 0,14 2 0,2 4 0,0 1 0</inkml:trace>
  <inkml:trace contextRef="#ctx0" brushRef="#br0" timeOffset="29">30359 8688 7809,'-8'0'411,"0"0"1,-3 2-1,-3 0 814,-2 2 1,-6 6-1,2-2 1,-4 3-1,1 1 1,1 1 2663,2-1-3778,5 0 0,-2 5 0,10-1 0,9-1 0,9-3 1,9-3-1,8-4 0,6-1-299,5 0 0,5 5 0,5-4 0,-2 2 0,-5 2 0,-8 2-1145,-6 2 1279,-6-1 0,-17 6 0,-8 2 1,-12 4-1,-13 0 0,-12 1 0,-8-2 1,-2-2-1,2-5-278,5-2 0,6-3 1,6-2-1,6-2-6065,8-2 6397,14 0 0,28-19 0,17-11 0,5 1 0,0 0 0</inkml:trace>
  <inkml:trace contextRef="#ctx0" brushRef="#br0" timeOffset="30">30950 9119 7785,'-12'0'2108,"-1"0"0,3-1 0,0-2 0,2-3 349,-2-1 1,-1 3-1,-1-4 1,0-1-801,-1-2-1657,7 4 0,38 7 0,16 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0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88 234 7757,'-15'-5'426,"1"0"0,4-4 616,0 4 0,5-2 296,-4 2 291,6 4-748,-10-6-331,11 1-443,-5 4 1,9-4 252,3 6-99,-3 0 0,6 0 255,-3 0 167,-4 0-414,6 0 1,-3 1 106,1 4 1,0-1-137,-5 5 1,5 1-25,0 5 1,0 1-173,-5 3 0,5-1 115,-1 6 0,1 1-76,-5 4 0,5 1-54,0 5 1,2-3-169,-3 7 1,-2 0 14,3 4 1,1 4-141,-1-3 1,0 1-7,-5-11 0,5 0 107,0-4 0,1-3 16,-1-3 0,-3-2 11,3-8 134,3-6 1,-5-1-25,7-7 1,-5 0 14,4 0 0,-4-12 22,5-2 0,-5-11 110,4 1 1,1-3-341,5-3 1,-6 0 65,1-4 0,0 3-92,4-3 0,-4 5 39,0 4 0,-5 0 107,4 5 0,-4 2-190,5 9-19,-7 2 242,10 7 1,-6 7 26,2 2 0,3 6 30,-7 4 0,6-1-53,-1 6 0,3-1 176,1 1 0,1 2-56,-1-6 0,1 4 71,0-5 1,1 6 4,3-6 1,-3 1 21,4-6 1,1-4-64,-2 0 0,6-7 97,-6 2 1,0-4-151,-4-1 0,0 0 17,-1 0 1,1-1 63,-1-4 0,-1-3-53,-3-7 0,1 1 4,-6-1 1,2-6 4,-2-3 1,-4 1-12,4-1 1,-3-1 30,-2-4 1,0-5-15,0 0 1,-7-5-1,-3 5 0,-3-6 0,-1 1 0,-1-3-80,1-2 0,-2 5 81,-4 0 1,4 5-60,-4-4 1,-1 5-81,2-1 1,0 5-200,4 5 1,0 3-72,1 6 1,4 5-961,0 1-1787,7 5 2275,-3-2 0,7 11-1840,4 0 2637,-3 6 0,43 29 0,4 15 0</inkml:trace>
  <inkml:trace contextRef="#ctx0" brushRef="#br0" timeOffset="556">875 482 7811,'0'14'0,"0"1"1134,0 0 68,0-1 235,0-6-941,7-1 0,-4-7 500,7 0-550,-1 0 1,6 0 194,-1 0-265,1 0 1,0-2-108,-1-3 1,1 2-32,-1-7 1,-4 6-38,0-6 0,-2 5 0,2-5 1,1 0-75,-6-4 0,1-1-140,-1 1-452,-3-1 1,9 1 290,-6-1 1,0 0-1134,-5 1 939,0-1 1,-5 1-87,0-1 1,-6 7 67,1 3 1,2 4-28,-2 1 0,-4 0 145,-6 0 1,1 6 66,4 4 1,-1 4 76,-3 6 1,2-2 148,-2 6 0,3 0 318,1 5 0,1-3-228,-1 3 1,2-3 385,3 8 0,4-3-223,6-2 1,0 5 418,0 0 0,0-1-176,0-9 1,6-3-26,4-6 1,8-2 11,1-4 0,7-2 57,-2-7 1,-1 0 148,1 0 0,1-2-268,4-3 1,3 2-225,-3-7 1,4 2-7,-9-1 0,2-3-937,-2 7 1,4-4-342,-4 4 1,-3-2-933,-1 2 0,1 4 777,-2-4 1217,1 3 0,-12-11 0,-2-3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73 890 7707,'-14'0'0,"4"4"1461,0 1 0,2 7-668,-2-3 1,-1 6 57,6 4 1,0 4-356,5 6 0,2 8 282,3 7 0,3 1-311,6 9 1,1-2-95,0 1 1,2 2-618,-2-6 1,3 4 224,-8-4 0,-2-7-832,1-8 1,-5-5 465,0-4 1,-4-1-1744,-4-10 0,-5 3 249,-5-13 1879,-1 1 0,-25-50 0,-7-12 0</inkml:trace>
  <inkml:trace contextRef="#ctx0" brushRef="#br0" timeOffset="394">44 1079 7215,'0'10'-406,"0"-1"0,0-4 2081,0 5-1049,0-7 1,-2 9 135,-2-8-58,2 1-461,-5-5 0,6 0 160,-4 0 1,3-1 40,-3-4 1,4-5 61,1-9 1,0 1-85,0-6 1,0-1 134,0-4 1,5 0-92,0 0 0,6-2-128,-1-3 0,4 2-257,6-7 1,-3 5 22,8-5 1,1 0-79,8-5 1,-2 9-27,7 5 1,0 3-317,5 8 0,-7 6-86,-3 8 1,-7 5-405,-7 5 1,-2 9 255,-14 10 1,-7 10 138,-11 5 1,-9 3-28,-11 2 1,2 0 122,-7 0 1,1-1-351,0 1 1,-3-8 122,7-7 0,2-2-8,7-7 1,1-1 11,10-4 538,2-7 0,32-21 0,4-11 0</inkml:trace>
  <inkml:trace contextRef="#ctx0" brushRef="#br0" timeOffset="694">569 1021 7707,'0'14'-979,"-7"-6"2704,-1-1 0,-6-7-495,-1 0 1,5-7-162,1-2 1,4-11-457,-5-4 1,7-4 78,-2-1 0,5 0-329,5 0 0,3-5-123,7 0 0,1 5-369,3 4 1,4 8 166,6-3 1,0 4-1335,0 1 1,0 7-249,1 3 1,-1 4-550,0 1 1,-2 1 2092,-2 4 0,2 3 0,-4 7 0</inkml:trace>
  <inkml:trace contextRef="#ctx0" brushRef="#br0" timeOffset="936">860 787 7707,'-14'17'0,"-1"2"0,1-3 1143,-1 4 1,2-2-494,3 1 1,-1-3 252,6 4 1,0 1-407,5-2 1,2 1-111,3-6 1,8-4-90,6 0 1,7-7 34,-2 2 1,4-10-82,1-5 0,5-4 92,0-6 0,-5 2-297,-4-6 0,-3 0 63,3-5 1,-11-1 72,-9 1 0,-3 5 22,-2 0 1,-7-1-542,-3-4 0,-4 6-311,-6 4 0,3 9-602,-8 5 0,3 4 471,-3 1 0,-1 1-260,7 4 1,0 8-1382,4 7 2419,7-1 0,8 28 0,8 8 0</inkml:trace>
  <inkml:trace contextRef="#ctx0" brushRef="#br0" timeOffset="1286">1298 846 7707,'-8'0'4863,"-5"0"-4043,11 0 0,-4 1-342,6 4 0,1 3-150,4 7 1,3 1-3,7 4 0,4-1-120,1 10 0,1-3-131,-2 8 1,-8 3 71,4 2 1,-5 3 42,-1 2 1,-4 0-17,-10 0 0,-9-1-71,-10 1 1,-10-2-295,-5-3 1,-5 0 123,-5-10 0,4-5-516,-4-14 0,4-3 296,1-7 1,4-13-875,6-7 0,3-6 17,16-3 1,-1-7-279,11-2 0,1-5 1422,4 0 0,25-20 0,8-6 0</inkml:trace>
  <inkml:trace contextRef="#ctx0" brushRef="#br0" timeOffset="1477">1166 408 7707,'-16'-4'0,"-3"-1"0,3-7 922,-4 3 1,4 1 1242,1-2 0,1 2-774,-1-2-654,7 4-720,2 6 1,7 0 74,4 0 1,3 6-3090,7 4 0,6 3 2997,3 1 0,23 27 0,7 6 0</inkml:trace>
  <inkml:trace contextRef="#ctx0" brushRef="#br0" timeOffset="1844">1560 860 7707,'2'15'0,"3"0"0,-4-6 1647,4 1-634,3-7-148,0 4 0,7-7-329,-1 0 0,1-2-131,0-3 0,4-5-197,0-9 1,6 1-113,-6-6 0,2 0-79,-1-6 0,-4-4 75,3 0 1,-9 2-142,-5 8 0,-4-2 50,-1 6 1,-6 3-639,-4 7 1,-11 5 125,-8 10 0,-2 5-74,-8 9 1,2 9 308,-2 6 1,5 6 63,10-1 1,3-3 464,6-2 0,2 3-200,4 2 1,2-5 954,7-5 0,7-2-473,2-7 1,6 3 570,4-9 1,4 2-510,6-11 0,0 0-362,1-5 1,4 0-491,0 0 1,0-5-576,-5 0 1,2-6-1842,3 1 2671,-4-3 0,12-53 0,-4-13 0</inkml:trace>
  <inkml:trace contextRef="#ctx0" brushRef="#br0" timeOffset="2492">2245 758 7707,'21'0'0,"-1"-6"-58,-1-4 0,1-1-117,-11 1 0,-2-3 1260,-2 3 1,-4-3-461,-1-1 0,-1-1 222,-4 1 0,-3 6-344,-7 3 0,-1-2-392,-4 2 1,-2 1-183,-7 4 1,4 8-231,1 6 0,0 2 150,-5 9 0,-1 4-210,1 5 0,5 2 133,0-2 1,8-4 1,1 4 0,2 2 294,8-2 0,0 5-65,5-5 1,7 0 796,2-5 1,6-1-38,4-4 1,4-5 117,6-9 1,7 1-375,3-6 1,3-2 23,2-7 0,1-6-623,4-10 0,-4-1 131,4-3 0,1-3-1375,-2 2 1,-6 3 337,-8-3 1,-4 6-191,-6-5 0,2 4 1188,-7-4 0,-19-13 0,-9-9 0</inkml:trace>
  <inkml:trace contextRef="#ctx0" brushRef="#br0" timeOffset="2817">2755 15 7707,'9'-2'2854,"-5"-3"-1116,-2 4-1105,-2-6 0,0 15-30,0 7 1,0 8-74,0 11 0,0 9 107,0 11 1,0 11 92,0 8 1,0-1-420,0 6 0,0-3-125,0-2 1,0-7 18,0-3 1,0-6-634,0-9 0,0-5-189,0-14 0,0-7-617,0-2 1,0-4-990,0-1-1038,0-7 184,0-2 3143,0-19 1,-6-22 0,-3-19-1</inkml:trace>
  <inkml:trace contextRef="#ctx0" brushRef="#br0" timeOffset="3027">2624 569 7707,'7'14'178,"-6"-6"1,7-1 1099,-3-7 0,-1 0-567,5 0 1,1 0 192,5 0 1,1 0-410,3 0 0,-1 0-650,6 0 1,-4 0-371,4 0 1,-1 0-588,1 0 0,4 6 531,-4 4 0,-1 3 581,1 2 0,0 6 0,5 1 0</inkml:trace>
  <inkml:trace contextRef="#ctx0" brushRef="#br0" timeOffset="3269">3178 613 7707,'-10'14'341,"1"1"1,6-6 500,-2 1 1,1-2 38,0 2 0,2 3-371,-3-3 0,3 3-231,2 1 1,0 1 131,0-1-566,0 1 0,5-1-163,0 1 0,0-5-374,-5-1 1,0-4-402,0 5-1205,7-7 856,-6 10 1442,6-11 0,-14-47 0,-1-20 0</inkml:trace>
  <inkml:trace contextRef="#ctx0" brushRef="#br0" timeOffset="3461">3091 277 7707,'-20'-19'524,"1"-1"0,1 1 744,8 4 0,-1 1-610,6-1 1,0 1 87,5-1-1374,0 7 1,8-3 442,7 6 1,4 2-1326,6 7 1,2 4 1509,-2 7 0,41 51 0,-27-26 0,0 0 0</inkml:trace>
  <inkml:trace contextRef="#ctx0" brushRef="#br0" timeOffset="3869">3455 671 7707,'0'14'-802,"0"1"1,5 0 1427,0-1 1,0 6-155,-5-1 1,0 0-60,0-4 0,0 1-156,0 4 0,-2-4 384,-3 3 1,4-7-143,-4-3 0,2-1 506,-2 2-374,3-3-274,-4-7 0,6-4-58,0-5 1,0-3-95,0-12 1,6 0-78,4-5 0,3-5 43,1 0 1,1-5 58,-1 5 0,3 0 47,2 5 1,-3 6 107,4 3 1,1 1-18,-2 4 1,6-1 122,-6 11 0,0 2-294,-4 8 0,0 5 8,-1 9 1,-4 4-171,0 6 0,-6 7 114,6 2 0,-7-2-699,2-2 0,-1 0-262,0-5 1,-2 2-2062,3-11 1176,-4 5-199,6-8-1149,-5 4 3045,11-13 0,8-28 0,9-12 0</inkml:trace>
  <inkml:trace contextRef="#ctx0" brushRef="#br0" timeOffset="4434">4169 642 7214,'15'0'875,"-7"0"1,-1-2 1096,-7-3-952,0 4-634,0-6 1,-7 7-133,-3 0 1,2 0-26,-1 0 0,-1 2 14,-5 3 0,1 3 0,-1 6 1,2 6-17,3-1 0,-2 5 0,2-4 0,3 6-191,2-2 0,-1-1 113,1 1 0,0-6-137,5 1 1,2-7 86,3-3 1,-2-5-15,7 0 0,-1-4-12,6-4 0,0-4-32,-1-7 1,2-4 28,4-1 1,-9 1 9,4 4 0,-4 2-85,4 3 0,-1 4 103,1 6 1,-1 0-184,1 0 1,0 6 30,-1 4 0,-1 5 169,-3 4 0,6 9-135,-6 6 0,6 6-150,-6-1 0,-2 3 130,1 2 1,-4 0-89,5-1 1,-7-1 165,2-3 0,-10 7 15,-4-7 0,-11 4-118,-4-9 1,-7 5 51,-8-5 1,-1 0 119,-14-5 0,1-6-19,-6-4 1,1-9 505,0-5 1,0-3-337,-1-2 0,1-7-142,0-3 0,7-2-143,8-3 0,5-4-224,9-1 1,11 5-1051,4 6 1,9-1 613,0-5 0,3-1-1336,2-3 0,7 1 2023,3-6 0,7-28 0,5-11 0,1-9 0,1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6.6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146 15 7724,'14'0'-1244,"1"0"747,0-6 3934,-7 4-2233,-2-4 1,-6 17-274,0 4 0,0 16-489,0 3 1,0 8-51,0 6 1,5 11 13,0 9 1,5 8-146,-6 2 0,1-7-225,-5-8 0,0-5 69,0-4 0,-1-6-593,-4-9 1,3-10-132,-3-9 0,2-9-554,-2-1 1,4-5-696,-4 4 1868,3-5 0,-4-11 0,-2-9 0</inkml:trace>
  <inkml:trace contextRef="#ctx0" brushRef="#br0" timeOffset="243">0 497 7724,'5'-10'1519,"0"0"0,0 5 123,-5-4 640,6 5-1674,2-9 0,8 12-706,4-4 0,-4 3-68,3 2 0,4 0-153,1 0 0,4 2-301,1 3 1,0-2-1706,0 7 2325,1-1 0,44 12 0,12 2 0</inkml:trace>
  <inkml:trace contextRef="#ctx0" brushRef="#br0" timeOffset="501">525 497 7737,'-15'8'0,"-4"5"567,-1-4 0,-4 4 800,5 2 0,1 4-646,8 1 0,4 4 61,6-5 0,1 6-389,4-6 0,5 1-14,9-6 1,4-1-77,6-3 1,5-4-64,0-6 0,5-6 65,-5-4 0,5-4-64,-5-6 0,5-7-188,-5-7 1,-5-2 13,-5 2 1,-8-2-93,-1-3 1,-2-1-6,-8 6 1,-2 0-217,-8 5 1,-9 6-718,-11 4 0,-7 4 473,-2 5 0,-5 5-377,5 10 1,0 8 257,5 7 0,1 4-881,4-5 1,3 6 1489,6-6 0,20 14 0,5-3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1.1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15 788 8123,'0'15'907,"-5"-6"-637,0 1 0,0 0-156,5 4 1,0 3 941,0 2 0,0-1-411,0 6 0,2 0-240,3 6 0,-4-1-199,4 0 1,2-2-137,-2-2 1,1 1-41,-1-7 1,-3 0 272,2-4 356,-2-7-264,-2-1-308,0-20 0,-5-8 24,0-13 1,-1-7 30,1 2 1,3-8 87,-2-1 1,2-1-4,2 5 0,6 1 80,4-1 0,3 2-106,2 3 0,-1 3-332,1 7 0,4 6 128,1 4 1,6 9-1027,-2 5 0,2 4-148,-2 1 0,4 6-645,-4 4 0,7 5 1822,-2 4 0,10 10 0,-8 8 0</inkml:trace>
  <inkml:trace contextRef="#ctx0" brushRef="#br0" timeOffset="427">438 817 7748,'0'15'257,"0"-1"32,0 1 0,-5-1 255,0 1 1,0-5 554,5 0 1,7-7-118,2 2 0,4-4-469,2-1 0,-1-1-37,1-4 1,4-3-61,1-7 0,4 0 47,-4 1 1,1-6-196,-2 1 0,-3-5-223,4 4 1,-6-6 39,-4 2 1,3 1-187,-3-1 0,-4 5-268,-1-6 0,-3 6 221,-2-5 1,0 6-537,0-2 0,0 9 274,0 1 1,-7 7-163,-3-2 0,-3 4-83,-1 1 1,-2 8-143,-4 6 1,-1 7 441,-3 9 1,-4 0 130,4 4 0,-2-1 381,2 6 1,-2-5-185,7 4 1,-1-5 698,6 1 1,4 2-388,0-2 1,7-2 1061,-2-8 0,10 2-411,5-6 1,3-3-334,1-7 1,6-3-211,-1-7 1,7 0-27,-2 0 0,2-5-760,-2 0 1,4-6 300,-4 1 1,-1-5-1649,1-4 0,-4 3 221,4-4 1519,-6 4 0,9-25 0,-4-6 0</inkml:trace>
  <inkml:trace contextRef="#ctx0" brushRef="#br0" timeOffset="860">1035 642 7741,'13'-1'0,"-3"-4"867,3 3-262,-11-11 1,6 7 852,-3-4-928,-4-3 1,6 10 12,-7-7 0,-7 7-360,-3-2 0,-4 3 26,-6 2 0,3 7-78,-8 3 1,1 3 77,-5 1 0,5 1 32,-1-1 0,6 6 19,-5-1 1,7 1 102,3-6 1,-1-1-196,5-3 1,4 3-87,1-4 1,4 0 224,1 0 1,6-1-99,4 2 0,9-3 19,5-7 1,6 4-20,4 1 1,-4 2-51,4-2 1,2-4-35,-2 4 1,0 2-143,-5-3 1,-6 6 9,-4-5 0,-2 6-198,-3-1 0,-6 3-234,-3 2 1,-10-1 191,-4 1 0,-13 4-180,-7 1 1,-6-1 145,-9-4 1,-5-6 47,1 1 0,1-7-38,8 2 1,3-3-150,7-2 0,2 0 57,2 0 1,9-5-146,6 0 1,7-1-191,-2 1 0,5 2 698,5-7 0,42-32 0,16-13 0</inkml:trace>
  <inkml:trace contextRef="#ctx0" brushRef="#br0" timeOffset="1226">1371 176 6109,'8'0'7984,"-2"0"-7344,-6 0 0,0 1-42,0 4 1,0 3-220,0 7 1,0 4 45,0 1 0,0 12 63,0 2 1,0 8 102,0 7 1,2 8-108,3 6 0,-4 5 56,4-5 1,-3 0-630,-2-5 0,0-6 130,0-3 1,1-15-758,4-5 1,-3-10 286,3 1-3006,-4-4 821,-1-8 443,0-1 1188,7-14 1,-6-1 982,4-6 0,-10-46 0,-3-12 0</inkml:trace>
  <inkml:trace contextRef="#ctx0" brushRef="#br0" timeOffset="1435">1327 642 7734,'0'-8'3423,"0"0"-1814,0 3 485,0 4-840,0-12-883,0 11 0,6-6-312,4 3 1,3 3 39,2-2 1,4 2-1205,1 2 1,7 0-110,2 0 0,0 0-2194,5 0 3408,4 6 0,25 9 0,13 8 0</inkml:trace>
  <inkml:trace contextRef="#ctx0" brushRef="#br0" timeOffset="1777">1779 759 7718,'0'14'124,"0"1"0,0-5 650,0-1-167,0 1 0,0 5 171,0-1-418,0 1 0,0-1-115,0 1 1,-2-2 514,-3-3-109,4-4-260,-12 1 1,6-7-101,-2 0 0,-3-7 126,7-7 0,-4-7-203,4-4 1,0-2-9,5-2 1,0-1-7,0 1 1,6 2 5,4 2 1,-2-2-88,2 3 1,0 3-100,4 1 1,1 6-264,-1 4 1,1-1-296,0 6 1,-1 0-587,1 5 1,-1 1-80,1 4 0,3 3 527,-4 7 0,4-2-1637,-8-3 2313,-4 3 0,20-18 0,-2 3 0</inkml:trace>
  <inkml:trace contextRef="#ctx0" brushRef="#br0" timeOffset="1986">2041 613 7718,'8'15'1057,"5"-1"1,-11 1 353,3-1-498,-4 1 1,-1 0 322,0-1-863,0 7 1,0-5-531,0 4 0,2-4 165,3-1 1,-4-1-13,4 1-455,-3-1-976,-2 1-301,0-1-1107,0-5 1271,0-3 1572,0-6 0,-7-58 0,-1-15 0</inkml:trace>
  <inkml:trace contextRef="#ctx0" brushRef="#br0" timeOffset="2169">2100 103 7718,'-23'-10'1995,"3"0"0,4 7-693,2-2-93,-1-3-1037,0 7 131,7-6-1682,2 7 0,12 7 859,4 2 1,3 4 519,2 2 0,51 51 0,-26-26 0,-1 0 0</inkml:trace>
  <inkml:trace contextRef="#ctx0" brushRef="#br0" timeOffset="2594">2566 642 7692,'13'-9'-440,"-3"-1"1,-4 5 2495,-6-5-707,7 7 352,-6-10-1240,6 5 1,-9-7 26,-3 1 0,2 4-348,-7 0 1,5 1 22,-4-6 1,4 5-288,-5 1 1,2 4 163,-2-5 0,-3 7-517,4-2 1,-4 5 97,-2 5 1,1 3-139,-1 6 0,-4 6 141,-1-1 1,1 7-15,4-1 0,2 2 641,3 2 0,-3 0-183,4 1 1,2-8 788,2-2 0,4-4-394,1-2 1,1-1 571,4-3 0,8 1-279,7-6 0,1 0-105,-2-5 1,-1 0-250,6 0 1,-6 0-150,1 0 1,3 0-684,-3 0 1,2 0 347,-2 0 1,-2-1-1926,2-4 0,2 1 2007,-1-5 0,6-20 0,-4-10 0</inkml:trace>
  <inkml:trace contextRef="#ctx0" brushRef="#br0" timeOffset="3242">2887 15 7677,'-10'-4'2261,"0"-1"-874,1 0-384,-6 5 1,2 1-388,3 4 0,4 5-252,6 9 1,0 6 170,0 9 1,5 10-153,0 9 0,6 10 90,-1 5 0,3 8-244,1 2 1,1-2-32,-1-8 0,-4-5-185,0-9 0,-2-10-237,2-10 0,1-10-665,-6-5 0,0-7 30,-5-3-824,0-5 646,0 2 1,0-8-245,0-2 0,-5-5 760,0-5 521,0-1 0,-21-25 0,-6-7 0</inkml:trace>
  <inkml:trace contextRef="#ctx0" brushRef="#br0" timeOffset="3559">2741 511 7677,'-8'0'4869,"-5"0"-4351,11 0 0,-3 0 107,10 0 1,5 0-318,9 0 1,4-5-156,6 0 1,2-4-377,3 4 0,-3 0-533,3 5 1,1-5-1058,-1 0 0,0 0 80,-4 5 1733,-1 0 0,6 7 0,3 1 0</inkml:trace>
  <inkml:trace contextRef="#ctx0" brushRef="#br0" timeOffset="4192">3266 701 7677,'8'0'240,"5"0"0,-10 0 388,7 0 0,-5 0-115,4 0 0,-4 0 68,5 0 1,-5 0-253,4 0 0,1 0-127,5 0 1,4 0 19,1 0 1,-1 0-21,-4 0 0,4-5 26,1 0 0,4-6-26,-5 1 1,1 2-167,-6-2 0,1 0-16,-1-4 1,1-1-158,0 1 0,-6-1 8,1 0 0,-7-4-77,2-1 1,-3-1-190,-2 2 1,0 3 154,0-4 0,-2 4-62,-3 2 0,-3 5 71,-6 5 1,-6 2-363,1 2 0,-7 2 100,1 2 0,-2 6 8,-2 10 1,0 2 260,-1 7 1,-2 1 126,3-1 1,-3 5 161,7 0 0,4 1-107,2-1 0,3 2 627,1 3 1,7-3-306,3-7 0,3-2 368,2-2 0,7-4 79,3-7 1,4-4 194,6 0 0,1-7-374,3 2 0,4-4 61,-4-1 0,3-4-499,2-1 1,-4-5 46,-1 5 0,0-5-1493,6 6 0,-6-3-95,0 2 0,0 4 1431,6-4 0,-1-16 0,0-4 0</inkml:trace>
  <inkml:trace contextRef="#ctx0" brushRef="#br0" timeOffset="4819">3965 642 7677,'-14'0'53,"-1"0"0,6 5 149,-1 0 1,0 0 602,-4-5 1,4 5 366,0 0-127,0 6-719,-4-3 0,1 7-107,3-1 1,4 1 75,6-1 1,0 1-94,0-1 1,0 1-176,0 0 1,1-1 116,4 1 1,3-2-12,7-4 1,-1 4 27,1-3 0,4-3-13,1-3 1,4-2 38,-4-2 1,4 0 17,-5 0 0,7-2-34,-1-2 1,2-5 0,2-5 1,-4-2-309,-1-4 0,0-1 112,5-3 1,-1-4-295,-4 4 0,-3-3 45,-6-3 1,3 1-70,-4 0 0,7-2 175,-11-3 0,1-1 77,-6-4 0,-3-3-171,3 3 1,-5-8 35,-5-2 0,1 2-44,-5 8 0,-1-1 87,-5 6 1,-1-3-73,-3 7 0,3 5 142,-4 10 1,4 7 64,1 3 1,-4 3-40,0 2 0,-6 9 139,6 5 1,-2 2-7,1 9 0,3 1-83,-8 8 0,9-4 364,1 4 1,2 4-154,9 0 1,-1 9 482,5 2 1,0 1 89,0-1 1,3-2 323,7 6 1,1-1-456,13 2 0,1-11 83,4-9 0,5-3-371,0-2 1,0-1-128,-5-4 1,-1-5-266,-4-9 1,-3 2 105,-7-8 1,1 1-676,0-5 1,-6 0 100,1 0-2690,-7 0 1975,10 0 0,-6-1 47,2-4 1199,4-3 0,-4-46 0,5-9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8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392 671 7736,'10'0'-68,"0"0"51,-7 0 76,10 0 0,-10 0 364,7 0 374,-7 0-51,3 0 171,1 0-73,-5 0-272,4-6 1,-6 3-100,0-7 1,0 5 54,0-5 1,0 5 404,0-4-590,0-1 0,0-5-158,0 1 1,-2 4 139,-2 0-263,-5 1 1,-5-4 56,-1 3 0,1 2-139,-1 3 1,1 3-7,-1-3 1,-4 4-291,-1 1 0,-4 0-104,4 0 0,-6 1 180,2 4 0,1 2-41,-1 3 0,5 4 32,-6 1 0,6 1-19,-5 8 1,6-4 83,-2 4 0,4 0 52,2 5 1,6 5 30,3 0 1,-2 0 131,2-4 0,2-3-26,8-3 1,3 2 104,7-6 0,1-2 141,3-9 1,-1 3-130,6-7 0,-1-1 199,1-4 1,4-1-86,-4-4 1,-1-3 27,1-7 0,-6 1-34,1-1 1,-2-1 43,-3-4 1,-1-2 0,-3-7 1,1 1-90,-6 4 0,0-2-129,-5 6 1,0-4 274,0 5-418,0-1 180,0 6-292,0 6 0,0 3 52,0 10 0,0 3 55,0 6 1,2 6 139,2-1 0,0 2-10,5-1 0,-4-4 358,5 3 0,-5-3-142,5-1 0,-2 0 108,1-1-211,4 1 0,-9-6-948,5 1-460,-5-7 99,8 4 0,-8-7-298,5 0-455,-5 0 1910,9 0 0,8-20 0,9-4 0</inkml:trace>
  <inkml:trace contextRef="#ctx0" brushRef="#br0" timeOffset="359">625 730 7794,'8'14'1429,"-1"1"-989,-7-1 1,0 1 137,0-1 1,0-4-69,0 0 0,0 0 225,0 4-341,0 1 1,0-1-121,0 1 1,0-5-55,0-1 0,0-4 220,0 5 1,0-7-149,0 4-248,0-20 0,0-4-183,0-12 0,-5 0 131,0 0 0,0 0-36,5 0 0,0-4 96,0 4 1,5-6 128,0 10 1,6-4-140,-1 10 0,0-1-156,4 6 0,-2-1-211,7 0 1,-1 7-467,1 3 0,-1 5-140,7 5 0,-6 3 383,5 7 1,-4 0 547,4-1 0,0 20 0,5 5 0</inkml:trace>
  <inkml:trace contextRef="#ctx0" brushRef="#br0" timeOffset="775">1034 715 7787,'-2'13'59,"-3"-3"1403,3 3-517,-4-5 453,6 0-968,0 5 1,2-12 14,2 4 0,0-5 5,5-5 0,-1 2 73,2-7 1,3 1-280,-3-6 0,-2 1-62,2-1 0,-5 0-177,4 1 1,-1-6 83,2 1 0,-3-1-187,-7 6 1,0-1 109,0 1 1,0-1-621,0 1 1,0-1 161,0 0 0,-2 7-20,-3 3 1,-3-1 45,-7 1 1,4 0-158,-3 5 0,2 8 393,-7 7 1,3 1-31,1 8 0,0 2 275,1 8 1,-1 4-72,1 5 0,4 1 575,0 0 0,7-5 36,-2 0 0,3-7 288,2 2 1,7-5-356,3-5 0,4-7 68,6-8 0,-4-5-35,3 0 1,4-2-168,1-2 1,-1-6-501,1-4 0,-4 2 125,4-2 1,-1 0-1199,1-4 1,2 4 587,-7 0 1,6 5 584,-6-4 0,13-20 0,-1-10 0</inkml:trace>
  <inkml:trace contextRef="#ctx0" brushRef="#br0" timeOffset="1150">1369 671 7787,'0'15'0,"0"-5"853,0-1-335,0 1 1,0 5 561,0-1-605,0 1 1,5-1 81,0 1 1,-1-1 30,-4 1 0,0 4 175,0 1 78,7-1-298,-6-4 95,6-1-375,-7-5 1,0-9 99,0-10 0,0-10-182,0-4 0,5-10-66,0-5 1,11-3-128,-2-2 1,9 2 89,-3 3 1,5 4 110,0 6 1,1 4-51,-2 1 0,4 13-20,-4 1 0,-3 8 65,-2 7 0,-2 10 140,-3 9 0,-4 4-90,0 1 1,-7 5-8,2 0 0,-4 1-604,-1-1 0,0-4 256,0-1 0,0-2-997,0-7 1,0-6 524,0-4 1,0-5-2968,0 5 794,0-7 2766,0-10 0,13-41 0,3-22 0</inkml:trace>
  <inkml:trace contextRef="#ctx0" brushRef="#br0" timeOffset="1475">1996 59 7763,'8'2'-1605,"-3"2"4781,-4-2-2294,-1 5 0,0-6 1182,0 4-1517,0-3 1,0 11-93,0-4 1,0 6 57,0 4 1,0 1 98,0 9 1,0-2-52,0 12 0,5 2 136,0 7 1,5-1-342,-5 7 1,4-2-146,-4 1 1,5-3-373,-5-6 0,4-2 186,-4-3 1,0-3-801,-5-7 0,2-5 150,3 0 0,-4-6-213,4 2 1,-3-4-240,-2-2 0,0-4-2036,0 0 1382,0-7 1,0 2 1730,0-10 0,-13-29 0,-3-13 0</inkml:trace>
  <inkml:trace contextRef="#ctx0" brushRef="#br0" timeOffset="1758">1864 525 7762,'0'9'323,"0"-3"1,0-4 2070,0 3-1475,0-4 1,2 6-50,3-7 0,1-2-413,4-3 1,5 2 3,-1-7 0,2 2-523,9-2 1,-6-3 111,6 4 0,-1-4-288,5-2 0,-2 1 240,-2-1 1,1 0-1203,-7 1 1,2 1-52,-1 3 1,-9-3-1629,4 3 2017,-4 4 862,-3-7 0,-34 18 0,-14-3 0</inkml:trace>
  <inkml:trace contextRef="#ctx0" brushRef="#br0" timeOffset="2050">1748 1 7733,'0'8'3688,"0"5"-2828,0-5-212,0 6 1,0 1-243,0 0 1,0-1-461,0 1 0,0-1-319,0 1 1,0 4-318,0 1 0,5-1 690,0-4 0,19 12 0,0 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5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247 598 7717,'-14'0'0,"-1"0"0,0 0 0,1 0 577,-1 0 1,-4 0-161,-1 0 1,-4 7 193,5 3 0,-6 9-280,6 5 0,-1 4-145,6 1 0,6 2-72,3 3 1,5-3 91,5 3 1,4-4 170,11 0 0,3-8-68,6-2 0,2-6 68,3-4 1,-2-4 2,7-6 1,-5-3 118,5-7 0,-7-1-173,2-13 1,-3 0-59,-2-6 1,-6-4-185,-4 0 0,-4-5 123,-6 5 0,-4 0-239,-10 5 1,-4 0 94,-11 0 1,-2 6-859,-8 4 1,0 4 143,-4 6 0,3 2-124,-3 7 1,-2 0-159,2 0 0,7 7-509,7 2 0,4 4 1442,1 2 0,27-1 0,6 1 0</inkml:trace>
  <inkml:trace contextRef="#ctx0" brushRef="#br0" timeOffset="343">553 773 7717,'8'15'1349,"-1"-7"-416,-7 5 862,0-11-454,-7 4-667,6-6 1,-6-2-232,7-2 0,0-6-35,0-10 0,2 3 56,3-8 1,4 6-128,11-5 0,-2 4 34,6-4 1,0 8-111,5 1 1,-4 2-184,-1 8 1,-1 2-37,1 8 0,-3 5-141,-6 9 0,-1 4-22,1 6 0,-7 0-369,-3 0 1,1-1-803,-1-4 0,0 2 564,-5-7 0,5-4-723,0-5 0,1-7 709,-1 2 1,1-7-743,4-8 1484,3 1 0,-5-84 0,0 42 0,-1-1 0</inkml:trace>
  <inkml:trace contextRef="#ctx0" brushRef="#br0" timeOffset="626">1093 15 7717,'-2'-8'4039,"-3"3"-3160,4 4 0,-6 2-415,7 4 1,0 10 13,0 9 0,0 10 330,0 5 0,0 10-329,0 4 1,5 4 175,0 1 0,4 5-252,-4 0 0,0 4-313,-5-9 0,5-3-311,0-11 0,5 0-324,-6-1 1,1-5-77,-5-4 0,5-10-813,0-5 0,0-7-1233,-5-3 1360,0-5 696,0 2 1,-7-45 0,-1-9-1</inkml:trace>
  <inkml:trace contextRef="#ctx0" brushRef="#br0" timeOffset="859">961 569 7717,'-6'8'2381,"3"-1"-1037,-7-7 852,7 0-1027,-4 0-526,7 0 1,2-5-224,3 0 1,3-1-47,6 1 1,6 3-356,-1-3 1,7 4-234,-2 1 0,4 0-962,1 0 0,5 1 679,0 4 1,5 2-1650,-5 2 1,7 4 274,-3-3 1871,5 3 0,13-5 0,4-1 0</inkml:trace>
  <inkml:trace contextRef="#ctx0" brushRef="#br0" timeOffset="1151">1515 598 7717,'-24'2'1629,"0"3"1,1-2-1174,-1 7 1,3 0-132,6 4 0,2 2 556,3 4 0,-1 1-371,6 3 0,2 4-160,8-4 1,9 3-108,11 3 1,4-8 2,5-2 1,-3-6-76,3-4 0,1-3-1,-1-7 1,5-2-32,-5-3 1,-5-8-102,-4-6 1,-7-7-14,1 1 1,-4-4 67,-6-5 0,-2 3-56,-7-3 1,-2 4 54,-3 1 0,-8 1-509,-6 4 0,-7 3-111,2 6 1,-4 5-351,-1 1 1,-5 5 78,0 0 1,5 7-486,4 2 1,8 6-172,-3-1 1,4 1 242,1-1 1212,7 3 0,34-18 0,15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4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321 592 7706,'-4'15'409,"-1"-1"1,0-4 319,5 0 1,0 1-237,0 9 1,0 1-18,0 3 1,6 3-191,4-2 1,3 1-129,2-2 0,4 2-23,0-7 1,6 1-105,-6-6 0,5-1-28,-4-3 0,-1 1 100,-4-6 1,-1-2-23,1-7 1,0-5-43,-1-5 1,1-7 297,-1-3 1,1-6 22,0-4 1,-1 2 56,1-7 0,-1 0-192,1-5 0,-1 6-193,1-1 0,0 6-201,-1-1 1,-1-1-453,-3 1 0,-2 6-2255,-3 9 1311,-4 2-396,6 3 1082,-7 6 879,0 14 0,-13 36 0,-3 20 0</inkml:trace>
  <inkml:trace contextRef="#ctx0" brushRef="#br0" timeOffset="300">540 1000 7706,'8'10'0,"-3"0"779,-3-7 0,-2 10-326,0-3 0,0-2 510,0 1 0,0 1-290,0 5 0,0 1-79,0 3 0,0-2-203,0 2 1,1 2-130,4-1 0,-3-1-546,3-4 1,-4-1 244,-1 1 0,0-6-521,0 1 414,0-7-3077,0 10 1855,0-11 0,0-2 1368,0-10 0,-13-29 0,-3-8 0</inkml:trace>
  <inkml:trace contextRef="#ctx0" brushRef="#br0" timeOffset="1032">15 301 7709,'0'14'0,"-1"-4"1102,-4 0-138,3-7 38,-4 10-554,6-12 1,1 6 171,4-7 1,3 0-203,7 0 1,4 0-114,1 0 1,6-2 4,-2-3 1,3 4-71,3-4 1,-1-2-152,0 3 1,0-1-24,0 5 1,0-5-112,1 0 0,-3 0 46,-3 5 0,2-5-231,-6 0 0,4 1 102,-5 4 1,7 0-75,-1 0 1,-3-5 74,3 0 0,-3 0 75,3 5 0,1-5-56,-7 0 1,0 0 72,-4 5 1,-5 0-64,-1 0 0,-4 0 91,5 0-7,-7 0 56,4 0 18,-7 0 44,-7 0-111,6 0 46,-12 0-7,11 0-9,-11 0 90,11 0-54,-4 0 0,4 0 70,-3 0 19,4 0-175,-6 0 99,7 0 20,-6 0-19,4 0-27,-4 0-38,-1 0 1,6-1 1,-4-4-43,-3 3 0,5-6 53,-7 3 0,5 2-91,-5-7 1,2 6 77,-2-6 1,-3 0-79,4-4 1,-6-3-52,-4-2 0,3 3-193,-4-4 1,4 2 103,1-1 0,-1 3-108,-3-4 0,7 6-1441,-2 4 683,2-3-749,-2 5 1826,6 0 0,27 21 0,14 11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9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73 7221,'9'7'149,"-3"-6"804,-6 6 29,6-7-637,-4 0 0,5 2 307,-7 2 28,0-2 200,0 5-213,6-7 144,-4 0 244,4 0-306,-6 0 233,0 0-929,0-7 0,0 4-84,0-7 0,0 5-378,0-4 0,-5 4-78,0-5 0,-6 7 214,1-2 0,2-2-210,-1 3 314,-1-8 0,-5 11 161,1-4 1,-1-2-102,1 2 0,-3 1 22,-2 4 0,3 1 15,-4 4 0,4-2 10,1 7 0,-4 0 50,0 4 1,-1 1-4,6-1 0,-1 6 69,0-1 0,6 6-69,-1-6 0,5 7 164,-5-2 1,7 2-32,-2-2 0,4 4 130,1-4 1,0 2 13,0-2 0,6-2 20,4-8 0,1 1-103,-1-1 0,3 1 67,-3-1 1,3-5 39,1-5 0,1 3-67,-1-2 1,1 0 310,-1-5-339,8 0 0,-1-2-37,3-3 0,-3 2-21,-6-7 0,-1 0-123,1-4 1,-1-2 79,1-4 1,-1 4-105,1-3 0,0-2-22,-1 1 1,-4-4 110,0 4 0,-2-4-155,1 5 0,-2-1-44,-7 6 20,6-1 124,-4 0 74,4 1-89,-12 6 1,4 3 5,-2 10 0,2 4 378,2 11 0,2-4-145,2 4 0,4 2 523,7 3 1,4-3-304,1 2 0,1-6 5,-2 2 0,-1-4-158,7-1 0,-8-1-141,3 1 0,-9-7-214,-1-3 0,-5-4-669,4-1-2302,-5 0 1439,2 0-3239,-6 0 4227,0 0 1,-13 0 0,-3 0-1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9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232 773 7687,'-14'0'0,"4"5"1410,0 0 1940,0 0-2091,-4-5 1,6 6-655,3 4 0,3 9-44,2 6 1,7 4-202,3 5 0,2 3 85,3 7 1,5 0-59,-1-1 1,0 6-11,-4 0 0,-2-1-175,-3-4 1,1-7-1,-6-3 1,0-5-178,-5-4 0,0 0 119,0-5 1,0-6-356,0-4 242,0-7-483,-7 4 1,1-9 97,-4-3 0,-3-8-57,3-6 0,2-7 143,-1 2 0,-1-5 43,-5-5 0,1-4 103,-1-5 0,0-6-32,1 1 1,4-6 128,0 5 0,7-6-43,-2 2 1,4-2 227,1 1 0,6 4-62,4 6 0,5 2-121,4 3 0,2 1 237,3 8 1,9 0 348,-4 10 1,3 2-598,-3 9 1,5 2 73,0 7 1,0 3-120,-4 7 1,-8 2 67,-2 12 1,-6 2-107,-4 8 0,-10 0 5,-10 10 1,-14-4 63,-5 9 1,-5-4-195,0-1 1,1-2-194,-5-3 1,4-5 27,-5-10 1,0 0 112,-5-9 1,2-4-429,3-11 1,3-1 249,7-4 1,7-3-91,2-7 0,10-1-263,6-4 0,13 3-366,6-8 1,9 6 1190,0-5 0,16-22 0,6-10 0,5-8 0,0 1 0</inkml:trace>
  <inkml:trace contextRef="#ctx0" brushRef="#br0" timeOffset="385">436 30 7688,'0'-8'4927,"0"-5"-2771,0 11-856,-6-4-922,4 6 0,-4 3 331,6 7 0,1 1-270,4 13 0,3 9 405,7 10 1,-1 3-215,1 7 1,-5 5-2,-1 6 0,1 4-344,5-5 1,-2-2-143,-4-7 1,3-4-451,-7-6 1,4-7 254,-4-3 1,5-10-245,-5-4 1,0-9 14,-5-1-131,0-7-2639,0 4 0,0-19 1144,0-2 1,0 1 65,0 3 0,0 5 1841,0-5 0,6-12 0,2-9 0</inkml:trace>
  <inkml:trace contextRef="#ctx0" brushRef="#br0" timeOffset="1108">1049 569 7688,'9'0'521,"1"0"-43,0 7 158,4-6-152,-6 6 1408,5-7-378,-11 0 47,4 0-1114,-6 0 0,0-2 536,0-3-826,0 4 0,-1-12 46,-4 3 1,2 2-303,-7-2 1,5 2 120,-5-2 0,1-3-68,-6 4 1,1-3-211,-1 3 1,0-3-358,1 7 1,-1-4 200,1 4 1,-1 0-88,1 5 0,-6 6 283,1 4 1,-1 3 6,6 2 1,-1 6 281,0 3 1,1 4-74,-1 1 0,7 0 378,3 0 1,4 0-96,1 0 0,1-4 27,4-1 0,3-6 29,7 1 0,-1-9 172,1-5 1,1-4-49,4-1 0,-2-1 43,6-4 1,-5-3-174,6-7 0,-8-1-130,3-3 1,2 2-95,3-2 1,-4 8 56,-2 1 1,-1 7 31,2-2 0,-4 3-41,3 2 1,-4 2-18,-6 3 0,3 3-375,-7 6 1,4-4 169,-4 0 1,0-5-1120,-5 4 1,0-4-60,0 5-2415,0-7 619,0 4-16,0-7 3055,0 0 0,-6 0 0,-2 0 0</inkml:trace>
  <inkml:trace contextRef="#ctx0" brushRef="#br0" timeOffset="1799">1500 467 7688,'-6'8'2922,"4"5"-2394,-2-3 1,-3-2-12,2 2 0,0-1 454,5 6 0,0 1-438,0 4 0,0-3 90,0 8 1,0-6-229,0 5 1,0-1 24,0 1 1,0-3-213,0-6 1,5 0 89,0-1-163,0 1 0,-5-5-70,0-1 20,0-6 1,0 2 87,0-10 1,0-3-115,0-6 0,0-2-148,0-4 0,0 2-34,0-6 0,0 5 63,0-6 1,0 1-16,0-5 0,5 0-7,0 0 0,6 1-109,-1 4 1,3-2 76,1 6 1,1-4-43,-1 5 1,1-1 193,0 6 1,-1 1-101,1 3 1,4 5-149,1 10 1,-1 10 82,-4 9 1,-1 5 434,1 5 0,-2-2 49,-4 7 0,3-6 207,-7 1 0,4 0-346,-4-5 1,0 3-58,-5-7 0,0-4-1073,0-2 0,0-8 139,0-1-294,0-7 1,0 5-1638,0-3 835,0-3 1,2 4 1868,3-6 0,29-39 0,12-9 0</inkml:trace>
  <inkml:trace contextRef="#ctx0" brushRef="#br0" timeOffset="2218">1982 657 7688,'0'14'646,"0"1"-323,0-7 2210,0 5-1715,0-12 1,6 4-206,4-10 1,3-3-259,1-6 1,6-1-137,-1 1 1,5-1-59,-4 0 0,4 1 43,-4-1 0,-1 1-230,-4-1 1,-2 1 91,-4-1 0,3 0-59,-7 1 0,4-1-128,-4 1 1,0-3-41,-5-2 1,0 3-69,0-4 1,-5 4-167,0 2 0,-6 4-2,1 0 0,-3 7 168,-1-2 0,-3 3-483,-2 2 0,1 12 233,-6 2 1,0 11 230,-6-1 1,8 8 233,2 2 1,-1 2 237,2-2 0,1 2 181,8 3 0,-1-4 583,6-6 0,0 0 199,5 1 0,7-3-533,2-3 0,9 1-104,2-11 0,6 3-171,-2-13 0,3 1 234,3-5 1,-6 0-242,0 0 0,-4 0-164,4 0 1,-5-1-13,6-4-257,-8 3 1,5-9-1154,-8 6 1,-4-2 60,0 3-3330,-7 2 2251,10-4 164,-5-1 2068,0 5 0,5-17 0,-5 3 0</inkml:trace>
  <inkml:trace contextRef="#ctx0" brushRef="#br0" timeOffset="2751">2798 875 7684,'-10'0'6472,"0"0"-1892,1 0-334,-6 0-3570,1 0 0,4 0-178,0 0-3922,7 0 2106,-4 0-2024,7 7 0,2-6 3342,3 4 0,16-3 0,10-2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2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103 336 7769,'-7'15'1699,"-1"-7"-1046,-7-3 0,6-4 1148,-1-1 349,0 0-1584,-4 0 0,4 0 988,0 0-604,7-6-503,-3-2 0,6-2-39,0 0 1,0 6 21,0-6 0,6 5-136,4-5 1,4 5 33,6-4 0,-2 4-244,6-5 1,2 0 84,8-4 1,1-1-190,4 1 1,2 4 82,-7 0 0,5 0-322,-5-4 1,5 4 47,-5 0 0,-7 7-56,-7-2 0,-4 4-329,-2 1-206,1 0 436,-7 6 0,-1 2 58,-7 7 1,0-1 90,0 1 0,0 0-23,0-1 0,-7 1 33,-3-1 1,2 6-16,-1-1 1,-1 7-81,-5-2 0,1-1 61,-1 1 1,-4 6-17,-1 4 0,-1 0-3,2-5 0,1 5 48,-6 0 0,4 5 165,-4-5 0,4 5-112,-4-5 1,6 0 284,-1-5 0,-1-2-36,6-2 1,-4-4 61,8-7 0,4 1 106,1-1-72,-3 1 1,6-5-15,-3-1 0,5-5-9,5 0 0,-3 0 450,3 1-393,3-4 1,0 11 121,7-8 0,-6 1 3,1-5 0,0 5-21,4 0 0,1 0-76,-1-5 0,6 1 77,-1 4 0,2-3 32,-1 3 0,-2-4-96,6-1 1,0-4 54,5-1 0,-4-5-70,-1 5 1,0-5 102,5 6 0,-1-8-155,-4 2 1,2 4-46,-6 1 0,-1-1-45,-4 1 0,-1 0-164,1 5 1,-6 0-416,1 0 305,-7 0-436,4 0 103,-7 0-1011,0 0 750,0 6 0,-2-4-884,-3 3-861,4-3-838,-12 4 3347,11-4 0,-30-15 0,-1-12 0</inkml:trace>
  <inkml:trace contextRef="#ctx0" brushRef="#br0" timeOffset="367">1036 613 7768,'-8'7'1556,"-5"-6"1,6 7 102,-3-3 302,4-3 886,-1 4-1818,6-6-718,-6 0 1,9 0-1271,3 0 1,-2 0 643,7 0 0,-1-1-2992,6-4 3307,0 3 0,38-30 0,10 0 0</inkml:trace>
  <inkml:trace contextRef="#ctx0" brushRef="#br0" timeOffset="1190">1867 657 7733,'0'-15'0,"0"1"0,0-1 0,0 1 0,-2-1 1714,-3 1 0,-3 1-629,-7 3 1,1 2-306,-1 3 0,1 3-503,-1-3 0,-6 4-245,-3 1 0,1 6 179,-1 4 0,1 8-2,-1 1 1,-2 7-441,6-2 1,-4 4-675,5 1 0,-1 0 492,6 0 0,1 1 288,3-1 0,4 0 332,6 0 0,0-5-29,0 1 1,6-3 249,4 3 0,8-4-32,1-7 0,7-1-38,-2-3 0,2-4 19,-2-6 1,4-1-121,-4-4 0,2-3 185,-2-7 1,4-6-40,-4-3 0,-1-8-137,1-2 1,-1-7-98,1 2 1,2-3-1,-6-2 0,4-1-92,-5-4 0,-1 4-165,-8-4 0,1 6-343,-6 4 0,0-2 58,-5 7 0,0 0-127,0 5 1,-7 0 162,-2 0 0,-4 6-103,-2 4 1,-4 2-11,-1 3 0,-6 1 64,2 3 0,1 4-222,-1 6 0,1 0 212,-1 0 0,-2 6 55,7 4 0,-1 5 220,6 4 0,-1-1 210,1 6 1,1-4-31,3 4 1,3-5 261,7 6 0,0-1 586,0 5 1,2 0-405,3 0 1,-2 2 287,7 3 0,1-1-254,9 5 1,-3-5 365,8 1 1,-6-3-375,5-2 1,-4-7-140,4-2 1,-1-4-540,1-1 1,-1-2-447,-4-4 1,-1-2-1554,6-7 1,-1 1 1027,1 4 0,4-3-3048,-4 3 4168,4-4 0,1-1 0,0 0 0</inkml:trace>
  <inkml:trace contextRef="#ctx0" brushRef="#br0" timeOffset="1417">2289 672 11280,'0'8'1945,"0"5"1,0-10-1813,0 7 0,0-6-215,0 6 1,0-5-196,0 5 1,0-5-1084,0 4-395,0-5 626,7 9 1129,-6-12 0,-1-20 0,-8-14 0</inkml:trace>
  <inkml:trace contextRef="#ctx0" brushRef="#br0" timeOffset="1600">2231 278 7732,'-8'-7'0,"-5"6"3180,3-4-1474,-3-3-1903,-1 0 236,6 0-641,1 1 0,9 7-223,3 0 0,4 7 825,11 2 0,35 43 0,14 11 0</inkml:trace>
  <inkml:trace contextRef="#ctx0" brushRef="#br0" timeOffset="2240">2450 584 7732,'6'8'916,"-4"0"-527,3-3 0,-4-2 1132,-1 7-1037,0-7 0,0 10 518,0-3-604,0 3 1,0 2-48,0-1 0,0 6-92,0-1 1,0 0 102,0-4 1,0 0-77,0-1 1,0 1-79,0-1 1,0 1-21,0-1 1,0-4 19,0 0 1,0-5-146,0 5 35,0-7-50,0 3 60,0-6 0,0-1-124,0-4 146,0-3 0,-1-7-31,-4 0 1,3-1-70,-3-3 1,4 3 86,1-4 0,0-2-237,0-3 1,4 3-52,1-3 1,5 6-54,-5-5 0,5 4 115,-5-4 1,4 6-186,-4-1 138,6 2 0,-2 9 80,5 3 0,-4 4 137,0 1 0,-6 6-113,6 4 0,-5 5 125,5 4 0,-7-3-47,2 4 0,-4 1 368,-1-2 117,7 1 94,-5-6-65,4 1-166,-6-7 1,0-3-211,0-10 1,5-3-191,0-7 0,1 1-284,-1-1 1,3-4 196,7-1 1,-1-4-62,1 4 1,1 1 25,4 4 1,-4 6 26,3-1 0,-3 7 66,-1-2 0,4 5 187,1 5 0,-6 4 102,-4 11 0,-5-2-74,5 6 0,-7 0 60,2 5 0,-4-6-17,-1-3 0,0 1-1640,0-2 728,0 0 1,2-6-1252,3-3-55,-4-3 0,8-7 339,-5 0 1676,5 0 0,18-33 0,4-7 0</inkml:trace>
  <inkml:trace contextRef="#ctx0" brushRef="#br0" timeOffset="2633">3033 672 7722,'0'14'297,"0"1"37,0-1 0,0-4 326,0 0 1,0-5 1992,0 4-649,0-5-1496,0 2 1,6-6-107,4 0 0,3-2-98,1-2 0,3-5 42,2-5 1,-1-1-180,6 1 0,-4-1-177,4 1 0,-6-6 72,1 1 1,-3-2-108,-1 1 0,-5 4-415,-1-3 1,-5-2 246,1 1 0,-4 1-642,-1 4 1,0 0 361,0 1 0,-1 1-199,-4 3 1,-3-1-24,-7 6 1,-4 0-149,-1 5 1,-4 8 467,4 7 1,-1 1 61,2 8 1,3 1 660,-4 4 0,4 5-268,1 0 0,1-2 806,-1-7 1,7 2-472,3-3 0,4 2 2916,1-1-2229,0 2 0,6-11-337,4 4 0,0-9-208,4-1 0,-2-7 8,7 2 1,2-4-737,-2-1 1,7-4 179,-1-1 1,2-5-1866,2 5 0,1-5 934,-1 6 1,0-3 941,0 2 0,7-22 0,1-12 0</inkml:trace>
  <inkml:trace contextRef="#ctx0" brushRef="#br0" timeOffset="3059">3543 570 7704,'0'21'0,"0"-5"0,0 3 0,0 2 517,0-1 1,-5 1 137,0-2 0,0-3 235,5 4 0,0 1-349,0-2 1,0-4 698,0-5-24,0-7-833,0 3 1,0-7-35,0-4 1,0-3-109,0-7 1,0-1-4,0-3 1,0-3-113,0-2 0,5-3-120,0 2 1,5-1 114,-5 2 0,4-2-51,-4 7 1,5-1-77,-5 6 1,5-1 9,-6 1 0,6-1-34,-5 0 1,6 6 101,-1-1 0,-2 7 53,2-2 1,-5 3 124,4 2-120,1 0 1,5 8 28,-1 7 0,-4 1 103,0 8 1,-2-4-163,2 4 1,-2 1 41,-3 4 0,-4-2-547,4-2 1,-3 0 229,-2-5 1,0-1-1166,0-4 778,0-1 0,0-4-895,0 0-383,0-7 480,6 4 0,-3-3 371,7 1 0,-5 0 989,5-5 0,6-13 0,7-3 0</inkml:trace>
  <inkml:trace contextRef="#ctx0" brushRef="#br0" timeOffset="3636">4243 453 5980,'8'0'5421,"-2"0"-4384,-6 0-66,0 0-807,-6 0-67,-2 0 1,-7 0-182,1 0 1,-1 0 115,0 0 0,1 2 17,-1 2 0,1-2-126,-1 3 1,5 1-257,1-1 205,-1 7 1,-3-9 77,3 6 1,2-5 280,3 1-170,4 3 305,-6 0-253,14 6 1,1-1 68,6-3 1,1 3-102,-1-3 0,6-1 109,-1 6 0,2-4-40,-1 9 1,-4-4-41,3-1 1,-2-1-47,-3 1 1,-1-1-201,-3 1-93,3-1 0,-11 1 80,2 0 1,-2-1-256,-2 1 1,-8-6 147,-7 1 0,-1-5 114,-8 5 1,0-7 116,-6 2 1,1-4 136,0-1 1,2 0 117,2 0 1,-2-1-81,2-4 1,4 2-430,2-7 0,4 5 156,6-5 1,-3 6-1246,7-6 1,1 5 291,4-5 1,6 2-654,4-1 1729,3-4 0,40-2 0,10-8 0</inkml:trace>
  <inkml:trace contextRef="#ctx0" brushRef="#br0" timeOffset="3982">4461 584 7682,'8'7'-452,"-1"1"1927,-7 6 1,0-4 954,0 0-1840,0-1 0,0 6-243,0 0 1,0-1-111,0 1 0,-5-1-215,0 1-16,0-1 0,5 1-8,0 0 0,0-6-328,0 1-967,0-7-957,0 4 937,0-1-907,0-4 1651,7-2 0,-6-8 36,4-7 537,-3 1 0,-9-53 0,-1-12 0</inkml:trace>
  <inkml:trace contextRef="#ctx0" brushRef="#br0" timeOffset="4149">4374 220 7682,'-10'0'1408,"0"0"0,6 0-640,-6 0 0,5 0 1482,-5 0-1071,7 0-2803,-10 0-746,11 0-1325,-4 0 3695,6 0 0,32-7 0,9-1 0</inkml:trace>
  <inkml:trace contextRef="#ctx0" brushRef="#br0" timeOffset="4865">4724 540 7681,'5'-9'282,"-1"-1"1,1 5 1165,-5-5-844,0 7 0,-1-8 111,-4 6 0,2 0-299,-7 5 0,5 0-119,-5 0 0,1 0-188,-6 0 1,2 7 62,3 2 0,-3 6-217,4 4 1,-3 4 50,3 6 1,2 0 144,7 0 1,0 1 2,0-1 1,0 5 163,0 0 0,8-5 51,7-5 1,1-6-43,8 1 1,1-9-36,4-5 0,0-3-58,0-2 0,0-8 26,0-7 0,-1-6-142,-4-8 1,2-5-127,-6 0 1,-3-5-64,-7 5 0,-3-7 71,-7 2 0,0 4-311,0 1 1,-12 3 179,-2 2 1,-11 6-558,1 4 1,-3 9 140,-3 5 1,1 4-58,0 1 0,0 6-28,0 4 1,1 4-291,4 6 1,3-2-258,6 6 0,2-5 572,4 6 1,2-8-376,7 3 982,0-4 0,52-14 0,13-4 0</inkml:trace>
  <inkml:trace contextRef="#ctx0" brushRef="#br0" timeOffset="5242">5088 540 7681,'0'15'0,"0"-5"0,0-1 0,0 1 1197,0 5 1,0 1-289,0 3 1,0-2-58,0 2 0,-5 2-353,0-2 0,1 1 45,4-6 0,0 1-137,0 0 0,0-6 198,0 1-295,0-7 1,0 2-72,0-10 0,0-9 117,0-11 1,6-4-158,4-5 1,3-3-160,1-7 0,3 1 84,2-1 0,-1 7-119,6 3 0,0 4-41,6 6 1,-3 5 90,-3 9 1,4 5-39,-4 10 0,-1 16 6,1 13 1,-6 6 167,1 4 1,-7 5-163,-3-1 0,-5-1-106,1-8 0,-4 0-263,-1-10 1,0 2-577,0-12 0,0-4-3214,0-5 2100,0-7 1262,0 3 0,13-38 1,3-8-1</inkml:trace>
  <inkml:trace contextRef="#ctx0" brushRef="#br0" timeOffset="5775">5905 540 7681,'14'0'221,"-4"0"542,0 0-104,-7 0 1,5 0 202,-3 0-152,-4 0-233,6-6-106,-7-2 0,0-7-55,0 1 0,0 4 58,0 0 1,0 0-96,0-4 0,-2 1 114,-3 3 1,2-1-311,-7 6 1,-4-5 24,-6 5 1,-4 1-116,5 4 1,-7 1 83,1 4 1,3 5-524,-3 9 0,6-1 170,-5 6 1,6 2 58,-2 8 1,4-3 256,2 3 0,6 2 324,3-2 1,3-2 27,2-8 0,2 2-125,3-6 0,-1-7 175,11-8 0,-4-4-79,9-1 1,1-8-180,-2-6 1,6-8-28,-6-7 0,5-1-94,-4-4 1,4 3 155,-4-3 1,-1 9-2,-4 6 1,-1 4 20,1 6 1,-1 4 137,1 10 1,-7 4-88,-3 11 1,-2 4 88,2 10 1,-3-3-490,2 3 0,3-10 156,-2-4 1,1-1-1144,-1-4 0,-3 3-829,3-9 639,3-2 1,0-2 63,6-10 1,1-3-1816,-1-7 3038,-5 0 0,10-19 0,-3-4 0</inkml:trace>
  <inkml:trace contextRef="#ctx0" brushRef="#br0" timeOffset="6034">6181 1 14002,'0'16'1566,"0"4"0,2 9-501,3 10 0,1 9-192,4 6 1,3 9 95,-3 5 1,3 2-656,1-2 0,1-4-289,0-5 1,-6-9-1015,1-6 766,-7-7-540,4-21 588,-7-3 0,0-19-1702,0-4 1,0 2-1458,0-2-450,6 0 3784,-4-4 0,4-14 0,-6-3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3xKLFsXvvM" TargetMode="External"/><Relationship Id="rId2" Type="http://schemas.openxmlformats.org/officeDocument/2006/relationships/hyperlink" Target="https://www.youtube.com/playlist?list=PLmtbsGjqSdcbF261LACoVqibOFCGQT3G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9.png"/><Relationship Id="rId18" Type="http://schemas.openxmlformats.org/officeDocument/2006/relationships/customXml" Target="../ink/ink12.xml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customXml" Target="../ink/ink9.xml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8.xml"/><Relationship Id="rId19" Type="http://schemas.openxmlformats.org/officeDocument/2006/relationships/image" Target="../media/image22.png"/><Relationship Id="rId4" Type="http://schemas.openxmlformats.org/officeDocument/2006/relationships/customXml" Target="../ink/ink5.xml"/><Relationship Id="rId9" Type="http://schemas.openxmlformats.org/officeDocument/2006/relationships/image" Target="../media/image17.png"/><Relationship Id="rId1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6.png"/><Relationship Id="rId4" Type="http://schemas.openxmlformats.org/officeDocument/2006/relationships/customXml" Target="../ink/ink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0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2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52.png"/><Relationship Id="rId7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1.png"/><Relationship Id="rId7" Type="http://schemas.openxmlformats.org/officeDocument/2006/relationships/customXml" Target="../ink/ink2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1.png"/><Relationship Id="rId7" Type="http://schemas.openxmlformats.org/officeDocument/2006/relationships/customXml" Target="../ink/ink26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5" Type="http://schemas.openxmlformats.org/officeDocument/2006/relationships/image" Target="../media/image72.png"/><Relationship Id="rId4" Type="http://schemas.openxmlformats.org/officeDocument/2006/relationships/customXml" Target="../ink/ink27.xml"/><Relationship Id="rId9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customXml" Target="../ink/ink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customXml" Target="../ink/ink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customXml" Target="../ink/ink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customXml" Target="../ink/ink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customXml" Target="../ink/ink3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51.png"/><Relationship Id="rId7" Type="http://schemas.openxmlformats.org/officeDocument/2006/relationships/customXml" Target="../ink/ink37.xm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customXml" Target="../ink/ink43.xml"/><Relationship Id="rId18" Type="http://schemas.openxmlformats.org/officeDocument/2006/relationships/image" Target="../media/image116.png"/><Relationship Id="rId3" Type="http://schemas.openxmlformats.org/officeDocument/2006/relationships/customXml" Target="../ink/ink38.xml"/><Relationship Id="rId21" Type="http://schemas.openxmlformats.org/officeDocument/2006/relationships/customXml" Target="../ink/ink47.xml"/><Relationship Id="rId7" Type="http://schemas.openxmlformats.org/officeDocument/2006/relationships/customXml" Target="../ink/ink40.xml"/><Relationship Id="rId12" Type="http://schemas.openxmlformats.org/officeDocument/2006/relationships/image" Target="../media/image113.png"/><Relationship Id="rId17" Type="http://schemas.openxmlformats.org/officeDocument/2006/relationships/customXml" Target="../ink/ink45.xml"/><Relationship Id="rId2" Type="http://schemas.openxmlformats.org/officeDocument/2006/relationships/image" Target="../media/image108.png"/><Relationship Id="rId16" Type="http://schemas.openxmlformats.org/officeDocument/2006/relationships/image" Target="../media/image115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112.png"/><Relationship Id="rId19" Type="http://schemas.openxmlformats.org/officeDocument/2006/relationships/customXml" Target="../ink/ink46.xml"/><Relationship Id="rId4" Type="http://schemas.openxmlformats.org/officeDocument/2006/relationships/image" Target="../media/image109.png"/><Relationship Id="rId9" Type="http://schemas.openxmlformats.org/officeDocument/2006/relationships/customXml" Target="../ink/ink41.xml"/><Relationship Id="rId14" Type="http://schemas.openxmlformats.org/officeDocument/2006/relationships/image" Target="../media/image114.png"/><Relationship Id="rId22" Type="http://schemas.openxmlformats.org/officeDocument/2006/relationships/image" Target="../media/image11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Linear Algebra Review and Matrix SLR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4614-C873-D273-84C3-A30AB799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246A-DCE4-A85F-53B8-537DCE151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Quiz today</a:t>
            </a:r>
          </a:p>
          <a:p>
            <a:r>
              <a:rPr lang="en-US"/>
              <a:t>Lab 1400 Wednesday in GL-122 (Approved!)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296-2EC9-4464-8983-2E43DF82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Previously we looked at SLR as a </a:t>
                </a:r>
                <a:r>
                  <a:rPr lang="en-US" i="1"/>
                  <a:t>rotation </a:t>
                </a:r>
                <a:r>
                  <a:rPr lang="en-US"/>
                  <a:t>of the line until it minimized the residuals </a:t>
                </a:r>
              </a:p>
              <a:p>
                <a:pPr lvl="1"/>
                <a:r>
                  <a:rPr lang="en-US"/>
                  <a:t>Treated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as tuning knobs</a:t>
                </a:r>
              </a:p>
              <a:p>
                <a:r>
                  <a:rPr lang="en-US"/>
                  <a:t>Today we will look at it as a </a:t>
                </a:r>
                <a:r>
                  <a:rPr lang="en-US" i="1"/>
                  <a:t>projection</a:t>
                </a:r>
                <a:r>
                  <a:rPr lang="en-US"/>
                  <a:t> from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/>
                  <a:t>dimensional vector onto a space defined by our two parameters</a:t>
                </a:r>
              </a:p>
              <a:p>
                <a:pPr lvl="1"/>
                <a:r>
                  <a:rPr lang="en-US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form our basis</a:t>
                </a:r>
              </a:p>
              <a:p>
                <a:pPr lvl="1"/>
                <a:r>
                  <a:rPr lang="en-US"/>
                  <a:t>We can derive SLR </a:t>
                </a:r>
                <a:r>
                  <a:rPr lang="en-US" i="1"/>
                  <a:t>without calculus</a:t>
                </a:r>
                <a:r>
                  <a:rPr lang="en-US"/>
                  <a:t>!</a:t>
                </a:r>
              </a:p>
              <a:p>
                <a:r>
                  <a:rPr lang="en-US"/>
                  <a:t>Get some insight into Degrees of Freedom (</a:t>
                </a:r>
                <a:r>
                  <a:rPr lang="en-US" err="1"/>
                  <a:t>Df</a:t>
                </a:r>
                <a:r>
                  <a:rPr lang="en-US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TALR: Chapter 11</a:t>
            </a:r>
          </a:p>
          <a:p>
            <a:r>
              <a:rPr lang="en-US"/>
              <a:t>Degrees of Freedom aka The Geometry of Statistics by Sam Levey</a:t>
            </a:r>
          </a:p>
          <a:p>
            <a:pPr marL="457200" lvl="1" indent="0">
              <a:buNone/>
            </a:pPr>
            <a:r>
              <a:rPr lang="en-US"/>
              <a:t>Playlist ID: </a:t>
            </a:r>
            <a:r>
              <a:rPr lang="en-US">
                <a:hlinkClick r:id="rId2"/>
              </a:rPr>
              <a:t>https://www.youtube.com/playlist?list=PLmtbsGjqSdcbF261LACoVqibOFCGQT3GI</a:t>
            </a:r>
            <a:r>
              <a:rPr lang="en-US"/>
              <a:t> 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Orthogonal Projection Formulas (Least Squares) by Sam Levey</a:t>
            </a:r>
            <a:br>
              <a:rPr lang="en-US"/>
            </a:br>
            <a:r>
              <a:rPr lang="en-US"/>
              <a:t>  link: </a:t>
            </a:r>
            <a:r>
              <a:rPr lang="en-US">
                <a:hlinkClick r:id="rId3"/>
              </a:rPr>
              <a:t>https://www.youtube.com/watch?v=73xKLFsXvvM</a:t>
            </a:r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DD1-1283-E5F6-D08C-F36170E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Warm-Up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Vector Notation</a:t>
                </a:r>
              </a:p>
              <a:p>
                <a:r>
                  <a:rPr lang="en-US"/>
                  <a:t>What they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  <a:p>
                <a:r>
                  <a:rPr lang="en-US"/>
                  <a:t>Vector addition (and subtraction)</a:t>
                </a:r>
              </a:p>
              <a:p>
                <a:r>
                  <a:rPr lang="en-US"/>
                  <a:t>Linear combinations of vectors </a:t>
                </a:r>
              </a:p>
              <a:p>
                <a:r>
                  <a:rPr lang="en-US"/>
                  <a:t>Dot Products</a:t>
                </a:r>
              </a:p>
              <a:p>
                <a:r>
                  <a:rPr lang="en-US"/>
                  <a:t>Projections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7E05-2A75-7C55-5B26-F9F2120B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1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6315-9E38-FA7D-32BB-921215B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F757-5A36-7695-9756-D11B926C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B5F9-575C-AD24-AE48-ABA9059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write vectors as columns: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And their transposes: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6390E-73B8-D5E9-79E6-A092B0F5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14:cNvPr>
              <p14:cNvContentPartPr/>
              <p14:nvPr/>
            </p14:nvContentPartPr>
            <p14:xfrm>
              <a:off x="1874160" y="704520"/>
              <a:ext cx="8089920" cy="4559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60" y="688320"/>
                <a:ext cx="8122320" cy="45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19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510-4A2B-806D-01E1-BC34655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2CEF7-6E78-5EB2-9616-0BB7EF51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E2ACAF-6204-D78E-AA8B-9618F22C4296}"/>
              </a:ext>
            </a:extLst>
          </p:cNvPr>
          <p:cNvCxnSpPr>
            <a:cxnSpLocks/>
          </p:cNvCxnSpPr>
          <p:nvPr/>
        </p:nvCxnSpPr>
        <p:spPr>
          <a:xfrm>
            <a:off x="58415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882261-6FD6-9AD9-B0F6-93ECB37CA85A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/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14:cNvPr>
              <p14:cNvContentPartPr/>
              <p14:nvPr/>
            </p14:nvContentPartPr>
            <p14:xfrm>
              <a:off x="2766960" y="1882800"/>
              <a:ext cx="4771080" cy="3782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0760" y="1866600"/>
                <a:ext cx="4803480" cy="38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0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E77E-930B-8061-B02E-A1FDF46C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6A59F-635D-CF94-67EA-278C09DA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8E4DC-6E2F-EB97-CE4E-F668A7BFD679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29DE1A-DAA7-BF20-4E36-874FCF14C0CB}"/>
              </a:ext>
            </a:extLst>
          </p:cNvPr>
          <p:cNvCxnSpPr>
            <a:cxnSpLocks/>
          </p:cNvCxnSpPr>
          <p:nvPr/>
        </p:nvCxnSpPr>
        <p:spPr>
          <a:xfrm flipH="1">
            <a:off x="7407837" y="4673539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161B8A-1C0E-3758-86B0-84D3BFCCEF52}"/>
              </a:ext>
            </a:extLst>
          </p:cNvPr>
          <p:cNvCxnSpPr>
            <a:cxnSpLocks/>
          </p:cNvCxnSpPr>
          <p:nvPr/>
        </p:nvCxnSpPr>
        <p:spPr>
          <a:xfrm flipV="1">
            <a:off x="5731933" y="4673539"/>
            <a:ext cx="1684869" cy="18193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/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/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14:cNvPr>
              <p14:cNvContentPartPr/>
              <p14:nvPr/>
            </p14:nvContentPartPr>
            <p14:xfrm>
              <a:off x="2733840" y="1754280"/>
              <a:ext cx="6942240" cy="3300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7640" y="1738080"/>
                <a:ext cx="6974640" cy="33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066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2BF6-739A-D620-5D1C-B6AC30F9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7969-78ED-9C3A-D398-5A38BE4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addition (and subtraction)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C53-DFC5-735E-83F8-A55F44829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add two vectors: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Subtraction: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22864-FEA4-AF01-FB5E-6BA17B0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848ED-3763-D032-46C8-F5DE5BBF8154}"/>
              </a:ext>
            </a:extLst>
          </p:cNvPr>
          <p:cNvCxnSpPr>
            <a:cxnSpLocks/>
          </p:cNvCxnSpPr>
          <p:nvPr/>
        </p:nvCxnSpPr>
        <p:spPr>
          <a:xfrm>
            <a:off x="78989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CEA27-84A9-3FFE-4FC6-E68109BDCB5F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/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14:cNvPr>
              <p14:cNvContentPartPr/>
              <p14:nvPr/>
            </p14:nvContentPartPr>
            <p14:xfrm>
              <a:off x="983520" y="2193120"/>
              <a:ext cx="9068040" cy="3424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176920"/>
                <a:ext cx="9100440" cy="34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488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217C-47F8-D214-CA11-0BC81512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2237-8DD9-B8C8-D518-9C96EFEE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combinations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BD2F-6DE7-52A3-F394-44B79A6C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I mean by “linear combinations”?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72E3A-2B5F-4D2B-2C96-FE4E818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49A918-26BE-BE6B-9FAF-4A673D7027F9}"/>
              </a:ext>
            </a:extLst>
          </p:cNvPr>
          <p:cNvCxnSpPr>
            <a:cxnSpLocks/>
          </p:cNvCxnSpPr>
          <p:nvPr/>
        </p:nvCxnSpPr>
        <p:spPr>
          <a:xfrm>
            <a:off x="9847389" y="279846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E0F671-82C7-BF00-0293-F3B413E34E3B}"/>
              </a:ext>
            </a:extLst>
          </p:cNvPr>
          <p:cNvCxnSpPr>
            <a:cxnSpLocks/>
          </p:cNvCxnSpPr>
          <p:nvPr/>
        </p:nvCxnSpPr>
        <p:spPr>
          <a:xfrm flipH="1">
            <a:off x="7789989" y="598470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/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/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14:cNvPr>
              <p14:cNvContentPartPr/>
              <p14:nvPr/>
            </p14:nvContentPartPr>
            <p14:xfrm>
              <a:off x="983520" y="226080"/>
              <a:ext cx="10748160" cy="5777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09880"/>
                <a:ext cx="10780560" cy="58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14:cNvPr>
              <p14:cNvContentPartPr/>
              <p14:nvPr/>
            </p14:nvContentPartPr>
            <p14:xfrm>
              <a:off x="10382647" y="4295060"/>
              <a:ext cx="158040" cy="281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1872" y="4284260"/>
                <a:ext cx="179232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14:cNvPr>
              <p14:cNvContentPartPr/>
              <p14:nvPr/>
            </p14:nvContentPartPr>
            <p14:xfrm>
              <a:off x="10460407" y="5626340"/>
              <a:ext cx="132840" cy="290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9607" y="5615540"/>
                <a:ext cx="154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14:cNvPr>
              <p14:cNvContentPartPr/>
              <p14:nvPr/>
            </p14:nvContentPartPr>
            <p14:xfrm>
              <a:off x="9617647" y="5518700"/>
              <a:ext cx="140760" cy="223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6847" y="5507900"/>
                <a:ext cx="162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14:cNvPr>
              <p14:cNvContentPartPr/>
              <p14:nvPr/>
            </p14:nvContentPartPr>
            <p14:xfrm>
              <a:off x="5363432" y="2546300"/>
              <a:ext cx="279720" cy="322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52632" y="2535500"/>
                <a:ext cx="3009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14:cNvPr>
              <p14:cNvContentPartPr/>
              <p14:nvPr/>
            </p14:nvContentPartPr>
            <p14:xfrm>
              <a:off x="4081112" y="2445860"/>
              <a:ext cx="1011240" cy="393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0312" y="2435060"/>
                <a:ext cx="1032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14:cNvPr>
              <p14:cNvContentPartPr/>
              <p14:nvPr/>
            </p14:nvContentPartPr>
            <p14:xfrm>
              <a:off x="6831872" y="2431460"/>
              <a:ext cx="1206720" cy="344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1072" y="2420660"/>
                <a:ext cx="12279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14:cNvPr>
              <p14:cNvContentPartPr/>
              <p14:nvPr/>
            </p14:nvContentPartPr>
            <p14:xfrm>
              <a:off x="6179912" y="2445860"/>
              <a:ext cx="351720" cy="3225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9101" y="2435072"/>
                <a:ext cx="372982" cy="3437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32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11DC-A669-5D8A-9DE1-C95EAC6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8887-F780-9CF7-CC99-6DEE0CE8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matrix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columns.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Is addition/subtraction commutative?</a:t>
                </a:r>
              </a:p>
              <a:p>
                <a:endParaRPr lang="en-US"/>
              </a:p>
              <a:p>
                <a:r>
                  <a:rPr lang="en-US"/>
                  <a:t>What about multiplication?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F077-CEFE-5EFA-DBFA-B1D09A80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14:cNvPr>
              <p14:cNvContentPartPr/>
              <p14:nvPr/>
            </p14:nvContentPartPr>
            <p14:xfrm>
              <a:off x="1484280" y="2392200"/>
              <a:ext cx="9782280" cy="4133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8080" y="2376000"/>
                <a:ext cx="9814680" cy="41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467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9FA9-F45C-60D0-6B10-7A1277B9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EEEB-E5A0-9000-1E75-A63FFEBA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Products and their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5C12-8A0C-CDC3-08EF-05317F1C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Formulas: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BEA7-AC88-6935-4A00-C9F48850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14:cNvPr>
              <p14:cNvContentPartPr/>
              <p14:nvPr/>
            </p14:nvContentPartPr>
            <p14:xfrm>
              <a:off x="2697840" y="1584000"/>
              <a:ext cx="8537760" cy="4308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1640" y="1567800"/>
                <a:ext cx="8570160" cy="43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14:cNvPr>
              <p14:cNvContentPartPr/>
              <p14:nvPr/>
            </p14:nvContentPartPr>
            <p14:xfrm>
              <a:off x="4022963" y="3932509"/>
              <a:ext cx="147240" cy="94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2163" y="3921709"/>
                <a:ext cx="1684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14:cNvPr>
              <p14:cNvContentPartPr/>
              <p14:nvPr/>
            </p14:nvContentPartPr>
            <p14:xfrm>
              <a:off x="4516163" y="3911629"/>
              <a:ext cx="147240" cy="94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5363" y="3900829"/>
                <a:ext cx="16848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29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387-3B3D-CA70-8989-8F27F5FD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481C-9E8D-283D-4EC1-EEF53E6C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36DC-FBE1-80E3-6CE3-D4BACAB1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project a vector onto another vector: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6A05-4AD7-339D-29BA-48D25058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14:cNvPr>
              <p14:cNvContentPartPr/>
              <p14:nvPr/>
            </p14:nvContentPartPr>
            <p14:xfrm>
              <a:off x="1412640" y="2230920"/>
              <a:ext cx="7426080" cy="4346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440" y="2214720"/>
                <a:ext cx="7458480" cy="43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34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1969-36FD-3C38-7720-EB48E5EC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A385-2B1F-F32F-CB20-E95150AC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9DAF-5844-1C6F-1C41-45674C6B1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D2631-2CE7-DDCE-7E76-DEACC775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28042-5BD5-6A7B-4521-BC32D90843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8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56D8-6EAE-F79F-C678-DFABC1F2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overdetermined.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B3186-579B-1CD9-D01A-316A2764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8ECBD2-244B-249C-5445-E34ABB70122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C27A7D-21F2-D50C-E38A-026BDE58234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3495FC7-DAE3-08E8-F679-A9222F6D2871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72DA69-72A6-0F7B-5C9F-A422F05E0FB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4D495B-9C82-866F-7A50-B95986AA0D70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92227-7F65-2EB3-8573-9E2E545AB35F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4BA83-7899-2F63-D50C-37F4F27E791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A192CD-C426-DD59-887B-BC5C8002D958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5D98A3-95F0-15A1-3896-746D678807F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EA41B1-BA3B-71FD-7778-8E1C9D95D25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ED635-87EC-319B-D0A0-4612D9C0FBB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1224F-6277-0830-BFEF-E1688460E697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F2BEB83-68B9-98CC-5184-5DF3CC83236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85560C-A09B-1D6F-8AE2-BD2941E9CC88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93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4506-85B5-78CD-9BAB-F8FE42D3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5F82-E272-C176-A540-CC174EE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</a:t>
                </a:r>
                <a:r>
                  <a:rPr lang="en-US" i="1"/>
                  <a:t>still</a:t>
                </a:r>
                <a:r>
                  <a:rPr lang="en-US"/>
                  <a:t>  overdetermined.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73E3-8A69-CADF-14D4-00A1FE0A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107F8E-43E8-D903-9021-2048BC4B2FF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995FA-B00F-BC1D-9C81-E64794E8A85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650FD0-BBF7-0B33-2510-C3D0C454CBA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074011-631C-1296-8C94-051AF4B7C97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F950CD-9E36-4660-62A4-F0D48C6B710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4C93874-8EFA-527A-EA8A-F37C9E31716A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56A8F6-6BDF-94A3-6AB9-0D6D4A5FE38F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14:cNvPr>
              <p14:cNvContentPartPr/>
              <p14:nvPr/>
            </p14:nvContentPartPr>
            <p14:xfrm>
              <a:off x="9734040" y="2799720"/>
              <a:ext cx="579960" cy="146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7840" y="2783520"/>
                <a:ext cx="61236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8260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D4DA-647E-9596-25CC-2F1ABEE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F35A-2747-0694-5200-D6A21154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(3 in this example) equations with 2 unknowns: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Since we are overdetermined, we (most likely) don’t have a single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63BC-6A57-2BF8-189D-FF6D2F80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11831E-F648-9474-FC28-487022FF8507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BD33D-B382-B05D-8B25-39F69AE927C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679B30-5DCA-3DC6-9060-95C5A0FD20DC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345C57-15B4-E854-7817-BC62A2FF1FA0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EBB2D2-DCF1-4655-5FFF-2CDBBEB3F8DF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7CE1AF-97E5-87DE-BA92-D6D5A4889EDD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19D15F-C02E-F811-7291-E5702ED83303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BBE9EC-0AE1-D59A-120D-9DFF6A94E3FE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83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70E3-3FA3-D1C2-E39B-0D6316D8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6B22-1CF0-E4C0-432F-C040E3B3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10333" cy="1325563"/>
          </a:xfrm>
        </p:spPr>
        <p:txBody>
          <a:bodyPr>
            <a:normAutofit/>
          </a:bodyPr>
          <a:lstStyle/>
          <a:p>
            <a:r>
              <a:rPr lang="en-US" sz="4000"/>
              <a:t>Linear Regression (This Time, Using Linear Algebra)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use </a:t>
                </a:r>
                <a:r>
                  <a:rPr lang="en-US" i="1"/>
                  <a:t>projection</a:t>
                </a:r>
                <a:r>
                  <a:rPr lang="en-US"/>
                  <a:t> as a tool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r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2A7D-2703-F97B-0F39-10689D17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29C767-5134-ED22-BE9A-35390785C93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724B1-10DA-EF5D-9143-2D95E7618CE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D9DE6AF-6D0D-425E-71A6-94856C756661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CA5AFA-163C-D2CB-0118-E88E55EDC19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888474-779A-5B1C-CA47-3015878C7DA5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9367DF-4499-0198-3B4F-116B29365FB3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9631BD-66C5-30FA-F4BC-85CE1425EDA0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05980-276B-AA3F-8AB3-D3AF791F8113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953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AB37-C3AE-B0AC-884D-92E86A0B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CA0F4-83E1-2361-2C97-8301759991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CA0F4-83E1-2361-2C97-8301759991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6DDE3-A9E1-2676-3E3C-F337891D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62C678-9573-CC42-2CFF-E5052E62C305}"/>
                  </a:ext>
                </a:extLst>
              </p14:cNvPr>
              <p14:cNvContentPartPr/>
              <p14:nvPr/>
            </p14:nvContentPartPr>
            <p14:xfrm>
              <a:off x="4585320" y="3535920"/>
              <a:ext cx="3646440" cy="1585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62C678-9573-CC42-2CFF-E5052E62C3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9120" y="3519720"/>
                <a:ext cx="3678840" cy="16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E5A1AD-6709-53EF-B106-CBA648B8E5FE}"/>
                  </a:ext>
                </a:extLst>
              </p14:cNvPr>
              <p14:cNvContentPartPr/>
              <p14:nvPr/>
            </p14:nvContentPartPr>
            <p14:xfrm>
              <a:off x="7371131" y="4102004"/>
              <a:ext cx="683280" cy="353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E5A1AD-6709-53EF-B106-CBA648B8E5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55651" y="4086524"/>
                <a:ext cx="713880" cy="3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431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7AB1-7E3D-AC23-414C-193222F2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0759-7776-29CA-BE71-71A73A05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FA6D-E2BC-FA41-472A-7A0C240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14:cNvPr>
              <p14:cNvContentPartPr/>
              <p14:nvPr/>
            </p14:nvContentPartPr>
            <p14:xfrm>
              <a:off x="5254200" y="3196800"/>
              <a:ext cx="3207960" cy="191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000" y="3180600"/>
                <a:ext cx="3240360" cy="19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14:cNvPr>
              <p14:cNvContentPartPr/>
              <p14:nvPr/>
            </p14:nvContentPartPr>
            <p14:xfrm>
              <a:off x="7008803" y="3150589"/>
              <a:ext cx="289080" cy="793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3323" y="3135102"/>
                <a:ext cx="319680" cy="8236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126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AF4C-7D7C-D153-6743-221A1CA9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E62E-655A-93EA-A23B-DB87B2F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104FE-7B9A-A251-D4FE-8707201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A4D628-42D6-0B87-E637-32B33F90B241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B7DA66-B259-5514-FE27-4EE9D260E1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5D1DB-CE8F-69C1-7D92-1D3362571416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575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FABD-4555-8754-442F-F51AD18E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55A6-DEBA-5E7B-D20B-98D88E83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288B0-426B-AB29-8929-B0CEDBD3D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288B0-426B-AB29-8929-B0CEDBD3D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5B63A-B647-366F-EAEE-F21431ED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46609F4-4FAF-CAA2-7C33-080C9CEE6285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365372-0A5C-2991-0BA1-9A388121DBD9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B19544-EAB2-1612-B376-5E964E8DD8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650230-8B94-CA75-0A29-B896FE8C7818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00BFF5-8BBF-E61F-D1D2-F86406F6E193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00BFF5-8BBF-E61F-D1D2-F86406F6E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052E76-0DDD-726A-6D3D-2237FF64225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052E76-0DDD-726A-6D3D-2237FF64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37D7B0-8D40-27C9-16CD-7F6CEEC4EF20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37D7B0-8D40-27C9-16CD-7F6CEEC4E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429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5673-A26B-8043-A21F-351C3C4A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E073-6A30-0556-DAAE-64FF1D0C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 can write any vector on that plane as a </a:t>
                </a:r>
                <a:r>
                  <a:rPr lang="en-US" i="1"/>
                  <a:t>linear combination</a:t>
                </a:r>
                <a:r>
                  <a:rPr lang="en-US"/>
                  <a:t> of the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. </a:t>
                </a: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 l="-3107" t="-2241" r="-4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092E-6C31-064C-3737-D26DDD0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36E75DE-65D0-8459-F5B7-1E16C1D54E26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987E2-D402-21C4-1AD1-41002B6A75E5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8F07C6-77DC-32DC-C671-2415612BA51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242BB5-D2C7-283D-5389-C6257DC26FCC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474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74FB-54D1-A28A-3E1F-792BFA74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152-77B6-9149-657C-A25722BE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a perfect world,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would lie on that plane.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7A61-6748-DB07-90DB-55536AB3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82D3723-DACB-FF8A-BDA7-84876319730D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80DFCF-F2E3-2AB3-7B3D-583710709C0E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1A04F9-5328-8879-4A8B-AD914E980A0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6F2CEE-C323-CA27-B39D-925980A6612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783166" cy="1674803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/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4234F6-1400-F219-47A2-84322C1FC0C9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565CE8D-BBD9-A1AE-ABAD-8B49B26C6800}"/>
              </a:ext>
            </a:extLst>
          </p:cNvPr>
          <p:cNvSpPr/>
          <p:nvPr/>
        </p:nvSpPr>
        <p:spPr>
          <a:xfrm>
            <a:off x="3258253" y="386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4027CD-3B5D-BC47-E9FD-71F25CAA4F80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C92BC0-88EF-46D1-B534-4F1A40158F0A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FFDE306-6089-47EC-82BB-4DF293F110CA}"/>
              </a:ext>
            </a:extLst>
          </p:cNvPr>
          <p:cNvSpPr/>
          <p:nvPr/>
        </p:nvSpPr>
        <p:spPr>
          <a:xfrm>
            <a:off x="761949" y="5611075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1F4D10-CF7F-C770-699F-BDE66CFC1361}"/>
              </a:ext>
            </a:extLst>
          </p:cNvPr>
          <p:cNvSpPr/>
          <p:nvPr/>
        </p:nvSpPr>
        <p:spPr>
          <a:xfrm>
            <a:off x="2077395" y="46808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/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/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/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AF5335-7D19-583C-8F9C-64CE42451E59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871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07BC-B5D0-D9E8-B4F2-8660F3E3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D437-4BE6-F8C2-A916-AEC0615A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D171-5009-7A86-E37F-F5647C622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4035" cy="1702318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But it doesn’t. So we need to project it down onto our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C712-0492-01F6-B1E9-867E8982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842B329-1218-CD56-2EA6-252678ED88E0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DAA416-CB57-E762-EB1A-F1A3BEEFF3F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C40FBD-DE22-3E67-EB45-2FC6BC3F930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AD4175-9D00-C9DC-BA11-728E9540E65E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6352C50-1469-99D8-4D15-00911E86BE74}"/>
              </a:ext>
            </a:extLst>
          </p:cNvPr>
          <p:cNvSpPr/>
          <p:nvPr/>
        </p:nvSpPr>
        <p:spPr>
          <a:xfrm>
            <a:off x="3230189" y="366288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8AC358-DBF8-68E1-2BC9-E3E4264515F2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D927FE-E2B4-4511-3BE7-854A039EBFF4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ABF62BE-9E32-F6BD-9F1E-88C539CE6A73}"/>
              </a:ext>
            </a:extLst>
          </p:cNvPr>
          <p:cNvSpPr/>
          <p:nvPr/>
        </p:nvSpPr>
        <p:spPr>
          <a:xfrm>
            <a:off x="756051" y="532852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2B6878-EEAB-519C-3D01-33612A83DF0D}"/>
              </a:ext>
            </a:extLst>
          </p:cNvPr>
          <p:cNvSpPr/>
          <p:nvPr/>
        </p:nvSpPr>
        <p:spPr>
          <a:xfrm>
            <a:off x="2211662" y="48442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/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/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/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63E0C7-517C-C504-A331-D31047761431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158282-E651-C879-F5E4-5066F6C61F6E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14:cNvPr>
              <p14:cNvContentPartPr/>
              <p14:nvPr/>
            </p14:nvContentPartPr>
            <p14:xfrm>
              <a:off x="7816320" y="2363760"/>
              <a:ext cx="1029960" cy="3093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00120" y="2347560"/>
                <a:ext cx="1062360" cy="31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218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0C8B-E61F-B39B-280A-A9157329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9A2B-EC0C-8A10-A2BD-3C40E5D1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Then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that 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as a vector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/>
                  <a:t> plane.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7EDFF-F3B6-E1EC-285C-5BD4AE4C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28DC272-47AE-2E3B-C0BD-67C05005FA4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79E7AD-58BB-CC57-6D0E-7D20E4E3743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670179-60BE-435F-F257-6469287F974C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9E17AB-9B28-2070-BBBB-AE8FAF92B60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9FDD3B-71DF-CF99-A5B7-1351054A897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14:cNvPr>
              <p14:cNvContentPartPr/>
              <p14:nvPr/>
            </p14:nvContentPartPr>
            <p14:xfrm>
              <a:off x="1131840" y="3489120"/>
              <a:ext cx="3630960" cy="1503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640" y="3472920"/>
                <a:ext cx="3663360" cy="153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0533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AAAC-98CB-E2A4-28F5-0722DFC3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A865-0FFE-D2C9-FF28-37DDDECA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Rewriting our 3 Equations in Vector Notation… again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Since the three data points defined by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br>
                  <a:rPr lang="en-US"/>
                </a:br>
                <a:r>
                  <a:rPr lang="en-US"/>
                  <a:t> don’t perfectly line up, we introduce that error term: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B4B7-2A98-13C0-E512-D4C4DCB2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14:cNvPr>
              <p14:cNvContentPartPr/>
              <p14:nvPr/>
            </p14:nvContentPartPr>
            <p14:xfrm>
              <a:off x="4511880" y="5520600"/>
              <a:ext cx="2170800" cy="1247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680" y="5504400"/>
                <a:ext cx="2203200" cy="12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32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168D-F7C8-2EE5-D3D3-ABC92503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FFE8-B03C-532D-21EF-3C40674F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t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49C64-C050-476B-3692-20130B5A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67EFFFA-DE3A-AE59-E9A4-99CF5032A0FE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A1E09D-6D2B-1CD8-436D-206DE7A5790F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03D2AE-F5A8-5E99-0BFE-610C6244E52F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5B8B6-865A-DCA6-86E0-2B84DEA7D5DA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99F41D-C67A-BE54-A7D0-F3592953A693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14:cNvPr>
              <p14:cNvContentPartPr/>
              <p14:nvPr/>
            </p14:nvContentPartPr>
            <p14:xfrm>
              <a:off x="8537040" y="2312640"/>
              <a:ext cx="1276200" cy="2888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0840" y="2296440"/>
                <a:ext cx="1308600" cy="29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5140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08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use the properties of orthogonality and the dot product to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C654-D709-4AF8-1A46-0CCA5720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14:cNvPr>
              <p14:cNvContentPartPr/>
              <p14:nvPr/>
            </p14:nvContentPartPr>
            <p14:xfrm>
              <a:off x="5329440" y="2423160"/>
              <a:ext cx="1112400" cy="284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3240" y="2406960"/>
                <a:ext cx="11448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14:cNvPr>
              <p14:cNvContentPartPr/>
              <p14:nvPr/>
            </p14:nvContentPartPr>
            <p14:xfrm>
              <a:off x="5149174" y="3838106"/>
              <a:ext cx="1289160" cy="313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3690" y="3822626"/>
                <a:ext cx="1319769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14:cNvPr>
              <p14:cNvContentPartPr/>
              <p14:nvPr/>
            </p14:nvContentPartPr>
            <p14:xfrm>
              <a:off x="5770894" y="3969506"/>
              <a:ext cx="713160" cy="278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55406" y="3954026"/>
                <a:ext cx="743775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184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2ED3-4C5D-2F87-56F4-F47EE2B2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D769-BF95-B0F0-632F-87B750EA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14:cNvPr>
              <p14:cNvContentPartPr/>
              <p14:nvPr/>
            </p14:nvContentPartPr>
            <p14:xfrm>
              <a:off x="5766120" y="2237400"/>
              <a:ext cx="1676880" cy="2396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920" y="2221200"/>
                <a:ext cx="1709280" cy="24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478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EBC6-9733-6559-A996-06D207C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7721-261E-67F1-22A3-A4CB8EB1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7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63B4-76FF-9A1C-BAE6-B2EDB682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dot products are commutative: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E9D0-6C92-B503-FDB6-89D0D630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96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F6A8-746F-BDE1-53D8-EBC03363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Swapping sides: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FC72-F199-B9EB-7EE2-4E18F165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16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8008-FA90-D7EF-0063-80946EB6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Substituting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4B8F-2992-A99F-6CA3-CEA13EE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14:cNvPr>
              <p14:cNvContentPartPr/>
              <p14:nvPr/>
            </p14:nvContentPartPr>
            <p14:xfrm>
              <a:off x="3703680" y="2250720"/>
              <a:ext cx="2095920" cy="1716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480" y="2234520"/>
                <a:ext cx="2128320" cy="17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948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F76B-DF7E-396A-CB28-FCF520D4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Then we can distribute: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ECF5-07B8-C52A-AAD2-7A68D34A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14:cNvPr>
              <p14:cNvContentPartPr/>
              <p14:nvPr/>
            </p14:nvContentPartPr>
            <p14:xfrm>
              <a:off x="4408200" y="2228400"/>
              <a:ext cx="1896480" cy="1940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2000" y="2212200"/>
                <a:ext cx="1928880" cy="19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4632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573A-4CDD-171A-33DD-61331743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then rewrite this in matrix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C881-7105-F679-7543-FF449943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81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7C3D-3CF0-EF80-EA3C-3EF56DE0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Then rewriting the dot products using transpose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79F8-9CF9-8854-A548-0F0D2AE8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14:cNvPr>
              <p14:cNvContentPartPr/>
              <p14:nvPr/>
            </p14:nvContentPartPr>
            <p14:xfrm>
              <a:off x="3911760" y="2512080"/>
              <a:ext cx="1436040" cy="291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5560" y="2495880"/>
                <a:ext cx="1468440" cy="29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169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191D-B86F-8138-E150-BB834526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A06B2-C4A6-4382-3EAF-4C5B9E2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73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959A-3DAA-6473-33CB-D841729D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F266-0BBF-FA4E-E3A5-8BD406E3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18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2723-94C5-3B26-5887-AF046F5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define the </a:t>
                </a:r>
                <a:r>
                  <a:rPr lang="en-US" i="1"/>
                  <a:t>design matrix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using our three data point example.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E59E-1ACB-5149-3E71-F9332820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4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More generally:</a:t>
                </a: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(It is harder to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space).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741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953B-64D7-0195-9DBC-04105DA2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FF19096-04FA-4344-8CDA-DAD76687D7D4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FEB00-3953-9FBD-1111-EAE223C5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</a:t>
                </a:r>
                <a:r>
                  <a:rPr lang="en-US" i="1"/>
                  <a:t>column space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2-dimensional </a:t>
                </a:r>
                <a:br>
                  <a:rPr lang="en-US"/>
                </a:br>
                <a:r>
                  <a:rPr lang="en-US"/>
                  <a:t>plane (subspace)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5FED-60CF-9EAB-C739-4C1BAB5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0C6168-39A0-6EFD-D6B9-F2CA653531A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CC5CB7-5EE9-C28A-42B2-5783AF1F3FA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4CCEB0-15E1-077B-D9ED-F16E51C6F7C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DAA1F-4883-5802-1913-F0FBC596739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0281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7790-B9BE-559D-4DEE-3AC5F3A8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E799-A84C-1F54-2C09-8D36C6FE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is the same that we saw in Python and </a:t>
                </a:r>
                <a:r>
                  <a:rPr lang="en-US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/>
                  <a:t>. We will see </a:t>
                </a:r>
                <a:br>
                  <a:rPr lang="en-US"/>
                </a:br>
                <a:r>
                  <a:rPr lang="en-US"/>
                  <a:t>   it again.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EC6F7-4C28-CA70-547C-CF82AF07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74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9569-F1C8-C5C1-5F68-DE321790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83BA4-53A5-B21C-B76F-29EDD7546CC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83BA4-53A5-B21C-B76F-29EDD7546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CD73FF-36D3-7F82-622E-106349C837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CD73FF-36D3-7F82-622E-106349C83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FD27A-A409-7E8E-97DD-9C4E148A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6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93F3-566E-CF22-A2B4-22C66C3D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15CF-492E-1621-C950-D551536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68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B696-6A31-15B4-1234-D4A28A67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172CF4B-83E8-0E6A-DBAD-7BF10337BD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172CF4B-83E8-0E6A-DBAD-7BF10337B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B7219-487C-4627-3871-C712CA4020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B7219-487C-4627-3871-C712CA4020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A55E1-E5B6-8A5D-5034-26E076CC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E804B0-3411-4E41-DB28-C3469C9E5476}"/>
                  </a:ext>
                </a:extLst>
              </p14:cNvPr>
              <p14:cNvContentPartPr/>
              <p14:nvPr/>
            </p14:nvContentPartPr>
            <p14:xfrm>
              <a:off x="3381120" y="1723320"/>
              <a:ext cx="4615920" cy="1693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E804B0-3411-4E41-DB28-C3469C9E54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64920" y="1707120"/>
                <a:ext cx="4648320" cy="172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5581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6350-2D8B-FF6E-C90E-A707BCAA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51AA-44F3-5E61-22FB-700B753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618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E4F3-7272-61BA-C436-96A29F81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548C-606C-F59C-200E-8E67B8E1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443E9-212B-60E1-C571-F802553073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443E9-212B-60E1-C571-F80255307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0CB20-BFDE-EF8A-109A-908B9D98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4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5738-0E3E-3FF5-0E17-D4357A32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95FC-5468-7E5D-C4BF-07DC8CEC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1A126-7B32-1DD1-5FE8-20A8C2435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1A126-7B32-1DD1-5FE8-20A8C2435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7CBE-A5F5-8EE4-E5E1-8752CD48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8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AD17-CC60-3F2B-F80E-2278DE45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5DBD-21F5-1265-AC01-4EFB26EB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2B4F2-7DB9-4A0E-A6A5-F95AC77C31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2B4F2-7DB9-4A0E-A6A5-F95AC77C3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6D323-4314-F8E8-6A80-23BF0ED1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166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We denote the matrix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/>
                  <a:t>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. </a:t>
                </a:r>
                <a:r>
                  <a:rPr lang="en-US"/>
                  <a:t>It is called the </a:t>
                </a:r>
                <a:r>
                  <a:rPr lang="en-US" i="1"/>
                  <a:t>hat matrix.</a:t>
                </a:r>
              </a:p>
              <a:p>
                <a:r>
                  <a:rPr lang="en-US"/>
                  <a:t>Why?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14:cNvPr>
              <p14:cNvContentPartPr/>
              <p14:nvPr/>
            </p14:nvContentPartPr>
            <p14:xfrm>
              <a:off x="2897280" y="5365440"/>
              <a:ext cx="6547680" cy="635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1080" y="5349240"/>
                <a:ext cx="6580080" cy="6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5132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14:cNvPr>
              <p14:cNvContentPartPr/>
              <p14:nvPr/>
            </p14:nvContentPartPr>
            <p14:xfrm>
              <a:off x="5387040" y="4558680"/>
              <a:ext cx="354960" cy="842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0840" y="4542480"/>
                <a:ext cx="387360" cy="8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8436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14:cNvPr>
              <p14:cNvContentPartPr/>
              <p14:nvPr/>
            </p14:nvContentPartPr>
            <p14:xfrm>
              <a:off x="8581320" y="2341800"/>
              <a:ext cx="2561040" cy="2566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5120" y="2325600"/>
                <a:ext cx="259344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764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3C47-675E-0926-64FB-4E084464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just showed that simple linear regression, when written in matrix form, is a </a:t>
                </a:r>
                <a:r>
                  <a:rPr lang="en-US" i="1"/>
                  <a:t>projection</a:t>
                </a:r>
                <a:r>
                  <a:rPr lang="en-US"/>
                  <a:t> from the space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 onto a subspace (plane)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+1=2</m:t>
                    </m:r>
                  </m:oMath>
                </a14:m>
                <a:r>
                  <a:rPr lang="en-US"/>
                  <a:t> parameters.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:r>
                  <a:rPr lang="en-US" i="1"/>
                  <a:t>orthogonal projection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least squares estimator</a:t>
                </a:r>
              </a:p>
              <a:p>
                <a:endParaRPr lang="en-US"/>
              </a:p>
              <a:p>
                <a:r>
                  <a:rPr lang="en-US"/>
                  <a:t>Why do we care?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9C504-B553-8E9F-BD4F-0E2FE60C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14:cNvPr>
              <p14:cNvContentPartPr/>
              <p14:nvPr/>
            </p14:nvContentPartPr>
            <p14:xfrm>
              <a:off x="1734803" y="5186749"/>
              <a:ext cx="488160" cy="325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9334" y="5171269"/>
                <a:ext cx="518737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14:cNvPr>
              <p14:cNvContentPartPr/>
              <p14:nvPr/>
            </p14:nvContentPartPr>
            <p14:xfrm>
              <a:off x="6694163" y="4945549"/>
              <a:ext cx="1584720" cy="6091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8683" y="4930069"/>
                <a:ext cx="161532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14:cNvPr>
              <p14:cNvContentPartPr/>
              <p14:nvPr/>
            </p14:nvContentPartPr>
            <p14:xfrm>
              <a:off x="5865083" y="5087029"/>
              <a:ext cx="314280" cy="318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9621" y="5071549"/>
                <a:ext cx="344845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14:cNvPr>
              <p14:cNvContentPartPr/>
              <p14:nvPr/>
            </p14:nvContentPartPr>
            <p14:xfrm>
              <a:off x="3823523" y="5050309"/>
              <a:ext cx="1605960" cy="425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8046" y="5034829"/>
                <a:ext cx="1636553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14:cNvPr>
              <p14:cNvContentPartPr/>
              <p14:nvPr/>
            </p14:nvContentPartPr>
            <p14:xfrm>
              <a:off x="2517443" y="5139589"/>
              <a:ext cx="805680" cy="367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1963" y="5124094"/>
                <a:ext cx="836280" cy="39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14:cNvPr>
              <p14:cNvContentPartPr/>
              <p14:nvPr/>
            </p14:nvContentPartPr>
            <p14:xfrm>
              <a:off x="9129563" y="4940149"/>
              <a:ext cx="640440" cy="352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14074" y="4924653"/>
                <a:ext cx="671057" cy="38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14:cNvPr>
              <p14:cNvContentPartPr/>
              <p14:nvPr/>
            </p14:nvContentPartPr>
            <p14:xfrm>
              <a:off x="8478323" y="4858429"/>
              <a:ext cx="283680" cy="468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62843" y="4842937"/>
                <a:ext cx="314280" cy="498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14:cNvPr>
              <p14:cNvContentPartPr/>
              <p14:nvPr/>
            </p14:nvContentPartPr>
            <p14:xfrm>
              <a:off x="10341323" y="5129149"/>
              <a:ext cx="231120" cy="1735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25843" y="5113669"/>
                <a:ext cx="261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14:cNvPr>
              <p14:cNvContentPartPr/>
              <p14:nvPr/>
            </p14:nvContentPartPr>
            <p14:xfrm>
              <a:off x="4375043" y="5811349"/>
              <a:ext cx="1007280" cy="5306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59563" y="5795858"/>
                <a:ext cx="1037880" cy="561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14:cNvPr>
              <p14:cNvContentPartPr/>
              <p14:nvPr/>
            </p14:nvContentPartPr>
            <p14:xfrm>
              <a:off x="1608803" y="5905669"/>
              <a:ext cx="2278080" cy="367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93321" y="5890174"/>
                <a:ext cx="2308685" cy="3985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2799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C9BC-291C-6872-F438-6B322B83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10A98-0C2D-7F4D-FE8D-6B99C617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12374-95E2-405B-3C86-8F071026D6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12374-95E2-405B-3C86-8F071026D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B7694-7171-2248-DB8C-5F70EE1A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350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649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58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0954-8540-187C-92A1-8C2A0E5F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 </a:t>
            </a:r>
            <a:r>
              <a:rPr lang="en-US" err="1"/>
              <a:t>Voilá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Multiple Linear Regression!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𝑯𝒀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(without multivariable calculus).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predictors, the fitted subspace has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/>
              </a:p>
              <a:p>
                <a:r>
                  <a:rPr lang="en-US"/>
                  <a:t>The residual space has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2F0C-740C-1DF9-D967-511A7244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782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F82F-9361-3A5C-AFB1-1D7D6EBC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B7AB-C3BA-3234-0FF1-5DF2181B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79D6-96BE-1C02-A025-36A0E1D9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1172-88DA-E019-1435-A498D7DE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A6277-A797-0CA7-81F5-4C899704BC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8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60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OA3103: Data Analysis</vt:lpstr>
      <vt:lpstr>Admin</vt:lpstr>
      <vt:lpstr>Goals for Today</vt:lpstr>
      <vt:lpstr>References</vt:lpstr>
      <vt:lpstr>Linear Algebra Warm-Up</vt:lpstr>
      <vt:lpstr>Vector Notation</vt:lpstr>
      <vt:lpstr>What Vectors look like in R^n Space</vt:lpstr>
      <vt:lpstr>What Vectors look like in R^n Space</vt:lpstr>
      <vt:lpstr>Vector addition (and subtraction)</vt:lpstr>
      <vt:lpstr>Linear combinations of vectors</vt:lpstr>
      <vt:lpstr>Matrix Notation</vt:lpstr>
      <vt:lpstr>Dot Products and their properties</vt:lpstr>
      <vt:lpstr>Projections</vt:lpstr>
      <vt:lpstr>PowerPoint Presentation</vt:lpstr>
      <vt:lpstr>The Linear Regression Problem</vt:lpstr>
      <vt:lpstr>The Linear Regression Problem</vt:lpstr>
      <vt:lpstr>The Linear Regression Problem</vt:lpstr>
      <vt:lpstr>Linear Regression (This Time, Using Linear Algebra)</vt:lpstr>
      <vt:lpstr>Rewriting our 3 Equations in Vector Notation</vt:lpstr>
      <vt:lpstr>Rewriting our 3 Equations in Vector Notation</vt:lpstr>
      <vt:lpstr>Drawing them in 3D space</vt:lpstr>
      <vt:lpstr>Drawing them in 3D space</vt:lpstr>
      <vt:lpstr>Drawing them in 3D space</vt:lpstr>
      <vt:lpstr>Linear Solution</vt:lpstr>
      <vt:lpstr>Linear Regression</vt:lpstr>
      <vt:lpstr>Linear Regression</vt:lpstr>
      <vt:lpstr>Rewriting our 3 Equations in Vector Notation… again</vt:lpstr>
      <vt:lpstr>Linear Regression</vt:lpstr>
      <vt:lpstr>Linear Regression as a Projection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The Design Matrix</vt:lpstr>
      <vt:lpstr>The Design Matrix</vt:lpstr>
      <vt:lpstr>The Design Matrix</vt:lpstr>
      <vt:lpstr>The Design Matrix</vt:lpstr>
      <vt:lpstr>Back to Solving for β_0 and β_1.</vt:lpstr>
      <vt:lpstr>Back to Solving for β_0 and β_1.</vt:lpstr>
      <vt:lpstr>Back to Solving for β_0 and β_1.</vt:lpstr>
      <vt:lpstr>Back to Solving for β_0 and β_1.</vt:lpstr>
      <vt:lpstr>The Hat Matrix</vt:lpstr>
      <vt:lpstr>The Hat Matrix</vt:lpstr>
      <vt:lpstr>The Hat Matrix</vt:lpstr>
      <vt:lpstr>The Hat Matrix</vt:lpstr>
      <vt:lpstr>Properties of the Hat Matrix</vt:lpstr>
      <vt:lpstr>Properties of the Hat Matrix</vt:lpstr>
      <vt:lpstr>Takeaways</vt:lpstr>
      <vt:lpstr>The Design Matrix</vt:lpstr>
      <vt:lpstr>The Design Matrix</vt:lpstr>
      <vt:lpstr>The Design Matrix</vt:lpstr>
      <vt:lpstr>Et Voilá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revision>1</cp:revision>
  <dcterms:created xsi:type="dcterms:W3CDTF">2026-04-07T19:55:26Z</dcterms:created>
  <dcterms:modified xsi:type="dcterms:W3CDTF">2026-04-14T17:23:45Z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